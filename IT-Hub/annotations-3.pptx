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ppt/ink/ink2977.xml" ContentType="application/inkml+xml"/>
  <Override PartName="/ppt/ink/ink2978.xml" ContentType="application/inkml+xml"/>
  <Override PartName="/ppt/ink/ink2979.xml" ContentType="application/inkml+xml"/>
  <Override PartName="/ppt/ink/ink2980.xml" ContentType="application/inkml+xml"/>
  <Override PartName="/ppt/ink/ink2981.xml" ContentType="application/inkml+xml"/>
  <Override PartName="/ppt/ink/ink2982.xml" ContentType="application/inkml+xml"/>
  <Override PartName="/ppt/ink/ink2983.xml" ContentType="application/inkml+xml"/>
  <Override PartName="/ppt/ink/ink2984.xml" ContentType="application/inkml+xml"/>
  <Override PartName="/ppt/ink/ink2985.xml" ContentType="application/inkml+xml"/>
  <Override PartName="/ppt/ink/ink2986.xml" ContentType="application/inkml+xml"/>
  <Override PartName="/ppt/ink/ink2987.xml" ContentType="application/inkml+xml"/>
  <Override PartName="/ppt/ink/ink2988.xml" ContentType="application/inkml+xml"/>
  <Override PartName="/ppt/ink/ink2989.xml" ContentType="application/inkml+xml"/>
  <Override PartName="/ppt/ink/ink2990.xml" ContentType="application/inkml+xml"/>
  <Override PartName="/ppt/ink/ink2991.xml" ContentType="application/inkml+xml"/>
  <Override PartName="/ppt/ink/ink2992.xml" ContentType="application/inkml+xml"/>
  <Override PartName="/ppt/ink/ink2993.xml" ContentType="application/inkml+xml"/>
  <Override PartName="/ppt/ink/ink2994.xml" ContentType="application/inkml+xml"/>
  <Override PartName="/ppt/ink/ink2995.xml" ContentType="application/inkml+xml"/>
  <Override PartName="/ppt/ink/ink2996.xml" ContentType="application/inkml+xml"/>
  <Override PartName="/ppt/ink/ink2997.xml" ContentType="application/inkml+xml"/>
  <Override PartName="/ppt/ink/ink2998.xml" ContentType="application/inkml+xml"/>
  <Override PartName="/ppt/ink/ink2999.xml" ContentType="application/inkml+xml"/>
  <Override PartName="/ppt/ink/ink3000.xml" ContentType="application/inkml+xml"/>
  <Override PartName="/ppt/ink/ink3001.xml" ContentType="application/inkml+xml"/>
  <Override PartName="/ppt/ink/ink3002.xml" ContentType="application/inkml+xml"/>
  <Override PartName="/ppt/ink/ink3003.xml" ContentType="application/inkml+xml"/>
  <Override PartName="/ppt/ink/ink3004.xml" ContentType="application/inkml+xml"/>
  <Override PartName="/ppt/ink/ink3005.xml" ContentType="application/inkml+xml"/>
  <Override PartName="/ppt/ink/ink3006.xml" ContentType="application/inkml+xml"/>
  <Override PartName="/ppt/ink/ink3007.xml" ContentType="application/inkml+xml"/>
  <Override PartName="/ppt/ink/ink3008.xml" ContentType="application/inkml+xml"/>
  <Override PartName="/ppt/ink/ink3009.xml" ContentType="application/inkml+xml"/>
  <Override PartName="/ppt/ink/ink3010.xml" ContentType="application/inkml+xml"/>
  <Override PartName="/ppt/ink/ink3011.xml" ContentType="application/inkml+xml"/>
  <Override PartName="/ppt/ink/ink3012.xml" ContentType="application/inkml+xml"/>
  <Override PartName="/ppt/ink/ink3013.xml" ContentType="application/inkml+xml"/>
  <Override PartName="/ppt/ink/ink3014.xml" ContentType="application/inkml+xml"/>
  <Override PartName="/ppt/ink/ink3015.xml" ContentType="application/inkml+xml"/>
  <Override PartName="/ppt/ink/ink3016.xml" ContentType="application/inkml+xml"/>
  <Override PartName="/ppt/ink/ink3017.xml" ContentType="application/inkml+xml"/>
  <Override PartName="/ppt/ink/ink3018.xml" ContentType="application/inkml+xml"/>
  <Override PartName="/ppt/ink/ink3019.xml" ContentType="application/inkml+xml"/>
  <Override PartName="/ppt/ink/ink3020.xml" ContentType="application/inkml+xml"/>
  <Override PartName="/ppt/ink/ink3021.xml" ContentType="application/inkml+xml"/>
  <Override PartName="/ppt/ink/ink3022.xml" ContentType="application/inkml+xml"/>
  <Override PartName="/ppt/ink/ink3023.xml" ContentType="application/inkml+xml"/>
  <Override PartName="/ppt/ink/ink3024.xml" ContentType="application/inkml+xml"/>
  <Override PartName="/ppt/ink/ink3025.xml" ContentType="application/inkml+xml"/>
  <Override PartName="/ppt/ink/ink3026.xml" ContentType="application/inkml+xml"/>
  <Override PartName="/ppt/ink/ink3027.xml" ContentType="application/inkml+xml"/>
  <Override PartName="/ppt/ink/ink3028.xml" ContentType="application/inkml+xml"/>
  <Override PartName="/ppt/ink/ink3029.xml" ContentType="application/inkml+xml"/>
  <Override PartName="/ppt/ink/ink3030.xml" ContentType="application/inkml+xml"/>
  <Override PartName="/ppt/ink/ink3031.xml" ContentType="application/inkml+xml"/>
  <Override PartName="/ppt/ink/ink3032.xml" ContentType="application/inkml+xml"/>
  <Override PartName="/ppt/ink/ink3033.xml" ContentType="application/inkml+xml"/>
  <Override PartName="/ppt/ink/ink3034.xml" ContentType="application/inkml+xml"/>
  <Override PartName="/ppt/ink/ink3035.xml" ContentType="application/inkml+xml"/>
  <Override PartName="/ppt/ink/ink3036.xml" ContentType="application/inkml+xml"/>
  <Override PartName="/ppt/ink/ink3037.xml" ContentType="application/inkml+xml"/>
  <Override PartName="/ppt/ink/ink3038.xml" ContentType="application/inkml+xml"/>
  <Override PartName="/ppt/ink/ink3039.xml" ContentType="application/inkml+xml"/>
  <Override PartName="/ppt/ink/ink3040.xml" ContentType="application/inkml+xml"/>
  <Override PartName="/ppt/ink/ink3041.xml" ContentType="application/inkml+xml"/>
  <Override PartName="/ppt/ink/ink3042.xml" ContentType="application/inkml+xml"/>
  <Override PartName="/ppt/ink/ink3043.xml" ContentType="application/inkml+xml"/>
  <Override PartName="/ppt/ink/ink3044.xml" ContentType="application/inkml+xml"/>
  <Override PartName="/ppt/ink/ink3045.xml" ContentType="application/inkml+xml"/>
  <Override PartName="/ppt/ink/ink3046.xml" ContentType="application/inkml+xml"/>
  <Override PartName="/ppt/ink/ink3047.xml" ContentType="application/inkml+xml"/>
  <Override PartName="/ppt/ink/ink3048.xml" ContentType="application/inkml+xml"/>
  <Override PartName="/ppt/ink/ink3049.xml" ContentType="application/inkml+xml"/>
  <Override PartName="/ppt/ink/ink3050.xml" ContentType="application/inkml+xml"/>
  <Override PartName="/ppt/ink/ink3051.xml" ContentType="application/inkml+xml"/>
  <Override PartName="/ppt/ink/ink3052.xml" ContentType="application/inkml+xml"/>
  <Override PartName="/ppt/ink/ink3053.xml" ContentType="application/inkml+xml"/>
  <Override PartName="/ppt/ink/ink3054.xml" ContentType="application/inkml+xml"/>
  <Override PartName="/ppt/ink/ink3055.xml" ContentType="application/inkml+xml"/>
  <Override PartName="/ppt/ink/ink3056.xml" ContentType="application/inkml+xml"/>
  <Override PartName="/ppt/ink/ink3057.xml" ContentType="application/inkml+xml"/>
  <Override PartName="/ppt/ink/ink3058.xml" ContentType="application/inkml+xml"/>
  <Override PartName="/ppt/ink/ink3059.xml" ContentType="application/inkml+xml"/>
  <Override PartName="/ppt/ink/ink3060.xml" ContentType="application/inkml+xml"/>
  <Override PartName="/ppt/ink/ink3061.xml" ContentType="application/inkml+xml"/>
  <Override PartName="/ppt/ink/ink3062.xml" ContentType="application/inkml+xml"/>
  <Override PartName="/ppt/ink/ink3063.xml" ContentType="application/inkml+xml"/>
  <Override PartName="/ppt/ink/ink3064.xml" ContentType="application/inkml+xml"/>
  <Override PartName="/ppt/ink/ink3065.xml" ContentType="application/inkml+xml"/>
  <Override PartName="/ppt/ink/ink3066.xml" ContentType="application/inkml+xml"/>
  <Override PartName="/ppt/ink/ink3067.xml" ContentType="application/inkml+xml"/>
  <Override PartName="/ppt/ink/ink3068.xml" ContentType="application/inkml+xml"/>
  <Override PartName="/ppt/ink/ink3069.xml" ContentType="application/inkml+xml"/>
  <Override PartName="/ppt/ink/ink3070.xml" ContentType="application/inkml+xml"/>
  <Override PartName="/ppt/ink/ink3071.xml" ContentType="application/inkml+xml"/>
  <Override PartName="/ppt/ink/ink3072.xml" ContentType="application/inkml+xml"/>
  <Override PartName="/ppt/ink/ink3073.xml" ContentType="application/inkml+xml"/>
  <Override PartName="/ppt/ink/ink3074.xml" ContentType="application/inkml+xml"/>
  <Override PartName="/ppt/ink/ink3075.xml" ContentType="application/inkml+xml"/>
  <Override PartName="/ppt/ink/ink3076.xml" ContentType="application/inkml+xml"/>
  <Override PartName="/ppt/ink/ink3077.xml" ContentType="application/inkml+xml"/>
  <Override PartName="/ppt/ink/ink3078.xml" ContentType="application/inkml+xml"/>
  <Override PartName="/ppt/ink/ink3079.xml" ContentType="application/inkml+xml"/>
  <Override PartName="/ppt/ink/ink3080.xml" ContentType="application/inkml+xml"/>
  <Override PartName="/ppt/ink/ink3081.xml" ContentType="application/inkml+xml"/>
  <Override PartName="/ppt/ink/ink3082.xml" ContentType="application/inkml+xml"/>
  <Override PartName="/ppt/ink/ink3083.xml" ContentType="application/inkml+xml"/>
  <Override PartName="/ppt/ink/ink3084.xml" ContentType="application/inkml+xml"/>
  <Override PartName="/ppt/ink/ink3085.xml" ContentType="application/inkml+xml"/>
  <Override PartName="/ppt/ink/ink3086.xml" ContentType="application/inkml+xml"/>
  <Override PartName="/ppt/ink/ink3087.xml" ContentType="application/inkml+xml"/>
  <Override PartName="/ppt/ink/ink3088.xml" ContentType="application/inkml+xml"/>
  <Override PartName="/ppt/ink/ink3089.xml" ContentType="application/inkml+xml"/>
  <Override PartName="/ppt/ink/ink3090.xml" ContentType="application/inkml+xml"/>
  <Override PartName="/ppt/ink/ink3091.xml" ContentType="application/inkml+xml"/>
  <Override PartName="/ppt/ink/ink3092.xml" ContentType="application/inkml+xml"/>
  <Override PartName="/ppt/ink/ink3093.xml" ContentType="application/inkml+xml"/>
  <Override PartName="/ppt/ink/ink3094.xml" ContentType="application/inkml+xml"/>
  <Override PartName="/ppt/ink/ink3095.xml" ContentType="application/inkml+xml"/>
  <Override PartName="/ppt/ink/ink3096.xml" ContentType="application/inkml+xml"/>
  <Override PartName="/ppt/ink/ink3097.xml" ContentType="application/inkml+xml"/>
  <Override PartName="/ppt/ink/ink3098.xml" ContentType="application/inkml+xml"/>
  <Override PartName="/ppt/ink/ink3099.xml" ContentType="application/inkml+xml"/>
  <Override PartName="/ppt/ink/ink3100.xml" ContentType="application/inkml+xml"/>
  <Override PartName="/ppt/ink/ink3101.xml" ContentType="application/inkml+xml"/>
  <Override PartName="/ppt/ink/ink3102.xml" ContentType="application/inkml+xml"/>
  <Override PartName="/ppt/ink/ink3103.xml" ContentType="application/inkml+xml"/>
  <Override PartName="/ppt/ink/ink3104.xml" ContentType="application/inkml+xml"/>
  <Override PartName="/ppt/ink/ink3105.xml" ContentType="application/inkml+xml"/>
  <Override PartName="/ppt/ink/ink3106.xml" ContentType="application/inkml+xml"/>
  <Override PartName="/ppt/ink/ink3107.xml" ContentType="application/inkml+xml"/>
  <Override PartName="/ppt/ink/ink3108.xml" ContentType="application/inkml+xml"/>
  <Override PartName="/ppt/ink/ink3109.xml" ContentType="application/inkml+xml"/>
  <Override PartName="/ppt/ink/ink3110.xml" ContentType="application/inkml+xml"/>
  <Override PartName="/ppt/ink/ink3111.xml" ContentType="application/inkml+xml"/>
  <Override PartName="/ppt/ink/ink3112.xml" ContentType="application/inkml+xml"/>
  <Override PartName="/ppt/ink/ink3113.xml" ContentType="application/inkml+xml"/>
  <Override PartName="/ppt/ink/ink3114.xml" ContentType="application/inkml+xml"/>
  <Override PartName="/ppt/ink/ink3115.xml" ContentType="application/inkml+xml"/>
  <Override PartName="/ppt/ink/ink3116.xml" ContentType="application/inkml+xml"/>
  <Override PartName="/ppt/ink/ink3117.xml" ContentType="application/inkml+xml"/>
  <Override PartName="/ppt/ink/ink3118.xml" ContentType="application/inkml+xml"/>
  <Override PartName="/ppt/ink/ink3119.xml" ContentType="application/inkml+xml"/>
  <Override PartName="/ppt/ink/ink3120.xml" ContentType="application/inkml+xml"/>
  <Override PartName="/ppt/ink/ink3121.xml" ContentType="application/inkml+xml"/>
  <Override PartName="/ppt/ink/ink3122.xml" ContentType="application/inkml+xml"/>
  <Override PartName="/ppt/ink/ink3123.xml" ContentType="application/inkml+xml"/>
  <Override PartName="/ppt/ink/ink3124.xml" ContentType="application/inkml+xml"/>
  <Override PartName="/ppt/ink/ink3125.xml" ContentType="application/inkml+xml"/>
  <Override PartName="/ppt/ink/ink3126.xml" ContentType="application/inkml+xml"/>
  <Override PartName="/ppt/ink/ink3127.xml" ContentType="application/inkml+xml"/>
  <Override PartName="/ppt/ink/ink3128.xml" ContentType="application/inkml+xml"/>
  <Override PartName="/ppt/ink/ink3129.xml" ContentType="application/inkml+xml"/>
  <Override PartName="/ppt/ink/ink3130.xml" ContentType="application/inkml+xml"/>
  <Override PartName="/ppt/ink/ink3131.xml" ContentType="application/inkml+xml"/>
  <Override PartName="/ppt/ink/ink3132.xml" ContentType="application/inkml+xml"/>
  <Override PartName="/ppt/ink/ink3133.xml" ContentType="application/inkml+xml"/>
  <Override PartName="/ppt/ink/ink3134.xml" ContentType="application/inkml+xml"/>
  <Override PartName="/ppt/ink/ink3135.xml" ContentType="application/inkml+xml"/>
  <Override PartName="/ppt/ink/ink3136.xml" ContentType="application/inkml+xml"/>
  <Override PartName="/ppt/ink/ink3137.xml" ContentType="application/inkml+xml"/>
  <Override PartName="/ppt/ink/ink3138.xml" ContentType="application/inkml+xml"/>
  <Override PartName="/ppt/ink/ink3139.xml" ContentType="application/inkml+xml"/>
  <Override PartName="/ppt/ink/ink3140.xml" ContentType="application/inkml+xml"/>
  <Override PartName="/ppt/ink/ink3141.xml" ContentType="application/inkml+xml"/>
  <Override PartName="/ppt/ink/ink3142.xml" ContentType="application/inkml+xml"/>
  <Override PartName="/ppt/ink/ink3143.xml" ContentType="application/inkml+xml"/>
  <Override PartName="/ppt/ink/ink3144.xml" ContentType="application/inkml+xml"/>
  <Override PartName="/ppt/ink/ink3145.xml" ContentType="application/inkml+xml"/>
  <Override PartName="/ppt/ink/ink3146.xml" ContentType="application/inkml+xml"/>
  <Override PartName="/ppt/ink/ink3147.xml" ContentType="application/inkml+xml"/>
  <Override PartName="/ppt/ink/ink3148.xml" ContentType="application/inkml+xml"/>
  <Override PartName="/ppt/ink/ink3149.xml" ContentType="application/inkml+xml"/>
  <Override PartName="/ppt/ink/ink3150.xml" ContentType="application/inkml+xml"/>
  <Override PartName="/ppt/ink/ink3151.xml" ContentType="application/inkml+xml"/>
  <Override PartName="/ppt/ink/ink3152.xml" ContentType="application/inkml+xml"/>
  <Override PartName="/ppt/ink/ink3153.xml" ContentType="application/inkml+xml"/>
  <Override PartName="/ppt/ink/ink3154.xml" ContentType="application/inkml+xml"/>
  <Override PartName="/ppt/ink/ink3155.xml" ContentType="application/inkml+xml"/>
  <Override PartName="/ppt/ink/ink3156.xml" ContentType="application/inkml+xml"/>
  <Override PartName="/ppt/ink/ink3157.xml" ContentType="application/inkml+xml"/>
  <Override PartName="/ppt/ink/ink3158.xml" ContentType="application/inkml+xml"/>
  <Override PartName="/ppt/ink/ink3159.xml" ContentType="application/inkml+xml"/>
  <Override PartName="/ppt/ink/ink3160.xml" ContentType="application/inkml+xml"/>
  <Override PartName="/ppt/ink/ink3161.xml" ContentType="application/inkml+xml"/>
  <Override PartName="/ppt/ink/ink3162.xml" ContentType="application/inkml+xml"/>
  <Override PartName="/ppt/ink/ink3163.xml" ContentType="application/inkml+xml"/>
  <Override PartName="/ppt/ink/ink3164.xml" ContentType="application/inkml+xml"/>
  <Override PartName="/ppt/ink/ink3165.xml" ContentType="application/inkml+xml"/>
  <Override PartName="/ppt/ink/ink3166.xml" ContentType="application/inkml+xml"/>
  <Override PartName="/ppt/ink/ink3167.xml" ContentType="application/inkml+xml"/>
  <Override PartName="/ppt/ink/ink3168.xml" ContentType="application/inkml+xml"/>
  <Override PartName="/ppt/ink/ink3169.xml" ContentType="application/inkml+xml"/>
  <Override PartName="/ppt/ink/ink3170.xml" ContentType="application/inkml+xml"/>
  <Override PartName="/ppt/ink/ink3171.xml" ContentType="application/inkml+xml"/>
  <Override PartName="/ppt/ink/ink3172.xml" ContentType="application/inkml+xml"/>
  <Override PartName="/ppt/ink/ink3173.xml" ContentType="application/inkml+xml"/>
  <Override PartName="/ppt/ink/ink3174.xml" ContentType="application/inkml+xml"/>
  <Override PartName="/ppt/ink/ink3175.xml" ContentType="application/inkml+xml"/>
  <Override PartName="/ppt/ink/ink3176.xml" ContentType="application/inkml+xml"/>
  <Override PartName="/ppt/ink/ink3177.xml" ContentType="application/inkml+xml"/>
  <Override PartName="/ppt/ink/ink3178.xml" ContentType="application/inkml+xml"/>
  <Override PartName="/ppt/ink/ink3179.xml" ContentType="application/inkml+xml"/>
  <Override PartName="/ppt/ink/ink3180.xml" ContentType="application/inkml+xml"/>
  <Override PartName="/ppt/ink/ink3181.xml" ContentType="application/inkml+xml"/>
  <Override PartName="/ppt/ink/ink3182.xml" ContentType="application/inkml+xml"/>
  <Override PartName="/ppt/ink/ink3183.xml" ContentType="application/inkml+xml"/>
  <Override PartName="/ppt/ink/ink3184.xml" ContentType="application/inkml+xml"/>
  <Override PartName="/ppt/ink/ink3185.xml" ContentType="application/inkml+xml"/>
  <Override PartName="/ppt/ink/ink3186.xml" ContentType="application/inkml+xml"/>
  <Override PartName="/ppt/ink/ink3187.xml" ContentType="application/inkml+xml"/>
  <Override PartName="/ppt/ink/ink3188.xml" ContentType="application/inkml+xml"/>
  <Override PartName="/ppt/ink/ink3189.xml" ContentType="application/inkml+xml"/>
  <Override PartName="/ppt/ink/ink3190.xml" ContentType="application/inkml+xml"/>
  <Override PartName="/ppt/ink/ink3191.xml" ContentType="application/inkml+xml"/>
  <Override PartName="/ppt/ink/ink3192.xml" ContentType="application/inkml+xml"/>
  <Override PartName="/ppt/ink/ink3193.xml" ContentType="application/inkml+xml"/>
  <Override PartName="/ppt/ink/ink3194.xml" ContentType="application/inkml+xml"/>
  <Override PartName="/ppt/ink/ink3195.xml" ContentType="application/inkml+xml"/>
  <Override PartName="/ppt/ink/ink3196.xml" ContentType="application/inkml+xml"/>
  <Override PartName="/ppt/ink/ink3197.xml" ContentType="application/inkml+xml"/>
  <Override PartName="/ppt/ink/ink3198.xml" ContentType="application/inkml+xml"/>
  <Override PartName="/ppt/ink/ink3199.xml" ContentType="application/inkml+xml"/>
  <Override PartName="/ppt/ink/ink3200.xml" ContentType="application/inkml+xml"/>
  <Override PartName="/ppt/ink/ink3201.xml" ContentType="application/inkml+xml"/>
  <Override PartName="/ppt/ink/ink3202.xml" ContentType="application/inkml+xml"/>
  <Override PartName="/ppt/ink/ink3203.xml" ContentType="application/inkml+xml"/>
  <Override PartName="/ppt/ink/ink3204.xml" ContentType="application/inkml+xml"/>
  <Override PartName="/ppt/ink/ink3205.xml" ContentType="application/inkml+xml"/>
  <Override PartName="/ppt/ink/ink3206.xml" ContentType="application/inkml+xml"/>
  <Override PartName="/ppt/ink/ink3207.xml" ContentType="application/inkml+xml"/>
  <Override PartName="/ppt/ink/ink3208.xml" ContentType="application/inkml+xml"/>
  <Override PartName="/ppt/ink/ink3209.xml" ContentType="application/inkml+xml"/>
  <Override PartName="/ppt/ink/ink3210.xml" ContentType="application/inkml+xml"/>
  <Override PartName="/ppt/ink/ink3211.xml" ContentType="application/inkml+xml"/>
  <Override PartName="/ppt/ink/ink3212.xml" ContentType="application/inkml+xml"/>
  <Override PartName="/ppt/ink/ink3213.xml" ContentType="application/inkml+xml"/>
  <Override PartName="/ppt/ink/ink3214.xml" ContentType="application/inkml+xml"/>
  <Override PartName="/ppt/ink/ink3215.xml" ContentType="application/inkml+xml"/>
  <Override PartName="/ppt/ink/ink3216.xml" ContentType="application/inkml+xml"/>
  <Override PartName="/ppt/ink/ink3217.xml" ContentType="application/inkml+xml"/>
  <Override PartName="/ppt/ink/ink3218.xml" ContentType="application/inkml+xml"/>
  <Override PartName="/ppt/ink/ink3219.xml" ContentType="application/inkml+xml"/>
  <Override PartName="/ppt/ink/ink3220.xml" ContentType="application/inkml+xml"/>
  <Override PartName="/ppt/ink/ink3221.xml" ContentType="application/inkml+xml"/>
  <Override PartName="/ppt/ink/ink3222.xml" ContentType="application/inkml+xml"/>
  <Override PartName="/ppt/ink/ink3223.xml" ContentType="application/inkml+xml"/>
  <Override PartName="/ppt/ink/ink3224.xml" ContentType="application/inkml+xml"/>
  <Override PartName="/ppt/ink/ink3225.xml" ContentType="application/inkml+xml"/>
  <Override PartName="/ppt/ink/ink3226.xml" ContentType="application/inkml+xml"/>
  <Override PartName="/ppt/ink/ink3227.xml" ContentType="application/inkml+xml"/>
  <Override PartName="/ppt/ink/ink3228.xml" ContentType="application/inkml+xml"/>
  <Override PartName="/ppt/ink/ink3229.xml" ContentType="application/inkml+xml"/>
  <Override PartName="/ppt/ink/ink3230.xml" ContentType="application/inkml+xml"/>
  <Override PartName="/ppt/ink/ink3231.xml" ContentType="application/inkml+xml"/>
  <Override PartName="/ppt/ink/ink3232.xml" ContentType="application/inkml+xml"/>
  <Override PartName="/ppt/ink/ink3233.xml" ContentType="application/inkml+xml"/>
  <Override PartName="/ppt/ink/ink3234.xml" ContentType="application/inkml+xml"/>
  <Override PartName="/ppt/ink/ink3235.xml" ContentType="application/inkml+xml"/>
  <Override PartName="/ppt/ink/ink3236.xml" ContentType="application/inkml+xml"/>
  <Override PartName="/ppt/ink/ink3237.xml" ContentType="application/inkml+xml"/>
  <Override PartName="/ppt/ink/ink3238.xml" ContentType="application/inkml+xml"/>
  <Override PartName="/ppt/ink/ink3239.xml" ContentType="application/inkml+xml"/>
  <Override PartName="/ppt/ink/ink3240.xml" ContentType="application/inkml+xml"/>
  <Override PartName="/ppt/ink/ink3241.xml" ContentType="application/inkml+xml"/>
  <Override PartName="/ppt/ink/ink3242.xml" ContentType="application/inkml+xml"/>
  <Override PartName="/ppt/ink/ink3243.xml" ContentType="application/inkml+xml"/>
  <Override PartName="/ppt/ink/ink3244.xml" ContentType="application/inkml+xml"/>
  <Override PartName="/ppt/ink/ink3245.xml" ContentType="application/inkml+xml"/>
  <Override PartName="/ppt/ink/ink3246.xml" ContentType="application/inkml+xml"/>
  <Override PartName="/ppt/ink/ink3247.xml" ContentType="application/inkml+xml"/>
  <Override PartName="/ppt/ink/ink3248.xml" ContentType="application/inkml+xml"/>
  <Override PartName="/ppt/ink/ink3249.xml" ContentType="application/inkml+xml"/>
  <Override PartName="/ppt/ink/ink3250.xml" ContentType="application/inkml+xml"/>
  <Override PartName="/ppt/ink/ink3251.xml" ContentType="application/inkml+xml"/>
  <Override PartName="/ppt/ink/ink3252.xml" ContentType="application/inkml+xml"/>
  <Override PartName="/ppt/ink/ink3253.xml" ContentType="application/inkml+xml"/>
  <Override PartName="/ppt/ink/ink3254.xml" ContentType="application/inkml+xml"/>
  <Override PartName="/ppt/ink/ink3255.xml" ContentType="application/inkml+xml"/>
  <Override PartName="/ppt/ink/ink3256.xml" ContentType="application/inkml+xml"/>
  <Override PartName="/ppt/ink/ink3257.xml" ContentType="application/inkml+xml"/>
  <Override PartName="/ppt/ink/ink3258.xml" ContentType="application/inkml+xml"/>
  <Override PartName="/ppt/ink/ink3259.xml" ContentType="application/inkml+xml"/>
  <Override PartName="/ppt/ink/ink3260.xml" ContentType="application/inkml+xml"/>
  <Override PartName="/ppt/ink/ink3261.xml" ContentType="application/inkml+xml"/>
  <Override PartName="/ppt/ink/ink3262.xml" ContentType="application/inkml+xml"/>
  <Override PartName="/ppt/ink/ink3263.xml" ContentType="application/inkml+xml"/>
  <Override PartName="/ppt/ink/ink3264.xml" ContentType="application/inkml+xml"/>
  <Override PartName="/ppt/ink/ink3265.xml" ContentType="application/inkml+xml"/>
  <Override PartName="/ppt/ink/ink3266.xml" ContentType="application/inkml+xml"/>
  <Override PartName="/ppt/ink/ink3267.xml" ContentType="application/inkml+xml"/>
  <Override PartName="/ppt/ink/ink3268.xml" ContentType="application/inkml+xml"/>
  <Override PartName="/ppt/ink/ink3269.xml" ContentType="application/inkml+xml"/>
  <Override PartName="/ppt/ink/ink3270.xml" ContentType="application/inkml+xml"/>
  <Override PartName="/ppt/ink/ink3271.xml" ContentType="application/inkml+xml"/>
  <Override PartName="/ppt/ink/ink3272.xml" ContentType="application/inkml+xml"/>
  <Override PartName="/ppt/ink/ink3273.xml" ContentType="application/inkml+xml"/>
  <Override PartName="/ppt/ink/ink3274.xml" ContentType="application/inkml+xml"/>
  <Override PartName="/ppt/ink/ink3275.xml" ContentType="application/inkml+xml"/>
  <Override PartName="/ppt/ink/ink3276.xml" ContentType="application/inkml+xml"/>
  <Override PartName="/ppt/ink/ink3277.xml" ContentType="application/inkml+xml"/>
  <Override PartName="/ppt/ink/ink3278.xml" ContentType="application/inkml+xml"/>
  <Override PartName="/ppt/ink/ink3279.xml" ContentType="application/inkml+xml"/>
  <Override PartName="/ppt/ink/ink3280.xml" ContentType="application/inkml+xml"/>
  <Override PartName="/ppt/ink/ink3281.xml" ContentType="application/inkml+xml"/>
  <Override PartName="/ppt/ink/ink3282.xml" ContentType="application/inkml+xml"/>
  <Override PartName="/ppt/ink/ink3283.xml" ContentType="application/inkml+xml"/>
  <Override PartName="/ppt/ink/ink3284.xml" ContentType="application/inkml+xml"/>
  <Override PartName="/ppt/ink/ink3285.xml" ContentType="application/inkml+xml"/>
  <Override PartName="/ppt/ink/ink3286.xml" ContentType="application/inkml+xml"/>
  <Override PartName="/ppt/ink/ink3287.xml" ContentType="application/inkml+xml"/>
  <Override PartName="/ppt/ink/ink3288.xml" ContentType="application/inkml+xml"/>
  <Override PartName="/ppt/ink/ink3289.xml" ContentType="application/inkml+xml"/>
  <Override PartName="/ppt/ink/ink3290.xml" ContentType="application/inkml+xml"/>
  <Override PartName="/ppt/ink/ink3291.xml" ContentType="application/inkml+xml"/>
  <Override PartName="/ppt/ink/ink3292.xml" ContentType="application/inkml+xml"/>
  <Override PartName="/ppt/ink/ink3293.xml" ContentType="application/inkml+xml"/>
  <Override PartName="/ppt/ink/ink3294.xml" ContentType="application/inkml+xml"/>
  <Override PartName="/ppt/ink/ink3295.xml" ContentType="application/inkml+xml"/>
  <Override PartName="/ppt/ink/ink3296.xml" ContentType="application/inkml+xml"/>
  <Override PartName="/ppt/ink/ink3297.xml" ContentType="application/inkml+xml"/>
  <Override PartName="/ppt/ink/ink3298.xml" ContentType="application/inkml+xml"/>
  <Override PartName="/ppt/ink/ink3299.xml" ContentType="application/inkml+xml"/>
  <Override PartName="/ppt/ink/ink3300.xml" ContentType="application/inkml+xml"/>
  <Override PartName="/ppt/ink/ink3301.xml" ContentType="application/inkml+xml"/>
  <Override PartName="/ppt/ink/ink3302.xml" ContentType="application/inkml+xml"/>
  <Override PartName="/ppt/ink/ink3303.xml" ContentType="application/inkml+xml"/>
  <Override PartName="/ppt/ink/ink3304.xml" ContentType="application/inkml+xml"/>
  <Override PartName="/ppt/ink/ink3305.xml" ContentType="application/inkml+xml"/>
  <Override PartName="/ppt/ink/ink3306.xml" ContentType="application/inkml+xml"/>
  <Override PartName="/ppt/ink/ink3307.xml" ContentType="application/inkml+xml"/>
  <Override PartName="/ppt/ink/ink3308.xml" ContentType="application/inkml+xml"/>
  <Override PartName="/ppt/ink/ink3309.xml" ContentType="application/inkml+xml"/>
  <Override PartName="/ppt/ink/ink3310.xml" ContentType="application/inkml+xml"/>
  <Override PartName="/ppt/ink/ink3311.xml" ContentType="application/inkml+xml"/>
  <Override PartName="/ppt/ink/ink3312.xml" ContentType="application/inkml+xml"/>
  <Override PartName="/ppt/ink/ink3313.xml" ContentType="application/inkml+xml"/>
  <Override PartName="/ppt/ink/ink3314.xml" ContentType="application/inkml+xml"/>
  <Override PartName="/ppt/ink/ink3315.xml" ContentType="application/inkml+xml"/>
  <Override PartName="/ppt/ink/ink3316.xml" ContentType="application/inkml+xml"/>
  <Override PartName="/ppt/ink/ink3317.xml" ContentType="application/inkml+xml"/>
  <Override PartName="/ppt/ink/ink3318.xml" ContentType="application/inkml+xml"/>
  <Override PartName="/ppt/ink/ink3319.xml" ContentType="application/inkml+xml"/>
  <Override PartName="/ppt/ink/ink3320.xml" ContentType="application/inkml+xml"/>
  <Override PartName="/ppt/ink/ink3321.xml" ContentType="application/inkml+xml"/>
  <Override PartName="/ppt/ink/ink3322.xml" ContentType="application/inkml+xml"/>
  <Override PartName="/ppt/ink/ink3323.xml" ContentType="application/inkml+xml"/>
  <Override PartName="/ppt/ink/ink3324.xml" ContentType="application/inkml+xml"/>
  <Override PartName="/ppt/ink/ink3325.xml" ContentType="application/inkml+xml"/>
  <Override PartName="/ppt/ink/ink3326.xml" ContentType="application/inkml+xml"/>
  <Override PartName="/ppt/ink/ink3327.xml" ContentType="application/inkml+xml"/>
  <Override PartName="/ppt/ink/ink3328.xml" ContentType="application/inkml+xml"/>
  <Override PartName="/ppt/ink/ink3329.xml" ContentType="application/inkml+xml"/>
  <Override PartName="/ppt/ink/ink3330.xml" ContentType="application/inkml+xml"/>
  <Override PartName="/ppt/ink/ink3331.xml" ContentType="application/inkml+xml"/>
  <Override PartName="/ppt/ink/ink3332.xml" ContentType="application/inkml+xml"/>
  <Override PartName="/ppt/ink/ink3333.xml" ContentType="application/inkml+xml"/>
  <Override PartName="/ppt/ink/ink3334.xml" ContentType="application/inkml+xml"/>
  <Override PartName="/ppt/ink/ink3335.xml" ContentType="application/inkml+xml"/>
  <Override PartName="/ppt/ink/ink3336.xml" ContentType="application/inkml+xml"/>
  <Override PartName="/ppt/ink/ink3337.xml" ContentType="application/inkml+xml"/>
  <Override PartName="/ppt/ink/ink3338.xml" ContentType="application/inkml+xml"/>
  <Override PartName="/ppt/ink/ink3339.xml" ContentType="application/inkml+xml"/>
  <Override PartName="/ppt/ink/ink3340.xml" ContentType="application/inkml+xml"/>
  <Override PartName="/ppt/ink/ink3341.xml" ContentType="application/inkml+xml"/>
  <Override PartName="/ppt/ink/ink3342.xml" ContentType="application/inkml+xml"/>
  <Override PartName="/ppt/ink/ink3343.xml" ContentType="application/inkml+xml"/>
  <Override PartName="/ppt/ink/ink3344.xml" ContentType="application/inkml+xml"/>
  <Override PartName="/ppt/ink/ink3345.xml" ContentType="application/inkml+xml"/>
  <Override PartName="/ppt/ink/ink3346.xml" ContentType="application/inkml+xml"/>
  <Override PartName="/ppt/ink/ink3347.xml" ContentType="application/inkml+xml"/>
  <Override PartName="/ppt/ink/ink3348.xml" ContentType="application/inkml+xml"/>
  <Override PartName="/ppt/ink/ink3349.xml" ContentType="application/inkml+xml"/>
  <Override PartName="/ppt/ink/ink3350.xml" ContentType="application/inkml+xml"/>
  <Override PartName="/ppt/ink/ink3351.xml" ContentType="application/inkml+xml"/>
  <Override PartName="/ppt/ink/ink3352.xml" ContentType="application/inkml+xml"/>
  <Override PartName="/ppt/ink/ink3353.xml" ContentType="application/inkml+xml"/>
  <Override PartName="/ppt/ink/ink3354.xml" ContentType="application/inkml+xml"/>
  <Override PartName="/ppt/ink/ink3355.xml" ContentType="application/inkml+xml"/>
  <Override PartName="/ppt/ink/ink3356.xml" ContentType="application/inkml+xml"/>
  <Override PartName="/ppt/ink/ink3357.xml" ContentType="application/inkml+xml"/>
  <Override PartName="/ppt/ink/ink3358.xml" ContentType="application/inkml+xml"/>
  <Override PartName="/ppt/ink/ink3359.xml" ContentType="application/inkml+xml"/>
  <Override PartName="/ppt/ink/ink3360.xml" ContentType="application/inkml+xml"/>
  <Override PartName="/ppt/ink/ink3361.xml" ContentType="application/inkml+xml"/>
  <Override PartName="/ppt/ink/ink3362.xml" ContentType="application/inkml+xml"/>
  <Override PartName="/ppt/ink/ink3363.xml" ContentType="application/inkml+xml"/>
  <Override PartName="/ppt/ink/ink3364.xml" ContentType="application/inkml+xml"/>
  <Override PartName="/ppt/ink/ink3365.xml" ContentType="application/inkml+xml"/>
  <Override PartName="/ppt/ink/ink3366.xml" ContentType="application/inkml+xml"/>
  <Override PartName="/ppt/ink/ink3367.xml" ContentType="application/inkml+xml"/>
  <Override PartName="/ppt/ink/ink3368.xml" ContentType="application/inkml+xml"/>
  <Override PartName="/ppt/ink/ink3369.xml" ContentType="application/inkml+xml"/>
  <Override PartName="/ppt/ink/ink3370.xml" ContentType="application/inkml+xml"/>
  <Override PartName="/ppt/ink/ink3371.xml" ContentType="application/inkml+xml"/>
  <Override PartName="/ppt/ink/ink3372.xml" ContentType="application/inkml+xml"/>
  <Override PartName="/ppt/ink/ink3373.xml" ContentType="application/inkml+xml"/>
  <Override PartName="/ppt/ink/ink3374.xml" ContentType="application/inkml+xml"/>
  <Override PartName="/ppt/ink/ink3375.xml" ContentType="application/inkml+xml"/>
  <Override PartName="/ppt/ink/ink3376.xml" ContentType="application/inkml+xml"/>
  <Override PartName="/ppt/ink/ink3377.xml" ContentType="application/inkml+xml"/>
  <Override PartName="/ppt/ink/ink3378.xml" ContentType="application/inkml+xml"/>
  <Override PartName="/ppt/ink/ink3379.xml" ContentType="application/inkml+xml"/>
  <Override PartName="/ppt/ink/ink3380.xml" ContentType="application/inkml+xml"/>
  <Override PartName="/ppt/ink/ink3381.xml" ContentType="application/inkml+xml"/>
  <Override PartName="/ppt/ink/ink3382.xml" ContentType="application/inkml+xml"/>
  <Override PartName="/ppt/ink/ink3383.xml" ContentType="application/inkml+xml"/>
  <Override PartName="/ppt/ink/ink3384.xml" ContentType="application/inkml+xml"/>
  <Override PartName="/ppt/ink/ink3385.xml" ContentType="application/inkml+xml"/>
  <Override PartName="/ppt/ink/ink3386.xml" ContentType="application/inkml+xml"/>
  <Override PartName="/ppt/ink/ink3387.xml" ContentType="application/inkml+xml"/>
  <Override PartName="/ppt/ink/ink3388.xml" ContentType="application/inkml+xml"/>
  <Override PartName="/ppt/ink/ink3389.xml" ContentType="application/inkml+xml"/>
  <Override PartName="/ppt/ink/ink3390.xml" ContentType="application/inkml+xml"/>
  <Override PartName="/ppt/ink/ink3391.xml" ContentType="application/inkml+xml"/>
  <Override PartName="/ppt/ink/ink3392.xml" ContentType="application/inkml+xml"/>
  <Override PartName="/ppt/ink/ink3393.xml" ContentType="application/inkml+xml"/>
  <Override PartName="/ppt/ink/ink3394.xml" ContentType="application/inkml+xml"/>
  <Override PartName="/ppt/ink/ink3395.xml" ContentType="application/inkml+xml"/>
  <Override PartName="/ppt/ink/ink3396.xml" ContentType="application/inkml+xml"/>
  <Override PartName="/ppt/ink/ink3397.xml" ContentType="application/inkml+xml"/>
  <Override PartName="/ppt/ink/ink3398.xml" ContentType="application/inkml+xml"/>
  <Override PartName="/ppt/ink/ink3399.xml" ContentType="application/inkml+xml"/>
  <Override PartName="/ppt/ink/ink3400.xml" ContentType="application/inkml+xml"/>
  <Override PartName="/ppt/ink/ink3401.xml" ContentType="application/inkml+xml"/>
  <Override PartName="/ppt/ink/ink3402.xml" ContentType="application/inkml+xml"/>
  <Override PartName="/ppt/ink/ink3403.xml" ContentType="application/inkml+xml"/>
  <Override PartName="/ppt/ink/ink3404.xml" ContentType="application/inkml+xml"/>
  <Override PartName="/ppt/ink/ink3405.xml" ContentType="application/inkml+xml"/>
  <Override PartName="/ppt/ink/ink3406.xml" ContentType="application/inkml+xml"/>
  <Override PartName="/ppt/ink/ink3407.xml" ContentType="application/inkml+xml"/>
  <Override PartName="/ppt/ink/ink3408.xml" ContentType="application/inkml+xml"/>
  <Override PartName="/ppt/ink/ink3409.xml" ContentType="application/inkml+xml"/>
  <Override PartName="/ppt/ink/ink3410.xml" ContentType="application/inkml+xml"/>
  <Override PartName="/ppt/ink/ink3411.xml" ContentType="application/inkml+xml"/>
  <Override PartName="/ppt/ink/ink3412.xml" ContentType="application/inkml+xml"/>
  <Override PartName="/ppt/ink/ink3413.xml" ContentType="application/inkml+xml"/>
  <Override PartName="/ppt/ink/ink3414.xml" ContentType="application/inkml+xml"/>
  <Override PartName="/ppt/ink/ink3415.xml" ContentType="application/inkml+xml"/>
  <Override PartName="/ppt/ink/ink3416.xml" ContentType="application/inkml+xml"/>
  <Override PartName="/ppt/ink/ink3417.xml" ContentType="application/inkml+xml"/>
  <Override PartName="/ppt/ink/ink3418.xml" ContentType="application/inkml+xml"/>
  <Override PartName="/ppt/ink/ink3419.xml" ContentType="application/inkml+xml"/>
  <Override PartName="/ppt/ink/ink3420.xml" ContentType="application/inkml+xml"/>
  <Override PartName="/ppt/ink/ink3421.xml" ContentType="application/inkml+xml"/>
  <Override PartName="/ppt/ink/ink3422.xml" ContentType="application/inkml+xml"/>
  <Override PartName="/ppt/ink/ink3423.xml" ContentType="application/inkml+xml"/>
  <Override PartName="/ppt/ink/ink3424.xml" ContentType="application/inkml+xml"/>
  <Override PartName="/ppt/ink/ink3425.xml" ContentType="application/inkml+xml"/>
  <Override PartName="/ppt/ink/ink3426.xml" ContentType="application/inkml+xml"/>
  <Override PartName="/ppt/ink/ink3427.xml" ContentType="application/inkml+xml"/>
  <Override PartName="/ppt/ink/ink3428.xml" ContentType="application/inkml+xml"/>
  <Override PartName="/ppt/ink/ink3429.xml" ContentType="application/inkml+xml"/>
  <Override PartName="/ppt/ink/ink3430.xml" ContentType="application/inkml+xml"/>
  <Override PartName="/ppt/ink/ink3431.xml" ContentType="application/inkml+xml"/>
  <Override PartName="/ppt/ink/ink3432.xml" ContentType="application/inkml+xml"/>
  <Override PartName="/ppt/ink/ink3433.xml" ContentType="application/inkml+xml"/>
  <Override PartName="/ppt/ink/ink3434.xml" ContentType="application/inkml+xml"/>
  <Override PartName="/ppt/ink/ink3435.xml" ContentType="application/inkml+xml"/>
  <Override PartName="/ppt/ink/ink3436.xml" ContentType="application/inkml+xml"/>
  <Override PartName="/ppt/ink/ink3437.xml" ContentType="application/inkml+xml"/>
  <Override PartName="/ppt/ink/ink3438.xml" ContentType="application/inkml+xml"/>
  <Override PartName="/ppt/ink/ink3439.xml" ContentType="application/inkml+xml"/>
  <Override PartName="/ppt/ink/ink3440.xml" ContentType="application/inkml+xml"/>
  <Override PartName="/ppt/ink/ink3441.xml" ContentType="application/inkml+xml"/>
  <Override PartName="/ppt/ink/ink3442.xml" ContentType="application/inkml+xml"/>
  <Override PartName="/ppt/ink/ink3443.xml" ContentType="application/inkml+xml"/>
  <Override PartName="/ppt/ink/ink3444.xml" ContentType="application/inkml+xml"/>
  <Override PartName="/ppt/ink/ink3445.xml" ContentType="application/inkml+xml"/>
  <Override PartName="/ppt/ink/ink3446.xml" ContentType="application/inkml+xml"/>
  <Override PartName="/ppt/ink/ink3447.xml" ContentType="application/inkml+xml"/>
  <Override PartName="/ppt/ink/ink3448.xml" ContentType="application/inkml+xml"/>
  <Override PartName="/ppt/ink/ink3449.xml" ContentType="application/inkml+xml"/>
  <Override PartName="/ppt/ink/ink3450.xml" ContentType="application/inkml+xml"/>
  <Override PartName="/ppt/ink/ink3451.xml" ContentType="application/inkml+xml"/>
  <Override PartName="/ppt/ink/ink3452.xml" ContentType="application/inkml+xml"/>
  <Override PartName="/ppt/ink/ink3453.xml" ContentType="application/inkml+xml"/>
  <Override PartName="/ppt/ink/ink3454.xml" ContentType="application/inkml+xml"/>
  <Override PartName="/ppt/ink/ink3455.xml" ContentType="application/inkml+xml"/>
  <Override PartName="/ppt/ink/ink3456.xml" ContentType="application/inkml+xml"/>
  <Override PartName="/ppt/ink/ink3457.xml" ContentType="application/inkml+xml"/>
  <Override PartName="/ppt/ink/ink3458.xml" ContentType="application/inkml+xml"/>
  <Override PartName="/ppt/ink/ink3459.xml" ContentType="application/inkml+xml"/>
  <Override PartName="/ppt/ink/ink3460.xml" ContentType="application/inkml+xml"/>
  <Override PartName="/ppt/ink/ink3461.xml" ContentType="application/inkml+xml"/>
  <Override PartName="/ppt/ink/ink3462.xml" ContentType="application/inkml+xml"/>
  <Override PartName="/ppt/ink/ink3463.xml" ContentType="application/inkml+xml"/>
  <Override PartName="/ppt/ink/ink3464.xml" ContentType="application/inkml+xml"/>
  <Override PartName="/ppt/ink/ink3465.xml" ContentType="application/inkml+xml"/>
  <Override PartName="/ppt/ink/ink3466.xml" ContentType="application/inkml+xml"/>
  <Override PartName="/ppt/ink/ink3467.xml" ContentType="application/inkml+xml"/>
  <Override PartName="/ppt/ink/ink3468.xml" ContentType="application/inkml+xml"/>
  <Override PartName="/ppt/ink/ink3469.xml" ContentType="application/inkml+xml"/>
  <Override PartName="/ppt/ink/ink3470.xml" ContentType="application/inkml+xml"/>
  <Override PartName="/ppt/ink/ink3471.xml" ContentType="application/inkml+xml"/>
  <Override PartName="/ppt/ink/ink3472.xml" ContentType="application/inkml+xml"/>
  <Override PartName="/ppt/ink/ink3473.xml" ContentType="application/inkml+xml"/>
  <Override PartName="/ppt/ink/ink3474.xml" ContentType="application/inkml+xml"/>
  <Override PartName="/ppt/ink/ink3475.xml" ContentType="application/inkml+xml"/>
  <Override PartName="/ppt/ink/ink3476.xml" ContentType="application/inkml+xml"/>
  <Override PartName="/ppt/ink/ink3477.xml" ContentType="application/inkml+xml"/>
  <Override PartName="/ppt/ink/ink3478.xml" ContentType="application/inkml+xml"/>
  <Override PartName="/ppt/ink/ink3479.xml" ContentType="application/inkml+xml"/>
  <Override PartName="/ppt/ink/ink3480.xml" ContentType="application/inkml+xml"/>
  <Override PartName="/ppt/ink/ink3481.xml" ContentType="application/inkml+xml"/>
  <Override PartName="/ppt/ink/ink3482.xml" ContentType="application/inkml+xml"/>
  <Override PartName="/ppt/ink/ink3483.xml" ContentType="application/inkml+xml"/>
  <Override PartName="/ppt/ink/ink3484.xml" ContentType="application/inkml+xml"/>
  <Override PartName="/ppt/ink/ink3485.xml" ContentType="application/inkml+xml"/>
  <Override PartName="/ppt/ink/ink3486.xml" ContentType="application/inkml+xml"/>
  <Override PartName="/ppt/ink/ink3487.xml" ContentType="application/inkml+xml"/>
  <Override PartName="/ppt/ink/ink3488.xml" ContentType="application/inkml+xml"/>
  <Override PartName="/ppt/ink/ink3489.xml" ContentType="application/inkml+xml"/>
  <Override PartName="/ppt/ink/ink3490.xml" ContentType="application/inkml+xml"/>
  <Override PartName="/ppt/ink/ink3491.xml" ContentType="application/inkml+xml"/>
  <Override PartName="/ppt/ink/ink3492.xml" ContentType="application/inkml+xml"/>
  <Override PartName="/ppt/ink/ink3493.xml" ContentType="application/inkml+xml"/>
  <Override PartName="/ppt/ink/ink3494.xml" ContentType="application/inkml+xml"/>
  <Override PartName="/ppt/ink/ink3495.xml" ContentType="application/inkml+xml"/>
  <Override PartName="/ppt/ink/ink3496.xml" ContentType="application/inkml+xml"/>
  <Override PartName="/ppt/ink/ink3497.xml" ContentType="application/inkml+xml"/>
  <Override PartName="/ppt/ink/ink3498.xml" ContentType="application/inkml+xml"/>
  <Override PartName="/ppt/ink/ink3499.xml" ContentType="application/inkml+xml"/>
  <Override PartName="/ppt/ink/ink3500.xml" ContentType="application/inkml+xml"/>
  <Override PartName="/ppt/ink/ink3501.xml" ContentType="application/inkml+xml"/>
  <Override PartName="/ppt/ink/ink3502.xml" ContentType="application/inkml+xml"/>
  <Override PartName="/ppt/ink/ink3503.xml" ContentType="application/inkml+xml"/>
  <Override PartName="/ppt/ink/ink3504.xml" ContentType="application/inkml+xml"/>
  <Override PartName="/ppt/ink/ink3505.xml" ContentType="application/inkml+xml"/>
  <Override PartName="/ppt/ink/ink3506.xml" ContentType="application/inkml+xml"/>
  <Override PartName="/ppt/ink/ink3507.xml" ContentType="application/inkml+xml"/>
  <Override PartName="/ppt/ink/ink3508.xml" ContentType="application/inkml+xml"/>
  <Override PartName="/ppt/ink/ink3509.xml" ContentType="application/inkml+xml"/>
  <Override PartName="/ppt/ink/ink3510.xml" ContentType="application/inkml+xml"/>
  <Override PartName="/ppt/ink/ink3511.xml" ContentType="application/inkml+xml"/>
  <Override PartName="/ppt/ink/ink3512.xml" ContentType="application/inkml+xml"/>
  <Override PartName="/ppt/ink/ink3513.xml" ContentType="application/inkml+xml"/>
  <Override PartName="/ppt/ink/ink3514.xml" ContentType="application/inkml+xml"/>
  <Override PartName="/ppt/ink/ink3515.xml" ContentType="application/inkml+xml"/>
  <Override PartName="/ppt/ink/ink3516.xml" ContentType="application/inkml+xml"/>
  <Override PartName="/ppt/ink/ink3517.xml" ContentType="application/inkml+xml"/>
  <Override PartName="/ppt/ink/ink3518.xml" ContentType="application/inkml+xml"/>
  <Override PartName="/ppt/ink/ink3519.xml" ContentType="application/inkml+xml"/>
  <Override PartName="/ppt/ink/ink3520.xml" ContentType="application/inkml+xml"/>
  <Override PartName="/ppt/ink/ink3521.xml" ContentType="application/inkml+xml"/>
  <Override PartName="/ppt/ink/ink3522.xml" ContentType="application/inkml+xml"/>
  <Override PartName="/ppt/ink/ink3523.xml" ContentType="application/inkml+xml"/>
  <Override PartName="/ppt/ink/ink3524.xml" ContentType="application/inkml+xml"/>
  <Override PartName="/ppt/ink/ink3525.xml" ContentType="application/inkml+xml"/>
  <Override PartName="/ppt/ink/ink3526.xml" ContentType="application/inkml+xml"/>
  <Override PartName="/ppt/ink/ink3527.xml" ContentType="application/inkml+xml"/>
  <Override PartName="/ppt/ink/ink3528.xml" ContentType="application/inkml+xml"/>
  <Override PartName="/ppt/ink/ink3529.xml" ContentType="application/inkml+xml"/>
  <Override PartName="/ppt/ink/ink3530.xml" ContentType="application/inkml+xml"/>
  <Override PartName="/ppt/ink/ink3531.xml" ContentType="application/inkml+xml"/>
  <Override PartName="/ppt/ink/ink3532.xml" ContentType="application/inkml+xml"/>
  <Override PartName="/ppt/ink/ink3533.xml" ContentType="application/inkml+xml"/>
  <Override PartName="/ppt/ink/ink3534.xml" ContentType="application/inkml+xml"/>
  <Override PartName="/ppt/ink/ink3535.xml" ContentType="application/inkml+xml"/>
  <Override PartName="/ppt/ink/ink3536.xml" ContentType="application/inkml+xml"/>
  <Override PartName="/ppt/ink/ink3537.xml" ContentType="application/inkml+xml"/>
  <Override PartName="/ppt/ink/ink3538.xml" ContentType="application/inkml+xml"/>
  <Override PartName="/ppt/ink/ink3539.xml" ContentType="application/inkml+xml"/>
  <Override PartName="/ppt/ink/ink3540.xml" ContentType="application/inkml+xml"/>
  <Override PartName="/ppt/ink/ink3541.xml" ContentType="application/inkml+xml"/>
  <Override PartName="/ppt/ink/ink3542.xml" ContentType="application/inkml+xml"/>
  <Override PartName="/ppt/ink/ink3543.xml" ContentType="application/inkml+xml"/>
  <Override PartName="/ppt/ink/ink3544.xml" ContentType="application/inkml+xml"/>
  <Override PartName="/ppt/ink/ink3545.xml" ContentType="application/inkml+xml"/>
  <Override PartName="/ppt/ink/ink3546.xml" ContentType="application/inkml+xml"/>
  <Override PartName="/ppt/ink/ink3547.xml" ContentType="application/inkml+xml"/>
  <Override PartName="/ppt/ink/ink3548.xml" ContentType="application/inkml+xml"/>
  <Override PartName="/ppt/ink/ink3549.xml" ContentType="application/inkml+xml"/>
  <Override PartName="/ppt/ink/ink3550.xml" ContentType="application/inkml+xml"/>
  <Override PartName="/ppt/ink/ink3551.xml" ContentType="application/inkml+xml"/>
  <Override PartName="/ppt/ink/ink3552.xml" ContentType="application/inkml+xml"/>
  <Override PartName="/ppt/ink/ink3553.xml" ContentType="application/inkml+xml"/>
  <Override PartName="/ppt/ink/ink3554.xml" ContentType="application/inkml+xml"/>
  <Override PartName="/ppt/ink/ink3555.xml" ContentType="application/inkml+xml"/>
  <Override PartName="/ppt/ink/ink3556.xml" ContentType="application/inkml+xml"/>
  <Override PartName="/ppt/ink/ink3557.xml" ContentType="application/inkml+xml"/>
  <Override PartName="/ppt/ink/ink3558.xml" ContentType="application/inkml+xml"/>
  <Override PartName="/ppt/ink/ink3559.xml" ContentType="application/inkml+xml"/>
  <Override PartName="/ppt/ink/ink3560.xml" ContentType="application/inkml+xml"/>
  <Override PartName="/ppt/ink/ink3561.xml" ContentType="application/inkml+xml"/>
  <Override PartName="/ppt/ink/ink3562.xml" ContentType="application/inkml+xml"/>
  <Override PartName="/ppt/ink/ink3563.xml" ContentType="application/inkml+xml"/>
  <Override PartName="/ppt/ink/ink3564.xml" ContentType="application/inkml+xml"/>
  <Override PartName="/ppt/ink/ink3565.xml" ContentType="application/inkml+xml"/>
  <Override PartName="/ppt/ink/ink3566.xml" ContentType="application/inkml+xml"/>
  <Override PartName="/ppt/ink/ink3567.xml" ContentType="application/inkml+xml"/>
  <Override PartName="/ppt/ink/ink3568.xml" ContentType="application/inkml+xml"/>
  <Override PartName="/ppt/ink/ink3569.xml" ContentType="application/inkml+xml"/>
  <Override PartName="/ppt/ink/ink3570.xml" ContentType="application/inkml+xml"/>
  <Override PartName="/ppt/ink/ink3571.xml" ContentType="application/inkml+xml"/>
  <Override PartName="/ppt/ink/ink3572.xml" ContentType="application/inkml+xml"/>
  <Override PartName="/ppt/ink/ink3573.xml" ContentType="application/inkml+xml"/>
  <Override PartName="/ppt/ink/ink3574.xml" ContentType="application/inkml+xml"/>
  <Override PartName="/ppt/ink/ink3575.xml" ContentType="application/inkml+xml"/>
  <Override PartName="/ppt/ink/ink3576.xml" ContentType="application/inkml+xml"/>
  <Override PartName="/ppt/ink/ink3577.xml" ContentType="application/inkml+xml"/>
  <Override PartName="/ppt/ink/ink3578.xml" ContentType="application/inkml+xml"/>
  <Override PartName="/ppt/ink/ink3579.xml" ContentType="application/inkml+xml"/>
  <Override PartName="/ppt/ink/ink3580.xml" ContentType="application/inkml+xml"/>
  <Override PartName="/ppt/ink/ink3581.xml" ContentType="application/inkml+xml"/>
  <Override PartName="/ppt/ink/ink3582.xml" ContentType="application/inkml+xml"/>
  <Override PartName="/ppt/ink/ink3583.xml" ContentType="application/inkml+xml"/>
  <Override PartName="/ppt/ink/ink3584.xml" ContentType="application/inkml+xml"/>
  <Override PartName="/ppt/ink/ink3585.xml" ContentType="application/inkml+xml"/>
  <Override PartName="/ppt/ink/ink3586.xml" ContentType="application/inkml+xml"/>
  <Override PartName="/ppt/ink/ink3587.xml" ContentType="application/inkml+xml"/>
  <Override PartName="/ppt/ink/ink3588.xml" ContentType="application/inkml+xml"/>
  <Override PartName="/ppt/ink/ink3589.xml" ContentType="application/inkml+xml"/>
  <Override PartName="/ppt/ink/ink3590.xml" ContentType="application/inkml+xml"/>
  <Override PartName="/ppt/ink/ink3591.xml" ContentType="application/inkml+xml"/>
  <Override PartName="/ppt/ink/ink3592.xml" ContentType="application/inkml+xml"/>
  <Override PartName="/ppt/ink/ink3593.xml" ContentType="application/inkml+xml"/>
  <Override PartName="/ppt/ink/ink3594.xml" ContentType="application/inkml+xml"/>
  <Override PartName="/ppt/ink/ink3595.xml" ContentType="application/inkml+xml"/>
  <Override PartName="/ppt/ink/ink3596.xml" ContentType="application/inkml+xml"/>
  <Override PartName="/ppt/ink/ink3597.xml" ContentType="application/inkml+xml"/>
  <Override PartName="/ppt/ink/ink3598.xml" ContentType="application/inkml+xml"/>
  <Override PartName="/ppt/ink/ink3599.xml" ContentType="application/inkml+xml"/>
  <Override PartName="/ppt/ink/ink3600.xml" ContentType="application/inkml+xml"/>
  <Override PartName="/ppt/ink/ink3601.xml" ContentType="application/inkml+xml"/>
  <Override PartName="/ppt/ink/ink3602.xml" ContentType="application/inkml+xml"/>
  <Override PartName="/ppt/ink/ink3603.xml" ContentType="application/inkml+xml"/>
  <Override PartName="/ppt/ink/ink3604.xml" ContentType="application/inkml+xml"/>
  <Override PartName="/ppt/ink/ink3605.xml" ContentType="application/inkml+xml"/>
  <Override PartName="/ppt/ink/ink3606.xml" ContentType="application/inkml+xml"/>
  <Override PartName="/ppt/ink/ink3607.xml" ContentType="application/inkml+xml"/>
  <Override PartName="/ppt/ink/ink3608.xml" ContentType="application/inkml+xml"/>
  <Override PartName="/ppt/ink/ink3609.xml" ContentType="application/inkml+xml"/>
  <Override PartName="/ppt/ink/ink3610.xml" ContentType="application/inkml+xml"/>
  <Override PartName="/ppt/ink/ink3611.xml" ContentType="application/inkml+xml"/>
  <Override PartName="/ppt/ink/ink3612.xml" ContentType="application/inkml+xml"/>
  <Override PartName="/ppt/ink/ink3613.xml" ContentType="application/inkml+xml"/>
  <Override PartName="/ppt/ink/ink3614.xml" ContentType="application/inkml+xml"/>
  <Override PartName="/ppt/ink/ink3615.xml" ContentType="application/inkml+xml"/>
  <Override PartName="/ppt/ink/ink3616.xml" ContentType="application/inkml+xml"/>
  <Override PartName="/ppt/ink/ink3617.xml" ContentType="application/inkml+xml"/>
  <Override PartName="/ppt/ink/ink3618.xml" ContentType="application/inkml+xml"/>
  <Override PartName="/ppt/ink/ink3619.xml" ContentType="application/inkml+xml"/>
  <Override PartName="/ppt/ink/ink3620.xml" ContentType="application/inkml+xml"/>
  <Override PartName="/ppt/ink/ink3621.xml" ContentType="application/inkml+xml"/>
  <Override PartName="/ppt/ink/ink3622.xml" ContentType="application/inkml+xml"/>
  <Override PartName="/ppt/ink/ink3623.xml" ContentType="application/inkml+xml"/>
  <Override PartName="/ppt/ink/ink3624.xml" ContentType="application/inkml+xml"/>
  <Override PartName="/ppt/ink/ink3625.xml" ContentType="application/inkml+xml"/>
  <Override PartName="/ppt/ink/ink3626.xml" ContentType="application/inkml+xml"/>
  <Override PartName="/ppt/ink/ink3627.xml" ContentType="application/inkml+xml"/>
  <Override PartName="/ppt/ink/ink3628.xml" ContentType="application/inkml+xml"/>
  <Override PartName="/ppt/ink/ink3629.xml" ContentType="application/inkml+xml"/>
  <Override PartName="/ppt/ink/ink3630.xml" ContentType="application/inkml+xml"/>
  <Override PartName="/ppt/ink/ink3631.xml" ContentType="application/inkml+xml"/>
  <Override PartName="/ppt/ink/ink3632.xml" ContentType="application/inkml+xml"/>
  <Override PartName="/ppt/ink/ink3633.xml" ContentType="application/inkml+xml"/>
  <Override PartName="/ppt/ink/ink3634.xml" ContentType="application/inkml+xml"/>
  <Override PartName="/ppt/ink/ink3635.xml" ContentType="application/inkml+xml"/>
  <Override PartName="/ppt/ink/ink3636.xml" ContentType="application/inkml+xml"/>
  <Override PartName="/ppt/ink/ink3637.xml" ContentType="application/inkml+xml"/>
  <Override PartName="/ppt/ink/ink3638.xml" ContentType="application/inkml+xml"/>
  <Override PartName="/ppt/ink/ink3639.xml" ContentType="application/inkml+xml"/>
  <Override PartName="/ppt/ink/ink3640.xml" ContentType="application/inkml+xml"/>
  <Override PartName="/ppt/ink/ink3641.xml" ContentType="application/inkml+xml"/>
  <Override PartName="/ppt/ink/ink3642.xml" ContentType="application/inkml+xml"/>
  <Override PartName="/ppt/ink/ink3643.xml" ContentType="application/inkml+xml"/>
  <Override PartName="/ppt/ink/ink3644.xml" ContentType="application/inkml+xml"/>
  <Override PartName="/ppt/ink/ink3645.xml" ContentType="application/inkml+xml"/>
  <Override PartName="/ppt/ink/ink3646.xml" ContentType="application/inkml+xml"/>
  <Override PartName="/ppt/ink/ink3647.xml" ContentType="application/inkml+xml"/>
  <Override PartName="/ppt/ink/ink3648.xml" ContentType="application/inkml+xml"/>
  <Override PartName="/ppt/ink/ink3649.xml" ContentType="application/inkml+xml"/>
  <Override PartName="/ppt/ink/ink3650.xml" ContentType="application/inkml+xml"/>
  <Override PartName="/ppt/ink/ink3651.xml" ContentType="application/inkml+xml"/>
  <Override PartName="/ppt/ink/ink3652.xml" ContentType="application/inkml+xml"/>
  <Override PartName="/ppt/ink/ink3653.xml" ContentType="application/inkml+xml"/>
  <Override PartName="/ppt/ink/ink3654.xml" ContentType="application/inkml+xml"/>
  <Override PartName="/ppt/ink/ink3655.xml" ContentType="application/inkml+xml"/>
  <Override PartName="/ppt/ink/ink3656.xml" ContentType="application/inkml+xml"/>
  <Override PartName="/ppt/ink/ink3657.xml" ContentType="application/inkml+xml"/>
  <Override PartName="/ppt/ink/ink3658.xml" ContentType="application/inkml+xml"/>
  <Override PartName="/ppt/ink/ink3659.xml" ContentType="application/inkml+xml"/>
  <Override PartName="/ppt/ink/ink3660.xml" ContentType="application/inkml+xml"/>
  <Override PartName="/ppt/ink/ink3661.xml" ContentType="application/inkml+xml"/>
  <Override PartName="/ppt/ink/ink3662.xml" ContentType="application/inkml+xml"/>
  <Override PartName="/ppt/ink/ink3663.xml" ContentType="application/inkml+xml"/>
  <Override PartName="/ppt/ink/ink3664.xml" ContentType="application/inkml+xml"/>
  <Override PartName="/ppt/ink/ink3665.xml" ContentType="application/inkml+xml"/>
  <Override PartName="/ppt/ink/ink3666.xml" ContentType="application/inkml+xml"/>
  <Override PartName="/ppt/ink/ink3667.xml" ContentType="application/inkml+xml"/>
  <Override PartName="/ppt/ink/ink3668.xml" ContentType="application/inkml+xml"/>
  <Override PartName="/ppt/ink/ink3669.xml" ContentType="application/inkml+xml"/>
  <Override PartName="/ppt/ink/ink3670.xml" ContentType="application/inkml+xml"/>
  <Override PartName="/ppt/ink/ink3671.xml" ContentType="application/inkml+xml"/>
  <Override PartName="/ppt/ink/ink3672.xml" ContentType="application/inkml+xml"/>
  <Override PartName="/ppt/ink/ink3673.xml" ContentType="application/inkml+xml"/>
  <Override PartName="/ppt/ink/ink3674.xml" ContentType="application/inkml+xml"/>
  <Override PartName="/ppt/ink/ink3675.xml" ContentType="application/inkml+xml"/>
  <Override PartName="/ppt/ink/ink3676.xml" ContentType="application/inkml+xml"/>
  <Override PartName="/ppt/ink/ink3677.xml" ContentType="application/inkml+xml"/>
  <Override PartName="/ppt/ink/ink3678.xml" ContentType="application/inkml+xml"/>
  <Override PartName="/ppt/ink/ink3679.xml" ContentType="application/inkml+xml"/>
  <Override PartName="/ppt/ink/ink3680.xml" ContentType="application/inkml+xml"/>
  <Override PartName="/ppt/ink/ink3681.xml" ContentType="application/inkml+xml"/>
  <Override PartName="/ppt/ink/ink3682.xml" ContentType="application/inkml+xml"/>
  <Override PartName="/ppt/ink/ink3683.xml" ContentType="application/inkml+xml"/>
  <Override PartName="/ppt/ink/ink3684.xml" ContentType="application/inkml+xml"/>
  <Override PartName="/ppt/ink/ink3685.xml" ContentType="application/inkml+xml"/>
  <Override PartName="/ppt/ink/ink3686.xml" ContentType="application/inkml+xml"/>
  <Override PartName="/ppt/ink/ink3687.xml" ContentType="application/inkml+xml"/>
  <Override PartName="/ppt/ink/ink3688.xml" ContentType="application/inkml+xml"/>
  <Override PartName="/ppt/ink/ink3689.xml" ContentType="application/inkml+xml"/>
  <Override PartName="/ppt/ink/ink3690.xml" ContentType="application/inkml+xml"/>
  <Override PartName="/ppt/ink/ink3691.xml" ContentType="application/inkml+xml"/>
  <Override PartName="/ppt/ink/ink3692.xml" ContentType="application/inkml+xml"/>
  <Override PartName="/ppt/ink/ink3693.xml" ContentType="application/inkml+xml"/>
  <Override PartName="/ppt/ink/ink3694.xml" ContentType="application/inkml+xml"/>
  <Override PartName="/ppt/ink/ink3695.xml" ContentType="application/inkml+xml"/>
  <Override PartName="/ppt/ink/ink3696.xml" ContentType="application/inkml+xml"/>
  <Override PartName="/ppt/ink/ink3697.xml" ContentType="application/inkml+xml"/>
  <Override PartName="/ppt/ink/ink3698.xml" ContentType="application/inkml+xml"/>
  <Override PartName="/ppt/ink/ink3699.xml" ContentType="application/inkml+xml"/>
  <Override PartName="/ppt/ink/ink3700.xml" ContentType="application/inkml+xml"/>
  <Override PartName="/ppt/ink/ink3701.xml" ContentType="application/inkml+xml"/>
  <Override PartName="/ppt/ink/ink3702.xml" ContentType="application/inkml+xml"/>
  <Override PartName="/ppt/ink/ink3703.xml" ContentType="application/inkml+xml"/>
  <Override PartName="/ppt/ink/ink3704.xml" ContentType="application/inkml+xml"/>
  <Override PartName="/ppt/ink/ink3705.xml" ContentType="application/inkml+xml"/>
  <Override PartName="/ppt/ink/ink3706.xml" ContentType="application/inkml+xml"/>
  <Override PartName="/ppt/ink/ink3707.xml" ContentType="application/inkml+xml"/>
  <Override PartName="/ppt/ink/ink3708.xml" ContentType="application/inkml+xml"/>
  <Override PartName="/ppt/ink/ink3709.xml" ContentType="application/inkml+xml"/>
  <Override PartName="/ppt/ink/ink3710.xml" ContentType="application/inkml+xml"/>
  <Override PartName="/ppt/ink/ink3711.xml" ContentType="application/inkml+xml"/>
  <Override PartName="/ppt/ink/ink3712.xml" ContentType="application/inkml+xml"/>
  <Override PartName="/ppt/ink/ink3713.xml" ContentType="application/inkml+xml"/>
  <Override PartName="/ppt/ink/ink3714.xml" ContentType="application/inkml+xml"/>
  <Override PartName="/ppt/ink/ink3715.xml" ContentType="application/inkml+xml"/>
  <Override PartName="/ppt/ink/ink3716.xml" ContentType="application/inkml+xml"/>
  <Override PartName="/ppt/ink/ink3717.xml" ContentType="application/inkml+xml"/>
  <Override PartName="/ppt/ink/ink3718.xml" ContentType="application/inkml+xml"/>
  <Override PartName="/ppt/ink/ink3719.xml" ContentType="application/inkml+xml"/>
  <Override PartName="/ppt/ink/ink3720.xml" ContentType="application/inkml+xml"/>
  <Override PartName="/ppt/ink/ink3721.xml" ContentType="application/inkml+xml"/>
  <Override PartName="/ppt/ink/ink3722.xml" ContentType="application/inkml+xml"/>
  <Override PartName="/ppt/ink/ink3723.xml" ContentType="application/inkml+xml"/>
  <Override PartName="/ppt/ink/ink3724.xml" ContentType="application/inkml+xml"/>
  <Override PartName="/ppt/ink/ink3725.xml" ContentType="application/inkml+xml"/>
  <Override PartName="/ppt/ink/ink3726.xml" ContentType="application/inkml+xml"/>
  <Override PartName="/ppt/ink/ink3727.xml" ContentType="application/inkml+xml"/>
  <Override PartName="/ppt/ink/ink3728.xml" ContentType="application/inkml+xml"/>
  <Override PartName="/ppt/ink/ink3729.xml" ContentType="application/inkml+xml"/>
  <Override PartName="/ppt/ink/ink3730.xml" ContentType="application/inkml+xml"/>
  <Override PartName="/ppt/ink/ink3731.xml" ContentType="application/inkml+xml"/>
  <Override PartName="/ppt/ink/ink3732.xml" ContentType="application/inkml+xml"/>
  <Override PartName="/ppt/ink/ink3733.xml" ContentType="application/inkml+xml"/>
  <Override PartName="/ppt/ink/ink3734.xml" ContentType="application/inkml+xml"/>
  <Override PartName="/ppt/ink/ink3735.xml" ContentType="application/inkml+xml"/>
  <Override PartName="/ppt/ink/ink3736.xml" ContentType="application/inkml+xml"/>
  <Override PartName="/ppt/ink/ink3737.xml" ContentType="application/inkml+xml"/>
  <Override PartName="/ppt/ink/ink3738.xml" ContentType="application/inkml+xml"/>
  <Override PartName="/ppt/ink/ink3739.xml" ContentType="application/inkml+xml"/>
  <Override PartName="/ppt/ink/ink3740.xml" ContentType="application/inkml+xml"/>
  <Override PartName="/ppt/ink/ink3741.xml" ContentType="application/inkml+xml"/>
  <Override PartName="/ppt/ink/ink3742.xml" ContentType="application/inkml+xml"/>
  <Override PartName="/ppt/ink/ink3743.xml" ContentType="application/inkml+xml"/>
  <Override PartName="/ppt/ink/ink3744.xml" ContentType="application/inkml+xml"/>
  <Override PartName="/ppt/ink/ink3745.xml" ContentType="application/inkml+xml"/>
  <Override PartName="/ppt/ink/ink3746.xml" ContentType="application/inkml+xml"/>
  <Override PartName="/ppt/ink/ink3747.xml" ContentType="application/inkml+xml"/>
  <Override PartName="/ppt/ink/ink3748.xml" ContentType="application/inkml+xml"/>
  <Override PartName="/ppt/ink/ink3749.xml" ContentType="application/inkml+xml"/>
  <Override PartName="/ppt/ink/ink3750.xml" ContentType="application/inkml+xml"/>
  <Override PartName="/ppt/ink/ink3751.xml" ContentType="application/inkml+xml"/>
  <Override PartName="/ppt/ink/ink3752.xml" ContentType="application/inkml+xml"/>
  <Override PartName="/ppt/ink/ink3753.xml" ContentType="application/inkml+xml"/>
  <Override PartName="/ppt/ink/ink3754.xml" ContentType="application/inkml+xml"/>
  <Override PartName="/ppt/ink/ink3755.xml" ContentType="application/inkml+xml"/>
  <Override PartName="/ppt/ink/ink3756.xml" ContentType="application/inkml+xml"/>
  <Override PartName="/ppt/ink/ink3757.xml" ContentType="application/inkml+xml"/>
  <Override PartName="/ppt/ink/ink3758.xml" ContentType="application/inkml+xml"/>
  <Override PartName="/ppt/ink/ink3759.xml" ContentType="application/inkml+xml"/>
  <Override PartName="/ppt/ink/ink3760.xml" ContentType="application/inkml+xml"/>
  <Override PartName="/ppt/ink/ink3761.xml" ContentType="application/inkml+xml"/>
  <Override PartName="/ppt/ink/ink3762.xml" ContentType="application/inkml+xml"/>
  <Override PartName="/ppt/ink/ink3763.xml" ContentType="application/inkml+xml"/>
  <Override PartName="/ppt/ink/ink3764.xml" ContentType="application/inkml+xml"/>
  <Override PartName="/ppt/ink/ink3765.xml" ContentType="application/inkml+xml"/>
  <Override PartName="/ppt/ink/ink3766.xml" ContentType="application/inkml+xml"/>
  <Override PartName="/ppt/ink/ink3767.xml" ContentType="application/inkml+xml"/>
  <Override PartName="/ppt/ink/ink3768.xml" ContentType="application/inkml+xml"/>
  <Override PartName="/ppt/ink/ink3769.xml" ContentType="application/inkml+xml"/>
  <Override PartName="/ppt/ink/ink3770.xml" ContentType="application/inkml+xml"/>
  <Override PartName="/ppt/ink/ink3771.xml" ContentType="application/inkml+xml"/>
  <Override PartName="/ppt/ink/ink3772.xml" ContentType="application/inkml+xml"/>
  <Override PartName="/ppt/ink/ink3773.xml" ContentType="application/inkml+xml"/>
  <Override PartName="/ppt/ink/ink3774.xml" ContentType="application/inkml+xml"/>
  <Override PartName="/ppt/ink/ink3775.xml" ContentType="application/inkml+xml"/>
  <Override PartName="/ppt/ink/ink3776.xml" ContentType="application/inkml+xml"/>
  <Override PartName="/ppt/ink/ink3777.xml" ContentType="application/inkml+xml"/>
  <Override PartName="/ppt/ink/ink3778.xml" ContentType="application/inkml+xml"/>
  <Override PartName="/ppt/ink/ink3779.xml" ContentType="application/inkml+xml"/>
  <Override PartName="/ppt/ink/ink3780.xml" ContentType="application/inkml+xml"/>
  <Override PartName="/ppt/ink/ink3781.xml" ContentType="application/inkml+xml"/>
  <Override PartName="/ppt/ink/ink3782.xml" ContentType="application/inkml+xml"/>
  <Override PartName="/ppt/ink/ink3783.xml" ContentType="application/inkml+xml"/>
  <Override PartName="/ppt/ink/ink3784.xml" ContentType="application/inkml+xml"/>
  <Override PartName="/ppt/ink/ink3785.xml" ContentType="application/inkml+xml"/>
  <Override PartName="/ppt/ink/ink3786.xml" ContentType="application/inkml+xml"/>
  <Override PartName="/ppt/ink/ink3787.xml" ContentType="application/inkml+xml"/>
  <Override PartName="/ppt/ink/ink3788.xml" ContentType="application/inkml+xml"/>
  <Override PartName="/ppt/ink/ink3789.xml" ContentType="application/inkml+xml"/>
  <Override PartName="/ppt/ink/ink3790.xml" ContentType="application/inkml+xml"/>
  <Override PartName="/ppt/ink/ink3791.xml" ContentType="application/inkml+xml"/>
  <Override PartName="/ppt/ink/ink3792.xml" ContentType="application/inkml+xml"/>
  <Override PartName="/ppt/ink/ink3793.xml" ContentType="application/inkml+xml"/>
  <Override PartName="/ppt/ink/ink3794.xml" ContentType="application/inkml+xml"/>
  <Override PartName="/ppt/ink/ink3795.xml" ContentType="application/inkml+xml"/>
  <Override PartName="/ppt/ink/ink3796.xml" ContentType="application/inkml+xml"/>
  <Override PartName="/ppt/ink/ink3797.xml" ContentType="application/inkml+xml"/>
  <Override PartName="/ppt/ink/ink3798.xml" ContentType="application/inkml+xml"/>
  <Override PartName="/ppt/ink/ink3799.xml" ContentType="application/inkml+xml"/>
  <Override PartName="/ppt/ink/ink3800.xml" ContentType="application/inkml+xml"/>
  <Override PartName="/ppt/ink/ink3801.xml" ContentType="application/inkml+xml"/>
  <Override PartName="/ppt/ink/ink3802.xml" ContentType="application/inkml+xml"/>
  <Override PartName="/ppt/ink/ink3803.xml" ContentType="application/inkml+xml"/>
  <Override PartName="/ppt/ink/ink3804.xml" ContentType="application/inkml+xml"/>
  <Override PartName="/ppt/ink/ink3805.xml" ContentType="application/inkml+xml"/>
  <Override PartName="/ppt/ink/ink3806.xml" ContentType="application/inkml+xml"/>
  <Override PartName="/ppt/ink/ink3807.xml" ContentType="application/inkml+xml"/>
  <Override PartName="/ppt/ink/ink3808.xml" ContentType="application/inkml+xml"/>
  <Override PartName="/ppt/ink/ink3809.xml" ContentType="application/inkml+xml"/>
  <Override PartName="/ppt/ink/ink3810.xml" ContentType="application/inkml+xml"/>
  <Override PartName="/ppt/ink/ink3811.xml" ContentType="application/inkml+xml"/>
  <Override PartName="/ppt/ink/ink3812.xml" ContentType="application/inkml+xml"/>
  <Override PartName="/ppt/ink/ink3813.xml" ContentType="application/inkml+xml"/>
  <Override PartName="/ppt/ink/ink3814.xml" ContentType="application/inkml+xml"/>
  <Override PartName="/ppt/ink/ink3815.xml" ContentType="application/inkml+xml"/>
  <Override PartName="/ppt/ink/ink3816.xml" ContentType="application/inkml+xml"/>
  <Override PartName="/ppt/ink/ink3817.xml" ContentType="application/inkml+xml"/>
  <Override PartName="/ppt/ink/ink3818.xml" ContentType="application/inkml+xml"/>
  <Override PartName="/ppt/ink/ink3819.xml" ContentType="application/inkml+xml"/>
  <Override PartName="/ppt/ink/ink3820.xml" ContentType="application/inkml+xml"/>
  <Override PartName="/ppt/ink/ink3821.xml" ContentType="application/inkml+xml"/>
  <Override PartName="/ppt/ink/ink3822.xml" ContentType="application/inkml+xml"/>
  <Override PartName="/ppt/ink/ink3823.xml" ContentType="application/inkml+xml"/>
  <Override PartName="/ppt/ink/ink3824.xml" ContentType="application/inkml+xml"/>
  <Override PartName="/ppt/ink/ink3825.xml" ContentType="application/inkml+xml"/>
  <Override PartName="/ppt/ink/ink3826.xml" ContentType="application/inkml+xml"/>
  <Override PartName="/ppt/ink/ink3827.xml" ContentType="application/inkml+xml"/>
  <Override PartName="/ppt/ink/ink3828.xml" ContentType="application/inkml+xml"/>
  <Override PartName="/ppt/ink/ink3829.xml" ContentType="application/inkml+xml"/>
  <Override PartName="/ppt/ink/ink3830.xml" ContentType="application/inkml+xml"/>
  <Override PartName="/ppt/ink/ink3831.xml" ContentType="application/inkml+xml"/>
  <Override PartName="/ppt/ink/ink3832.xml" ContentType="application/inkml+xml"/>
  <Override PartName="/ppt/ink/ink3833.xml" ContentType="application/inkml+xml"/>
  <Override PartName="/ppt/ink/ink3834.xml" ContentType="application/inkml+xml"/>
  <Override PartName="/ppt/ink/ink3835.xml" ContentType="application/inkml+xml"/>
  <Override PartName="/ppt/ink/ink3836.xml" ContentType="application/inkml+xml"/>
  <Override PartName="/ppt/ink/ink3837.xml" ContentType="application/inkml+xml"/>
  <Override PartName="/ppt/ink/ink3838.xml" ContentType="application/inkml+xml"/>
  <Override PartName="/ppt/ink/ink3839.xml" ContentType="application/inkml+xml"/>
  <Override PartName="/ppt/ink/ink3840.xml" ContentType="application/inkml+xml"/>
  <Override PartName="/ppt/ink/ink3841.xml" ContentType="application/inkml+xml"/>
  <Override PartName="/ppt/ink/ink3842.xml" ContentType="application/inkml+xml"/>
  <Override PartName="/ppt/ink/ink3843.xml" ContentType="application/inkml+xml"/>
  <Override PartName="/ppt/ink/ink3844.xml" ContentType="application/inkml+xml"/>
  <Override PartName="/ppt/ink/ink3845.xml" ContentType="application/inkml+xml"/>
  <Override PartName="/ppt/ink/ink3846.xml" ContentType="application/inkml+xml"/>
  <Override PartName="/ppt/ink/ink3847.xml" ContentType="application/inkml+xml"/>
  <Override PartName="/ppt/ink/ink3848.xml" ContentType="application/inkml+xml"/>
  <Override PartName="/ppt/ink/ink3849.xml" ContentType="application/inkml+xml"/>
  <Override PartName="/ppt/ink/ink3850.xml" ContentType="application/inkml+xml"/>
  <Override PartName="/ppt/ink/ink3851.xml" ContentType="application/inkml+xml"/>
  <Override PartName="/ppt/ink/ink3852.xml" ContentType="application/inkml+xml"/>
  <Override PartName="/ppt/ink/ink3853.xml" ContentType="application/inkml+xml"/>
  <Override PartName="/ppt/ink/ink3854.xml" ContentType="application/inkml+xml"/>
  <Override PartName="/ppt/ink/ink3855.xml" ContentType="application/inkml+xml"/>
  <Override PartName="/ppt/ink/ink3856.xml" ContentType="application/inkml+xml"/>
  <Override PartName="/ppt/ink/ink3857.xml" ContentType="application/inkml+xml"/>
  <Override PartName="/ppt/ink/ink3858.xml" ContentType="application/inkml+xml"/>
  <Override PartName="/ppt/ink/ink3859.xml" ContentType="application/inkml+xml"/>
  <Override PartName="/ppt/ink/ink3860.xml" ContentType="application/inkml+xml"/>
  <Override PartName="/ppt/ink/ink3861.xml" ContentType="application/inkml+xml"/>
  <Override PartName="/ppt/ink/ink3862.xml" ContentType="application/inkml+xml"/>
  <Override PartName="/ppt/ink/ink3863.xml" ContentType="application/inkml+xml"/>
  <Override PartName="/ppt/ink/ink3864.xml" ContentType="application/inkml+xml"/>
  <Override PartName="/ppt/ink/ink3865.xml" ContentType="application/inkml+xml"/>
  <Override PartName="/ppt/ink/ink3866.xml" ContentType="application/inkml+xml"/>
  <Override PartName="/ppt/ink/ink3867.xml" ContentType="application/inkml+xml"/>
  <Override PartName="/ppt/ink/ink3868.xml" ContentType="application/inkml+xml"/>
  <Override PartName="/ppt/ink/ink3869.xml" ContentType="application/inkml+xml"/>
  <Override PartName="/ppt/ink/ink3870.xml" ContentType="application/inkml+xml"/>
  <Override PartName="/ppt/ink/ink3871.xml" ContentType="application/inkml+xml"/>
  <Override PartName="/ppt/ink/ink3872.xml" ContentType="application/inkml+xml"/>
  <Override PartName="/ppt/ink/ink3873.xml" ContentType="application/inkml+xml"/>
  <Override PartName="/ppt/ink/ink3874.xml" ContentType="application/inkml+xml"/>
  <Override PartName="/ppt/ink/ink3875.xml" ContentType="application/inkml+xml"/>
  <Override PartName="/ppt/ink/ink3876.xml" ContentType="application/inkml+xml"/>
  <Override PartName="/ppt/ink/ink3877.xml" ContentType="application/inkml+xml"/>
  <Override PartName="/ppt/ink/ink3878.xml" ContentType="application/inkml+xml"/>
  <Override PartName="/ppt/ink/ink3879.xml" ContentType="application/inkml+xml"/>
  <Override PartName="/ppt/ink/ink3880.xml" ContentType="application/inkml+xml"/>
  <Override PartName="/ppt/ink/ink3881.xml" ContentType="application/inkml+xml"/>
  <Override PartName="/ppt/ink/ink3882.xml" ContentType="application/inkml+xml"/>
  <Override PartName="/ppt/ink/ink3883.xml" ContentType="application/inkml+xml"/>
  <Override PartName="/ppt/ink/ink3884.xml" ContentType="application/inkml+xml"/>
  <Override PartName="/ppt/ink/ink3885.xml" ContentType="application/inkml+xml"/>
  <Override PartName="/ppt/ink/ink3886.xml" ContentType="application/inkml+xml"/>
  <Override PartName="/ppt/ink/ink3887.xml" ContentType="application/inkml+xml"/>
  <Override PartName="/ppt/ink/ink3888.xml" ContentType="application/inkml+xml"/>
  <Override PartName="/ppt/ink/ink3889.xml" ContentType="application/inkml+xml"/>
  <Override PartName="/ppt/ink/ink3890.xml" ContentType="application/inkml+xml"/>
  <Override PartName="/ppt/ink/ink3891.xml" ContentType="application/inkml+xml"/>
  <Override PartName="/ppt/ink/ink3892.xml" ContentType="application/inkml+xml"/>
  <Override PartName="/ppt/ink/ink3893.xml" ContentType="application/inkml+xml"/>
  <Override PartName="/ppt/ink/ink3894.xml" ContentType="application/inkml+xml"/>
  <Override PartName="/ppt/ink/ink3895.xml" ContentType="application/inkml+xml"/>
  <Override PartName="/ppt/ink/ink3896.xml" ContentType="application/inkml+xml"/>
  <Override PartName="/ppt/ink/ink3897.xml" ContentType="application/inkml+xml"/>
  <Override PartName="/ppt/ink/ink3898.xml" ContentType="application/inkml+xml"/>
  <Override PartName="/ppt/ink/ink3899.xml" ContentType="application/inkml+xml"/>
  <Override PartName="/ppt/ink/ink3900.xml" ContentType="application/inkml+xml"/>
  <Override PartName="/ppt/ink/ink3901.xml" ContentType="application/inkml+xml"/>
  <Override PartName="/ppt/ink/ink3902.xml" ContentType="application/inkml+xml"/>
  <Override PartName="/ppt/ink/ink3903.xml" ContentType="application/inkml+xml"/>
  <Override PartName="/ppt/ink/ink3904.xml" ContentType="application/inkml+xml"/>
  <Override PartName="/ppt/ink/ink3905.xml" ContentType="application/inkml+xml"/>
  <Override PartName="/ppt/ink/ink3906.xml" ContentType="application/inkml+xml"/>
  <Override PartName="/ppt/ink/ink3907.xml" ContentType="application/inkml+xml"/>
  <Override PartName="/ppt/ink/ink3908.xml" ContentType="application/inkml+xml"/>
  <Override PartName="/ppt/ink/ink3909.xml" ContentType="application/inkml+xml"/>
  <Override PartName="/ppt/ink/ink3910.xml" ContentType="application/inkml+xml"/>
  <Override PartName="/ppt/ink/ink3911.xml" ContentType="application/inkml+xml"/>
  <Override PartName="/ppt/ink/ink3912.xml" ContentType="application/inkml+xml"/>
  <Override PartName="/ppt/ink/ink3913.xml" ContentType="application/inkml+xml"/>
  <Override PartName="/ppt/ink/ink3914.xml" ContentType="application/inkml+xml"/>
  <Override PartName="/ppt/ink/ink3915.xml" ContentType="application/inkml+xml"/>
  <Override PartName="/ppt/ink/ink3916.xml" ContentType="application/inkml+xml"/>
  <Override PartName="/ppt/ink/ink3917.xml" ContentType="application/inkml+xml"/>
  <Override PartName="/ppt/ink/ink3918.xml" ContentType="application/inkml+xml"/>
  <Override PartName="/ppt/ink/ink3919.xml" ContentType="application/inkml+xml"/>
  <Override PartName="/ppt/ink/ink3920.xml" ContentType="application/inkml+xml"/>
  <Override PartName="/ppt/ink/ink3921.xml" ContentType="application/inkml+xml"/>
  <Override PartName="/ppt/ink/ink3922.xml" ContentType="application/inkml+xml"/>
  <Override PartName="/ppt/ink/ink3923.xml" ContentType="application/inkml+xml"/>
  <Override PartName="/ppt/ink/ink3924.xml" ContentType="application/inkml+xml"/>
  <Override PartName="/ppt/ink/ink3925.xml" ContentType="application/inkml+xml"/>
  <Override PartName="/ppt/ink/ink3926.xml" ContentType="application/inkml+xml"/>
  <Override PartName="/ppt/ink/ink3927.xml" ContentType="application/inkml+xml"/>
  <Override PartName="/ppt/ink/ink3928.xml" ContentType="application/inkml+xml"/>
  <Override PartName="/ppt/ink/ink3929.xml" ContentType="application/inkml+xml"/>
  <Override PartName="/ppt/ink/ink3930.xml" ContentType="application/inkml+xml"/>
  <Override PartName="/ppt/ink/ink3931.xml" ContentType="application/inkml+xml"/>
  <Override PartName="/ppt/ink/ink3932.xml" ContentType="application/inkml+xml"/>
  <Override PartName="/ppt/ink/ink3933.xml" ContentType="application/inkml+xml"/>
  <Override PartName="/ppt/ink/ink3934.xml" ContentType="application/inkml+xml"/>
  <Override PartName="/ppt/ink/ink3935.xml" ContentType="application/inkml+xml"/>
  <Override PartName="/ppt/ink/ink3936.xml" ContentType="application/inkml+xml"/>
  <Override PartName="/ppt/ink/ink3937.xml" ContentType="application/inkml+xml"/>
  <Override PartName="/ppt/ink/ink3938.xml" ContentType="application/inkml+xml"/>
  <Override PartName="/ppt/ink/ink3939.xml" ContentType="application/inkml+xml"/>
  <Override PartName="/ppt/ink/ink3940.xml" ContentType="application/inkml+xml"/>
  <Override PartName="/ppt/ink/ink3941.xml" ContentType="application/inkml+xml"/>
  <Override PartName="/ppt/ink/ink3942.xml" ContentType="application/inkml+xml"/>
  <Override PartName="/ppt/ink/ink3943.xml" ContentType="application/inkml+xml"/>
  <Override PartName="/ppt/ink/ink3944.xml" ContentType="application/inkml+xml"/>
  <Override PartName="/ppt/ink/ink3945.xml" ContentType="application/inkml+xml"/>
  <Override PartName="/ppt/ink/ink3946.xml" ContentType="application/inkml+xml"/>
  <Override PartName="/ppt/ink/ink3947.xml" ContentType="application/inkml+xml"/>
  <Override PartName="/ppt/ink/ink3948.xml" ContentType="application/inkml+xml"/>
  <Override PartName="/ppt/ink/ink3949.xml" ContentType="application/inkml+xml"/>
  <Override PartName="/ppt/ink/ink3950.xml" ContentType="application/inkml+xml"/>
  <Override PartName="/ppt/ink/ink3951.xml" ContentType="application/inkml+xml"/>
  <Override PartName="/ppt/ink/ink3952.xml" ContentType="application/inkml+xml"/>
  <Override PartName="/ppt/ink/ink3953.xml" ContentType="application/inkml+xml"/>
  <Override PartName="/ppt/ink/ink3954.xml" ContentType="application/inkml+xml"/>
  <Override PartName="/ppt/ink/ink3955.xml" ContentType="application/inkml+xml"/>
  <Override PartName="/ppt/ink/ink3956.xml" ContentType="application/inkml+xml"/>
  <Override PartName="/ppt/ink/ink3957.xml" ContentType="application/inkml+xml"/>
  <Override PartName="/ppt/ink/ink3958.xml" ContentType="application/inkml+xml"/>
  <Override PartName="/ppt/ink/ink3959.xml" ContentType="application/inkml+xml"/>
  <Override PartName="/ppt/ink/ink3960.xml" ContentType="application/inkml+xml"/>
  <Override PartName="/ppt/ink/ink3961.xml" ContentType="application/inkml+xml"/>
  <Override PartName="/ppt/ink/ink3962.xml" ContentType="application/inkml+xml"/>
  <Override PartName="/ppt/ink/ink3963.xml" ContentType="application/inkml+xml"/>
  <Override PartName="/ppt/ink/ink3964.xml" ContentType="application/inkml+xml"/>
  <Override PartName="/ppt/ink/ink3965.xml" ContentType="application/inkml+xml"/>
  <Override PartName="/ppt/ink/ink3966.xml" ContentType="application/inkml+xml"/>
  <Override PartName="/ppt/ink/ink3967.xml" ContentType="application/inkml+xml"/>
  <Override PartName="/ppt/ink/ink3968.xml" ContentType="application/inkml+xml"/>
  <Override PartName="/ppt/ink/ink3969.xml" ContentType="application/inkml+xml"/>
  <Override PartName="/ppt/ink/ink3970.xml" ContentType="application/inkml+xml"/>
  <Override PartName="/ppt/ink/ink3971.xml" ContentType="application/inkml+xml"/>
  <Override PartName="/ppt/ink/ink3972.xml" ContentType="application/inkml+xml"/>
  <Override PartName="/ppt/ink/ink3973.xml" ContentType="application/inkml+xml"/>
  <Override PartName="/ppt/ink/ink3974.xml" ContentType="application/inkml+xml"/>
  <Override PartName="/ppt/ink/ink3975.xml" ContentType="application/inkml+xml"/>
  <Override PartName="/ppt/ink/ink3976.xml" ContentType="application/inkml+xml"/>
  <Override PartName="/ppt/ink/ink3977.xml" ContentType="application/inkml+xml"/>
  <Override PartName="/ppt/ink/ink3978.xml" ContentType="application/inkml+xml"/>
  <Override PartName="/ppt/ink/ink3979.xml" ContentType="application/inkml+xml"/>
  <Override PartName="/ppt/ink/ink3980.xml" ContentType="application/inkml+xml"/>
  <Override PartName="/ppt/ink/ink3981.xml" ContentType="application/inkml+xml"/>
  <Override PartName="/ppt/ink/ink3982.xml" ContentType="application/inkml+xml"/>
  <Override PartName="/ppt/ink/ink3983.xml" ContentType="application/inkml+xml"/>
  <Override PartName="/ppt/ink/ink3984.xml" ContentType="application/inkml+xml"/>
  <Override PartName="/ppt/ink/ink3985.xml" ContentType="application/inkml+xml"/>
  <Override PartName="/ppt/ink/ink3986.xml" ContentType="application/inkml+xml"/>
  <Override PartName="/ppt/ink/ink3987.xml" ContentType="application/inkml+xml"/>
  <Override PartName="/ppt/ink/ink3988.xml" ContentType="application/inkml+xml"/>
  <Override PartName="/ppt/ink/ink3989.xml" ContentType="application/inkml+xml"/>
  <Override PartName="/ppt/ink/ink3990.xml" ContentType="application/inkml+xml"/>
  <Override PartName="/ppt/ink/ink3991.xml" ContentType="application/inkml+xml"/>
  <Override PartName="/ppt/ink/ink3992.xml" ContentType="application/inkml+xml"/>
  <Override PartName="/ppt/ink/ink3993.xml" ContentType="application/inkml+xml"/>
  <Override PartName="/ppt/ink/ink3994.xml" ContentType="application/inkml+xml"/>
  <Override PartName="/ppt/ink/ink3995.xml" ContentType="application/inkml+xml"/>
  <Override PartName="/ppt/ink/ink3996.xml" ContentType="application/inkml+xml"/>
  <Override PartName="/ppt/ink/ink3997.xml" ContentType="application/inkml+xml"/>
  <Override PartName="/ppt/ink/ink3998.xml" ContentType="application/inkml+xml"/>
  <Override PartName="/ppt/ink/ink3999.xml" ContentType="application/inkml+xml"/>
  <Override PartName="/ppt/ink/ink4000.xml" ContentType="application/inkml+xml"/>
  <Override PartName="/ppt/ink/ink4001.xml" ContentType="application/inkml+xml"/>
  <Override PartName="/ppt/ink/ink4002.xml" ContentType="application/inkml+xml"/>
  <Override PartName="/ppt/ink/ink4003.xml" ContentType="application/inkml+xml"/>
  <Override PartName="/ppt/ink/ink4004.xml" ContentType="application/inkml+xml"/>
  <Override PartName="/ppt/ink/ink4005.xml" ContentType="application/inkml+xml"/>
  <Override PartName="/ppt/ink/ink4006.xml" ContentType="application/inkml+xml"/>
  <Override PartName="/ppt/ink/ink4007.xml" ContentType="application/inkml+xml"/>
  <Override PartName="/ppt/ink/ink4008.xml" ContentType="application/inkml+xml"/>
  <Override PartName="/ppt/ink/ink4009.xml" ContentType="application/inkml+xml"/>
  <Override PartName="/ppt/ink/ink4010.xml" ContentType="application/inkml+xml"/>
  <Override PartName="/ppt/ink/ink4011.xml" ContentType="application/inkml+xml"/>
  <Override PartName="/ppt/ink/ink4012.xml" ContentType="application/inkml+xml"/>
  <Override PartName="/ppt/ink/ink4013.xml" ContentType="application/inkml+xml"/>
  <Override PartName="/ppt/ink/ink4014.xml" ContentType="application/inkml+xml"/>
  <Override PartName="/ppt/ink/ink4015.xml" ContentType="application/inkml+xml"/>
  <Override PartName="/ppt/ink/ink4016.xml" ContentType="application/inkml+xml"/>
  <Override PartName="/ppt/ink/ink4017.xml" ContentType="application/inkml+xml"/>
  <Override PartName="/ppt/ink/ink4018.xml" ContentType="application/inkml+xml"/>
  <Override PartName="/ppt/ink/ink4019.xml" ContentType="application/inkml+xml"/>
  <Override PartName="/ppt/ink/ink4020.xml" ContentType="application/inkml+xml"/>
  <Override PartName="/ppt/ink/ink4021.xml" ContentType="application/inkml+xml"/>
  <Override PartName="/ppt/ink/ink4022.xml" ContentType="application/inkml+xml"/>
  <Override PartName="/ppt/ink/ink4023.xml" ContentType="application/inkml+xml"/>
  <Override PartName="/ppt/ink/ink4024.xml" ContentType="application/inkml+xml"/>
  <Override PartName="/ppt/ink/ink4025.xml" ContentType="application/inkml+xml"/>
  <Override PartName="/ppt/ink/ink4026.xml" ContentType="application/inkml+xml"/>
  <Override PartName="/ppt/ink/ink4027.xml" ContentType="application/inkml+xml"/>
  <Override PartName="/ppt/ink/ink4028.xml" ContentType="application/inkml+xml"/>
  <Override PartName="/ppt/ink/ink4029.xml" ContentType="application/inkml+xml"/>
  <Override PartName="/ppt/ink/ink4030.xml" ContentType="application/inkml+xml"/>
  <Override PartName="/ppt/ink/ink4031.xml" ContentType="application/inkml+xml"/>
  <Override PartName="/ppt/ink/ink4032.xml" ContentType="application/inkml+xml"/>
  <Override PartName="/ppt/ink/ink4033.xml" ContentType="application/inkml+xml"/>
  <Override PartName="/ppt/ink/ink4034.xml" ContentType="application/inkml+xml"/>
  <Override PartName="/ppt/ink/ink4035.xml" ContentType="application/inkml+xml"/>
  <Override PartName="/ppt/ink/ink4036.xml" ContentType="application/inkml+xml"/>
  <Override PartName="/ppt/ink/ink4037.xml" ContentType="application/inkml+xml"/>
  <Override PartName="/ppt/ink/ink4038.xml" ContentType="application/inkml+xml"/>
  <Override PartName="/ppt/ink/ink4039.xml" ContentType="application/inkml+xml"/>
  <Override PartName="/ppt/ink/ink4040.xml" ContentType="application/inkml+xml"/>
  <Override PartName="/ppt/ink/ink4041.xml" ContentType="application/inkml+xml"/>
  <Override PartName="/ppt/ink/ink4042.xml" ContentType="application/inkml+xml"/>
  <Override PartName="/ppt/ink/ink4043.xml" ContentType="application/inkml+xml"/>
  <Override PartName="/ppt/ink/ink4044.xml" ContentType="application/inkml+xml"/>
  <Override PartName="/ppt/ink/ink4045.xml" ContentType="application/inkml+xml"/>
  <Override PartName="/ppt/ink/ink4046.xml" ContentType="application/inkml+xml"/>
  <Override PartName="/ppt/ink/ink4047.xml" ContentType="application/inkml+xml"/>
  <Override PartName="/ppt/ink/ink4048.xml" ContentType="application/inkml+xml"/>
  <Override PartName="/ppt/ink/ink4049.xml" ContentType="application/inkml+xml"/>
  <Override PartName="/ppt/ink/ink4050.xml" ContentType="application/inkml+xml"/>
  <Override PartName="/ppt/ink/ink4051.xml" ContentType="application/inkml+xml"/>
  <Override PartName="/ppt/ink/ink4052.xml" ContentType="application/inkml+xml"/>
  <Override PartName="/ppt/ink/ink4053.xml" ContentType="application/inkml+xml"/>
  <Override PartName="/ppt/ink/ink4054.xml" ContentType="application/inkml+xml"/>
  <Override PartName="/ppt/ink/ink4055.xml" ContentType="application/inkml+xml"/>
  <Override PartName="/ppt/ink/ink4056.xml" ContentType="application/inkml+xml"/>
  <Override PartName="/ppt/ink/ink4057.xml" ContentType="application/inkml+xml"/>
  <Override PartName="/ppt/ink/ink4058.xml" ContentType="application/inkml+xml"/>
  <Override PartName="/ppt/ink/ink4059.xml" ContentType="application/inkml+xml"/>
  <Override PartName="/ppt/ink/ink4060.xml" ContentType="application/inkml+xml"/>
  <Override PartName="/ppt/ink/ink4061.xml" ContentType="application/inkml+xml"/>
  <Override PartName="/ppt/ink/ink4062.xml" ContentType="application/inkml+xml"/>
  <Override PartName="/ppt/ink/ink4063.xml" ContentType="application/inkml+xml"/>
  <Override PartName="/ppt/ink/ink4064.xml" ContentType="application/inkml+xml"/>
  <Override PartName="/ppt/ink/ink4065.xml" ContentType="application/inkml+xml"/>
  <Override PartName="/ppt/ink/ink4066.xml" ContentType="application/inkml+xml"/>
  <Override PartName="/ppt/ink/ink4067.xml" ContentType="application/inkml+xml"/>
  <Override PartName="/ppt/ink/ink4068.xml" ContentType="application/inkml+xml"/>
  <Override PartName="/ppt/ink/ink4069.xml" ContentType="application/inkml+xml"/>
  <Override PartName="/ppt/ink/ink4070.xml" ContentType="application/inkml+xml"/>
  <Override PartName="/ppt/ink/ink4071.xml" ContentType="application/inkml+xml"/>
  <Override PartName="/ppt/ink/ink4072.xml" ContentType="application/inkml+xml"/>
  <Override PartName="/ppt/ink/ink4073.xml" ContentType="application/inkml+xml"/>
  <Override PartName="/ppt/ink/ink4074.xml" ContentType="application/inkml+xml"/>
  <Override PartName="/ppt/ink/ink4075.xml" ContentType="application/inkml+xml"/>
  <Override PartName="/ppt/ink/ink4076.xml" ContentType="application/inkml+xml"/>
  <Override PartName="/ppt/ink/ink4077.xml" ContentType="application/inkml+xml"/>
  <Override PartName="/ppt/ink/ink4078.xml" ContentType="application/inkml+xml"/>
  <Override PartName="/ppt/ink/ink4079.xml" ContentType="application/inkml+xml"/>
  <Override PartName="/ppt/ink/ink4080.xml" ContentType="application/inkml+xml"/>
  <Override PartName="/ppt/ink/ink4081.xml" ContentType="application/inkml+xml"/>
  <Override PartName="/ppt/ink/ink4082.xml" ContentType="application/inkml+xml"/>
  <Override PartName="/ppt/ink/ink4083.xml" ContentType="application/inkml+xml"/>
  <Override PartName="/ppt/ink/ink4084.xml" ContentType="application/inkml+xml"/>
  <Override PartName="/ppt/ink/ink4085.xml" ContentType="application/inkml+xml"/>
  <Override PartName="/ppt/ink/ink4086.xml" ContentType="application/inkml+xml"/>
  <Override PartName="/ppt/ink/ink4087.xml" ContentType="application/inkml+xml"/>
  <Override PartName="/ppt/ink/ink4088.xml" ContentType="application/inkml+xml"/>
  <Override PartName="/ppt/ink/ink4089.xml" ContentType="application/inkml+xml"/>
  <Override PartName="/ppt/ink/ink4090.xml" ContentType="application/inkml+xml"/>
  <Override PartName="/ppt/ink/ink4091.xml" ContentType="application/inkml+xml"/>
  <Override PartName="/ppt/ink/ink4092.xml" ContentType="application/inkml+xml"/>
  <Override PartName="/ppt/ink/ink4093.xml" ContentType="application/inkml+xml"/>
  <Override PartName="/ppt/ink/ink4094.xml" ContentType="application/inkml+xml"/>
  <Override PartName="/ppt/ink/ink4095.xml" ContentType="application/inkml+xml"/>
  <Override PartName="/ppt/ink/ink4096.xml" ContentType="application/inkml+xml"/>
  <Override PartName="/ppt/ink/ink4097.xml" ContentType="application/inkml+xml"/>
  <Override PartName="/ppt/ink/ink4098.xml" ContentType="application/inkml+xml"/>
  <Override PartName="/ppt/ink/ink4099.xml" ContentType="application/inkml+xml"/>
  <Override PartName="/ppt/ink/ink4100.xml" ContentType="application/inkml+xml"/>
  <Override PartName="/ppt/ink/ink4101.xml" ContentType="application/inkml+xml"/>
  <Override PartName="/ppt/ink/ink4102.xml" ContentType="application/inkml+xml"/>
  <Override PartName="/ppt/ink/ink4103.xml" ContentType="application/inkml+xml"/>
  <Override PartName="/ppt/ink/ink4104.xml" ContentType="application/inkml+xml"/>
  <Override PartName="/ppt/ink/ink4105.xml" ContentType="application/inkml+xml"/>
  <Override PartName="/ppt/ink/ink4106.xml" ContentType="application/inkml+xml"/>
  <Override PartName="/ppt/ink/ink4107.xml" ContentType="application/inkml+xml"/>
  <Override PartName="/ppt/ink/ink4108.xml" ContentType="application/inkml+xml"/>
  <Override PartName="/ppt/ink/ink4109.xml" ContentType="application/inkml+xml"/>
  <Override PartName="/ppt/ink/ink4110.xml" ContentType="application/inkml+xml"/>
  <Override PartName="/ppt/ink/ink4111.xml" ContentType="application/inkml+xml"/>
  <Override PartName="/ppt/ink/ink4112.xml" ContentType="application/inkml+xml"/>
  <Override PartName="/ppt/ink/ink4113.xml" ContentType="application/inkml+xml"/>
  <Override PartName="/ppt/ink/ink4114.xml" ContentType="application/inkml+xml"/>
  <Override PartName="/ppt/ink/ink4115.xml" ContentType="application/inkml+xml"/>
  <Override PartName="/ppt/ink/ink4116.xml" ContentType="application/inkml+xml"/>
  <Override PartName="/ppt/ink/ink4117.xml" ContentType="application/inkml+xml"/>
  <Override PartName="/ppt/ink/ink4118.xml" ContentType="application/inkml+xml"/>
  <Override PartName="/ppt/ink/ink4119.xml" ContentType="application/inkml+xml"/>
  <Override PartName="/ppt/ink/ink4120.xml" ContentType="application/inkml+xml"/>
  <Override PartName="/ppt/ink/ink4121.xml" ContentType="application/inkml+xml"/>
  <Override PartName="/ppt/ink/ink4122.xml" ContentType="application/inkml+xml"/>
  <Override PartName="/ppt/ink/ink4123.xml" ContentType="application/inkml+xml"/>
  <Override PartName="/ppt/ink/ink4124.xml" ContentType="application/inkml+xml"/>
  <Override PartName="/ppt/ink/ink4125.xml" ContentType="application/inkml+xml"/>
  <Override PartName="/ppt/ink/ink4126.xml" ContentType="application/inkml+xml"/>
  <Override PartName="/ppt/ink/ink4127.xml" ContentType="application/inkml+xml"/>
  <Override PartName="/ppt/ink/ink4128.xml" ContentType="application/inkml+xml"/>
  <Override PartName="/ppt/ink/ink4129.xml" ContentType="application/inkml+xml"/>
  <Override PartName="/ppt/ink/ink4130.xml" ContentType="application/inkml+xml"/>
  <Override PartName="/ppt/ink/ink4131.xml" ContentType="application/inkml+xml"/>
  <Override PartName="/ppt/ink/ink4132.xml" ContentType="application/inkml+xml"/>
  <Override PartName="/ppt/ink/ink4133.xml" ContentType="application/inkml+xml"/>
  <Override PartName="/ppt/ink/ink4134.xml" ContentType="application/inkml+xml"/>
  <Override PartName="/ppt/ink/ink4135.xml" ContentType="application/inkml+xml"/>
  <Override PartName="/ppt/ink/ink4136.xml" ContentType="application/inkml+xml"/>
  <Override PartName="/ppt/ink/ink4137.xml" ContentType="application/inkml+xml"/>
  <Override PartName="/ppt/ink/ink4138.xml" ContentType="application/inkml+xml"/>
  <Override PartName="/ppt/ink/ink4139.xml" ContentType="application/inkml+xml"/>
  <Override PartName="/ppt/ink/ink4140.xml" ContentType="application/inkml+xml"/>
  <Override PartName="/ppt/ink/ink4141.xml" ContentType="application/inkml+xml"/>
  <Override PartName="/ppt/ink/ink4142.xml" ContentType="application/inkml+xml"/>
  <Override PartName="/ppt/ink/ink4143.xml" ContentType="application/inkml+xml"/>
  <Override PartName="/ppt/ink/ink4144.xml" ContentType="application/inkml+xml"/>
  <Override PartName="/ppt/ink/ink4145.xml" ContentType="application/inkml+xml"/>
  <Override PartName="/ppt/ink/ink4146.xml" ContentType="application/inkml+xml"/>
  <Override PartName="/ppt/ink/ink4147.xml" ContentType="application/inkml+xml"/>
  <Override PartName="/ppt/ink/ink4148.xml" ContentType="application/inkml+xml"/>
  <Override PartName="/ppt/ink/ink4149.xml" ContentType="application/inkml+xml"/>
  <Override PartName="/ppt/ink/ink4150.xml" ContentType="application/inkml+xml"/>
  <Override PartName="/ppt/ink/ink4151.xml" ContentType="application/inkml+xml"/>
  <Override PartName="/ppt/ink/ink4152.xml" ContentType="application/inkml+xml"/>
  <Override PartName="/ppt/ink/ink4153.xml" ContentType="application/inkml+xml"/>
  <Override PartName="/ppt/ink/ink4154.xml" ContentType="application/inkml+xml"/>
  <Override PartName="/ppt/ink/ink4155.xml" ContentType="application/inkml+xml"/>
  <Override PartName="/ppt/ink/ink4156.xml" ContentType="application/inkml+xml"/>
  <Override PartName="/ppt/ink/ink4157.xml" ContentType="application/inkml+xml"/>
  <Override PartName="/ppt/ink/ink4158.xml" ContentType="application/inkml+xml"/>
  <Override PartName="/ppt/ink/ink4159.xml" ContentType="application/inkml+xml"/>
  <Override PartName="/ppt/ink/ink4160.xml" ContentType="application/inkml+xml"/>
  <Override PartName="/ppt/ink/ink4161.xml" ContentType="application/inkml+xml"/>
  <Override PartName="/ppt/ink/ink4162.xml" ContentType="application/inkml+xml"/>
  <Override PartName="/ppt/ink/ink4163.xml" ContentType="application/inkml+xml"/>
  <Override PartName="/ppt/ink/ink4164.xml" ContentType="application/inkml+xml"/>
  <Override PartName="/ppt/ink/ink4165.xml" ContentType="application/inkml+xml"/>
  <Override PartName="/ppt/ink/ink4166.xml" ContentType="application/inkml+xml"/>
  <Override PartName="/ppt/ink/ink4167.xml" ContentType="application/inkml+xml"/>
  <Override PartName="/ppt/ink/ink4168.xml" ContentType="application/inkml+xml"/>
  <Override PartName="/ppt/ink/ink4169.xml" ContentType="application/inkml+xml"/>
  <Override PartName="/ppt/ink/ink4170.xml" ContentType="application/inkml+xml"/>
  <Override PartName="/ppt/ink/ink4171.xml" ContentType="application/inkml+xml"/>
  <Override PartName="/ppt/ink/ink4172.xml" ContentType="application/inkml+xml"/>
  <Override PartName="/ppt/ink/ink4173.xml" ContentType="application/inkml+xml"/>
  <Override PartName="/ppt/ink/ink4174.xml" ContentType="application/inkml+xml"/>
  <Override PartName="/ppt/ink/ink4175.xml" ContentType="application/inkml+xml"/>
  <Override PartName="/ppt/ink/ink4176.xml" ContentType="application/inkml+xml"/>
  <Override PartName="/ppt/ink/ink4177.xml" ContentType="application/inkml+xml"/>
  <Override PartName="/ppt/ink/ink4178.xml" ContentType="application/inkml+xml"/>
  <Override PartName="/ppt/ink/ink4179.xml" ContentType="application/inkml+xml"/>
  <Override PartName="/ppt/ink/ink4180.xml" ContentType="application/inkml+xml"/>
  <Override PartName="/ppt/ink/ink4181.xml" ContentType="application/inkml+xml"/>
  <Override PartName="/ppt/ink/ink4182.xml" ContentType="application/inkml+xml"/>
  <Override PartName="/ppt/ink/ink4183.xml" ContentType="application/inkml+xml"/>
  <Override PartName="/ppt/ink/ink4184.xml" ContentType="application/inkml+xml"/>
  <Override PartName="/ppt/ink/ink4185.xml" ContentType="application/inkml+xml"/>
  <Override PartName="/ppt/ink/ink4186.xml" ContentType="application/inkml+xml"/>
  <Override PartName="/ppt/ink/ink4187.xml" ContentType="application/inkml+xml"/>
  <Override PartName="/ppt/ink/ink4188.xml" ContentType="application/inkml+xml"/>
  <Override PartName="/ppt/ink/ink4189.xml" ContentType="application/inkml+xml"/>
  <Override PartName="/ppt/ink/ink4190.xml" ContentType="application/inkml+xml"/>
  <Override PartName="/ppt/ink/ink4191.xml" ContentType="application/inkml+xml"/>
  <Override PartName="/ppt/ink/ink4192.xml" ContentType="application/inkml+xml"/>
  <Override PartName="/ppt/ink/ink4193.xml" ContentType="application/inkml+xml"/>
  <Override PartName="/ppt/ink/ink4194.xml" ContentType="application/inkml+xml"/>
  <Override PartName="/ppt/ink/ink4195.xml" ContentType="application/inkml+xml"/>
  <Override PartName="/ppt/ink/ink4196.xml" ContentType="application/inkml+xml"/>
  <Override PartName="/ppt/ink/ink4197.xml" ContentType="application/inkml+xml"/>
  <Override PartName="/ppt/ink/ink4198.xml" ContentType="application/inkml+xml"/>
  <Override PartName="/ppt/ink/ink4199.xml" ContentType="application/inkml+xml"/>
  <Override PartName="/ppt/ink/ink4200.xml" ContentType="application/inkml+xml"/>
  <Override PartName="/ppt/ink/ink4201.xml" ContentType="application/inkml+xml"/>
  <Override PartName="/ppt/ink/ink4202.xml" ContentType="application/inkml+xml"/>
  <Override PartName="/ppt/ink/ink4203.xml" ContentType="application/inkml+xml"/>
  <Override PartName="/ppt/ink/ink4204.xml" ContentType="application/inkml+xml"/>
  <Override PartName="/ppt/ink/ink4205.xml" ContentType="application/inkml+xml"/>
  <Override PartName="/ppt/ink/ink4206.xml" ContentType="application/inkml+xml"/>
  <Override PartName="/ppt/ink/ink4207.xml" ContentType="application/inkml+xml"/>
  <Override PartName="/ppt/ink/ink4208.xml" ContentType="application/inkml+xml"/>
  <Override PartName="/ppt/ink/ink4209.xml" ContentType="application/inkml+xml"/>
  <Override PartName="/ppt/ink/ink4210.xml" ContentType="application/inkml+xml"/>
  <Override PartName="/ppt/ink/ink4211.xml" ContentType="application/inkml+xml"/>
  <Override PartName="/ppt/ink/ink4212.xml" ContentType="application/inkml+xml"/>
  <Override PartName="/ppt/ink/ink4213.xml" ContentType="application/inkml+xml"/>
  <Override PartName="/ppt/ink/ink4214.xml" ContentType="application/inkml+xml"/>
  <Override PartName="/ppt/ink/ink4215.xml" ContentType="application/inkml+xml"/>
  <Override PartName="/ppt/ink/ink4216.xml" ContentType="application/inkml+xml"/>
  <Override PartName="/ppt/ink/ink4217.xml" ContentType="application/inkml+xml"/>
  <Override PartName="/ppt/ink/ink4218.xml" ContentType="application/inkml+xml"/>
  <Override PartName="/ppt/ink/ink4219.xml" ContentType="application/inkml+xml"/>
  <Override PartName="/ppt/ink/ink4220.xml" ContentType="application/inkml+xml"/>
  <Override PartName="/ppt/ink/ink4221.xml" ContentType="application/inkml+xml"/>
  <Override PartName="/ppt/ink/ink4222.xml" ContentType="application/inkml+xml"/>
  <Override PartName="/ppt/ink/ink4223.xml" ContentType="application/inkml+xml"/>
  <Override PartName="/ppt/ink/ink4224.xml" ContentType="application/inkml+xml"/>
  <Override PartName="/ppt/ink/ink4225.xml" ContentType="application/inkml+xml"/>
  <Override PartName="/ppt/ink/ink4226.xml" ContentType="application/inkml+xml"/>
  <Override PartName="/ppt/ink/ink4227.xml" ContentType="application/inkml+xml"/>
  <Override PartName="/ppt/ink/ink4228.xml" ContentType="application/inkml+xml"/>
  <Override PartName="/ppt/ink/ink4229.xml" ContentType="application/inkml+xml"/>
  <Override PartName="/ppt/ink/ink4230.xml" ContentType="application/inkml+xml"/>
  <Override PartName="/ppt/ink/ink4231.xml" ContentType="application/inkml+xml"/>
  <Override PartName="/ppt/ink/ink4232.xml" ContentType="application/inkml+xml"/>
  <Override PartName="/ppt/ink/ink4233.xml" ContentType="application/inkml+xml"/>
  <Override PartName="/ppt/ink/ink4234.xml" ContentType="application/inkml+xml"/>
  <Override PartName="/ppt/ink/ink4235.xml" ContentType="application/inkml+xml"/>
  <Override PartName="/ppt/ink/ink4236.xml" ContentType="application/inkml+xml"/>
  <Override PartName="/ppt/ink/ink4237.xml" ContentType="application/inkml+xml"/>
  <Override PartName="/ppt/ink/ink4238.xml" ContentType="application/inkml+xml"/>
  <Override PartName="/ppt/ink/ink4239.xml" ContentType="application/inkml+xml"/>
  <Override PartName="/ppt/ink/ink4240.xml" ContentType="application/inkml+xml"/>
  <Override PartName="/ppt/ink/ink4241.xml" ContentType="application/inkml+xml"/>
  <Override PartName="/ppt/ink/ink4242.xml" ContentType="application/inkml+xml"/>
  <Override PartName="/ppt/ink/ink4243.xml" ContentType="application/inkml+xml"/>
  <Override PartName="/ppt/ink/ink4244.xml" ContentType="application/inkml+xml"/>
  <Override PartName="/ppt/ink/ink4245.xml" ContentType="application/inkml+xml"/>
  <Override PartName="/ppt/ink/ink4246.xml" ContentType="application/inkml+xml"/>
  <Override PartName="/ppt/ink/ink4247.xml" ContentType="application/inkml+xml"/>
  <Override PartName="/ppt/ink/ink4248.xml" ContentType="application/inkml+xml"/>
  <Override PartName="/ppt/ink/ink4249.xml" ContentType="application/inkml+xml"/>
  <Override PartName="/ppt/ink/ink4250.xml" ContentType="application/inkml+xml"/>
  <Override PartName="/ppt/ink/ink4251.xml" ContentType="application/inkml+xml"/>
  <Override PartName="/ppt/ink/ink4252.xml" ContentType="application/inkml+xml"/>
  <Override PartName="/ppt/ink/ink4253.xml" ContentType="application/inkml+xml"/>
  <Override PartName="/ppt/ink/ink4254.xml" ContentType="application/inkml+xml"/>
  <Override PartName="/ppt/ink/ink4255.xml" ContentType="application/inkml+xml"/>
  <Override PartName="/ppt/ink/ink4256.xml" ContentType="application/inkml+xml"/>
  <Override PartName="/ppt/ink/ink4257.xml" ContentType="application/inkml+xml"/>
  <Override PartName="/ppt/ink/ink4258.xml" ContentType="application/inkml+xml"/>
  <Override PartName="/ppt/ink/ink4259.xml" ContentType="application/inkml+xml"/>
  <Override PartName="/ppt/ink/ink4260.xml" ContentType="application/inkml+xml"/>
  <Override PartName="/ppt/ink/ink4261.xml" ContentType="application/inkml+xml"/>
  <Override PartName="/ppt/ink/ink4262.xml" ContentType="application/inkml+xml"/>
  <Override PartName="/ppt/ink/ink4263.xml" ContentType="application/inkml+xml"/>
  <Override PartName="/ppt/ink/ink4264.xml" ContentType="application/inkml+xml"/>
  <Override PartName="/ppt/ink/ink4265.xml" ContentType="application/inkml+xml"/>
  <Override PartName="/ppt/ink/ink4266.xml" ContentType="application/inkml+xml"/>
  <Override PartName="/ppt/ink/ink4267.xml" ContentType="application/inkml+xml"/>
  <Override PartName="/ppt/ink/ink4268.xml" ContentType="application/inkml+xml"/>
  <Override PartName="/ppt/ink/ink4269.xml" ContentType="application/inkml+xml"/>
  <Override PartName="/ppt/ink/ink4270.xml" ContentType="application/inkml+xml"/>
  <Override PartName="/ppt/ink/ink4271.xml" ContentType="application/inkml+xml"/>
  <Override PartName="/ppt/ink/ink4272.xml" ContentType="application/inkml+xml"/>
  <Override PartName="/ppt/ink/ink4273.xml" ContentType="application/inkml+xml"/>
  <Override PartName="/ppt/ink/ink4274.xml" ContentType="application/inkml+xml"/>
  <Override PartName="/ppt/ink/ink4275.xml" ContentType="application/inkml+xml"/>
  <Override PartName="/ppt/ink/ink4276.xml" ContentType="application/inkml+xml"/>
  <Override PartName="/ppt/ink/ink4277.xml" ContentType="application/inkml+xml"/>
  <Override PartName="/ppt/ink/ink4278.xml" ContentType="application/inkml+xml"/>
  <Override PartName="/ppt/ink/ink4279.xml" ContentType="application/inkml+xml"/>
  <Override PartName="/ppt/ink/ink4280.xml" ContentType="application/inkml+xml"/>
  <Override PartName="/ppt/ink/ink4281.xml" ContentType="application/inkml+xml"/>
  <Override PartName="/ppt/ink/ink4282.xml" ContentType="application/inkml+xml"/>
  <Override PartName="/ppt/ink/ink4283.xml" ContentType="application/inkml+xml"/>
  <Override PartName="/ppt/ink/ink4284.xml" ContentType="application/inkml+xml"/>
  <Override PartName="/ppt/ink/ink4285.xml" ContentType="application/inkml+xml"/>
  <Override PartName="/ppt/ink/ink4286.xml" ContentType="application/inkml+xml"/>
  <Override PartName="/ppt/ink/ink4287.xml" ContentType="application/inkml+xml"/>
  <Override PartName="/ppt/ink/ink4288.xml" ContentType="application/inkml+xml"/>
  <Override PartName="/ppt/ink/ink4289.xml" ContentType="application/inkml+xml"/>
  <Override PartName="/ppt/ink/ink4290.xml" ContentType="application/inkml+xml"/>
  <Override PartName="/ppt/ink/ink4291.xml" ContentType="application/inkml+xml"/>
  <Override PartName="/ppt/ink/ink4292.xml" ContentType="application/inkml+xml"/>
  <Override PartName="/ppt/ink/ink4293.xml" ContentType="application/inkml+xml"/>
  <Override PartName="/ppt/ink/ink4294.xml" ContentType="application/inkml+xml"/>
  <Override PartName="/ppt/ink/ink4295.xml" ContentType="application/inkml+xml"/>
  <Override PartName="/ppt/ink/ink4296.xml" ContentType="application/inkml+xml"/>
  <Override PartName="/ppt/ink/ink4297.xml" ContentType="application/inkml+xml"/>
  <Override PartName="/ppt/ink/ink4298.xml" ContentType="application/inkml+xml"/>
  <Override PartName="/ppt/ink/ink4299.xml" ContentType="application/inkml+xml"/>
  <Override PartName="/ppt/ink/ink4300.xml" ContentType="application/inkml+xml"/>
  <Override PartName="/ppt/ink/ink4301.xml" ContentType="application/inkml+xml"/>
  <Override PartName="/ppt/ink/ink4302.xml" ContentType="application/inkml+xml"/>
  <Override PartName="/ppt/ink/ink4303.xml" ContentType="application/inkml+xml"/>
  <Override PartName="/ppt/ink/ink4304.xml" ContentType="application/inkml+xml"/>
  <Override PartName="/ppt/ink/ink4305.xml" ContentType="application/inkml+xml"/>
  <Override PartName="/ppt/ink/ink4306.xml" ContentType="application/inkml+xml"/>
  <Override PartName="/ppt/ink/ink4307.xml" ContentType="application/inkml+xml"/>
  <Override PartName="/ppt/ink/ink4308.xml" ContentType="application/inkml+xml"/>
  <Override PartName="/ppt/ink/ink4309.xml" ContentType="application/inkml+xml"/>
  <Override PartName="/ppt/ink/ink4310.xml" ContentType="application/inkml+xml"/>
  <Override PartName="/ppt/ink/ink4311.xml" ContentType="application/inkml+xml"/>
  <Override PartName="/ppt/ink/ink4312.xml" ContentType="application/inkml+xml"/>
  <Override PartName="/ppt/ink/ink4313.xml" ContentType="application/inkml+xml"/>
  <Override PartName="/ppt/ink/ink4314.xml" ContentType="application/inkml+xml"/>
  <Override PartName="/ppt/ink/ink4315.xml" ContentType="application/inkml+xml"/>
  <Override PartName="/ppt/ink/ink4316.xml" ContentType="application/inkml+xml"/>
  <Override PartName="/ppt/ink/ink4317.xml" ContentType="application/inkml+xml"/>
  <Override PartName="/ppt/ink/ink4318.xml" ContentType="application/inkml+xml"/>
  <Override PartName="/ppt/ink/ink4319.xml" ContentType="application/inkml+xml"/>
  <Override PartName="/ppt/ink/ink4320.xml" ContentType="application/inkml+xml"/>
  <Override PartName="/ppt/ink/ink4321.xml" ContentType="application/inkml+xml"/>
  <Override PartName="/ppt/ink/ink4322.xml" ContentType="application/inkml+xml"/>
  <Override PartName="/ppt/ink/ink4323.xml" ContentType="application/inkml+xml"/>
  <Override PartName="/ppt/ink/ink4324.xml" ContentType="application/inkml+xml"/>
  <Override PartName="/ppt/ink/ink4325.xml" ContentType="application/inkml+xml"/>
  <Override PartName="/ppt/ink/ink4326.xml" ContentType="application/inkml+xml"/>
  <Override PartName="/ppt/ink/ink4327.xml" ContentType="application/inkml+xml"/>
  <Override PartName="/ppt/ink/ink4328.xml" ContentType="application/inkml+xml"/>
  <Override PartName="/ppt/ink/ink4329.xml" ContentType="application/inkml+xml"/>
  <Override PartName="/ppt/ink/ink4330.xml" ContentType="application/inkml+xml"/>
  <Override PartName="/ppt/ink/ink4331.xml" ContentType="application/inkml+xml"/>
  <Override PartName="/ppt/ink/ink4332.xml" ContentType="application/inkml+xml"/>
  <Override PartName="/ppt/ink/ink4333.xml" ContentType="application/inkml+xml"/>
  <Override PartName="/ppt/ink/ink4334.xml" ContentType="application/inkml+xml"/>
  <Override PartName="/ppt/ink/ink4335.xml" ContentType="application/inkml+xml"/>
  <Override PartName="/ppt/ink/ink4336.xml" ContentType="application/inkml+xml"/>
  <Override PartName="/ppt/ink/ink4337.xml" ContentType="application/inkml+xml"/>
  <Override PartName="/ppt/ink/ink4338.xml" ContentType="application/inkml+xml"/>
  <Override PartName="/ppt/ink/ink4339.xml" ContentType="application/inkml+xml"/>
  <Override PartName="/ppt/ink/ink4340.xml" ContentType="application/inkml+xml"/>
  <Override PartName="/ppt/ink/ink4341.xml" ContentType="application/inkml+xml"/>
  <Override PartName="/ppt/ink/ink4342.xml" ContentType="application/inkml+xml"/>
  <Override PartName="/ppt/ink/ink4343.xml" ContentType="application/inkml+xml"/>
  <Override PartName="/ppt/ink/ink4344.xml" ContentType="application/inkml+xml"/>
  <Override PartName="/ppt/ink/ink4345.xml" ContentType="application/inkml+xml"/>
  <Override PartName="/ppt/ink/ink4346.xml" ContentType="application/inkml+xml"/>
  <Override PartName="/ppt/ink/ink4347.xml" ContentType="application/inkml+xml"/>
  <Override PartName="/ppt/ink/ink4348.xml" ContentType="application/inkml+xml"/>
  <Override PartName="/ppt/ink/ink4349.xml" ContentType="application/inkml+xml"/>
  <Override PartName="/ppt/ink/ink4350.xml" ContentType="application/inkml+xml"/>
  <Override PartName="/ppt/ink/ink4351.xml" ContentType="application/inkml+xml"/>
  <Override PartName="/ppt/ink/ink4352.xml" ContentType="application/inkml+xml"/>
  <Override PartName="/ppt/ink/ink4353.xml" ContentType="application/inkml+xml"/>
  <Override PartName="/ppt/ink/ink4354.xml" ContentType="application/inkml+xml"/>
  <Override PartName="/ppt/ink/ink4355.xml" ContentType="application/inkml+xml"/>
  <Override PartName="/ppt/ink/ink4356.xml" ContentType="application/inkml+xml"/>
  <Override PartName="/ppt/ink/ink4357.xml" ContentType="application/inkml+xml"/>
  <Override PartName="/ppt/ink/ink4358.xml" ContentType="application/inkml+xml"/>
  <Override PartName="/ppt/ink/ink4359.xml" ContentType="application/inkml+xml"/>
  <Override PartName="/ppt/ink/ink4360.xml" ContentType="application/inkml+xml"/>
  <Override PartName="/ppt/ink/ink4361.xml" ContentType="application/inkml+xml"/>
  <Override PartName="/ppt/ink/ink4362.xml" ContentType="application/inkml+xml"/>
  <Override PartName="/ppt/ink/ink4363.xml" ContentType="application/inkml+xml"/>
  <Override PartName="/ppt/ink/ink4364.xml" ContentType="application/inkml+xml"/>
  <Override PartName="/ppt/ink/ink4365.xml" ContentType="application/inkml+xml"/>
  <Override PartName="/ppt/ink/ink4366.xml" ContentType="application/inkml+xml"/>
  <Override PartName="/ppt/ink/ink4367.xml" ContentType="application/inkml+xml"/>
  <Override PartName="/ppt/ink/ink4368.xml" ContentType="application/inkml+xml"/>
  <Override PartName="/ppt/ink/ink4369.xml" ContentType="application/inkml+xml"/>
  <Override PartName="/ppt/ink/ink4370.xml" ContentType="application/inkml+xml"/>
  <Override PartName="/ppt/ink/ink4371.xml" ContentType="application/inkml+xml"/>
  <Override PartName="/ppt/ink/ink4372.xml" ContentType="application/inkml+xml"/>
  <Override PartName="/ppt/ink/ink4373.xml" ContentType="application/inkml+xml"/>
  <Override PartName="/ppt/ink/ink4374.xml" ContentType="application/inkml+xml"/>
  <Override PartName="/ppt/ink/ink4375.xml" ContentType="application/inkml+xml"/>
  <Override PartName="/ppt/ink/ink4376.xml" ContentType="application/inkml+xml"/>
  <Override PartName="/ppt/ink/ink4377.xml" ContentType="application/inkml+xml"/>
  <Override PartName="/ppt/ink/ink4378.xml" ContentType="application/inkml+xml"/>
  <Override PartName="/ppt/ink/ink4379.xml" ContentType="application/inkml+xml"/>
  <Override PartName="/ppt/ink/ink4380.xml" ContentType="application/inkml+xml"/>
  <Override PartName="/ppt/ink/ink4381.xml" ContentType="application/inkml+xml"/>
  <Override PartName="/ppt/ink/ink4382.xml" ContentType="application/inkml+xml"/>
  <Override PartName="/ppt/ink/ink4383.xml" ContentType="application/inkml+xml"/>
  <Override PartName="/ppt/ink/ink4384.xml" ContentType="application/inkml+xml"/>
  <Override PartName="/ppt/ink/ink4385.xml" ContentType="application/inkml+xml"/>
  <Override PartName="/ppt/ink/ink4386.xml" ContentType="application/inkml+xml"/>
  <Override PartName="/ppt/ink/ink4387.xml" ContentType="application/inkml+xml"/>
  <Override PartName="/ppt/ink/ink4388.xml" ContentType="application/inkml+xml"/>
  <Override PartName="/ppt/ink/ink4389.xml" ContentType="application/inkml+xml"/>
  <Override PartName="/ppt/ink/ink4390.xml" ContentType="application/inkml+xml"/>
  <Override PartName="/ppt/ink/ink4391.xml" ContentType="application/inkml+xml"/>
  <Override PartName="/ppt/ink/ink4392.xml" ContentType="application/inkml+xml"/>
  <Override PartName="/ppt/ink/ink4393.xml" ContentType="application/inkml+xml"/>
  <Override PartName="/ppt/ink/ink4394.xml" ContentType="application/inkml+xml"/>
  <Override PartName="/ppt/ink/ink4395.xml" ContentType="application/inkml+xml"/>
  <Override PartName="/ppt/ink/ink4396.xml" ContentType="application/inkml+xml"/>
  <Override PartName="/ppt/ink/ink4397.xml" ContentType="application/inkml+xml"/>
  <Override PartName="/ppt/ink/ink4398.xml" ContentType="application/inkml+xml"/>
  <Override PartName="/ppt/ink/ink4399.xml" ContentType="application/inkml+xml"/>
  <Override PartName="/ppt/ink/ink4400.xml" ContentType="application/inkml+xml"/>
  <Override PartName="/ppt/ink/ink4401.xml" ContentType="application/inkml+xml"/>
  <Override PartName="/ppt/ink/ink4402.xml" ContentType="application/inkml+xml"/>
  <Override PartName="/ppt/ink/ink4403.xml" ContentType="application/inkml+xml"/>
  <Override PartName="/ppt/ink/ink4404.xml" ContentType="application/inkml+xml"/>
  <Override PartName="/ppt/ink/ink4405.xml" ContentType="application/inkml+xml"/>
  <Override PartName="/ppt/ink/ink4406.xml" ContentType="application/inkml+xml"/>
  <Override PartName="/ppt/ink/ink4407.xml" ContentType="application/inkml+xml"/>
  <Override PartName="/ppt/ink/ink4408.xml" ContentType="application/inkml+xml"/>
  <Override PartName="/ppt/ink/ink4409.xml" ContentType="application/inkml+xml"/>
  <Override PartName="/ppt/ink/ink4410.xml" ContentType="application/inkml+xml"/>
  <Override PartName="/ppt/ink/ink4411.xml" ContentType="application/inkml+xml"/>
  <Override PartName="/ppt/ink/ink4412.xml" ContentType="application/inkml+xml"/>
  <Override PartName="/ppt/ink/ink4413.xml" ContentType="application/inkml+xml"/>
  <Override PartName="/ppt/ink/ink4414.xml" ContentType="application/inkml+xml"/>
  <Override PartName="/ppt/ink/ink4415.xml" ContentType="application/inkml+xml"/>
  <Override PartName="/ppt/ink/ink4416.xml" ContentType="application/inkml+xml"/>
  <Override PartName="/ppt/ink/ink4417.xml" ContentType="application/inkml+xml"/>
  <Override PartName="/ppt/ink/ink4418.xml" ContentType="application/inkml+xml"/>
  <Override PartName="/ppt/ink/ink4419.xml" ContentType="application/inkml+xml"/>
  <Override PartName="/ppt/ink/ink4420.xml" ContentType="application/inkml+xml"/>
  <Override PartName="/ppt/ink/ink4421.xml" ContentType="application/inkml+xml"/>
  <Override PartName="/ppt/ink/ink4422.xml" ContentType="application/inkml+xml"/>
  <Override PartName="/ppt/ink/ink4423.xml" ContentType="application/inkml+xml"/>
  <Override PartName="/ppt/ink/ink4424.xml" ContentType="application/inkml+xml"/>
  <Override PartName="/ppt/ink/ink4425.xml" ContentType="application/inkml+xml"/>
  <Override PartName="/ppt/ink/ink4426.xml" ContentType="application/inkml+xml"/>
  <Override PartName="/ppt/ink/ink4427.xml" ContentType="application/inkml+xml"/>
  <Override PartName="/ppt/ink/ink4428.xml" ContentType="application/inkml+xml"/>
  <Override PartName="/ppt/ink/ink4429.xml" ContentType="application/inkml+xml"/>
  <Override PartName="/ppt/ink/ink4430.xml" ContentType="application/inkml+xml"/>
  <Override PartName="/ppt/ink/ink4431.xml" ContentType="application/inkml+xml"/>
  <Override PartName="/ppt/ink/ink4432.xml" ContentType="application/inkml+xml"/>
  <Override PartName="/ppt/ink/ink4433.xml" ContentType="application/inkml+xml"/>
  <Override PartName="/ppt/ink/ink4434.xml" ContentType="application/inkml+xml"/>
  <Override PartName="/ppt/ink/ink4435.xml" ContentType="application/inkml+xml"/>
  <Override PartName="/ppt/ink/ink4436.xml" ContentType="application/inkml+xml"/>
  <Override PartName="/ppt/ink/ink4437.xml" ContentType="application/inkml+xml"/>
  <Override PartName="/ppt/ink/ink4438.xml" ContentType="application/inkml+xml"/>
  <Override PartName="/ppt/ink/ink4439.xml" ContentType="application/inkml+xml"/>
  <Override PartName="/ppt/ink/ink4440.xml" ContentType="application/inkml+xml"/>
  <Override PartName="/ppt/ink/ink4441.xml" ContentType="application/inkml+xml"/>
  <Override PartName="/ppt/ink/ink4442.xml" ContentType="application/inkml+xml"/>
  <Override PartName="/ppt/ink/ink4443.xml" ContentType="application/inkml+xml"/>
  <Override PartName="/ppt/ink/ink4444.xml" ContentType="application/inkml+xml"/>
  <Override PartName="/ppt/ink/ink4445.xml" ContentType="application/inkml+xml"/>
  <Override PartName="/ppt/ink/ink4446.xml" ContentType="application/inkml+xml"/>
  <Override PartName="/ppt/ink/ink4447.xml" ContentType="application/inkml+xml"/>
  <Override PartName="/ppt/ink/ink4448.xml" ContentType="application/inkml+xml"/>
  <Override PartName="/ppt/ink/ink4449.xml" ContentType="application/inkml+xml"/>
  <Override PartName="/ppt/ink/ink4450.xml" ContentType="application/inkml+xml"/>
  <Override PartName="/ppt/ink/ink4451.xml" ContentType="application/inkml+xml"/>
  <Override PartName="/ppt/ink/ink4452.xml" ContentType="application/inkml+xml"/>
  <Override PartName="/ppt/ink/ink4453.xml" ContentType="application/inkml+xml"/>
  <Override PartName="/ppt/ink/ink4454.xml" ContentType="application/inkml+xml"/>
  <Override PartName="/ppt/ink/ink4455.xml" ContentType="application/inkml+xml"/>
  <Override PartName="/ppt/ink/ink4456.xml" ContentType="application/inkml+xml"/>
  <Override PartName="/ppt/ink/ink4457.xml" ContentType="application/inkml+xml"/>
  <Override PartName="/ppt/ink/ink4458.xml" ContentType="application/inkml+xml"/>
  <Override PartName="/ppt/ink/ink4459.xml" ContentType="application/inkml+xml"/>
  <Override PartName="/ppt/ink/ink4460.xml" ContentType="application/inkml+xml"/>
  <Override PartName="/ppt/ink/ink4461.xml" ContentType="application/inkml+xml"/>
  <Override PartName="/ppt/ink/ink4462.xml" ContentType="application/inkml+xml"/>
  <Override PartName="/ppt/ink/ink4463.xml" ContentType="application/inkml+xml"/>
  <Override PartName="/ppt/ink/ink4464.xml" ContentType="application/inkml+xml"/>
  <Override PartName="/ppt/ink/ink4465.xml" ContentType="application/inkml+xml"/>
  <Override PartName="/ppt/ink/ink4466.xml" ContentType="application/inkml+xml"/>
  <Override PartName="/ppt/ink/ink4467.xml" ContentType="application/inkml+xml"/>
  <Override PartName="/ppt/ink/ink4468.xml" ContentType="application/inkml+xml"/>
  <Override PartName="/ppt/ink/ink4469.xml" ContentType="application/inkml+xml"/>
  <Override PartName="/ppt/ink/ink4470.xml" ContentType="application/inkml+xml"/>
  <Override PartName="/ppt/ink/ink4471.xml" ContentType="application/inkml+xml"/>
  <Override PartName="/ppt/ink/ink4472.xml" ContentType="application/inkml+xml"/>
  <Override PartName="/ppt/ink/ink4473.xml" ContentType="application/inkml+xml"/>
  <Override PartName="/ppt/ink/ink4474.xml" ContentType="application/inkml+xml"/>
  <Override PartName="/ppt/ink/ink4475.xml" ContentType="application/inkml+xml"/>
  <Override PartName="/ppt/ink/ink4476.xml" ContentType="application/inkml+xml"/>
  <Override PartName="/ppt/ink/ink4477.xml" ContentType="application/inkml+xml"/>
  <Override PartName="/ppt/ink/ink4478.xml" ContentType="application/inkml+xml"/>
  <Override PartName="/ppt/ink/ink4479.xml" ContentType="application/inkml+xml"/>
  <Override PartName="/ppt/ink/ink4480.xml" ContentType="application/inkml+xml"/>
  <Override PartName="/ppt/ink/ink4481.xml" ContentType="application/inkml+xml"/>
  <Override PartName="/ppt/ink/ink4482.xml" ContentType="application/inkml+xml"/>
  <Override PartName="/ppt/ink/ink4483.xml" ContentType="application/inkml+xml"/>
  <Override PartName="/ppt/ink/ink4484.xml" ContentType="application/inkml+xml"/>
  <Override PartName="/ppt/ink/ink4485.xml" ContentType="application/inkml+xml"/>
  <Override PartName="/ppt/ink/ink4486.xml" ContentType="application/inkml+xml"/>
  <Override PartName="/ppt/ink/ink4487.xml" ContentType="application/inkml+xml"/>
  <Override PartName="/ppt/ink/ink4488.xml" ContentType="application/inkml+xml"/>
  <Override PartName="/ppt/ink/ink4489.xml" ContentType="application/inkml+xml"/>
  <Override PartName="/ppt/ink/ink4490.xml" ContentType="application/inkml+xml"/>
  <Override PartName="/ppt/ink/ink4491.xml" ContentType="application/inkml+xml"/>
  <Override PartName="/ppt/ink/ink4492.xml" ContentType="application/inkml+xml"/>
  <Override PartName="/ppt/ink/ink4493.xml" ContentType="application/inkml+xml"/>
  <Override PartName="/ppt/ink/ink4494.xml" ContentType="application/inkml+xml"/>
  <Override PartName="/ppt/ink/ink4495.xml" ContentType="application/inkml+xml"/>
  <Override PartName="/ppt/ink/ink4496.xml" ContentType="application/inkml+xml"/>
  <Override PartName="/ppt/ink/ink4497.xml" ContentType="application/inkml+xml"/>
  <Override PartName="/ppt/ink/ink4498.xml" ContentType="application/inkml+xml"/>
  <Override PartName="/ppt/ink/ink4499.xml" ContentType="application/inkml+xml"/>
  <Override PartName="/ppt/ink/ink4500.xml" ContentType="application/inkml+xml"/>
  <Override PartName="/ppt/ink/ink4501.xml" ContentType="application/inkml+xml"/>
  <Override PartName="/ppt/ink/ink4502.xml" ContentType="application/inkml+xml"/>
  <Override PartName="/ppt/ink/ink4503.xml" ContentType="application/inkml+xml"/>
  <Override PartName="/ppt/ink/ink4504.xml" ContentType="application/inkml+xml"/>
  <Override PartName="/ppt/ink/ink4505.xml" ContentType="application/inkml+xml"/>
  <Override PartName="/ppt/ink/ink4506.xml" ContentType="application/inkml+xml"/>
  <Override PartName="/ppt/ink/ink4507.xml" ContentType="application/inkml+xml"/>
  <Override PartName="/ppt/ink/ink4508.xml" ContentType="application/inkml+xml"/>
  <Override PartName="/ppt/ink/ink4509.xml" ContentType="application/inkml+xml"/>
  <Override PartName="/ppt/ink/ink4510.xml" ContentType="application/inkml+xml"/>
  <Override PartName="/ppt/ink/ink4511.xml" ContentType="application/inkml+xml"/>
  <Override PartName="/ppt/ink/ink4512.xml" ContentType="application/inkml+xml"/>
  <Override PartName="/ppt/ink/ink4513.xml" ContentType="application/inkml+xml"/>
  <Override PartName="/ppt/ink/ink4514.xml" ContentType="application/inkml+xml"/>
  <Override PartName="/ppt/ink/ink4515.xml" ContentType="application/inkml+xml"/>
  <Override PartName="/ppt/ink/ink4516.xml" ContentType="application/inkml+xml"/>
  <Override PartName="/ppt/ink/ink4517.xml" ContentType="application/inkml+xml"/>
  <Override PartName="/ppt/ink/ink4518.xml" ContentType="application/inkml+xml"/>
  <Override PartName="/ppt/ink/ink4519.xml" ContentType="application/inkml+xml"/>
  <Override PartName="/ppt/ink/ink4520.xml" ContentType="application/inkml+xml"/>
  <Override PartName="/ppt/ink/ink4521.xml" ContentType="application/inkml+xml"/>
  <Override PartName="/ppt/ink/ink4522.xml" ContentType="application/inkml+xml"/>
  <Override PartName="/ppt/ink/ink4523.xml" ContentType="application/inkml+xml"/>
  <Override PartName="/ppt/ink/ink4524.xml" ContentType="application/inkml+xml"/>
  <Override PartName="/ppt/ink/ink4525.xml" ContentType="application/inkml+xml"/>
  <Override PartName="/ppt/ink/ink4526.xml" ContentType="application/inkml+xml"/>
  <Override PartName="/ppt/ink/ink4527.xml" ContentType="application/inkml+xml"/>
  <Override PartName="/ppt/ink/ink4528.xml" ContentType="application/inkml+xml"/>
  <Override PartName="/ppt/ink/ink4529.xml" ContentType="application/inkml+xml"/>
  <Override PartName="/ppt/ink/ink4530.xml" ContentType="application/inkml+xml"/>
  <Override PartName="/ppt/ink/ink4531.xml" ContentType="application/inkml+xml"/>
  <Override PartName="/ppt/ink/ink4532.xml" ContentType="application/inkml+xml"/>
  <Override PartName="/ppt/ink/ink4533.xml" ContentType="application/inkml+xml"/>
  <Override PartName="/ppt/ink/ink4534.xml" ContentType="application/inkml+xml"/>
  <Override PartName="/ppt/ink/ink4535.xml" ContentType="application/inkml+xml"/>
  <Override PartName="/ppt/ink/ink4536.xml" ContentType="application/inkml+xml"/>
  <Override PartName="/ppt/ink/ink4537.xml" ContentType="application/inkml+xml"/>
  <Override PartName="/ppt/ink/ink4538.xml" ContentType="application/inkml+xml"/>
  <Override PartName="/ppt/ink/ink4539.xml" ContentType="application/inkml+xml"/>
  <Override PartName="/ppt/ink/ink4540.xml" ContentType="application/inkml+xml"/>
  <Override PartName="/ppt/ink/ink4541.xml" ContentType="application/inkml+xml"/>
  <Override PartName="/ppt/ink/ink4542.xml" ContentType="application/inkml+xml"/>
  <Override PartName="/ppt/ink/ink4543.xml" ContentType="application/inkml+xml"/>
  <Override PartName="/ppt/ink/ink4544.xml" ContentType="application/inkml+xml"/>
  <Override PartName="/ppt/ink/ink4545.xml" ContentType="application/inkml+xml"/>
  <Override PartName="/ppt/ink/ink4546.xml" ContentType="application/inkml+xml"/>
  <Override PartName="/ppt/ink/ink4547.xml" ContentType="application/inkml+xml"/>
  <Override PartName="/ppt/ink/ink4548.xml" ContentType="application/inkml+xml"/>
  <Override PartName="/ppt/ink/ink4549.xml" ContentType="application/inkml+xml"/>
  <Override PartName="/ppt/ink/ink4550.xml" ContentType="application/inkml+xml"/>
  <Override PartName="/ppt/ink/ink4551.xml" ContentType="application/inkml+xml"/>
  <Override PartName="/ppt/ink/ink4552.xml" ContentType="application/inkml+xml"/>
  <Override PartName="/ppt/ink/ink4553.xml" ContentType="application/inkml+xml"/>
  <Override PartName="/ppt/ink/ink4554.xml" ContentType="application/inkml+xml"/>
  <Override PartName="/ppt/ink/ink4555.xml" ContentType="application/inkml+xml"/>
  <Override PartName="/ppt/ink/ink4556.xml" ContentType="application/inkml+xml"/>
  <Override PartName="/ppt/ink/ink4557.xml" ContentType="application/inkml+xml"/>
  <Override PartName="/ppt/ink/ink4558.xml" ContentType="application/inkml+xml"/>
  <Override PartName="/ppt/ink/ink4559.xml" ContentType="application/inkml+xml"/>
  <Override PartName="/ppt/ink/ink4560.xml" ContentType="application/inkml+xml"/>
  <Override PartName="/ppt/ink/ink4561.xml" ContentType="application/inkml+xml"/>
  <Override PartName="/ppt/ink/ink4562.xml" ContentType="application/inkml+xml"/>
  <Override PartName="/ppt/ink/ink4563.xml" ContentType="application/inkml+xml"/>
  <Override PartName="/ppt/ink/ink4564.xml" ContentType="application/inkml+xml"/>
  <Override PartName="/ppt/ink/ink4565.xml" ContentType="application/inkml+xml"/>
  <Override PartName="/ppt/ink/ink4566.xml" ContentType="application/inkml+xml"/>
  <Override PartName="/ppt/ink/ink4567.xml" ContentType="application/inkml+xml"/>
  <Override PartName="/ppt/ink/ink4568.xml" ContentType="application/inkml+xml"/>
  <Override PartName="/ppt/ink/ink4569.xml" ContentType="application/inkml+xml"/>
  <Override PartName="/ppt/ink/ink4570.xml" ContentType="application/inkml+xml"/>
  <Override PartName="/ppt/ink/ink4571.xml" ContentType="application/inkml+xml"/>
  <Override PartName="/ppt/ink/ink4572.xml" ContentType="application/inkml+xml"/>
  <Override PartName="/ppt/ink/ink4573.xml" ContentType="application/inkml+xml"/>
  <Override PartName="/ppt/ink/ink4574.xml" ContentType="application/inkml+xml"/>
  <Override PartName="/ppt/ink/ink4575.xml" ContentType="application/inkml+xml"/>
  <Override PartName="/ppt/ink/ink4576.xml" ContentType="application/inkml+xml"/>
  <Override PartName="/ppt/ink/ink4577.xml" ContentType="application/inkml+xml"/>
  <Override PartName="/ppt/ink/ink4578.xml" ContentType="application/inkml+xml"/>
  <Override PartName="/ppt/ink/ink4579.xml" ContentType="application/inkml+xml"/>
  <Override PartName="/ppt/ink/ink4580.xml" ContentType="application/inkml+xml"/>
  <Override PartName="/ppt/ink/ink4581.xml" ContentType="application/inkml+xml"/>
  <Override PartName="/ppt/ink/ink4582.xml" ContentType="application/inkml+xml"/>
  <Override PartName="/ppt/ink/ink4583.xml" ContentType="application/inkml+xml"/>
  <Override PartName="/ppt/ink/ink4584.xml" ContentType="application/inkml+xml"/>
  <Override PartName="/ppt/ink/ink4585.xml" ContentType="application/inkml+xml"/>
  <Override PartName="/ppt/ink/ink4586.xml" ContentType="application/inkml+xml"/>
  <Override PartName="/ppt/ink/ink4587.xml" ContentType="application/inkml+xml"/>
  <Override PartName="/ppt/ink/ink4588.xml" ContentType="application/inkml+xml"/>
  <Override PartName="/ppt/ink/ink4589.xml" ContentType="application/inkml+xml"/>
  <Override PartName="/ppt/ink/ink4590.xml" ContentType="application/inkml+xml"/>
  <Override PartName="/ppt/ink/ink4591.xml" ContentType="application/inkml+xml"/>
  <Override PartName="/ppt/ink/ink4592.xml" ContentType="application/inkml+xml"/>
  <Override PartName="/ppt/ink/ink4593.xml" ContentType="application/inkml+xml"/>
  <Override PartName="/ppt/ink/ink4594.xml" ContentType="application/inkml+xml"/>
  <Override PartName="/ppt/ink/ink4595.xml" ContentType="application/inkml+xml"/>
  <Override PartName="/ppt/ink/ink4596.xml" ContentType="application/inkml+xml"/>
  <Override PartName="/ppt/ink/ink4597.xml" ContentType="application/inkml+xml"/>
  <Override PartName="/ppt/ink/ink4598.xml" ContentType="application/inkml+xml"/>
  <Override PartName="/ppt/ink/ink4599.xml" ContentType="application/inkml+xml"/>
  <Override PartName="/ppt/ink/ink4600.xml" ContentType="application/inkml+xml"/>
  <Override PartName="/ppt/ink/ink4601.xml" ContentType="application/inkml+xml"/>
  <Override PartName="/ppt/ink/ink4602.xml" ContentType="application/inkml+xml"/>
  <Override PartName="/ppt/ink/ink4603.xml" ContentType="application/inkml+xml"/>
  <Override PartName="/ppt/ink/ink4604.xml" ContentType="application/inkml+xml"/>
  <Override PartName="/ppt/ink/ink4605.xml" ContentType="application/inkml+xml"/>
  <Override PartName="/ppt/ink/ink4606.xml" ContentType="application/inkml+xml"/>
  <Override PartName="/ppt/ink/ink4607.xml" ContentType="application/inkml+xml"/>
  <Override PartName="/ppt/ink/ink4608.xml" ContentType="application/inkml+xml"/>
  <Override PartName="/ppt/ink/ink4609.xml" ContentType="application/inkml+xml"/>
  <Override PartName="/ppt/ink/ink4610.xml" ContentType="application/inkml+xml"/>
  <Override PartName="/ppt/ink/ink4611.xml" ContentType="application/inkml+xml"/>
  <Override PartName="/ppt/ink/ink4612.xml" ContentType="application/inkml+xml"/>
  <Override PartName="/ppt/ink/ink4613.xml" ContentType="application/inkml+xml"/>
  <Override PartName="/ppt/ink/ink4614.xml" ContentType="application/inkml+xml"/>
  <Override PartName="/ppt/ink/ink4615.xml" ContentType="application/inkml+xml"/>
  <Override PartName="/ppt/ink/ink4616.xml" ContentType="application/inkml+xml"/>
  <Override PartName="/ppt/ink/ink4617.xml" ContentType="application/inkml+xml"/>
  <Override PartName="/ppt/ink/ink4618.xml" ContentType="application/inkml+xml"/>
  <Override PartName="/ppt/ink/ink4619.xml" ContentType="application/inkml+xml"/>
  <Override PartName="/ppt/ink/ink4620.xml" ContentType="application/inkml+xml"/>
  <Override PartName="/ppt/ink/ink4621.xml" ContentType="application/inkml+xml"/>
  <Override PartName="/ppt/ink/ink4622.xml" ContentType="application/inkml+xml"/>
  <Override PartName="/ppt/ink/ink4623.xml" ContentType="application/inkml+xml"/>
  <Override PartName="/ppt/ink/ink4624.xml" ContentType="application/inkml+xml"/>
  <Override PartName="/ppt/ink/ink4625.xml" ContentType="application/inkml+xml"/>
  <Override PartName="/ppt/ink/ink4626.xml" ContentType="application/inkml+xml"/>
  <Override PartName="/ppt/ink/ink4627.xml" ContentType="application/inkml+xml"/>
  <Override PartName="/ppt/ink/ink4628.xml" ContentType="application/inkml+xml"/>
  <Override PartName="/ppt/ink/ink4629.xml" ContentType="application/inkml+xml"/>
  <Override PartName="/ppt/ink/ink4630.xml" ContentType="application/inkml+xml"/>
  <Override PartName="/ppt/ink/ink4631.xml" ContentType="application/inkml+xml"/>
  <Override PartName="/ppt/ink/ink4632.xml" ContentType="application/inkml+xml"/>
  <Override PartName="/ppt/ink/ink4633.xml" ContentType="application/inkml+xml"/>
  <Override PartName="/ppt/ink/ink4634.xml" ContentType="application/inkml+xml"/>
  <Override PartName="/ppt/ink/ink4635.xml" ContentType="application/inkml+xml"/>
  <Override PartName="/ppt/ink/ink4636.xml" ContentType="application/inkml+xml"/>
  <Override PartName="/ppt/ink/ink4637.xml" ContentType="application/inkml+xml"/>
  <Override PartName="/ppt/ink/ink4638.xml" ContentType="application/inkml+xml"/>
  <Override PartName="/ppt/ink/ink4639.xml" ContentType="application/inkml+xml"/>
  <Override PartName="/ppt/ink/ink4640.xml" ContentType="application/inkml+xml"/>
  <Override PartName="/ppt/ink/ink4641.xml" ContentType="application/inkml+xml"/>
  <Override PartName="/ppt/ink/ink4642.xml" ContentType="application/inkml+xml"/>
  <Override PartName="/ppt/ink/ink4643.xml" ContentType="application/inkml+xml"/>
  <Override PartName="/ppt/ink/ink4644.xml" ContentType="application/inkml+xml"/>
  <Override PartName="/ppt/ink/ink4645.xml" ContentType="application/inkml+xml"/>
  <Override PartName="/ppt/ink/ink4646.xml" ContentType="application/inkml+xml"/>
  <Override PartName="/ppt/ink/ink4647.xml" ContentType="application/inkml+xml"/>
  <Override PartName="/ppt/ink/ink4648.xml" ContentType="application/inkml+xml"/>
  <Override PartName="/ppt/ink/ink4649.xml" ContentType="application/inkml+xml"/>
  <Override PartName="/ppt/ink/ink4650.xml" ContentType="application/inkml+xml"/>
  <Override PartName="/ppt/ink/ink4651.xml" ContentType="application/inkml+xml"/>
  <Override PartName="/ppt/ink/ink4652.xml" ContentType="application/inkml+xml"/>
  <Override PartName="/ppt/ink/ink4653.xml" ContentType="application/inkml+xml"/>
  <Override PartName="/ppt/ink/ink4654.xml" ContentType="application/inkml+xml"/>
  <Override PartName="/ppt/ink/ink4655.xml" ContentType="application/inkml+xml"/>
  <Override PartName="/ppt/ink/ink4656.xml" ContentType="application/inkml+xml"/>
  <Override PartName="/ppt/ink/ink4657.xml" ContentType="application/inkml+xml"/>
  <Override PartName="/ppt/ink/ink4658.xml" ContentType="application/inkml+xml"/>
  <Override PartName="/ppt/ink/ink4659.xml" ContentType="application/inkml+xml"/>
  <Override PartName="/ppt/ink/ink4660.xml" ContentType="application/inkml+xml"/>
  <Override PartName="/ppt/ink/ink4661.xml" ContentType="application/inkml+xml"/>
  <Override PartName="/ppt/ink/ink4662.xml" ContentType="application/inkml+xml"/>
  <Override PartName="/ppt/ink/ink4663.xml" ContentType="application/inkml+xml"/>
  <Override PartName="/ppt/ink/ink4664.xml" ContentType="application/inkml+xml"/>
  <Override PartName="/ppt/ink/ink4665.xml" ContentType="application/inkml+xml"/>
  <Override PartName="/ppt/ink/ink4666.xml" ContentType="application/inkml+xml"/>
  <Override PartName="/ppt/ink/ink4667.xml" ContentType="application/inkml+xml"/>
  <Override PartName="/ppt/ink/ink4668.xml" ContentType="application/inkml+xml"/>
  <Override PartName="/ppt/ink/ink4669.xml" ContentType="application/inkml+xml"/>
  <Override PartName="/ppt/ink/ink4670.xml" ContentType="application/inkml+xml"/>
  <Override PartName="/ppt/ink/ink4671.xml" ContentType="application/inkml+xml"/>
  <Override PartName="/ppt/ink/ink4672.xml" ContentType="application/inkml+xml"/>
  <Override PartName="/ppt/ink/ink4673.xml" ContentType="application/inkml+xml"/>
  <Override PartName="/ppt/ink/ink4674.xml" ContentType="application/inkml+xml"/>
  <Override PartName="/ppt/ink/ink4675.xml" ContentType="application/inkml+xml"/>
  <Override PartName="/ppt/ink/ink4676.xml" ContentType="application/inkml+xml"/>
  <Override PartName="/ppt/ink/ink4677.xml" ContentType="application/inkml+xml"/>
  <Override PartName="/ppt/ink/ink4678.xml" ContentType="application/inkml+xml"/>
  <Override PartName="/ppt/ink/ink4679.xml" ContentType="application/inkml+xml"/>
  <Override PartName="/ppt/ink/ink4680.xml" ContentType="application/inkml+xml"/>
  <Override PartName="/ppt/ink/ink4681.xml" ContentType="application/inkml+xml"/>
  <Override PartName="/ppt/ink/ink4682.xml" ContentType="application/inkml+xml"/>
  <Override PartName="/ppt/ink/ink4683.xml" ContentType="application/inkml+xml"/>
  <Override PartName="/ppt/ink/ink4684.xml" ContentType="application/inkml+xml"/>
  <Override PartName="/ppt/ink/ink4685.xml" ContentType="application/inkml+xml"/>
  <Override PartName="/ppt/ink/ink4686.xml" ContentType="application/inkml+xml"/>
  <Override PartName="/ppt/ink/ink4687.xml" ContentType="application/inkml+xml"/>
  <Override PartName="/ppt/ink/ink4688.xml" ContentType="application/inkml+xml"/>
  <Override PartName="/ppt/ink/ink4689.xml" ContentType="application/inkml+xml"/>
  <Override PartName="/ppt/ink/ink4690.xml" ContentType="application/inkml+xml"/>
  <Override PartName="/ppt/ink/ink4691.xml" ContentType="application/inkml+xml"/>
  <Override PartName="/ppt/ink/ink4692.xml" ContentType="application/inkml+xml"/>
  <Override PartName="/ppt/ink/ink4693.xml" ContentType="application/inkml+xml"/>
  <Override PartName="/ppt/ink/ink4694.xml" ContentType="application/inkml+xml"/>
  <Override PartName="/ppt/ink/ink4695.xml" ContentType="application/inkml+xml"/>
  <Override PartName="/ppt/ink/ink4696.xml" ContentType="application/inkml+xml"/>
  <Override PartName="/ppt/ink/ink4697.xml" ContentType="application/inkml+xml"/>
  <Override PartName="/ppt/ink/ink4698.xml" ContentType="application/inkml+xml"/>
  <Override PartName="/ppt/ink/ink4699.xml" ContentType="application/inkml+xml"/>
  <Override PartName="/ppt/ink/ink4700.xml" ContentType="application/inkml+xml"/>
  <Override PartName="/ppt/ink/ink4701.xml" ContentType="application/inkml+xml"/>
  <Override PartName="/ppt/ink/ink4702.xml" ContentType="application/inkml+xml"/>
  <Override PartName="/ppt/ink/ink4703.xml" ContentType="application/inkml+xml"/>
  <Override PartName="/ppt/ink/ink4704.xml" ContentType="application/inkml+xml"/>
  <Override PartName="/ppt/ink/ink4705.xml" ContentType="application/inkml+xml"/>
  <Override PartName="/ppt/ink/ink4706.xml" ContentType="application/inkml+xml"/>
  <Override PartName="/ppt/ink/ink4707.xml" ContentType="application/inkml+xml"/>
  <Override PartName="/ppt/ink/ink4708.xml" ContentType="application/inkml+xml"/>
  <Override PartName="/ppt/ink/ink4709.xml" ContentType="application/inkml+xml"/>
  <Override PartName="/ppt/ink/ink4710.xml" ContentType="application/inkml+xml"/>
  <Override PartName="/ppt/ink/ink4711.xml" ContentType="application/inkml+xml"/>
  <Override PartName="/ppt/ink/ink4712.xml" ContentType="application/inkml+xml"/>
  <Override PartName="/ppt/ink/ink4713.xml" ContentType="application/inkml+xml"/>
  <Override PartName="/ppt/ink/ink4714.xml" ContentType="application/inkml+xml"/>
  <Override PartName="/ppt/ink/ink4715.xml" ContentType="application/inkml+xml"/>
  <Override PartName="/ppt/ink/ink4716.xml" ContentType="application/inkml+xml"/>
  <Override PartName="/ppt/ink/ink4717.xml" ContentType="application/inkml+xml"/>
  <Override PartName="/ppt/ink/ink4718.xml" ContentType="application/inkml+xml"/>
  <Override PartName="/ppt/ink/ink4719.xml" ContentType="application/inkml+xml"/>
  <Override PartName="/ppt/ink/ink4720.xml" ContentType="application/inkml+xml"/>
  <Override PartName="/ppt/ink/ink4721.xml" ContentType="application/inkml+xml"/>
  <Override PartName="/ppt/ink/ink4722.xml" ContentType="application/inkml+xml"/>
  <Override PartName="/ppt/ink/ink4723.xml" ContentType="application/inkml+xml"/>
  <Override PartName="/ppt/ink/ink4724.xml" ContentType="application/inkml+xml"/>
  <Override PartName="/ppt/ink/ink4725.xml" ContentType="application/inkml+xml"/>
  <Override PartName="/ppt/ink/ink4726.xml" ContentType="application/inkml+xml"/>
  <Override PartName="/ppt/ink/ink4727.xml" ContentType="application/inkml+xml"/>
  <Override PartName="/ppt/ink/ink4728.xml" ContentType="application/inkml+xml"/>
  <Override PartName="/ppt/ink/ink4729.xml" ContentType="application/inkml+xml"/>
  <Override PartName="/ppt/ink/ink4730.xml" ContentType="application/inkml+xml"/>
  <Override PartName="/ppt/ink/ink4731.xml" ContentType="application/inkml+xml"/>
  <Override PartName="/ppt/ink/ink4732.xml" ContentType="application/inkml+xml"/>
  <Override PartName="/ppt/ink/ink4733.xml" ContentType="application/inkml+xml"/>
  <Override PartName="/ppt/ink/ink4734.xml" ContentType="application/inkml+xml"/>
  <Override PartName="/ppt/ink/ink4735.xml" ContentType="application/inkml+xml"/>
  <Override PartName="/ppt/ink/ink4736.xml" ContentType="application/inkml+xml"/>
  <Override PartName="/ppt/ink/ink4737.xml" ContentType="application/inkml+xml"/>
  <Override PartName="/ppt/ink/ink4738.xml" ContentType="application/inkml+xml"/>
  <Override PartName="/ppt/ink/ink4739.xml" ContentType="application/inkml+xml"/>
  <Override PartName="/ppt/ink/ink4740.xml" ContentType="application/inkml+xml"/>
  <Override PartName="/ppt/ink/ink4741.xml" ContentType="application/inkml+xml"/>
  <Override PartName="/ppt/ink/ink4742.xml" ContentType="application/inkml+xml"/>
  <Override PartName="/ppt/ink/ink4743.xml" ContentType="application/inkml+xml"/>
  <Override PartName="/ppt/ink/ink4744.xml" ContentType="application/inkml+xml"/>
  <Override PartName="/ppt/ink/ink4745.xml" ContentType="application/inkml+xml"/>
  <Override PartName="/ppt/ink/ink4746.xml" ContentType="application/inkml+xml"/>
  <Override PartName="/ppt/ink/ink4747.xml" ContentType="application/inkml+xml"/>
  <Override PartName="/ppt/ink/ink4748.xml" ContentType="application/inkml+xml"/>
  <Override PartName="/ppt/ink/ink4749.xml" ContentType="application/inkml+xml"/>
  <Override PartName="/ppt/ink/ink4750.xml" ContentType="application/inkml+xml"/>
  <Override PartName="/ppt/ink/ink4751.xml" ContentType="application/inkml+xml"/>
  <Override PartName="/ppt/ink/ink4752.xml" ContentType="application/inkml+xml"/>
  <Override PartName="/ppt/ink/ink4753.xml" ContentType="application/inkml+xml"/>
  <Override PartName="/ppt/ink/ink4754.xml" ContentType="application/inkml+xml"/>
  <Override PartName="/ppt/ink/ink4755.xml" ContentType="application/inkml+xml"/>
  <Override PartName="/ppt/ink/ink4756.xml" ContentType="application/inkml+xml"/>
  <Override PartName="/ppt/ink/ink4757.xml" ContentType="application/inkml+xml"/>
  <Override PartName="/ppt/ink/ink4758.xml" ContentType="application/inkml+xml"/>
  <Override PartName="/ppt/ink/ink4759.xml" ContentType="application/inkml+xml"/>
  <Override PartName="/ppt/ink/ink4760.xml" ContentType="application/inkml+xml"/>
  <Override PartName="/ppt/ink/ink4761.xml" ContentType="application/inkml+xml"/>
  <Override PartName="/ppt/ink/ink4762.xml" ContentType="application/inkml+xml"/>
  <Override PartName="/ppt/ink/ink4763.xml" ContentType="application/inkml+xml"/>
  <Override PartName="/ppt/ink/ink4764.xml" ContentType="application/inkml+xml"/>
  <Override PartName="/ppt/ink/ink4765.xml" ContentType="application/inkml+xml"/>
  <Override PartName="/ppt/ink/ink4766.xml" ContentType="application/inkml+xml"/>
  <Override PartName="/ppt/ink/ink4767.xml" ContentType="application/inkml+xml"/>
  <Override PartName="/ppt/ink/ink4768.xml" ContentType="application/inkml+xml"/>
  <Override PartName="/ppt/ink/ink4769.xml" ContentType="application/inkml+xml"/>
  <Override PartName="/ppt/ink/ink4770.xml" ContentType="application/inkml+xml"/>
  <Override PartName="/ppt/ink/ink4771.xml" ContentType="application/inkml+xml"/>
  <Override PartName="/ppt/ink/ink4772.xml" ContentType="application/inkml+xml"/>
  <Override PartName="/ppt/ink/ink4773.xml" ContentType="application/inkml+xml"/>
  <Override PartName="/ppt/ink/ink4774.xml" ContentType="application/inkml+xml"/>
  <Override PartName="/ppt/ink/ink4775.xml" ContentType="application/inkml+xml"/>
  <Override PartName="/ppt/ink/ink4776.xml" ContentType="application/inkml+xml"/>
  <Override PartName="/ppt/ink/ink4777.xml" ContentType="application/inkml+xml"/>
  <Override PartName="/ppt/ink/ink4778.xml" ContentType="application/inkml+xml"/>
  <Override PartName="/ppt/ink/ink4779.xml" ContentType="application/inkml+xml"/>
  <Override PartName="/ppt/ink/ink4780.xml" ContentType="application/inkml+xml"/>
  <Override PartName="/ppt/ink/ink4781.xml" ContentType="application/inkml+xml"/>
  <Override PartName="/ppt/ink/ink4782.xml" ContentType="application/inkml+xml"/>
  <Override PartName="/ppt/ink/ink4783.xml" ContentType="application/inkml+xml"/>
  <Override PartName="/ppt/ink/ink4784.xml" ContentType="application/inkml+xml"/>
  <Override PartName="/ppt/ink/ink4785.xml" ContentType="application/inkml+xml"/>
  <Override PartName="/ppt/ink/ink4786.xml" ContentType="application/inkml+xml"/>
  <Override PartName="/ppt/ink/ink4787.xml" ContentType="application/inkml+xml"/>
  <Override PartName="/ppt/ink/ink4788.xml" ContentType="application/inkml+xml"/>
  <Override PartName="/ppt/ink/ink4789.xml" ContentType="application/inkml+xml"/>
  <Override PartName="/ppt/ink/ink4790.xml" ContentType="application/inkml+xml"/>
  <Override PartName="/ppt/ink/ink4791.xml" ContentType="application/inkml+xml"/>
  <Override PartName="/ppt/ink/ink4792.xml" ContentType="application/inkml+xml"/>
  <Override PartName="/ppt/ink/ink4793.xml" ContentType="application/inkml+xml"/>
  <Override PartName="/ppt/ink/ink4794.xml" ContentType="application/inkml+xml"/>
  <Override PartName="/ppt/ink/ink4795.xml" ContentType="application/inkml+xml"/>
  <Override PartName="/ppt/ink/ink4796.xml" ContentType="application/inkml+xml"/>
  <Override PartName="/ppt/ink/ink4797.xml" ContentType="application/inkml+xml"/>
  <Override PartName="/ppt/ink/ink4798.xml" ContentType="application/inkml+xml"/>
  <Override PartName="/ppt/ink/ink4799.xml" ContentType="application/inkml+xml"/>
  <Override PartName="/ppt/ink/ink4800.xml" ContentType="application/inkml+xml"/>
  <Override PartName="/ppt/ink/ink4801.xml" ContentType="application/inkml+xml"/>
  <Override PartName="/ppt/ink/ink4802.xml" ContentType="application/inkml+xml"/>
  <Override PartName="/ppt/ink/ink4803.xml" ContentType="application/inkml+xml"/>
  <Override PartName="/ppt/ink/ink4804.xml" ContentType="application/inkml+xml"/>
  <Override PartName="/ppt/ink/ink4805.xml" ContentType="application/inkml+xml"/>
  <Override PartName="/ppt/ink/ink4806.xml" ContentType="application/inkml+xml"/>
  <Override PartName="/ppt/ink/ink4807.xml" ContentType="application/inkml+xml"/>
  <Override PartName="/ppt/ink/ink4808.xml" ContentType="application/inkml+xml"/>
  <Override PartName="/ppt/ink/ink4809.xml" ContentType="application/inkml+xml"/>
  <Override PartName="/ppt/ink/ink4810.xml" ContentType="application/inkml+xml"/>
  <Override PartName="/ppt/ink/ink4811.xml" ContentType="application/inkml+xml"/>
  <Override PartName="/ppt/ink/ink4812.xml" ContentType="application/inkml+xml"/>
  <Override PartName="/ppt/ink/ink4813.xml" ContentType="application/inkml+xml"/>
  <Override PartName="/ppt/ink/ink4814.xml" ContentType="application/inkml+xml"/>
  <Override PartName="/ppt/ink/ink4815.xml" ContentType="application/inkml+xml"/>
  <Override PartName="/ppt/ink/ink4816.xml" ContentType="application/inkml+xml"/>
  <Override PartName="/ppt/ink/ink4817.xml" ContentType="application/inkml+xml"/>
  <Override PartName="/ppt/ink/ink4818.xml" ContentType="application/inkml+xml"/>
  <Override PartName="/ppt/ink/ink4819.xml" ContentType="application/inkml+xml"/>
  <Override PartName="/ppt/ink/ink4820.xml" ContentType="application/inkml+xml"/>
  <Override PartName="/ppt/ink/ink4821.xml" ContentType="application/inkml+xml"/>
  <Override PartName="/ppt/ink/ink4822.xml" ContentType="application/inkml+xml"/>
  <Override PartName="/ppt/ink/ink4823.xml" ContentType="application/inkml+xml"/>
  <Override PartName="/ppt/ink/ink4824.xml" ContentType="application/inkml+xml"/>
  <Override PartName="/ppt/ink/ink4825.xml" ContentType="application/inkml+xml"/>
  <Override PartName="/ppt/ink/ink4826.xml" ContentType="application/inkml+xml"/>
  <Override PartName="/ppt/ink/ink4827.xml" ContentType="application/inkml+xml"/>
  <Override PartName="/ppt/ink/ink4828.xml" ContentType="application/inkml+xml"/>
  <Override PartName="/ppt/ink/ink4829.xml" ContentType="application/inkml+xml"/>
  <Override PartName="/ppt/ink/ink4830.xml" ContentType="application/inkml+xml"/>
  <Override PartName="/ppt/ink/ink4831.xml" ContentType="application/inkml+xml"/>
  <Override PartName="/ppt/ink/ink4832.xml" ContentType="application/inkml+xml"/>
  <Override PartName="/ppt/ink/ink4833.xml" ContentType="application/inkml+xml"/>
  <Override PartName="/ppt/ink/ink4834.xml" ContentType="application/inkml+xml"/>
  <Override PartName="/ppt/ink/ink4835.xml" ContentType="application/inkml+xml"/>
  <Override PartName="/ppt/ink/ink4836.xml" ContentType="application/inkml+xml"/>
  <Override PartName="/ppt/ink/ink4837.xml" ContentType="application/inkml+xml"/>
  <Override PartName="/ppt/ink/ink4838.xml" ContentType="application/inkml+xml"/>
  <Override PartName="/ppt/ink/ink4839.xml" ContentType="application/inkml+xml"/>
  <Override PartName="/ppt/ink/ink4840.xml" ContentType="application/inkml+xml"/>
  <Override PartName="/ppt/ink/ink4841.xml" ContentType="application/inkml+xml"/>
  <Override PartName="/ppt/ink/ink4842.xml" ContentType="application/inkml+xml"/>
  <Override PartName="/ppt/ink/ink4843.xml" ContentType="application/inkml+xml"/>
  <Override PartName="/ppt/ink/ink4844.xml" ContentType="application/inkml+xml"/>
  <Override PartName="/ppt/ink/ink4845.xml" ContentType="application/inkml+xml"/>
  <Override PartName="/ppt/ink/ink4846.xml" ContentType="application/inkml+xml"/>
  <Override PartName="/ppt/ink/ink4847.xml" ContentType="application/inkml+xml"/>
  <Override PartName="/ppt/ink/ink4848.xml" ContentType="application/inkml+xml"/>
  <Override PartName="/ppt/ink/ink4849.xml" ContentType="application/inkml+xml"/>
  <Override PartName="/ppt/ink/ink4850.xml" ContentType="application/inkml+xml"/>
  <Override PartName="/ppt/ink/ink4851.xml" ContentType="application/inkml+xml"/>
  <Override PartName="/ppt/ink/ink4852.xml" ContentType="application/inkml+xml"/>
  <Override PartName="/ppt/ink/ink4853.xml" ContentType="application/inkml+xml"/>
  <Override PartName="/ppt/ink/ink4854.xml" ContentType="application/inkml+xml"/>
  <Override PartName="/ppt/ink/ink4855.xml" ContentType="application/inkml+xml"/>
  <Override PartName="/ppt/ink/ink4856.xml" ContentType="application/inkml+xml"/>
  <Override PartName="/ppt/ink/ink4857.xml" ContentType="application/inkml+xml"/>
  <Override PartName="/ppt/ink/ink4858.xml" ContentType="application/inkml+xml"/>
  <Override PartName="/ppt/ink/ink4859.xml" ContentType="application/inkml+xml"/>
  <Override PartName="/ppt/ink/ink4860.xml" ContentType="application/inkml+xml"/>
  <Override PartName="/ppt/ink/ink4861.xml" ContentType="application/inkml+xml"/>
  <Override PartName="/ppt/ink/ink4862.xml" ContentType="application/inkml+xml"/>
  <Override PartName="/ppt/ink/ink4863.xml" ContentType="application/inkml+xml"/>
  <Override PartName="/ppt/ink/ink4864.xml" ContentType="application/inkml+xml"/>
  <Override PartName="/ppt/ink/ink4865.xml" ContentType="application/inkml+xml"/>
  <Override PartName="/ppt/ink/ink4866.xml" ContentType="application/inkml+xml"/>
  <Override PartName="/ppt/ink/ink4867.xml" ContentType="application/inkml+xml"/>
  <Override PartName="/ppt/ink/ink4868.xml" ContentType="application/inkml+xml"/>
  <Override PartName="/ppt/ink/ink4869.xml" ContentType="application/inkml+xml"/>
  <Override PartName="/ppt/ink/ink4870.xml" ContentType="application/inkml+xml"/>
  <Override PartName="/ppt/ink/ink4871.xml" ContentType="application/inkml+xml"/>
  <Override PartName="/ppt/ink/ink4872.xml" ContentType="application/inkml+xml"/>
  <Override PartName="/ppt/ink/ink4873.xml" ContentType="application/inkml+xml"/>
  <Override PartName="/ppt/ink/ink4874.xml" ContentType="application/inkml+xml"/>
  <Override PartName="/ppt/ink/ink4875.xml" ContentType="application/inkml+xml"/>
  <Override PartName="/ppt/ink/ink4876.xml" ContentType="application/inkml+xml"/>
  <Override PartName="/ppt/ink/ink4877.xml" ContentType="application/inkml+xml"/>
  <Override PartName="/ppt/ink/ink4878.xml" ContentType="application/inkml+xml"/>
  <Override PartName="/ppt/ink/ink4879.xml" ContentType="application/inkml+xml"/>
  <Override PartName="/ppt/ink/ink4880.xml" ContentType="application/inkml+xml"/>
  <Override PartName="/ppt/ink/ink4881.xml" ContentType="application/inkml+xml"/>
  <Override PartName="/ppt/ink/ink4882.xml" ContentType="application/inkml+xml"/>
  <Override PartName="/ppt/ink/ink4883.xml" ContentType="application/inkml+xml"/>
  <Override PartName="/ppt/ink/ink4884.xml" ContentType="application/inkml+xml"/>
  <Override PartName="/ppt/ink/ink4885.xml" ContentType="application/inkml+xml"/>
  <Override PartName="/ppt/ink/ink4886.xml" ContentType="application/inkml+xml"/>
  <Override PartName="/ppt/ink/ink4887.xml" ContentType="application/inkml+xml"/>
  <Override PartName="/ppt/ink/ink4888.xml" ContentType="application/inkml+xml"/>
  <Override PartName="/ppt/ink/ink4889.xml" ContentType="application/inkml+xml"/>
  <Override PartName="/ppt/ink/ink4890.xml" ContentType="application/inkml+xml"/>
  <Override PartName="/ppt/ink/ink4891.xml" ContentType="application/inkml+xml"/>
  <Override PartName="/ppt/ink/ink4892.xml" ContentType="application/inkml+xml"/>
  <Override PartName="/ppt/ink/ink4893.xml" ContentType="application/inkml+xml"/>
  <Override PartName="/ppt/ink/ink4894.xml" ContentType="application/inkml+xml"/>
  <Override PartName="/ppt/ink/ink4895.xml" ContentType="application/inkml+xml"/>
  <Override PartName="/ppt/ink/ink4896.xml" ContentType="application/inkml+xml"/>
  <Override PartName="/ppt/ink/ink4897.xml" ContentType="application/inkml+xml"/>
  <Override PartName="/ppt/ink/ink4898.xml" ContentType="application/inkml+xml"/>
  <Override PartName="/ppt/ink/ink4899.xml" ContentType="application/inkml+xml"/>
  <Override PartName="/ppt/ink/ink4900.xml" ContentType="application/inkml+xml"/>
  <Override PartName="/ppt/ink/ink4901.xml" ContentType="application/inkml+xml"/>
  <Override PartName="/ppt/ink/ink4902.xml" ContentType="application/inkml+xml"/>
  <Override PartName="/ppt/ink/ink4903.xml" ContentType="application/inkml+xml"/>
  <Override PartName="/ppt/ink/ink4904.xml" ContentType="application/inkml+xml"/>
  <Override PartName="/ppt/ink/ink4905.xml" ContentType="application/inkml+xml"/>
  <Override PartName="/ppt/ink/ink4906.xml" ContentType="application/inkml+xml"/>
  <Override PartName="/ppt/ink/ink4907.xml" ContentType="application/inkml+xml"/>
  <Override PartName="/ppt/ink/ink4908.xml" ContentType="application/inkml+xml"/>
  <Override PartName="/ppt/ink/ink4909.xml" ContentType="application/inkml+xml"/>
  <Override PartName="/ppt/ink/ink4910.xml" ContentType="application/inkml+xml"/>
  <Override PartName="/ppt/ink/ink4911.xml" ContentType="application/inkml+xml"/>
  <Override PartName="/ppt/ink/ink4912.xml" ContentType="application/inkml+xml"/>
  <Override PartName="/ppt/ink/ink4913.xml" ContentType="application/inkml+xml"/>
  <Override PartName="/ppt/ink/ink4914.xml" ContentType="application/inkml+xml"/>
  <Override PartName="/ppt/ink/ink4915.xml" ContentType="application/inkml+xml"/>
  <Override PartName="/ppt/ink/ink4916.xml" ContentType="application/inkml+xml"/>
  <Override PartName="/ppt/ink/ink4917.xml" ContentType="application/inkml+xml"/>
  <Override PartName="/ppt/ink/ink4918.xml" ContentType="application/inkml+xml"/>
  <Override PartName="/ppt/ink/ink4919.xml" ContentType="application/inkml+xml"/>
  <Override PartName="/ppt/ink/ink4920.xml" ContentType="application/inkml+xml"/>
  <Override PartName="/ppt/ink/ink4921.xml" ContentType="application/inkml+xml"/>
  <Override PartName="/ppt/ink/ink4922.xml" ContentType="application/inkml+xml"/>
  <Override PartName="/ppt/ink/ink4923.xml" ContentType="application/inkml+xml"/>
  <Override PartName="/ppt/ink/ink4924.xml" ContentType="application/inkml+xml"/>
  <Override PartName="/ppt/ink/ink4925.xml" ContentType="application/inkml+xml"/>
  <Override PartName="/ppt/ink/ink4926.xml" ContentType="application/inkml+xml"/>
  <Override PartName="/ppt/ink/ink4927.xml" ContentType="application/inkml+xml"/>
  <Override PartName="/ppt/ink/ink4928.xml" ContentType="application/inkml+xml"/>
  <Override PartName="/ppt/ink/ink4929.xml" ContentType="application/inkml+xml"/>
  <Override PartName="/ppt/ink/ink4930.xml" ContentType="application/inkml+xml"/>
  <Override PartName="/ppt/ink/ink4931.xml" ContentType="application/inkml+xml"/>
  <Override PartName="/ppt/ink/ink4932.xml" ContentType="application/inkml+xml"/>
  <Override PartName="/ppt/ink/ink4933.xml" ContentType="application/inkml+xml"/>
  <Override PartName="/ppt/ink/ink4934.xml" ContentType="application/inkml+xml"/>
  <Override PartName="/ppt/ink/ink4935.xml" ContentType="application/inkml+xml"/>
  <Override PartName="/ppt/ink/ink4936.xml" ContentType="application/inkml+xml"/>
  <Override PartName="/ppt/ink/ink4937.xml" ContentType="application/inkml+xml"/>
  <Override PartName="/ppt/ink/ink4938.xml" ContentType="application/inkml+xml"/>
  <Override PartName="/ppt/ink/ink4939.xml" ContentType="application/inkml+xml"/>
  <Override PartName="/ppt/ink/ink4940.xml" ContentType="application/inkml+xml"/>
  <Override PartName="/ppt/ink/ink4941.xml" ContentType="application/inkml+xml"/>
  <Override PartName="/ppt/ink/ink4942.xml" ContentType="application/inkml+xml"/>
  <Override PartName="/ppt/ink/ink4943.xml" ContentType="application/inkml+xml"/>
  <Override PartName="/ppt/ink/ink4944.xml" ContentType="application/inkml+xml"/>
  <Override PartName="/ppt/ink/ink4945.xml" ContentType="application/inkml+xml"/>
  <Override PartName="/ppt/ink/ink4946.xml" ContentType="application/inkml+xml"/>
  <Override PartName="/ppt/ink/ink4947.xml" ContentType="application/inkml+xml"/>
  <Override PartName="/ppt/ink/ink4948.xml" ContentType="application/inkml+xml"/>
  <Override PartName="/ppt/ink/ink4949.xml" ContentType="application/inkml+xml"/>
  <Override PartName="/ppt/ink/ink4950.xml" ContentType="application/inkml+xml"/>
  <Override PartName="/ppt/ink/ink4951.xml" ContentType="application/inkml+xml"/>
  <Override PartName="/ppt/ink/ink4952.xml" ContentType="application/inkml+xml"/>
  <Override PartName="/ppt/ink/ink4953.xml" ContentType="application/inkml+xml"/>
  <Override PartName="/ppt/ink/ink4954.xml" ContentType="application/inkml+xml"/>
  <Override PartName="/ppt/ink/ink4955.xml" ContentType="application/inkml+xml"/>
  <Override PartName="/ppt/ink/ink4956.xml" ContentType="application/inkml+xml"/>
  <Override PartName="/ppt/ink/ink4957.xml" ContentType="application/inkml+xml"/>
  <Override PartName="/ppt/ink/ink4958.xml" ContentType="application/inkml+xml"/>
  <Override PartName="/ppt/ink/ink4959.xml" ContentType="application/inkml+xml"/>
  <Override PartName="/ppt/ink/ink4960.xml" ContentType="application/inkml+xml"/>
  <Override PartName="/ppt/ink/ink4961.xml" ContentType="application/inkml+xml"/>
  <Override PartName="/ppt/ink/ink4962.xml" ContentType="application/inkml+xml"/>
  <Override PartName="/ppt/ink/ink4963.xml" ContentType="application/inkml+xml"/>
  <Override PartName="/ppt/ink/ink4964.xml" ContentType="application/inkml+xml"/>
  <Override PartName="/ppt/ink/ink4965.xml" ContentType="application/inkml+xml"/>
  <Override PartName="/ppt/ink/ink4966.xml" ContentType="application/inkml+xml"/>
  <Override PartName="/ppt/ink/ink4967.xml" ContentType="application/inkml+xml"/>
  <Override PartName="/ppt/ink/ink4968.xml" ContentType="application/inkml+xml"/>
  <Override PartName="/ppt/ink/ink4969.xml" ContentType="application/inkml+xml"/>
  <Override PartName="/ppt/ink/ink4970.xml" ContentType="application/inkml+xml"/>
  <Override PartName="/ppt/ink/ink4971.xml" ContentType="application/inkml+xml"/>
  <Override PartName="/ppt/ink/ink4972.xml" ContentType="application/inkml+xml"/>
  <Override PartName="/ppt/ink/ink4973.xml" ContentType="application/inkml+xml"/>
  <Override PartName="/ppt/ink/ink4974.xml" ContentType="application/inkml+xml"/>
  <Override PartName="/ppt/ink/ink4975.xml" ContentType="application/inkml+xml"/>
  <Override PartName="/ppt/ink/ink4976.xml" ContentType="application/inkml+xml"/>
  <Override PartName="/ppt/ink/ink4977.xml" ContentType="application/inkml+xml"/>
  <Override PartName="/ppt/ink/ink4978.xml" ContentType="application/inkml+xml"/>
  <Override PartName="/ppt/ink/ink4979.xml" ContentType="application/inkml+xml"/>
  <Override PartName="/ppt/ink/ink4980.xml" ContentType="application/inkml+xml"/>
  <Override PartName="/ppt/ink/ink4981.xml" ContentType="application/inkml+xml"/>
  <Override PartName="/ppt/ink/ink4982.xml" ContentType="application/inkml+xml"/>
  <Override PartName="/ppt/ink/ink4983.xml" ContentType="application/inkml+xml"/>
  <Override PartName="/ppt/ink/ink4984.xml" ContentType="application/inkml+xml"/>
  <Override PartName="/ppt/ink/ink4985.xml" ContentType="application/inkml+xml"/>
  <Override PartName="/ppt/ink/ink4986.xml" ContentType="application/inkml+xml"/>
  <Override PartName="/ppt/ink/ink4987.xml" ContentType="application/inkml+xml"/>
  <Override PartName="/ppt/ink/ink4988.xml" ContentType="application/inkml+xml"/>
  <Override PartName="/ppt/ink/ink4989.xml" ContentType="application/inkml+xml"/>
  <Override PartName="/ppt/ink/ink4990.xml" ContentType="application/inkml+xml"/>
  <Override PartName="/ppt/ink/ink4991.xml" ContentType="application/inkml+xml"/>
  <Override PartName="/ppt/ink/ink4992.xml" ContentType="application/inkml+xml"/>
  <Override PartName="/ppt/ink/ink4993.xml" ContentType="application/inkml+xml"/>
  <Override PartName="/ppt/ink/ink4994.xml" ContentType="application/inkml+xml"/>
  <Override PartName="/ppt/ink/ink4995.xml" ContentType="application/inkml+xml"/>
  <Override PartName="/ppt/ink/ink4996.xml" ContentType="application/inkml+xml"/>
  <Override PartName="/ppt/ink/ink4997.xml" ContentType="application/inkml+xml"/>
  <Override PartName="/ppt/ink/ink4998.xml" ContentType="application/inkml+xml"/>
  <Override PartName="/ppt/ink/ink4999.xml" ContentType="application/inkml+xml"/>
  <Override PartName="/ppt/ink/ink5000.xml" ContentType="application/inkml+xml"/>
  <Override PartName="/ppt/ink/ink5001.xml" ContentType="application/inkml+xml"/>
  <Override PartName="/ppt/ink/ink5002.xml" ContentType="application/inkml+xml"/>
  <Override PartName="/ppt/ink/ink5003.xml" ContentType="application/inkml+xml"/>
  <Override PartName="/ppt/ink/ink5004.xml" ContentType="application/inkml+xml"/>
  <Override PartName="/ppt/ink/ink5005.xml" ContentType="application/inkml+xml"/>
  <Override PartName="/ppt/ink/ink5006.xml" ContentType="application/inkml+xml"/>
  <Override PartName="/ppt/ink/ink5007.xml" ContentType="application/inkml+xml"/>
  <Override PartName="/ppt/ink/ink5008.xml" ContentType="application/inkml+xml"/>
  <Override PartName="/ppt/ink/ink5009.xml" ContentType="application/inkml+xml"/>
  <Override PartName="/ppt/ink/ink5010.xml" ContentType="application/inkml+xml"/>
  <Override PartName="/ppt/ink/ink5011.xml" ContentType="application/inkml+xml"/>
  <Override PartName="/ppt/ink/ink5012.xml" ContentType="application/inkml+xml"/>
  <Override PartName="/ppt/ink/ink5013.xml" ContentType="application/inkml+xml"/>
  <Override PartName="/ppt/ink/ink5014.xml" ContentType="application/inkml+xml"/>
  <Override PartName="/ppt/ink/ink5015.xml" ContentType="application/inkml+xml"/>
  <Override PartName="/ppt/ink/ink5016.xml" ContentType="application/inkml+xml"/>
  <Override PartName="/ppt/ink/ink5017.xml" ContentType="application/inkml+xml"/>
  <Override PartName="/ppt/ink/ink5018.xml" ContentType="application/inkml+xml"/>
  <Override PartName="/ppt/ink/ink5019.xml" ContentType="application/inkml+xml"/>
  <Override PartName="/ppt/ink/ink5020.xml" ContentType="application/inkml+xml"/>
  <Override PartName="/ppt/ink/ink5021.xml" ContentType="application/inkml+xml"/>
  <Override PartName="/ppt/ink/ink5022.xml" ContentType="application/inkml+xml"/>
  <Override PartName="/ppt/ink/ink5023.xml" ContentType="application/inkml+xml"/>
  <Override PartName="/ppt/ink/ink5024.xml" ContentType="application/inkml+xml"/>
  <Override PartName="/ppt/ink/ink5025.xml" ContentType="application/inkml+xml"/>
  <Override PartName="/ppt/ink/ink5026.xml" ContentType="application/inkml+xml"/>
  <Override PartName="/ppt/ink/ink5027.xml" ContentType="application/inkml+xml"/>
  <Override PartName="/ppt/ink/ink5028.xml" ContentType="application/inkml+xml"/>
  <Override PartName="/ppt/ink/ink5029.xml" ContentType="application/inkml+xml"/>
  <Override PartName="/ppt/ink/ink5030.xml" ContentType="application/inkml+xml"/>
  <Override PartName="/ppt/ink/ink5031.xml" ContentType="application/inkml+xml"/>
  <Override PartName="/ppt/ink/ink5032.xml" ContentType="application/inkml+xml"/>
  <Override PartName="/ppt/ink/ink5033.xml" ContentType="application/inkml+xml"/>
  <Override PartName="/ppt/ink/ink5034.xml" ContentType="application/inkml+xml"/>
  <Override PartName="/ppt/ink/ink5035.xml" ContentType="application/inkml+xml"/>
  <Override PartName="/ppt/ink/ink5036.xml" ContentType="application/inkml+xml"/>
  <Override PartName="/ppt/ink/ink5037.xml" ContentType="application/inkml+xml"/>
  <Override PartName="/ppt/ink/ink5038.xml" ContentType="application/inkml+xml"/>
  <Override PartName="/ppt/ink/ink5039.xml" ContentType="application/inkml+xml"/>
  <Override PartName="/ppt/ink/ink5040.xml" ContentType="application/inkml+xml"/>
  <Override PartName="/ppt/ink/ink5041.xml" ContentType="application/inkml+xml"/>
  <Override PartName="/ppt/ink/ink5042.xml" ContentType="application/inkml+xml"/>
  <Override PartName="/ppt/ink/ink5043.xml" ContentType="application/inkml+xml"/>
  <Override PartName="/ppt/ink/ink5044.xml" ContentType="application/inkml+xml"/>
  <Override PartName="/ppt/ink/ink5045.xml" ContentType="application/inkml+xml"/>
  <Override PartName="/ppt/ink/ink5046.xml" ContentType="application/inkml+xml"/>
  <Override PartName="/ppt/ink/ink5047.xml" ContentType="application/inkml+xml"/>
  <Override PartName="/ppt/ink/ink5048.xml" ContentType="application/inkml+xml"/>
  <Override PartName="/ppt/ink/ink5049.xml" ContentType="application/inkml+xml"/>
  <Override PartName="/ppt/ink/ink5050.xml" ContentType="application/inkml+xml"/>
  <Override PartName="/ppt/ink/ink5051.xml" ContentType="application/inkml+xml"/>
  <Override PartName="/ppt/ink/ink5052.xml" ContentType="application/inkml+xml"/>
  <Override PartName="/ppt/ink/ink5053.xml" ContentType="application/inkml+xml"/>
  <Override PartName="/ppt/ink/ink5054.xml" ContentType="application/inkml+xml"/>
  <Override PartName="/ppt/ink/ink5055.xml" ContentType="application/inkml+xml"/>
  <Override PartName="/ppt/ink/ink5056.xml" ContentType="application/inkml+xml"/>
  <Override PartName="/ppt/ink/ink5057.xml" ContentType="application/inkml+xml"/>
  <Override PartName="/ppt/ink/ink5058.xml" ContentType="application/inkml+xml"/>
  <Override PartName="/ppt/ink/ink5059.xml" ContentType="application/inkml+xml"/>
  <Override PartName="/ppt/ink/ink5060.xml" ContentType="application/inkml+xml"/>
  <Override PartName="/ppt/ink/ink5061.xml" ContentType="application/inkml+xml"/>
  <Override PartName="/ppt/ink/ink5062.xml" ContentType="application/inkml+xml"/>
  <Override PartName="/ppt/ink/ink5063.xml" ContentType="application/inkml+xml"/>
  <Override PartName="/ppt/ink/ink5064.xml" ContentType="application/inkml+xml"/>
  <Override PartName="/ppt/ink/ink5065.xml" ContentType="application/inkml+xml"/>
  <Override PartName="/ppt/ink/ink5066.xml" ContentType="application/inkml+xml"/>
  <Override PartName="/ppt/ink/ink5067.xml" ContentType="application/inkml+xml"/>
  <Override PartName="/ppt/ink/ink5068.xml" ContentType="application/inkml+xml"/>
  <Override PartName="/ppt/ink/ink5069.xml" ContentType="application/inkml+xml"/>
  <Override PartName="/ppt/ink/ink5070.xml" ContentType="application/inkml+xml"/>
  <Override PartName="/ppt/ink/ink5071.xml" ContentType="application/inkml+xml"/>
  <Override PartName="/ppt/ink/ink5072.xml" ContentType="application/inkml+xml"/>
  <Override PartName="/ppt/ink/ink5073.xml" ContentType="application/inkml+xml"/>
  <Override PartName="/ppt/ink/ink5074.xml" ContentType="application/inkml+xml"/>
  <Override PartName="/ppt/ink/ink5075.xml" ContentType="application/inkml+xml"/>
  <Override PartName="/ppt/ink/ink5076.xml" ContentType="application/inkml+xml"/>
  <Override PartName="/ppt/ink/ink5077.xml" ContentType="application/inkml+xml"/>
  <Override PartName="/ppt/ink/ink5078.xml" ContentType="application/inkml+xml"/>
  <Override PartName="/ppt/ink/ink5079.xml" ContentType="application/inkml+xml"/>
  <Override PartName="/ppt/ink/ink5080.xml" ContentType="application/inkml+xml"/>
  <Override PartName="/ppt/ink/ink5081.xml" ContentType="application/inkml+xml"/>
  <Override PartName="/ppt/ink/ink5082.xml" ContentType="application/inkml+xml"/>
  <Override PartName="/ppt/ink/ink5083.xml" ContentType="application/inkml+xml"/>
  <Override PartName="/ppt/ink/ink5084.xml" ContentType="application/inkml+xml"/>
  <Override PartName="/ppt/ink/ink5085.xml" ContentType="application/inkml+xml"/>
  <Override PartName="/ppt/ink/ink5086.xml" ContentType="application/inkml+xml"/>
  <Override PartName="/ppt/ink/ink5087.xml" ContentType="application/inkml+xml"/>
  <Override PartName="/ppt/ink/ink5088.xml" ContentType="application/inkml+xml"/>
  <Override PartName="/ppt/ink/ink5089.xml" ContentType="application/inkml+xml"/>
  <Override PartName="/ppt/ink/ink5090.xml" ContentType="application/inkml+xml"/>
  <Override PartName="/ppt/ink/ink5091.xml" ContentType="application/inkml+xml"/>
  <Override PartName="/ppt/ink/ink5092.xml" ContentType="application/inkml+xml"/>
  <Override PartName="/ppt/ink/ink5093.xml" ContentType="application/inkml+xml"/>
  <Override PartName="/ppt/ink/ink5094.xml" ContentType="application/inkml+xml"/>
  <Override PartName="/ppt/ink/ink5095.xml" ContentType="application/inkml+xml"/>
  <Override PartName="/ppt/ink/ink5096.xml" ContentType="application/inkml+xml"/>
  <Override PartName="/ppt/ink/ink5097.xml" ContentType="application/inkml+xml"/>
  <Override PartName="/ppt/ink/ink5098.xml" ContentType="application/inkml+xml"/>
  <Override PartName="/ppt/ink/ink5099.xml" ContentType="application/inkml+xml"/>
  <Override PartName="/ppt/ink/ink5100.xml" ContentType="application/inkml+xml"/>
  <Override PartName="/ppt/ink/ink5101.xml" ContentType="application/inkml+xml"/>
  <Override PartName="/ppt/ink/ink5102.xml" ContentType="application/inkml+xml"/>
  <Override PartName="/ppt/ink/ink5103.xml" ContentType="application/inkml+xml"/>
  <Override PartName="/ppt/ink/ink5104.xml" ContentType="application/inkml+xml"/>
  <Override PartName="/ppt/ink/ink5105.xml" ContentType="application/inkml+xml"/>
  <Override PartName="/ppt/ink/ink5106.xml" ContentType="application/inkml+xml"/>
  <Override PartName="/ppt/ink/ink5107.xml" ContentType="application/inkml+xml"/>
  <Override PartName="/ppt/ink/ink5108.xml" ContentType="application/inkml+xml"/>
  <Override PartName="/ppt/ink/ink5109.xml" ContentType="application/inkml+xml"/>
  <Override PartName="/ppt/ink/ink5110.xml" ContentType="application/inkml+xml"/>
  <Override PartName="/ppt/ink/ink5111.xml" ContentType="application/inkml+xml"/>
  <Override PartName="/ppt/ink/ink5112.xml" ContentType="application/inkml+xml"/>
  <Override PartName="/ppt/ink/ink5113.xml" ContentType="application/inkml+xml"/>
  <Override PartName="/ppt/ink/ink5114.xml" ContentType="application/inkml+xml"/>
  <Override PartName="/ppt/ink/ink5115.xml" ContentType="application/inkml+xml"/>
  <Override PartName="/ppt/ink/ink5116.xml" ContentType="application/inkml+xml"/>
  <Override PartName="/ppt/ink/ink5117.xml" ContentType="application/inkml+xml"/>
  <Override PartName="/ppt/ink/ink5118.xml" ContentType="application/inkml+xml"/>
  <Override PartName="/ppt/ink/ink5119.xml" ContentType="application/inkml+xml"/>
  <Override PartName="/ppt/ink/ink5120.xml" ContentType="application/inkml+xml"/>
  <Override PartName="/ppt/ink/ink5121.xml" ContentType="application/inkml+xml"/>
  <Override PartName="/ppt/ink/ink5122.xml" ContentType="application/inkml+xml"/>
  <Override PartName="/ppt/ink/ink5123.xml" ContentType="application/inkml+xml"/>
  <Override PartName="/ppt/ink/ink5124.xml" ContentType="application/inkml+xml"/>
  <Override PartName="/ppt/ink/ink5125.xml" ContentType="application/inkml+xml"/>
  <Override PartName="/ppt/ink/ink5126.xml" ContentType="application/inkml+xml"/>
  <Override PartName="/ppt/ink/ink5127.xml" ContentType="application/inkml+xml"/>
  <Override PartName="/ppt/ink/ink5128.xml" ContentType="application/inkml+xml"/>
  <Override PartName="/ppt/ink/ink5129.xml" ContentType="application/inkml+xml"/>
  <Override PartName="/ppt/ink/ink5130.xml" ContentType="application/inkml+xml"/>
  <Override PartName="/ppt/ink/ink5131.xml" ContentType="application/inkml+xml"/>
  <Override PartName="/ppt/ink/ink5132.xml" ContentType="application/inkml+xml"/>
  <Override PartName="/ppt/ink/ink5133.xml" ContentType="application/inkml+xml"/>
  <Override PartName="/ppt/ink/ink5134.xml" ContentType="application/inkml+xml"/>
  <Override PartName="/ppt/ink/ink5135.xml" ContentType="application/inkml+xml"/>
  <Override PartName="/ppt/ink/ink5136.xml" ContentType="application/inkml+xml"/>
  <Override PartName="/ppt/ink/ink5137.xml" ContentType="application/inkml+xml"/>
  <Override PartName="/ppt/ink/ink5138.xml" ContentType="application/inkml+xml"/>
  <Override PartName="/ppt/ink/ink5139.xml" ContentType="application/inkml+xml"/>
  <Override PartName="/ppt/ink/ink5140.xml" ContentType="application/inkml+xml"/>
  <Override PartName="/ppt/ink/ink5141.xml" ContentType="application/inkml+xml"/>
  <Override PartName="/ppt/ink/ink5142.xml" ContentType="application/inkml+xml"/>
  <Override PartName="/ppt/ink/ink5143.xml" ContentType="application/inkml+xml"/>
  <Override PartName="/ppt/ink/ink5144.xml" ContentType="application/inkml+xml"/>
  <Override PartName="/ppt/ink/ink5145.xml" ContentType="application/inkml+xml"/>
  <Override PartName="/ppt/ink/ink5146.xml" ContentType="application/inkml+xml"/>
  <Override PartName="/ppt/ink/ink5147.xml" ContentType="application/inkml+xml"/>
  <Override PartName="/ppt/ink/ink5148.xml" ContentType="application/inkml+xml"/>
  <Override PartName="/ppt/ink/ink5149.xml" ContentType="application/inkml+xml"/>
  <Override PartName="/ppt/ink/ink5150.xml" ContentType="application/inkml+xml"/>
  <Override PartName="/ppt/ink/ink5151.xml" ContentType="application/inkml+xml"/>
  <Override PartName="/ppt/ink/ink5152.xml" ContentType="application/inkml+xml"/>
  <Override PartName="/ppt/ink/ink5153.xml" ContentType="application/inkml+xml"/>
  <Override PartName="/ppt/ink/ink5154.xml" ContentType="application/inkml+xml"/>
  <Override PartName="/ppt/ink/ink5155.xml" ContentType="application/inkml+xml"/>
  <Override PartName="/ppt/ink/ink5156.xml" ContentType="application/inkml+xml"/>
  <Override PartName="/ppt/ink/ink5157.xml" ContentType="application/inkml+xml"/>
  <Override PartName="/ppt/ink/ink5158.xml" ContentType="application/inkml+xml"/>
  <Override PartName="/ppt/ink/ink5159.xml" ContentType="application/inkml+xml"/>
  <Override PartName="/ppt/ink/ink5160.xml" ContentType="application/inkml+xml"/>
  <Override PartName="/ppt/ink/ink5161.xml" ContentType="application/inkml+xml"/>
  <Override PartName="/ppt/ink/ink5162.xml" ContentType="application/inkml+xml"/>
  <Override PartName="/ppt/ink/ink5163.xml" ContentType="application/inkml+xml"/>
  <Override PartName="/ppt/ink/ink5164.xml" ContentType="application/inkml+xml"/>
  <Override PartName="/ppt/ink/ink5165.xml" ContentType="application/inkml+xml"/>
  <Override PartName="/ppt/ink/ink5166.xml" ContentType="application/inkml+xml"/>
  <Override PartName="/ppt/ink/ink5167.xml" ContentType="application/inkml+xml"/>
  <Override PartName="/ppt/ink/ink5168.xml" ContentType="application/inkml+xml"/>
  <Override PartName="/ppt/ink/ink5169.xml" ContentType="application/inkml+xml"/>
  <Override PartName="/ppt/ink/ink5170.xml" ContentType="application/inkml+xml"/>
  <Override PartName="/ppt/ink/ink5171.xml" ContentType="application/inkml+xml"/>
  <Override PartName="/ppt/ink/ink5172.xml" ContentType="application/inkml+xml"/>
  <Override PartName="/ppt/ink/ink5173.xml" ContentType="application/inkml+xml"/>
  <Override PartName="/ppt/ink/ink5174.xml" ContentType="application/inkml+xml"/>
  <Override PartName="/ppt/ink/ink5175.xml" ContentType="application/inkml+xml"/>
  <Override PartName="/ppt/ink/ink5176.xml" ContentType="application/inkml+xml"/>
  <Override PartName="/ppt/ink/ink5177.xml" ContentType="application/inkml+xml"/>
  <Override PartName="/ppt/ink/ink5178.xml" ContentType="application/inkml+xml"/>
  <Override PartName="/ppt/ink/ink5179.xml" ContentType="application/inkml+xml"/>
  <Override PartName="/ppt/ink/ink5180.xml" ContentType="application/inkml+xml"/>
  <Override PartName="/ppt/ink/ink5181.xml" ContentType="application/inkml+xml"/>
  <Override PartName="/ppt/ink/ink5182.xml" ContentType="application/inkml+xml"/>
  <Override PartName="/ppt/ink/ink5183.xml" ContentType="application/inkml+xml"/>
  <Override PartName="/ppt/ink/ink5184.xml" ContentType="application/inkml+xml"/>
  <Override PartName="/ppt/ink/ink5185.xml" ContentType="application/inkml+xml"/>
  <Override PartName="/ppt/ink/ink5186.xml" ContentType="application/inkml+xml"/>
  <Override PartName="/ppt/ink/ink5187.xml" ContentType="application/inkml+xml"/>
  <Override PartName="/ppt/ink/ink5188.xml" ContentType="application/inkml+xml"/>
  <Override PartName="/ppt/ink/ink5189.xml" ContentType="application/inkml+xml"/>
  <Override PartName="/ppt/ink/ink5190.xml" ContentType="application/inkml+xml"/>
  <Override PartName="/ppt/ink/ink5191.xml" ContentType="application/inkml+xml"/>
  <Override PartName="/ppt/ink/ink5192.xml" ContentType="application/inkml+xml"/>
  <Override PartName="/ppt/ink/ink5193.xml" ContentType="application/inkml+xml"/>
  <Override PartName="/ppt/ink/ink5194.xml" ContentType="application/inkml+xml"/>
  <Override PartName="/ppt/ink/ink5195.xml" ContentType="application/inkml+xml"/>
  <Override PartName="/ppt/ink/ink5196.xml" ContentType="application/inkml+xml"/>
  <Override PartName="/ppt/ink/ink5197.xml" ContentType="application/inkml+xml"/>
  <Override PartName="/ppt/ink/ink5198.xml" ContentType="application/inkml+xml"/>
  <Override PartName="/ppt/ink/ink5199.xml" ContentType="application/inkml+xml"/>
  <Override PartName="/ppt/ink/ink5200.xml" ContentType="application/inkml+xml"/>
  <Override PartName="/ppt/ink/ink5201.xml" ContentType="application/inkml+xml"/>
  <Override PartName="/ppt/ink/ink5202.xml" ContentType="application/inkml+xml"/>
  <Override PartName="/ppt/ink/ink5203.xml" ContentType="application/inkml+xml"/>
  <Override PartName="/ppt/ink/ink5204.xml" ContentType="application/inkml+xml"/>
  <Override PartName="/ppt/ink/ink5205.xml" ContentType="application/inkml+xml"/>
  <Override PartName="/ppt/ink/ink5206.xml" ContentType="application/inkml+xml"/>
  <Override PartName="/ppt/ink/ink5207.xml" ContentType="application/inkml+xml"/>
  <Override PartName="/ppt/ink/ink5208.xml" ContentType="application/inkml+xml"/>
  <Override PartName="/ppt/ink/ink5209.xml" ContentType="application/inkml+xml"/>
  <Override PartName="/ppt/ink/ink5210.xml" ContentType="application/inkml+xml"/>
  <Override PartName="/ppt/ink/ink5211.xml" ContentType="application/inkml+xml"/>
  <Override PartName="/ppt/ink/ink5212.xml" ContentType="application/inkml+xml"/>
  <Override PartName="/ppt/ink/ink5213.xml" ContentType="application/inkml+xml"/>
  <Override PartName="/ppt/ink/ink5214.xml" ContentType="application/inkml+xml"/>
  <Override PartName="/ppt/ink/ink5215.xml" ContentType="application/inkml+xml"/>
  <Override PartName="/ppt/ink/ink5216.xml" ContentType="application/inkml+xml"/>
  <Override PartName="/ppt/ink/ink5217.xml" ContentType="application/inkml+xml"/>
  <Override PartName="/ppt/ink/ink5218.xml" ContentType="application/inkml+xml"/>
  <Override PartName="/ppt/ink/ink5219.xml" ContentType="application/inkml+xml"/>
  <Override PartName="/ppt/ink/ink5220.xml" ContentType="application/inkml+xml"/>
  <Override PartName="/ppt/ink/ink5221.xml" ContentType="application/inkml+xml"/>
  <Override PartName="/ppt/ink/ink5222.xml" ContentType="application/inkml+xml"/>
  <Override PartName="/ppt/ink/ink5223.xml" ContentType="application/inkml+xml"/>
  <Override PartName="/ppt/ink/ink5224.xml" ContentType="application/inkml+xml"/>
  <Override PartName="/ppt/ink/ink5225.xml" ContentType="application/inkml+xml"/>
  <Override PartName="/ppt/ink/ink5226.xml" ContentType="application/inkml+xml"/>
  <Override PartName="/ppt/ink/ink5227.xml" ContentType="application/inkml+xml"/>
  <Override PartName="/ppt/ink/ink5228.xml" ContentType="application/inkml+xml"/>
  <Override PartName="/ppt/ink/ink5229.xml" ContentType="application/inkml+xml"/>
  <Override PartName="/ppt/ink/ink5230.xml" ContentType="application/inkml+xml"/>
  <Override PartName="/ppt/ink/ink5231.xml" ContentType="application/inkml+xml"/>
  <Override PartName="/ppt/ink/ink5232.xml" ContentType="application/inkml+xml"/>
  <Override PartName="/ppt/ink/ink5233.xml" ContentType="application/inkml+xml"/>
  <Override PartName="/ppt/ink/ink5234.xml" ContentType="application/inkml+xml"/>
  <Override PartName="/ppt/ink/ink5235.xml" ContentType="application/inkml+xml"/>
  <Override PartName="/ppt/ink/ink5236.xml" ContentType="application/inkml+xml"/>
  <Override PartName="/ppt/ink/ink5237.xml" ContentType="application/inkml+xml"/>
  <Override PartName="/ppt/ink/ink5238.xml" ContentType="application/inkml+xml"/>
  <Override PartName="/ppt/ink/ink5239.xml" ContentType="application/inkml+xml"/>
  <Override PartName="/ppt/ink/ink5240.xml" ContentType="application/inkml+xml"/>
  <Override PartName="/ppt/ink/ink5241.xml" ContentType="application/inkml+xml"/>
  <Override PartName="/ppt/ink/ink5242.xml" ContentType="application/inkml+xml"/>
  <Override PartName="/ppt/ink/ink5243.xml" ContentType="application/inkml+xml"/>
  <Override PartName="/ppt/ink/ink5244.xml" ContentType="application/inkml+xml"/>
  <Override PartName="/ppt/ink/ink5245.xml" ContentType="application/inkml+xml"/>
  <Override PartName="/ppt/ink/ink5246.xml" ContentType="application/inkml+xml"/>
  <Override PartName="/ppt/ink/ink5247.xml" ContentType="application/inkml+xml"/>
  <Override PartName="/ppt/ink/ink5248.xml" ContentType="application/inkml+xml"/>
  <Override PartName="/ppt/ink/ink5249.xml" ContentType="application/inkml+xml"/>
  <Override PartName="/ppt/ink/ink5250.xml" ContentType="application/inkml+xml"/>
  <Override PartName="/ppt/ink/ink5251.xml" ContentType="application/inkml+xml"/>
  <Override PartName="/ppt/ink/ink5252.xml" ContentType="application/inkml+xml"/>
  <Override PartName="/ppt/ink/ink5253.xml" ContentType="application/inkml+xml"/>
  <Override PartName="/ppt/ink/ink5254.xml" ContentType="application/inkml+xml"/>
  <Override PartName="/ppt/ink/ink5255.xml" ContentType="application/inkml+xml"/>
  <Override PartName="/ppt/ink/ink5256.xml" ContentType="application/inkml+xml"/>
  <Override PartName="/ppt/ink/ink5257.xml" ContentType="application/inkml+xml"/>
  <Override PartName="/ppt/ink/ink5258.xml" ContentType="application/inkml+xml"/>
  <Override PartName="/ppt/ink/ink5259.xml" ContentType="application/inkml+xml"/>
  <Override PartName="/ppt/ink/ink5260.xml" ContentType="application/inkml+xml"/>
  <Override PartName="/ppt/ink/ink5261.xml" ContentType="application/inkml+xml"/>
  <Override PartName="/ppt/ink/ink5262.xml" ContentType="application/inkml+xml"/>
  <Override PartName="/ppt/ink/ink5263.xml" ContentType="application/inkml+xml"/>
  <Override PartName="/ppt/ink/ink5264.xml" ContentType="application/inkml+xml"/>
  <Override PartName="/ppt/ink/ink5265.xml" ContentType="application/inkml+xml"/>
  <Override PartName="/ppt/ink/ink5266.xml" ContentType="application/inkml+xml"/>
  <Override PartName="/ppt/ink/ink5267.xml" ContentType="application/inkml+xml"/>
  <Override PartName="/ppt/ink/ink5268.xml" ContentType="application/inkml+xml"/>
  <Override PartName="/ppt/ink/ink5269.xml" ContentType="application/inkml+xml"/>
  <Override PartName="/ppt/ink/ink5270.xml" ContentType="application/inkml+xml"/>
  <Override PartName="/ppt/ink/ink5271.xml" ContentType="application/inkml+xml"/>
  <Override PartName="/ppt/ink/ink5272.xml" ContentType="application/inkml+xml"/>
  <Override PartName="/ppt/ink/ink5273.xml" ContentType="application/inkml+xml"/>
  <Override PartName="/ppt/ink/ink5274.xml" ContentType="application/inkml+xml"/>
  <Override PartName="/ppt/ink/ink5275.xml" ContentType="application/inkml+xml"/>
  <Override PartName="/ppt/ink/ink5276.xml" ContentType="application/inkml+xml"/>
  <Override PartName="/ppt/ink/ink5277.xml" ContentType="application/inkml+xml"/>
  <Override PartName="/ppt/ink/ink5278.xml" ContentType="application/inkml+xml"/>
  <Override PartName="/ppt/ink/ink5279.xml" ContentType="application/inkml+xml"/>
  <Override PartName="/ppt/ink/ink5280.xml" ContentType="application/inkml+xml"/>
  <Override PartName="/ppt/ink/ink5281.xml" ContentType="application/inkml+xml"/>
  <Override PartName="/ppt/ink/ink5282.xml" ContentType="application/inkml+xml"/>
  <Override PartName="/ppt/ink/ink5283.xml" ContentType="application/inkml+xml"/>
  <Override PartName="/ppt/ink/ink5284.xml" ContentType="application/inkml+xml"/>
  <Override PartName="/ppt/ink/ink5285.xml" ContentType="application/inkml+xml"/>
  <Override PartName="/ppt/ink/ink5286.xml" ContentType="application/inkml+xml"/>
  <Override PartName="/ppt/ink/ink5287.xml" ContentType="application/inkml+xml"/>
  <Override PartName="/ppt/ink/ink5288.xml" ContentType="application/inkml+xml"/>
  <Override PartName="/ppt/ink/ink5289.xml" ContentType="application/inkml+xml"/>
  <Override PartName="/ppt/ink/ink5290.xml" ContentType="application/inkml+xml"/>
  <Override PartName="/ppt/ink/ink5291.xml" ContentType="application/inkml+xml"/>
  <Override PartName="/ppt/ink/ink5292.xml" ContentType="application/inkml+xml"/>
  <Override PartName="/ppt/ink/ink5293.xml" ContentType="application/inkml+xml"/>
  <Override PartName="/ppt/ink/ink5294.xml" ContentType="application/inkml+xml"/>
  <Override PartName="/ppt/ink/ink5295.xml" ContentType="application/inkml+xml"/>
  <Override PartName="/ppt/ink/ink5296.xml" ContentType="application/inkml+xml"/>
  <Override PartName="/ppt/ink/ink5297.xml" ContentType="application/inkml+xml"/>
  <Override PartName="/ppt/ink/ink5298.xml" ContentType="application/inkml+xml"/>
  <Override PartName="/ppt/ink/ink5299.xml" ContentType="application/inkml+xml"/>
  <Override PartName="/ppt/ink/ink5300.xml" ContentType="application/inkml+xml"/>
  <Override PartName="/ppt/ink/ink5301.xml" ContentType="application/inkml+xml"/>
  <Override PartName="/ppt/ink/ink5302.xml" ContentType="application/inkml+xml"/>
  <Override PartName="/ppt/ink/ink5303.xml" ContentType="application/inkml+xml"/>
  <Override PartName="/ppt/ink/ink5304.xml" ContentType="application/inkml+xml"/>
  <Override PartName="/ppt/ink/ink5305.xml" ContentType="application/inkml+xml"/>
  <Override PartName="/ppt/ink/ink5306.xml" ContentType="application/inkml+xml"/>
  <Override PartName="/ppt/ink/ink5307.xml" ContentType="application/inkml+xml"/>
  <Override PartName="/ppt/ink/ink5308.xml" ContentType="application/inkml+xml"/>
  <Override PartName="/ppt/ink/ink5309.xml" ContentType="application/inkml+xml"/>
  <Override PartName="/ppt/ink/ink5310.xml" ContentType="application/inkml+xml"/>
  <Override PartName="/ppt/ink/ink5311.xml" ContentType="application/inkml+xml"/>
  <Override PartName="/ppt/ink/ink5312.xml" ContentType="application/inkml+xml"/>
  <Override PartName="/ppt/ink/ink5313.xml" ContentType="application/inkml+xml"/>
  <Override PartName="/ppt/ink/ink5314.xml" ContentType="application/inkml+xml"/>
  <Override PartName="/ppt/ink/ink5315.xml" ContentType="application/inkml+xml"/>
  <Override PartName="/ppt/ink/ink5316.xml" ContentType="application/inkml+xml"/>
  <Override PartName="/ppt/ink/ink5317.xml" ContentType="application/inkml+xml"/>
  <Override PartName="/ppt/ink/ink5318.xml" ContentType="application/inkml+xml"/>
  <Override PartName="/ppt/ink/ink5319.xml" ContentType="application/inkml+xml"/>
  <Override PartName="/ppt/ink/ink5320.xml" ContentType="application/inkml+xml"/>
  <Override PartName="/ppt/ink/ink5321.xml" ContentType="application/inkml+xml"/>
  <Override PartName="/ppt/ink/ink5322.xml" ContentType="application/inkml+xml"/>
  <Override PartName="/ppt/ink/ink5323.xml" ContentType="application/inkml+xml"/>
  <Override PartName="/ppt/ink/ink5324.xml" ContentType="application/inkml+xml"/>
  <Override PartName="/ppt/ink/ink5325.xml" ContentType="application/inkml+xml"/>
  <Override PartName="/ppt/ink/ink5326.xml" ContentType="application/inkml+xml"/>
  <Override PartName="/ppt/ink/ink5327.xml" ContentType="application/inkml+xml"/>
  <Override PartName="/ppt/ink/ink5328.xml" ContentType="application/inkml+xml"/>
  <Override PartName="/ppt/ink/ink5329.xml" ContentType="application/inkml+xml"/>
  <Override PartName="/ppt/ink/ink5330.xml" ContentType="application/inkml+xml"/>
  <Override PartName="/ppt/ink/ink5331.xml" ContentType="application/inkml+xml"/>
  <Override PartName="/ppt/ink/ink5332.xml" ContentType="application/inkml+xml"/>
  <Override PartName="/ppt/ink/ink5333.xml" ContentType="application/inkml+xml"/>
  <Override PartName="/ppt/ink/ink5334.xml" ContentType="application/inkml+xml"/>
  <Override PartName="/ppt/ink/ink5335.xml" ContentType="application/inkml+xml"/>
  <Override PartName="/ppt/ink/ink5336.xml" ContentType="application/inkml+xml"/>
  <Override PartName="/ppt/ink/ink5337.xml" ContentType="application/inkml+xml"/>
  <Override PartName="/ppt/ink/ink5338.xml" ContentType="application/inkml+xml"/>
  <Override PartName="/ppt/ink/ink5339.xml" ContentType="application/inkml+xml"/>
  <Override PartName="/ppt/ink/ink5340.xml" ContentType="application/inkml+xml"/>
  <Override PartName="/ppt/ink/ink5341.xml" ContentType="application/inkml+xml"/>
  <Override PartName="/ppt/ink/ink5342.xml" ContentType="application/inkml+xml"/>
  <Override PartName="/ppt/ink/ink5343.xml" ContentType="application/inkml+xml"/>
  <Override PartName="/ppt/ink/ink5344.xml" ContentType="application/inkml+xml"/>
  <Override PartName="/ppt/ink/ink5345.xml" ContentType="application/inkml+xml"/>
  <Override PartName="/ppt/ink/ink5346.xml" ContentType="application/inkml+xml"/>
  <Override PartName="/ppt/ink/ink5347.xml" ContentType="application/inkml+xml"/>
  <Override PartName="/ppt/ink/ink5348.xml" ContentType="application/inkml+xml"/>
  <Override PartName="/ppt/ink/ink5349.xml" ContentType="application/inkml+xml"/>
  <Override PartName="/ppt/ink/ink5350.xml" ContentType="application/inkml+xml"/>
  <Override PartName="/ppt/ink/ink5351.xml" ContentType="application/inkml+xml"/>
  <Override PartName="/ppt/ink/ink5352.xml" ContentType="application/inkml+xml"/>
  <Override PartName="/ppt/ink/ink5353.xml" ContentType="application/inkml+xml"/>
  <Override PartName="/ppt/ink/ink5354.xml" ContentType="application/inkml+xml"/>
  <Override PartName="/ppt/ink/ink5355.xml" ContentType="application/inkml+xml"/>
  <Override PartName="/ppt/ink/ink5356.xml" ContentType="application/inkml+xml"/>
  <Override PartName="/ppt/ink/ink5357.xml" ContentType="application/inkml+xml"/>
  <Override PartName="/ppt/ink/ink5358.xml" ContentType="application/inkml+xml"/>
  <Override PartName="/ppt/ink/ink5359.xml" ContentType="application/inkml+xml"/>
  <Override PartName="/ppt/ink/ink5360.xml" ContentType="application/inkml+xml"/>
  <Override PartName="/ppt/ink/ink5361.xml" ContentType="application/inkml+xml"/>
  <Override PartName="/ppt/ink/ink5362.xml" ContentType="application/inkml+xml"/>
  <Override PartName="/ppt/ink/ink5363.xml" ContentType="application/inkml+xml"/>
  <Override PartName="/ppt/ink/ink5364.xml" ContentType="application/inkml+xml"/>
  <Override PartName="/ppt/ink/ink5365.xml" ContentType="application/inkml+xml"/>
  <Override PartName="/ppt/ink/ink5366.xml" ContentType="application/inkml+xml"/>
  <Override PartName="/ppt/ink/ink5367.xml" ContentType="application/inkml+xml"/>
  <Override PartName="/ppt/ink/ink5368.xml" ContentType="application/inkml+xml"/>
  <Override PartName="/ppt/ink/ink5369.xml" ContentType="application/inkml+xml"/>
  <Override PartName="/ppt/ink/ink5370.xml" ContentType="application/inkml+xml"/>
  <Override PartName="/ppt/ink/ink5371.xml" ContentType="application/inkml+xml"/>
  <Override PartName="/ppt/ink/ink5372.xml" ContentType="application/inkml+xml"/>
  <Override PartName="/ppt/ink/ink5373.xml" ContentType="application/inkml+xml"/>
  <Override PartName="/ppt/ink/ink5374.xml" ContentType="application/inkml+xml"/>
  <Override PartName="/ppt/ink/ink5375.xml" ContentType="application/inkml+xml"/>
  <Override PartName="/ppt/ink/ink5376.xml" ContentType="application/inkml+xml"/>
  <Override PartName="/ppt/ink/ink5377.xml" ContentType="application/inkml+xml"/>
  <Override PartName="/ppt/ink/ink5378.xml" ContentType="application/inkml+xml"/>
  <Override PartName="/ppt/ink/ink5379.xml" ContentType="application/inkml+xml"/>
  <Override PartName="/ppt/ink/ink5380.xml" ContentType="application/inkml+xml"/>
  <Override PartName="/ppt/ink/ink5381.xml" ContentType="application/inkml+xml"/>
  <Override PartName="/ppt/ink/ink5382.xml" ContentType="application/inkml+xml"/>
  <Override PartName="/ppt/ink/ink5383.xml" ContentType="application/inkml+xml"/>
  <Override PartName="/ppt/ink/ink5384.xml" ContentType="application/inkml+xml"/>
  <Override PartName="/ppt/ink/ink5385.xml" ContentType="application/inkml+xml"/>
  <Override PartName="/ppt/ink/ink5386.xml" ContentType="application/inkml+xml"/>
  <Override PartName="/ppt/ink/ink5387.xml" ContentType="application/inkml+xml"/>
  <Override PartName="/ppt/ink/ink5388.xml" ContentType="application/inkml+xml"/>
  <Override PartName="/ppt/ink/ink5389.xml" ContentType="application/inkml+xml"/>
  <Override PartName="/ppt/ink/ink5390.xml" ContentType="application/inkml+xml"/>
  <Override PartName="/ppt/ink/ink5391.xml" ContentType="application/inkml+xml"/>
  <Override PartName="/ppt/ink/ink5392.xml" ContentType="application/inkml+xml"/>
  <Override PartName="/ppt/ink/ink5393.xml" ContentType="application/inkml+xml"/>
  <Override PartName="/ppt/ink/ink5394.xml" ContentType="application/inkml+xml"/>
  <Override PartName="/ppt/ink/ink5395.xml" ContentType="application/inkml+xml"/>
  <Override PartName="/ppt/ink/ink5396.xml" ContentType="application/inkml+xml"/>
  <Override PartName="/ppt/ink/ink5397.xml" ContentType="application/inkml+xml"/>
  <Override PartName="/ppt/ink/ink5398.xml" ContentType="application/inkml+xml"/>
  <Override PartName="/ppt/ink/ink5399.xml" ContentType="application/inkml+xml"/>
  <Override PartName="/ppt/ink/ink5400.xml" ContentType="application/inkml+xml"/>
  <Override PartName="/ppt/ink/ink5401.xml" ContentType="application/inkml+xml"/>
  <Override PartName="/ppt/ink/ink5402.xml" ContentType="application/inkml+xml"/>
  <Override PartName="/ppt/ink/ink5403.xml" ContentType="application/inkml+xml"/>
  <Override PartName="/ppt/ink/ink5404.xml" ContentType="application/inkml+xml"/>
  <Override PartName="/ppt/ink/ink5405.xml" ContentType="application/inkml+xml"/>
  <Override PartName="/ppt/ink/ink5406.xml" ContentType="application/inkml+xml"/>
  <Override PartName="/ppt/ink/ink5407.xml" ContentType="application/inkml+xml"/>
  <Override PartName="/ppt/ink/ink5408.xml" ContentType="application/inkml+xml"/>
  <Override PartName="/ppt/ink/ink5409.xml" ContentType="application/inkml+xml"/>
  <Override PartName="/ppt/ink/ink5410.xml" ContentType="application/inkml+xml"/>
  <Override PartName="/ppt/ink/ink5411.xml" ContentType="application/inkml+xml"/>
  <Override PartName="/ppt/ink/ink5412.xml" ContentType="application/inkml+xml"/>
  <Override PartName="/ppt/ink/ink5413.xml" ContentType="application/inkml+xml"/>
  <Override PartName="/ppt/ink/ink5414.xml" ContentType="application/inkml+xml"/>
  <Override PartName="/ppt/ink/ink5415.xml" ContentType="application/inkml+xml"/>
  <Override PartName="/ppt/ink/ink5416.xml" ContentType="application/inkml+xml"/>
  <Override PartName="/ppt/ink/ink5417.xml" ContentType="application/inkml+xml"/>
  <Override PartName="/ppt/ink/ink5418.xml" ContentType="application/inkml+xml"/>
  <Override PartName="/ppt/ink/ink5419.xml" ContentType="application/inkml+xml"/>
  <Override PartName="/ppt/ink/ink5420.xml" ContentType="application/inkml+xml"/>
  <Override PartName="/ppt/ink/ink5421.xml" ContentType="application/inkml+xml"/>
  <Override PartName="/ppt/ink/ink5422.xml" ContentType="application/inkml+xml"/>
  <Override PartName="/ppt/ink/ink5423.xml" ContentType="application/inkml+xml"/>
  <Override PartName="/ppt/ink/ink5424.xml" ContentType="application/inkml+xml"/>
  <Override PartName="/ppt/ink/ink5425.xml" ContentType="application/inkml+xml"/>
  <Override PartName="/ppt/ink/ink5426.xml" ContentType="application/inkml+xml"/>
  <Override PartName="/ppt/ink/ink5427.xml" ContentType="application/inkml+xml"/>
  <Override PartName="/ppt/ink/ink5428.xml" ContentType="application/inkml+xml"/>
  <Override PartName="/ppt/ink/ink5429.xml" ContentType="application/inkml+xml"/>
  <Override PartName="/ppt/ink/ink5430.xml" ContentType="application/inkml+xml"/>
  <Override PartName="/ppt/ink/ink5431.xml" ContentType="application/inkml+xml"/>
  <Override PartName="/ppt/ink/ink5432.xml" ContentType="application/inkml+xml"/>
  <Override PartName="/ppt/ink/ink5433.xml" ContentType="application/inkml+xml"/>
  <Override PartName="/ppt/ink/ink5434.xml" ContentType="application/inkml+xml"/>
  <Override PartName="/ppt/ink/ink5435.xml" ContentType="application/inkml+xml"/>
  <Override PartName="/ppt/ink/ink5436.xml" ContentType="application/inkml+xml"/>
  <Override PartName="/ppt/ink/ink5437.xml" ContentType="application/inkml+xml"/>
  <Override PartName="/ppt/ink/ink5438.xml" ContentType="application/inkml+xml"/>
  <Override PartName="/ppt/ink/ink5439.xml" ContentType="application/inkml+xml"/>
  <Override PartName="/ppt/ink/ink5440.xml" ContentType="application/inkml+xml"/>
  <Override PartName="/ppt/ink/ink5441.xml" ContentType="application/inkml+xml"/>
  <Override PartName="/ppt/ink/ink5442.xml" ContentType="application/inkml+xml"/>
  <Override PartName="/ppt/ink/ink5443.xml" ContentType="application/inkml+xml"/>
  <Override PartName="/ppt/ink/ink5444.xml" ContentType="application/inkml+xml"/>
  <Override PartName="/ppt/ink/ink5445.xml" ContentType="application/inkml+xml"/>
  <Override PartName="/ppt/ink/ink5446.xml" ContentType="application/inkml+xml"/>
  <Override PartName="/ppt/ink/ink5447.xml" ContentType="application/inkml+xml"/>
  <Override PartName="/ppt/ink/ink5448.xml" ContentType="application/inkml+xml"/>
  <Override PartName="/ppt/ink/ink5449.xml" ContentType="application/inkml+xml"/>
  <Override PartName="/ppt/ink/ink5450.xml" ContentType="application/inkml+xml"/>
  <Override PartName="/ppt/ink/ink5451.xml" ContentType="application/inkml+xml"/>
  <Override PartName="/ppt/ink/ink5452.xml" ContentType="application/inkml+xml"/>
  <Override PartName="/ppt/ink/ink5453.xml" ContentType="application/inkml+xml"/>
  <Override PartName="/ppt/ink/ink5454.xml" ContentType="application/inkml+xml"/>
  <Override PartName="/ppt/ink/ink5455.xml" ContentType="application/inkml+xml"/>
  <Override PartName="/ppt/ink/ink5456.xml" ContentType="application/inkml+xml"/>
  <Override PartName="/ppt/ink/ink5457.xml" ContentType="application/inkml+xml"/>
  <Override PartName="/ppt/ink/ink5458.xml" ContentType="application/inkml+xml"/>
  <Override PartName="/ppt/ink/ink5459.xml" ContentType="application/inkml+xml"/>
  <Override PartName="/ppt/ink/ink5460.xml" ContentType="application/inkml+xml"/>
  <Override PartName="/ppt/ink/ink5461.xml" ContentType="application/inkml+xml"/>
  <Override PartName="/ppt/ink/ink5462.xml" ContentType="application/inkml+xml"/>
  <Override PartName="/ppt/ink/ink5463.xml" ContentType="application/inkml+xml"/>
  <Override PartName="/ppt/ink/ink5464.xml" ContentType="application/inkml+xml"/>
  <Override PartName="/ppt/ink/ink5465.xml" ContentType="application/inkml+xml"/>
  <Override PartName="/ppt/ink/ink5466.xml" ContentType="application/inkml+xml"/>
  <Override PartName="/ppt/ink/ink5467.xml" ContentType="application/inkml+xml"/>
  <Override PartName="/ppt/ink/ink5468.xml" ContentType="application/inkml+xml"/>
  <Override PartName="/ppt/ink/ink5469.xml" ContentType="application/inkml+xml"/>
  <Override PartName="/ppt/ink/ink5470.xml" ContentType="application/inkml+xml"/>
  <Override PartName="/ppt/ink/ink5471.xml" ContentType="application/inkml+xml"/>
  <Override PartName="/ppt/ink/ink5472.xml" ContentType="application/inkml+xml"/>
  <Override PartName="/ppt/ink/ink5473.xml" ContentType="application/inkml+xml"/>
  <Override PartName="/ppt/ink/ink5474.xml" ContentType="application/inkml+xml"/>
  <Override PartName="/ppt/ink/ink5475.xml" ContentType="application/inkml+xml"/>
  <Override PartName="/ppt/ink/ink5476.xml" ContentType="application/inkml+xml"/>
  <Override PartName="/ppt/ink/ink5477.xml" ContentType="application/inkml+xml"/>
  <Override PartName="/ppt/ink/ink5478.xml" ContentType="application/inkml+xml"/>
  <Override PartName="/ppt/ink/ink5479.xml" ContentType="application/inkml+xml"/>
  <Override PartName="/ppt/ink/ink5480.xml" ContentType="application/inkml+xml"/>
  <Override PartName="/ppt/ink/ink5481.xml" ContentType="application/inkml+xml"/>
  <Override PartName="/ppt/ink/ink5482.xml" ContentType="application/inkml+xml"/>
  <Override PartName="/ppt/ink/ink5483.xml" ContentType="application/inkml+xml"/>
  <Override PartName="/ppt/ink/ink5484.xml" ContentType="application/inkml+xml"/>
  <Override PartName="/ppt/ink/ink5485.xml" ContentType="application/inkml+xml"/>
  <Override PartName="/ppt/ink/ink5486.xml" ContentType="application/inkml+xml"/>
  <Override PartName="/ppt/ink/ink5487.xml" ContentType="application/inkml+xml"/>
  <Override PartName="/ppt/ink/ink5488.xml" ContentType="application/inkml+xml"/>
  <Override PartName="/ppt/ink/ink5489.xml" ContentType="application/inkml+xml"/>
  <Override PartName="/ppt/ink/ink5490.xml" ContentType="application/inkml+xml"/>
  <Override PartName="/ppt/ink/ink5491.xml" ContentType="application/inkml+xml"/>
  <Override PartName="/ppt/ink/ink5492.xml" ContentType="application/inkml+xml"/>
  <Override PartName="/ppt/ink/ink5493.xml" ContentType="application/inkml+xml"/>
  <Override PartName="/ppt/ink/ink5494.xml" ContentType="application/inkml+xml"/>
  <Override PartName="/ppt/ink/ink5495.xml" ContentType="application/inkml+xml"/>
  <Override PartName="/ppt/ink/ink5496.xml" ContentType="application/inkml+xml"/>
  <Override PartName="/ppt/ink/ink5497.xml" ContentType="application/inkml+xml"/>
  <Override PartName="/ppt/ink/ink5498.xml" ContentType="application/inkml+xml"/>
  <Override PartName="/ppt/ink/ink5499.xml" ContentType="application/inkml+xml"/>
  <Override PartName="/ppt/ink/ink5500.xml" ContentType="application/inkml+xml"/>
  <Override PartName="/ppt/ink/ink5501.xml" ContentType="application/inkml+xml"/>
  <Override PartName="/ppt/ink/ink5502.xml" ContentType="application/inkml+xml"/>
  <Override PartName="/ppt/ink/ink5503.xml" ContentType="application/inkml+xml"/>
  <Override PartName="/ppt/ink/ink5504.xml" ContentType="application/inkml+xml"/>
  <Override PartName="/ppt/ink/ink5505.xml" ContentType="application/inkml+xml"/>
  <Override PartName="/ppt/ink/ink5506.xml" ContentType="application/inkml+xml"/>
  <Override PartName="/ppt/ink/ink5507.xml" ContentType="application/inkml+xml"/>
  <Override PartName="/ppt/ink/ink5508.xml" ContentType="application/inkml+xml"/>
  <Override PartName="/ppt/ink/ink5509.xml" ContentType="application/inkml+xml"/>
  <Override PartName="/ppt/ink/ink5510.xml" ContentType="application/inkml+xml"/>
  <Override PartName="/ppt/ink/ink5511.xml" ContentType="application/inkml+xml"/>
  <Override PartName="/ppt/ink/ink5512.xml" ContentType="application/inkml+xml"/>
  <Override PartName="/ppt/ink/ink5513.xml" ContentType="application/inkml+xml"/>
  <Override PartName="/ppt/ink/ink5514.xml" ContentType="application/inkml+xml"/>
  <Override PartName="/ppt/ink/ink5515.xml" ContentType="application/inkml+xml"/>
  <Override PartName="/ppt/ink/ink5516.xml" ContentType="application/inkml+xml"/>
  <Override PartName="/ppt/ink/ink5517.xml" ContentType="application/inkml+xml"/>
  <Override PartName="/ppt/ink/ink5518.xml" ContentType="application/inkml+xml"/>
  <Override PartName="/ppt/ink/ink5519.xml" ContentType="application/inkml+xml"/>
  <Override PartName="/ppt/ink/ink5520.xml" ContentType="application/inkml+xml"/>
  <Override PartName="/ppt/ink/ink5521.xml" ContentType="application/inkml+xml"/>
  <Override PartName="/ppt/ink/ink5522.xml" ContentType="application/inkml+xml"/>
  <Override PartName="/ppt/ink/ink5523.xml" ContentType="application/inkml+xml"/>
  <Override PartName="/ppt/ink/ink5524.xml" ContentType="application/inkml+xml"/>
  <Override PartName="/ppt/ink/ink5525.xml" ContentType="application/inkml+xml"/>
  <Override PartName="/ppt/ink/ink5526.xml" ContentType="application/inkml+xml"/>
  <Override PartName="/ppt/ink/ink5527.xml" ContentType="application/inkml+xml"/>
  <Override PartName="/ppt/ink/ink5528.xml" ContentType="application/inkml+xml"/>
  <Override PartName="/ppt/ink/ink5529.xml" ContentType="application/inkml+xml"/>
  <Override PartName="/ppt/ink/ink5530.xml" ContentType="application/inkml+xml"/>
  <Override PartName="/ppt/ink/ink5531.xml" ContentType="application/inkml+xml"/>
  <Override PartName="/ppt/ink/ink5532.xml" ContentType="application/inkml+xml"/>
  <Override PartName="/ppt/ink/ink5533.xml" ContentType="application/inkml+xml"/>
  <Override PartName="/ppt/ink/ink5534.xml" ContentType="application/inkml+xml"/>
  <Override PartName="/ppt/ink/ink5535.xml" ContentType="application/inkml+xml"/>
  <Override PartName="/ppt/ink/ink5536.xml" ContentType="application/inkml+xml"/>
  <Override PartName="/ppt/ink/ink5537.xml" ContentType="application/inkml+xml"/>
  <Override PartName="/ppt/ink/ink5538.xml" ContentType="application/inkml+xml"/>
  <Override PartName="/ppt/ink/ink5539.xml" ContentType="application/inkml+xml"/>
  <Override PartName="/ppt/ink/ink5540.xml" ContentType="application/inkml+xml"/>
  <Override PartName="/ppt/ink/ink5541.xml" ContentType="application/inkml+xml"/>
  <Override PartName="/ppt/ink/ink5542.xml" ContentType="application/inkml+xml"/>
  <Override PartName="/ppt/ink/ink5543.xml" ContentType="application/inkml+xml"/>
  <Override PartName="/ppt/ink/ink5544.xml" ContentType="application/inkml+xml"/>
  <Override PartName="/ppt/ink/ink5545.xml" ContentType="application/inkml+xml"/>
  <Override PartName="/ppt/ink/ink5546.xml" ContentType="application/inkml+xml"/>
  <Override PartName="/ppt/ink/ink5547.xml" ContentType="application/inkml+xml"/>
  <Override PartName="/ppt/ink/ink5548.xml" ContentType="application/inkml+xml"/>
  <Override PartName="/ppt/ink/ink5549.xml" ContentType="application/inkml+xml"/>
  <Override PartName="/ppt/ink/ink5550.xml" ContentType="application/inkml+xml"/>
  <Override PartName="/ppt/ink/ink5551.xml" ContentType="application/inkml+xml"/>
  <Override PartName="/ppt/ink/ink5552.xml" ContentType="application/inkml+xml"/>
  <Override PartName="/ppt/ink/ink5553.xml" ContentType="application/inkml+xml"/>
  <Override PartName="/ppt/ink/ink5554.xml" ContentType="application/inkml+xml"/>
  <Override PartName="/ppt/ink/ink5555.xml" ContentType="application/inkml+xml"/>
  <Override PartName="/ppt/ink/ink5556.xml" ContentType="application/inkml+xml"/>
  <Override PartName="/ppt/ink/ink5557.xml" ContentType="application/inkml+xml"/>
  <Override PartName="/ppt/ink/ink5558.xml" ContentType="application/inkml+xml"/>
  <Override PartName="/ppt/ink/ink5559.xml" ContentType="application/inkml+xml"/>
  <Override PartName="/ppt/ink/ink5560.xml" ContentType="application/inkml+xml"/>
  <Override PartName="/ppt/ink/ink5561.xml" ContentType="application/inkml+xml"/>
  <Override PartName="/ppt/ink/ink5562.xml" ContentType="application/inkml+xml"/>
  <Override PartName="/ppt/ink/ink5563.xml" ContentType="application/inkml+xml"/>
  <Override PartName="/ppt/ink/ink5564.xml" ContentType="application/inkml+xml"/>
  <Override PartName="/ppt/ink/ink5565.xml" ContentType="application/inkml+xml"/>
  <Override PartName="/ppt/ink/ink5566.xml" ContentType="application/inkml+xml"/>
  <Override PartName="/ppt/ink/ink5567.xml" ContentType="application/inkml+xml"/>
  <Override PartName="/ppt/ink/ink5568.xml" ContentType="application/inkml+xml"/>
  <Override PartName="/ppt/ink/ink5569.xml" ContentType="application/inkml+xml"/>
  <Override PartName="/ppt/ink/ink5570.xml" ContentType="application/inkml+xml"/>
  <Override PartName="/ppt/ink/ink5571.xml" ContentType="application/inkml+xml"/>
  <Override PartName="/ppt/ink/ink5572.xml" ContentType="application/inkml+xml"/>
  <Override PartName="/ppt/ink/ink5573.xml" ContentType="application/inkml+xml"/>
  <Override PartName="/ppt/ink/ink5574.xml" ContentType="application/inkml+xml"/>
  <Override PartName="/ppt/ink/ink5575.xml" ContentType="application/inkml+xml"/>
  <Override PartName="/ppt/ink/ink5576.xml" ContentType="application/inkml+xml"/>
  <Override PartName="/ppt/ink/ink5577.xml" ContentType="application/inkml+xml"/>
  <Override PartName="/ppt/ink/ink5578.xml" ContentType="application/inkml+xml"/>
  <Override PartName="/ppt/ink/ink5579.xml" ContentType="application/inkml+xml"/>
  <Override PartName="/ppt/ink/ink5580.xml" ContentType="application/inkml+xml"/>
  <Override PartName="/ppt/ink/ink5581.xml" ContentType="application/inkml+xml"/>
  <Override PartName="/ppt/ink/ink5582.xml" ContentType="application/inkml+xml"/>
  <Override PartName="/ppt/ink/ink5583.xml" ContentType="application/inkml+xml"/>
  <Override PartName="/ppt/ink/ink5584.xml" ContentType="application/inkml+xml"/>
  <Override PartName="/ppt/ink/ink5585.xml" ContentType="application/inkml+xml"/>
  <Override PartName="/ppt/ink/ink5586.xml" ContentType="application/inkml+xml"/>
  <Override PartName="/ppt/ink/ink5587.xml" ContentType="application/inkml+xml"/>
  <Override PartName="/ppt/ink/ink5588.xml" ContentType="application/inkml+xml"/>
  <Override PartName="/ppt/ink/ink5589.xml" ContentType="application/inkml+xml"/>
  <Override PartName="/ppt/ink/ink5590.xml" ContentType="application/inkml+xml"/>
  <Override PartName="/ppt/ink/ink5591.xml" ContentType="application/inkml+xml"/>
  <Override PartName="/ppt/ink/ink5592.xml" ContentType="application/inkml+xml"/>
  <Override PartName="/ppt/ink/ink5593.xml" ContentType="application/inkml+xml"/>
  <Override PartName="/ppt/ink/ink5594.xml" ContentType="application/inkml+xml"/>
  <Override PartName="/ppt/ink/ink5595.xml" ContentType="application/inkml+xml"/>
  <Override PartName="/ppt/ink/ink5596.xml" ContentType="application/inkml+xml"/>
  <Override PartName="/ppt/ink/ink5597.xml" ContentType="application/inkml+xml"/>
  <Override PartName="/ppt/ink/ink5598.xml" ContentType="application/inkml+xml"/>
  <Override PartName="/ppt/ink/ink5599.xml" ContentType="application/inkml+xml"/>
  <Override PartName="/ppt/ink/ink5600.xml" ContentType="application/inkml+xml"/>
  <Override PartName="/ppt/ink/ink5601.xml" ContentType="application/inkml+xml"/>
  <Override PartName="/ppt/ink/ink5602.xml" ContentType="application/inkml+xml"/>
  <Override PartName="/ppt/ink/ink5603.xml" ContentType="application/inkml+xml"/>
  <Override PartName="/ppt/ink/ink5604.xml" ContentType="application/inkml+xml"/>
  <Override PartName="/ppt/ink/ink5605.xml" ContentType="application/inkml+xml"/>
  <Override PartName="/ppt/ink/ink5606.xml" ContentType="application/inkml+xml"/>
  <Override PartName="/ppt/ink/ink5607.xml" ContentType="application/inkml+xml"/>
  <Override PartName="/ppt/ink/ink5608.xml" ContentType="application/inkml+xml"/>
  <Override PartName="/ppt/ink/ink5609.xml" ContentType="application/inkml+xml"/>
  <Override PartName="/ppt/ink/ink5610.xml" ContentType="application/inkml+xml"/>
  <Override PartName="/ppt/ink/ink5611.xml" ContentType="application/inkml+xml"/>
  <Override PartName="/ppt/ink/ink5612.xml" ContentType="application/inkml+xml"/>
  <Override PartName="/ppt/ink/ink5613.xml" ContentType="application/inkml+xml"/>
  <Override PartName="/ppt/ink/ink5614.xml" ContentType="application/inkml+xml"/>
  <Override PartName="/ppt/ink/ink5615.xml" ContentType="application/inkml+xml"/>
  <Override PartName="/ppt/ink/ink5616.xml" ContentType="application/inkml+xml"/>
  <Override PartName="/ppt/ink/ink5617.xml" ContentType="application/inkml+xml"/>
  <Override PartName="/ppt/ink/ink5618.xml" ContentType="application/inkml+xml"/>
  <Override PartName="/ppt/ink/ink5619.xml" ContentType="application/inkml+xml"/>
  <Override PartName="/ppt/ink/ink5620.xml" ContentType="application/inkml+xml"/>
  <Override PartName="/ppt/ink/ink5621.xml" ContentType="application/inkml+xml"/>
  <Override PartName="/ppt/ink/ink5622.xml" ContentType="application/inkml+xml"/>
  <Override PartName="/ppt/ink/ink5623.xml" ContentType="application/inkml+xml"/>
  <Override PartName="/ppt/ink/ink5624.xml" ContentType="application/inkml+xml"/>
  <Override PartName="/ppt/ink/ink5625.xml" ContentType="application/inkml+xml"/>
  <Override PartName="/ppt/ink/ink5626.xml" ContentType="application/inkml+xml"/>
  <Override PartName="/ppt/ink/ink5627.xml" ContentType="application/inkml+xml"/>
  <Override PartName="/ppt/ink/ink5628.xml" ContentType="application/inkml+xml"/>
  <Override PartName="/ppt/ink/ink5629.xml" ContentType="application/inkml+xml"/>
  <Override PartName="/ppt/ink/ink5630.xml" ContentType="application/inkml+xml"/>
  <Override PartName="/ppt/ink/ink5631.xml" ContentType="application/inkml+xml"/>
  <Override PartName="/ppt/ink/ink5632.xml" ContentType="application/inkml+xml"/>
  <Override PartName="/ppt/ink/ink5633.xml" ContentType="application/inkml+xml"/>
  <Override PartName="/ppt/ink/ink5634.xml" ContentType="application/inkml+xml"/>
  <Override PartName="/ppt/ink/ink5635.xml" ContentType="application/inkml+xml"/>
  <Override PartName="/ppt/ink/ink5636.xml" ContentType="application/inkml+xml"/>
  <Override PartName="/ppt/ink/ink5637.xml" ContentType="application/inkml+xml"/>
  <Override PartName="/ppt/ink/ink5638.xml" ContentType="application/inkml+xml"/>
  <Override PartName="/ppt/ink/ink5639.xml" ContentType="application/inkml+xml"/>
  <Override PartName="/ppt/ink/ink5640.xml" ContentType="application/inkml+xml"/>
  <Override PartName="/ppt/ink/ink5641.xml" ContentType="application/inkml+xml"/>
  <Override PartName="/ppt/ink/ink5642.xml" ContentType="application/inkml+xml"/>
  <Override PartName="/ppt/ink/ink5643.xml" ContentType="application/inkml+xml"/>
  <Override PartName="/ppt/ink/ink5644.xml" ContentType="application/inkml+xml"/>
  <Override PartName="/ppt/ink/ink5645.xml" ContentType="application/inkml+xml"/>
  <Override PartName="/ppt/ink/ink5646.xml" ContentType="application/inkml+xml"/>
  <Override PartName="/ppt/ink/ink5647.xml" ContentType="application/inkml+xml"/>
  <Override PartName="/ppt/ink/ink5648.xml" ContentType="application/inkml+xml"/>
  <Override PartName="/ppt/ink/ink5649.xml" ContentType="application/inkml+xml"/>
  <Override PartName="/ppt/ink/ink5650.xml" ContentType="application/inkml+xml"/>
  <Override PartName="/ppt/ink/ink5651.xml" ContentType="application/inkml+xml"/>
  <Override PartName="/ppt/ink/ink5652.xml" ContentType="application/inkml+xml"/>
  <Override PartName="/ppt/ink/ink5653.xml" ContentType="application/inkml+xml"/>
  <Override PartName="/ppt/ink/ink5654.xml" ContentType="application/inkml+xml"/>
  <Override PartName="/ppt/ink/ink5655.xml" ContentType="application/inkml+xml"/>
  <Override PartName="/ppt/ink/ink5656.xml" ContentType="application/inkml+xml"/>
  <Override PartName="/ppt/ink/ink5657.xml" ContentType="application/inkml+xml"/>
  <Override PartName="/ppt/ink/ink5658.xml" ContentType="application/inkml+xml"/>
  <Override PartName="/ppt/ink/ink5659.xml" ContentType="application/inkml+xml"/>
  <Override PartName="/ppt/ink/ink5660.xml" ContentType="application/inkml+xml"/>
  <Override PartName="/ppt/ink/ink5661.xml" ContentType="application/inkml+xml"/>
  <Override PartName="/ppt/ink/ink5662.xml" ContentType="application/inkml+xml"/>
  <Override PartName="/ppt/ink/ink5663.xml" ContentType="application/inkml+xml"/>
  <Override PartName="/ppt/ink/ink5664.xml" ContentType="application/inkml+xml"/>
  <Override PartName="/ppt/ink/ink5665.xml" ContentType="application/inkml+xml"/>
  <Override PartName="/ppt/ink/ink5666.xml" ContentType="application/inkml+xml"/>
  <Override PartName="/ppt/ink/ink5667.xml" ContentType="application/inkml+xml"/>
  <Override PartName="/ppt/ink/ink5668.xml" ContentType="application/inkml+xml"/>
  <Override PartName="/ppt/ink/ink5669.xml" ContentType="application/inkml+xml"/>
  <Override PartName="/ppt/ink/ink5670.xml" ContentType="application/inkml+xml"/>
  <Override PartName="/ppt/ink/ink5671.xml" ContentType="application/inkml+xml"/>
  <Override PartName="/ppt/ink/ink5672.xml" ContentType="application/inkml+xml"/>
  <Override PartName="/ppt/ink/ink5673.xml" ContentType="application/inkml+xml"/>
  <Override PartName="/ppt/ink/ink5674.xml" ContentType="application/inkml+xml"/>
  <Override PartName="/ppt/ink/ink5675.xml" ContentType="application/inkml+xml"/>
  <Override PartName="/ppt/ink/ink5676.xml" ContentType="application/inkml+xml"/>
  <Override PartName="/ppt/ink/ink5677.xml" ContentType="application/inkml+xml"/>
  <Override PartName="/ppt/ink/ink5678.xml" ContentType="application/inkml+xml"/>
  <Override PartName="/ppt/ink/ink5679.xml" ContentType="application/inkml+xml"/>
  <Override PartName="/ppt/ink/ink5680.xml" ContentType="application/inkml+xml"/>
  <Override PartName="/ppt/ink/ink5681.xml" ContentType="application/inkml+xml"/>
  <Override PartName="/ppt/ink/ink5682.xml" ContentType="application/inkml+xml"/>
  <Override PartName="/ppt/ink/ink5683.xml" ContentType="application/inkml+xml"/>
  <Override PartName="/ppt/ink/ink5684.xml" ContentType="application/inkml+xml"/>
  <Override PartName="/ppt/ink/ink5685.xml" ContentType="application/inkml+xml"/>
  <Override PartName="/ppt/ink/ink5686.xml" ContentType="application/inkml+xml"/>
  <Override PartName="/ppt/ink/ink5687.xml" ContentType="application/inkml+xml"/>
  <Override PartName="/ppt/ink/ink5688.xml" ContentType="application/inkml+xml"/>
  <Override PartName="/ppt/ink/ink5689.xml" ContentType="application/inkml+xml"/>
  <Override PartName="/ppt/ink/ink5690.xml" ContentType="application/inkml+xml"/>
  <Override PartName="/ppt/ink/ink5691.xml" ContentType="application/inkml+xml"/>
  <Override PartName="/ppt/ink/ink5692.xml" ContentType="application/inkml+xml"/>
  <Override PartName="/ppt/ink/ink5693.xml" ContentType="application/inkml+xml"/>
  <Override PartName="/ppt/ink/ink5694.xml" ContentType="application/inkml+xml"/>
  <Override PartName="/ppt/ink/ink5695.xml" ContentType="application/inkml+xml"/>
  <Override PartName="/ppt/ink/ink5696.xml" ContentType="application/inkml+xml"/>
  <Override PartName="/ppt/ink/ink5697.xml" ContentType="application/inkml+xml"/>
  <Override PartName="/ppt/ink/ink5698.xml" ContentType="application/inkml+xml"/>
  <Override PartName="/ppt/ink/ink5699.xml" ContentType="application/inkml+xml"/>
  <Override PartName="/ppt/ink/ink5700.xml" ContentType="application/inkml+xml"/>
  <Override PartName="/ppt/ink/ink5701.xml" ContentType="application/inkml+xml"/>
  <Override PartName="/ppt/ink/ink570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90" r:id="rId2"/>
    <p:sldId id="365" r:id="rId3"/>
    <p:sldId id="300" r:id="rId4"/>
    <p:sldId id="387" r:id="rId5"/>
    <p:sldId id="301" r:id="rId6"/>
    <p:sldId id="393" r:id="rId7"/>
    <p:sldId id="394" r:id="rId8"/>
    <p:sldId id="396" r:id="rId9"/>
    <p:sldId id="397" r:id="rId10"/>
    <p:sldId id="399" r:id="rId11"/>
    <p:sldId id="398" r:id="rId12"/>
    <p:sldId id="400" r:id="rId13"/>
    <p:sldId id="405" r:id="rId14"/>
    <p:sldId id="406" r:id="rId15"/>
    <p:sldId id="407" r:id="rId16"/>
    <p:sldId id="401" r:id="rId17"/>
    <p:sldId id="408" r:id="rId18"/>
    <p:sldId id="402" r:id="rId19"/>
    <p:sldId id="409" r:id="rId20"/>
    <p:sldId id="410" r:id="rId21"/>
    <p:sldId id="403" r:id="rId22"/>
    <p:sldId id="404" r:id="rId23"/>
    <p:sldId id="395" r:id="rId24"/>
    <p:sldId id="391" r:id="rId25"/>
    <p:sldId id="392" r:id="rId26"/>
    <p:sldId id="279" r:id="rId27"/>
  </p:sldIdLst>
  <p:sldSz cx="12192000" cy="6858000"/>
  <p:notesSz cx="6858000" cy="9144000"/>
  <p:defaultTextStyle>
    <a:defPPr>
      <a:defRPr lang="en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022"/>
    <a:srgbClr val="22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582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12.22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871 341 28160,'-32'-70'9,"0"0"0,7 15 1,-7 6-2,-17 11 1,-7 10-4,2 12 1,-4 8-12,-14 2 1,-2 10 13,2 22 1,4 11-12,16-4 0,5 10 6,-4 33 0,12 10-1,18-14 1,7-1-9,-3 1 1,11-3 8,24-4 0,17-10-3,10-24 0,11-8-3,21 3 0,7-5 6,6-3 0,1-1-359,-5 3 0,-4 1 353,-20-3 0,-7 5 23,-10 9 0,-13 6 30,-23 31-39,-28 1 0,-22-25 1,-12-6-1,-7-13 0,-5-6-8,-15 4 0,-1-7-57,6-15 1,6-13-308,16-10 0,9-10 361,-7-46 0,34 21 0,17 16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12.57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75 3 28115,'-21'68'-2,"1"0"0,-1-6 1,9-7 1,25-6 0,5-10 44,40-8-4,13-22-35,22-45 57,-24-8 5,-38-4 0,-13-5 17,-23-29-78,-48 3-51,-36 37-112,2 53 157,10 42 0,52-17 0,8 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13.08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69 27410,'26'46'33,"-1"0"1,20 27 16,-14-76 6,-6-7 179,-2-21-39,-12 1 0,-6-26-89,-29 17-107,-12-1-23,-5 19-44,-6 17-151,27 31 218,2 11 0,13-5 0,5-5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13.45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0 128 27242,'59'23'42,"-1"0"0,36 9 394,-79-65-262,-8 4 16,-13-19-178,-20 11-35,-3 5 1,-25 9-40,15 20-212,3 24 274,39 33 0,-2-18 0,23 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13.73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0 108 27583,'59'8'372,"0"-1"1,32-1-300,-90-49-12,-31 6-66,-8 4 5,-9 18-314,12 53 314,26 13 0,3 0 0,10-11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14.89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47 566 27919,'-13'61'15,"0"0"0,0-3 0,6-7 2,19 4 5,6-7-22,12-7 0,11-13 51,-4-16-7,5-37 136,-17-21-124,-9-7 33,-12 7-89,-13 30-11,-7 58-207,6 30-57,15 21-165,18-38 1,11-8 2,31-6 1428,0-25-593,-28-41-62,-41-67-275,-6 36 1,-1-3-37,2-25 1,1-2-26,-3 15 0,6-2-3,18-25 0,9 0-8,-3 25 0,5 2-29,9-5 1,3 6-68,-7 24 1,3 8 106,43 3 0,-40 29 0,9 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15.4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27135,'2'88'89,"0"0"1,0 12 0,2-4-76,0-35 0,0-5 19,-1 1 1,0-5 851,1 13-879,-4-63-1,0-17-5,0-28-5,0-10 5,8-27 0,18 6-6,15 7-5,4 33-12,12 80 7,-26 33 18,-15-19 1,-4 3-23,-5-6 1,-3-3 19,-4 19 0,0-36 0,0-27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15.81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280 28 28378,'-60'-14'22,"1"0"1,-2 16 0,11 15-12,22 71-11,14-25 0,6 1-3,9-10 0,9-2 0,9 3 1,9-8-4,39-9 23,14-28-17,-22-34 11,-17-51 62,-27 11-73,-9 27-17,-5 35-235,10 74 252,33-7 0,-19-7 0,15-27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16.0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28054,'0'74'74,"0"1"0,0-7 0,0 4 0,0-1-71,0 24 0,0 2-379,0-20 0,0 3 0,0-5 317,0 8 1,0-6 115,0-2 1,0-12-1,0-21 1,0 5-1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16.18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26 27975,'87'-4'-42,"1"-1"0,0 0 1,-23-1-1,-4 1 1,16 5-1,0 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16.81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29 0 28412,'-8'66'7,"0"-1"1,1-4-1,1-7-12,6 3 5,0-4 0,8 3-1210,-4-20 1210,-1-21 0,-2-10 0,-6-19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17.13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92 27494,'17'56'28,"0"0"0,11-5 0,7-15-23,39-38 23,-2-17 219,-20-39 66,-42-8-162,-43-7-145,-3 25-28,-40 24-578,38 55 600,15 17 0,17-3 0,19-5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17.70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483 92 28177,'-72'-28'63,"0"0"1,7 3-1,6 15-63,-11 48-22,31 21 22,0 6-11,73 21 11,33-13-48,-17-28 0,1 1-8,-6-1 0,-6-2 34,12 19-6,-60-3 17,-45-36-51,-29-4-61,-3-35 123,36-2 0,6-4 0,7-6 0,-4-6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18.59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396 175 28513,'-41'-48'-2,"-1"-1"0,5 4 0,0 13-9,-16 36 5,6 12 6,2 14 0,0 46-6,30-28 1,4 5-12,-3 15 1,5 2-15,11-15 0,6-1-36,4 5 0,9-9 27,38-11 46,24-25-6,-14-38 112,0-48 50,-43 12-162,-6 14-16,-18 33-35,7 33-313,19 17 364,33-11 0,-25-3 0,10-14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19.27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28334,'0'70'41,"0"0"0,0 26 0,1 3-41,3-16 0,2-2-555,2 14 0,2-5 555,-2-29 0,2-8 479,11 10-468,-10-68 178,0-15-189,2-31 0,19-32-6,23 1 3,-13 43 1,3 6 2,33-3 282,-25 51 1,-4 16-305,7 47 19,-29-22 0,-12 2-3,-28-6 1,-12-4 5,-28 14 0,-5-40 0,-5-13-11,-23-21-141,-4-13-5291,40-9 5443,46 8 0,6 14 0,17 9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19.47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14 1 28334,'-1'63'7,"0"1"0,0-5 1,1-6-8,0 3-11,0-6-297,0-4 308,-5-19 0,4-7 0,-4-17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19.74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37 27813,'9'52'70,"-1"0"0,39 29 14,15-89 11,-3-12 168,-23-46-134,-61 11-123,-16 5-18,-11 28-200,12 71 212,64 23 0,-20-6 0,32-11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20.03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0 612 28205,'0'-76'22,"0"0"0,8-14 1,4 4-34,2 29 0,4 4 5,7-5 0,4 6 6,17-12-22,7 87 11,-31 17 0,-5 13-121,6 17 0,0 6 132,2 14 0,-2-4 0,-11-34 0,-1-5 0,12 28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20.44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488 26 28451,'-72'-13'24,"-1"0"0,-5 15 1,9 14-20,32 16 1,6 11-9,-8 17 1,5 7 2,9 4 0,8 1 0,5-14 0,12-4-6,19-3 0,12-10 1,47-14 5,-22-31 0,0-10 5,28-24-2,-47-5 0,-9-6 14,-9-21 0,-7 7-23,-12 40 6,0 37-22,8 23-270,33 34 292,21-11 0,-12-8 0,-6-24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20.75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6 0 28367,'1'65'30,"0"0"0,1-4 0,1-1-16,0-6 0,0-2 64,2 33 12,-2-10-90,-3-46 5,-1-40-5,-8-48 0,4 1 0,0 5 0,0-3-5,4-19-40,21 2-151,34 39 196,29 46 0,-23-3 0,-11 15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21.17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166 1 28513,'-15'75'-4,"1"0"0,-2-5 1,11-6-3,47 23-11,15-28 17,14-8 0,4-47 39,-33-45 12,-3-19-29,-13-8-27,-6 28 5,0 44-12,14 75 15,-22-20 0,-5 5 0,2-1 0,-9 2 5,-21 13 0,-16-7-5,-6-29 0,-8-8 0,-13 3 0,-4-10-12,6-15 1,2-12-37,-21-34 45,26-45 0,38 33 0,6-12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21.97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28479,'12'77'24,"-1"0"0,0-1 1,-4-3-20,-5-18 1,-2 1-3,0 21 0,0 1-9,0-7 1,0-2 7,0-1 1,0-5 3,-2 24-51,2-42-241,-2-16 286,2-12 0,0-10 0,0-10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22.13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10 28210,'66'-2'0,"0"-1"0,-3 1 0,-3 0-347,29 2 245,-31 0 1,-4 0 0,8 0 0,2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22.45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57 27572,'14'69'41,"-1"0"0,-1-6 0,1-8 278,4-4 225,-6-3-533,-9-34 17,-17-33-28,0-22 0,-10-46 5,17 18-5,15-12-28,40 21-11,6 21-90,-2 26 1,8 5 128,16 4 0,-2 2 0,15-1 0,-35 3 0,0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22.76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387 528 28602,'-77'-21'17,"0"0"0,6 3 0,10-7-17,11-42 0,17-18 0,20 29 0,8 0-11,24-32-3,13 45 0,10 10-9,45 19-5,0 50 11,-34 18 9,-54-2 0,-17 2-88,-36 13 96,-4-10 0,9-31 0,38-23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23.12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390 557 28591,'-76'-29'20,"-1"-1"1,8 4 0,10-4-21,2-34 0,25-13 0,17 28 0,10-1-12,25 0 1,9 4-11,23-19-3,7 37 0,5 16-54,16 46 74,-10 3 5,-55 11 0,-19 4-6,-56 17-918,-10-4 924,19-52 0,20-10 0,43-22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25.64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60 244 28238,'39'-55'0,"-1"0"0,-2 6 0,0 9 0,11 16 0,-1 11-5,-2 6 5,11 24 11,-2 29-84,-7 34 73,-17 3-3,-35-24 1,-13-1 38,-13-6 0,-9-3 3,-17 13 1,-7-2-18,-3-6 1,0-4-23,15-15 0,5-1-12,-15 22-21,56-24-68,45 0-3969,51-13 4070,-1-10 0,-11-6 0,-49-3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35:26.00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78 237 26654,'58'-24'448,"0"0"0,-5-4 0,-15-4-129,-33-13-213,-22 1-67,-46 12-44,-15 25-6,-5 30-381,34 22 392,69 15 0,-6-19 0,30-19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22.4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1229 28502,'1'-70'-6,"0"0"0,0-1 1,0-29-1,0 3-17,2 19 1,1 3-212,-2 0 0,1-2 217,2-16 1,2 0 13,1 15 0,3 3 25,3 5 0,9 10-67,36 13 118,-2 71-51,-13 46 1,-7 27-1,-18-14 1,-5 8-1,-2 2-461,-1-14 0,0 2 0,-2 0 1,-1-2 436,-1 12 0,-2-2 0,-1-3 2,-2-11 0,-1-3 0,1-7-95,2-6 1,1-5 94,3 45 0,-1-37 0,-6-52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22.5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73 26889,'80'-16'-56,"-1"0"0,-6 1 0,-13 2 0,-27 6 0,-13 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23.18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27600,'1'94'138,"1"-1"0,0-3 0,0 1-132,1 3 0,2-1 2,1-4 0,2-1 62,1 7 0,2-6 67,-3-30 1,2-11-93,7-7-17,-11-57-23,2-65-5,-4 5 3,2 11 0,4 0-14,17-8 11,19 14-12,8 81 12,-11 56 0,-15 18 0,-35-34 0,-13-2 6,-30 9-6,-13-11-45,-13-33-201,37-45 246,6-15 0,19 5 0,14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23.3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106 1 28082,'-24'72'5,"0"-1"1,2-5-1,4-2-50,11-8 1,3-3 44,-2 40 0,6-22 0,0-30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23.67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84 27718,'28'59'58,"-1"-1"1,19 22-8,50-64 66,-39-64 90,-9-26-156,-45-5 27,-54 5-95,-17 53-414,-5 51 431,29 38 0,28-6 0,16-9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26.7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8 615 28255,'-2'-70'31,"0"0"1,-1-7 0,3 2-43,12-19 0,0 39 0,6 2-45,34-24 45,-3 34-34,10 61 39,-32 58 9,-13-16 0,-4 3-15,-5-5 1,-2 1-207,-3 7 0,0-6 218,0-9 0,0-4 0,0-39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27.1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247 1 27796,'-60'5'24,"0"0"0,2 18 1,12 12-31,30 15 1,12 8-1,2 13 0,9 2-42,13-8 1,7-6 14,26 20 66,33-47 85,-35-77 67,-5-34-113,-25-12-10,-17 34 0,-3 4 61,-1 3-106,-8 12-17,3 79 0,-3 10-278,4 6 1,4 2 277,18 21 0,-14-14 0,13-32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27.4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27757,'6'91'67,"-1"-1"0,-1-20 0,-1-5 48,-1-3 0,-1-8 221,-1-6-319,0-14-12,-3-45-10,1-47 5,8-29-12,6 32 1,3 1-39,14-27-157,22 25 207,-6 64 0,-16-9 0,-3 25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27.9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 0 27874,'-8'68'7,"1"0"1,17 4 0,11-11-19,21-17-29,7-18 1,5-10 39,23-31 79,-4-39 234,-34-32-162,-26 6 6,-21 11-157,1 51 11,-2 57-22,4 17 11,5 12 0,0 8 3,1-9 0,-3 0 8,-10 11 0,-8-1 3,-2-14 0,-6-8-14,-34 13 0,-20-37-50,28-52-460,7-24 510,21-6 0,21 9 0,5 26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28.3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28205,'2'75'49,"-1"1"0,1 0 1,1 4-1,-1 1 0,2 1-49,0 0 0,1 1 0,0-2-601,-1-5 0,1-1 0,-2-4 601,-2 14 0,0-9 0,0 7 0,-9-44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28.4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42 21315,'73'-12'0,"-1"1"0,-14 2 0,0-1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28.64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7 27712,'3'67'26,"0"0"0,1-4 0,0-3-26,5 13 0,4-5 0,1-15 639,-2-12-611,-8-31-28,-6-22 0,-2-30 0,-1-51-23,17 27 1,4 0-17,-8 12 0,6 3-2041,18-5 0,7 13 2080,0 23 0,2 14 0,-25 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28.9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151 521 28608,'-43'-74'2,"-1"-1"0,4-10 0,17 6-8,38 4 0,6 22 1,6 7-29,25 12-16,0 49-1,-23 24-301,-26 59 352,-9-34 0,0-10 0,1-28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29.1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162 537 28563,'-41'-64'9,"1"-1"1,2 5-1,9 2-9,16-36-5,31 6-18,9 14-16,38 40-67,-27 89 38,-4 30 68,-35-31 0,-6-1 0,1 16 0,-12-35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29.5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 1 28468,'0'74'5,"0"0"1,1-5 0,1-7-6,0 11 0,2-9-157,-2 1-834,-7-45 991,-3-10 0,2-25 0,0-2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29.8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48 28227,'26'50'11,"-1"0"1,30 27-7,29-68 34,-15-40 29,-9 0 94,-48-45-128,-72 29-34,-2 6-14,6 33 0,2 16-429,2 41 443,39 20 0,12-13 0,35-15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0.3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373 55 28143,'-70'-18'50,"-1"1"1,7 0-1,8 14-50,1 52 0,23 5-3,14 8 1,11 7-7,21-7 1,7 1 11,1 10 0,2-1 78,5-15 0,-2-6-75,-8 10-6,-29-46-34,-22-26-358,4-30 392,12 0 0,5 8 0,11 12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0.8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433 51 28440,'-63'-19'31,"0"0"1,5 7 0,5 14-27,15 28 1,6 12 0,-20 37-3,18-1 0,7 5-1,16-18 1,10-1-3,12 4 0,14-6 5,12-20 1,9-14-6,46-21 6,-31-33 0,-5-14 13,-22 0 1,-4-3-12,0-1 1,-3 5-15,-4 12 0,-22 46-5,-1 38 11,-1 1 0,0-1 0,1-9 0,0 35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1.8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502 648 28272,'-42'-53'46,"-1"0"1,5 5 0,-1 10-47,-24 17 0,-7 18 0,-18 51-6,22 8 3,37 7 1,11 9-7,13-10 1,12 0-29,15 8 1,13-7 22,13-16 0,7-13 14,-2-13 0,1-17 28,8-25 0,-9-19 19,-24-12 1,-9-10-31,3-24 0,-6-4-14,-12 13 0,-5-1-9,-6-19 0,-4 2-70,1 27 1,-1 4 75,1 2 0,1 5 0,-3-10 0,11 50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2.3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291 37 28233,'-66'-12'3,"0"-1"1,11 2 0,8 14-4,18 49 0,14 17-9,4-8 1,9 1 5,14 12 1,8-4-7,-3-18 1,9-9 5,23-9 0,8-17 42,27-40 3,-38-1 0,-5-9 20,-11-11 0,-9-3-29,2-33 34,-20 19-67,-9 36-67,1 55-56,-2-1 123,14 20 0,3 2 0,-5-15 0,16 17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2.5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 0 28031,'-2'86'54,"0"-1"1,4-14 0,3 3 0,2-4-47,9 17 0,4-2-38,-5-18 0,2 0 1,1-2 29,6 14 0,-1-8 0,4 7 0,-17-41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2.6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27359,'95'2'-59,"0"1"1,-2 4 0,-7 0-1,-31-3 1,-6 1 0,25 8-1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3.0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305 0 28266,'-61'7'58,"1"1"0,-4 15 0,12 14-53,30 11 1,8 6-6,-5-2 0,6 2 3,16 6 0,13-6-14,38-7 16,11-6 3,-14-50 1,0-16 8,16-39 50,-32 21 0,-6 0-67,-5-11 0,-29 48 0,-17 52 3,7-1 0,2 6-110,5 47 107,19-45 0,3-4 0,2 7 0,21-32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4.0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374 18 28054,'-81'-8'33,"0"0"1,9 7-1,10 9-55,9 30-12,29 25 34,72-6-11,-9-19 0,7-1 2,16 3 1,2-2-1,-11-8 1,-3 0-14,-6 2 0,-11 1 111,-19 8-22,-49 0-33,-44-20-40,-9-11-50,34-17 0,4-6-795,1-16 851,7-8 0,31 10 0,11 16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4.3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28194,'1'95'37,"0"0"1,0-17 0,0 3 0,2-3-30,6 15 1,2-4-9,-3 2 0,2-3-45,8 0 0,-5-11 45,-15-11 0,8-9 0,-22-44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4.4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26536,'88'0'-43,"0"0"1,-34 0-1,-6 0 1,23 0-1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4.7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0 124 26351,'14'60'207,"-1"0"0,2 7 1,-2-6 1125,0 4-1311,-1-26-22,-11-41 28,-2-72-6,0 12-11,0 7 1,1-2-46,9-21-475,22-2 509,15 34 0,-10 27 0,-7 16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4.9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2 127 27746,'-1'59'85,"0"0"1,3 7 0,7-6 4,26 2 55,10-8-5,2-37-39,-4-61-62,-23-33-53,-10 19 0,-2-3-179,-3 1 0,-1 3 193,4-30 0,-5 43 0,3 28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5.3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307 13 28194,'-60'-6'9,"-1"1"0,6 4 1,9 6 1,15 18 17,5 19-28,8 9-6,8 34 6,48 5-23,-3-38 1,7-5 16,2-10 1,8-13-480,15-24 1,10-14-1,-11 1 1,4 2-1,-3-17 1,0-1-1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5.5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27942,'16'73'49,"-1"0"0,1 0 0,1-2 1,2-2-1,1-2-41,11 22 1,0-8-26,-5-19 0,-1-4 17,-3-3 0,-2-8 0,-7-14 0,-2 5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5.7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28110,'77'9'-45,"1"-1"1,-4 3 0,5 1 0,-16-2 0,-2 3 0,-5-2 0,-1 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5.9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4 108 27746,'-1'78'16,"-1"-1"1,14 6 0,8-11-6,17-14-11,5-21 0,7-7-33,32-11 33,0-19 0,1-54 61,-59 10 1,-6-7-34,2-13 0,-5-4-168,-9 4 0,-7 3 140,-11-31 0,1 45 0,1 30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7.61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 0 27494,'14'71'87,"1"0"1,-3-6 0,-2-2-77,-3-12 0,-3-2 146,-1 33 280,-1-7-415,-4-51-5,-12-63-17,-2-40 11,-6-4-14,14 31 1,2 1-43,4-11-123,35 2-599,37 31 767,-18 23 0,1 4 0,20 2 0,-16 4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37.9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205 672 28574,'-54'-64'7,"0"1"1,5 3 0,12-1-6,27 2 1,11 0-9,4 0 1,7 0-15,8-3 1,6 6 2,28-13-33,27 73 5,-46 67 45,-27-18 0,-8 2 0,-9-4 0,-8-2-42,-16-2 0,-4-9 42,-5-12 0,3-6 0,30-20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41.3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43 225 28238,'-12'66'4,"1"1"0,-2-5 0,7-1-4,16-6 0,10-4 0,31 32 0,8-11 56,17-54 22,-38-63-16,-5-28-46,-20-2 57,-10-1-73,-6 59 0,2 17-11,-2 37-56,33 35-28,20-17 67,24-11 106,-4-80-39,-29-20-22,-27-12 0,-9-8-17,-7 12 0,-4 0-59,-3-10 0,-3 3-204,-7-25 263,-2 39 0,16 43 0,3 8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41.69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27477,'10'87'134,"1"0"0,0-3 1,1-4-127,-2-21 1,1 1 30,4 18 0,-1 1 81,-4-14 1,-2-2 41,2 1 1,-1-12-130,-3-27-27,10-91-12,2 5 1,2-5-1,-1 3 1,3 3 2,12-5 0,3 13-25,10 24 0,1 63 28,-26 30-73,-15 2 0,-4 6 73,-3-9 0,0-5 0,0 28 0,0-20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43.2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600 353 28345,'-67'7'29,"0"-1"1,3-1 0,5-4 4,-6-16 22,-28-10-39,14-7-17,9-1-17,34-27-17,60 2 6,36-13 12,8 22-57,25 21 11,-55 44 45,-20 25-5,-45 16 22,-4-8 0,1-22 0,22-20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43.5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80 27740,'43'69'128,"0"0"1,-4-7 0,-8-3-67,-19 13 89,-10-13-78,-23-6-28,-2-27-6,-22-36-45,19-42 1,7-39 5,26-5-20,9 33 1,7 3-133,31-15 152,0 40 0,0 5 0,-6-1 0,20 25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43.84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155 520 28563,'-43'-74'2,"0"1"0,2 5 0,13 4-2,45-24-28,27 10-11,21 11-68,-1 59 85,-27 62-1,-38 10 23,-39 27 0,16-58 0,-7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44.2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273 557 28535,'-69'-45'9,"-1"1"1,6-5-1,14-2-3,30-26-20,28 28 0,11-1-14,11 1 0,7 6-6,3 8 1,4 6-74,14 5 1,-2 13-213,0 30-113,-17 30 63,-50 9 369,-25-16 0,-7-6 0,6-9 0,-24 3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44.6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323 27 28339,'-65'-13'3,"-1"-1"1,-3 16 0,10 17 2,36 24 0,10 10-6,-5 10 0,8 1 0,11-12 0,11-4-6,18-3 0,10-11 6,52-15 31,-35-24 0,-3-9 98,27-33-84,-35-5-1,-32 9-44,-14 38-16,-1 38-29,-1 6-358,44 44 403,30-35 0,-13-4 0,2-29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45.0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301 21 28317,'-61'-8'24,"0"0"0,4 4 1,7 7-9,11 21-27,7 42 11,44 21-112,28-33 0,16-4 112,20-8 0,4-7 0,-17-9 0,-3-7 0,-8-14 0,0 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45.4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 0 28138,'-8'71'14,"0"0"1,0-4 0,4-3-9,10-6 0,3-2 2,-2-5 0,1-1 37,14 42 274,-9-35-307,-8-48-7,2-20-5,11-47 0,4 8 0,9-17-5,16 33 5,-16 36-6,27 50-5,-24 35-6,-16-36 0,0 0-229,4 24-1501,-12-49 1747,-6-28 0,-3-12 0,-1 3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46.2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593 451 28518,'-81'7'24,"0"-1"1,-4 1-1,9-7-18,-2-25-1,-9-16-10,28-10 5,18-21-23,37 13-38,56-17 7,-5 39 1,8 5 33,0 6 1,4 6-9,8-2 0,-6 12 28,-15 25 6,-60 32-6,-58 23 0,30-37 0,1-2 0,-14 13 0,40-30 0,20-10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46.4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28087,'14'97'107,"0"1"1,-3-29 0,0 1 0,2 0-104,1 3 0,0 1 0,1-2-573,4 23 0,-1-8 566,-5-27 0,-3-8 177,3 6-174,5-78 0,-13 15 0,11-28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46.7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139 510 28625,'-43'-86'-4,"0"1"0,9 2 1,16 6-14,39-12-17,35 15 6,-14 58 23,-2 23-1,-42 58-151,-31 12 157,18-27 0,0-3 0,-16 5 0,25-18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47.3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1 507 28440,'50'-72'15,"-1"1"1,1-1 0,-2 9 0,-2 1-1,-11 8-15,-9-18-5,9 32-18,-3 74 23,6 44 0,-21-19 0,-3 3 0,-4-8 0,-1-2 90,1 37-84,-7-81-1,1-14 1,1-46-6,3-5 0,11-20-6,2 21 1,7 8 5,-2 62 0,-4 14 5,5 42-5,-10-31 0,8 2 0,-3-53 0,3-11 6,18-51-6,1 12-6,-2 7 1,-3 29 5,-15 59-51,12 22-179,-9-14 1,4 1 229,7-4 0,0-5 0,14 8 0,-6-22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47.5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300 498 28591,'-72'-38'15,"-1"0"0,8 5 0,13-5-9,24-40-12,18-8 0,19 3-10,26 5-12,-5 52 5,2 29-10,-21 25-275,-13 45 308,1-15 0,-4-9 0,5-22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49.20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1 736 28166,'15'-71'42,"-1"0"1,0 5 0,-4 6-48,-10-5-6,0-4-17,6 20 0,4-3-68,19-40 35,5 7-34,16 32 22,-8 50 62,14 46 39,-10 9-28,-14 4 0,-2 5 0,-6-10 0,-2 1-45,3 6 0,-3-1-2700,6 19 2745,-23-46 0,-5-22 0,-6-16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49.4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28059,'19'96'87,"1"-1"1,-1-3 0,-1-7-82,-5-25 0,-1-2-6,3 20 0,-1-2 0,-4-23 0,-2 0-31,4 22 0,-9-6 31,-36-9 0,24-8 0,-27-38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49.5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 27230,'96'-1'0,"0"0"0,-19 0 0,0 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52.9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274 0 28446,'-67'71'-2,"1"-1"0,5-2 0,13-1-320,34-17 0,8 0 322,-2 0 0,5 2 74,9 16 1,8 1-190,8-6 1,9-2 114,20 12 0,5-7 0,9 4 0,9-25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53.3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328 49 27891,'-60'-18'73,"0"1"0,5 4 0,8 13-23,6 53-33,24-7 0,3 5-17,-2-1 0,3 3-9,9 19 1,10-2-211,11-21 1,10-6 218,20 0 0,4-7 0,8 5 0,15-35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54.1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189 342 28093,'-51'65'43,"-1"0"0,3 12 0,16-1-43,30-24 0,9-2-6,12 46 6,44-37 50,12-71 107,7-40-90,-25-11-5,-27-32-79,-24 39 12,-8 30 5,2 27-6,-4 45-16,22 15-74,14-10 40,7-7 0,24-29 45,-9-58 11,10-32-3,-36 13 1,-6-4 2,-5 10 0,-4-1 0,-4-18 0,-5 1 0,-12-24 78,-14 11-78,-6 54-11,-15 97 11,30-8 0,6 8 0,0 20 0,10 4-6,17-2 1,10-6-12,-6-21 0,8-10-20,21-9 1,6-18 31,25-37 16,-34-12 0,-4-7 23,13-47-32,-36 12 1,-8-7-3,-7 9 0,-4-1-3,-1-10 1,-4 1 66,-4 19 0,-3 7-41,-6-9-23,-14 103 0,20 4 0,5 9-3,-6 4 0,5 5-45,10 23 1,12 0-314,7-27 0,8-4 361,8 4 0,2-6 0,19 5 0,-17-34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54.4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103 387 28546,'-29'-62'0,"1"0"0,-1 6 0,12 4-5,42-12-12,-1 22-50,38-6-45,-16 50-23,-6 45 46,-40 26-12,-21 1 101,-29-12 0,27-43 0,-2-5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54.8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337 591 28457,'-67'-41'15,"0"-1"0,6 2 0,9 16-27,11 41 12,6 41 0,22 28-42,24-31 0,12-1 0,11-11 0,8-10 34,12-12 0,3-14 24,28-29 40,-48-21 0,-10-12-39,-14-8 0,-8-5-17,0 2 0,-4-2-28,-7-14 0,-6 1 28,-3 18 0,-1 5 0,-7-27 0,1 22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55.3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405 73 28378,'-76'-31'18,"0"1"1,3 18 0,9 19-13,0 54-6,35 2 0,12 6-3,12-15 0,10-1-19,13 5 0,12-8-1,51 4 23,5-54 17,-35-29 0,-6-13 56,1-43-23,-24 36 0,-4 4-66,-5 10-18,-13 35-364,19 76 398,25-3 0,-16-12 0,11-20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57.27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0 500 28289,'1'-71'35,"-1"0"1,1 5-1,2 7-35,8 7 0,16-14-17,11 11 1,1 12 4,16 27-4,-17 61-1,4 28 17,-17 9-633,-9 11 633,-5-54 0,-7-4 0,3-27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57.6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51 159 27673,'-8'67'87,"-1"0"1,9 3 0,12-10 102,42-13-50,33-8-78,10-63-34,-28-14 8,-41-11 1,-11-9-32,-13 6 1,-7 0-3,-1 0 0,-7 1-1,-12-3 1,-9 10-8,-39 9-1,-21 41-33,46 20 0,6 12-107,12 2 0,6 7 146,3 13 0,8-3 0,12-7 0,0 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58.0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383 607 27936,'-44'-52'128,"0"-1"1,3 4 0,2 17-117,-14 44-12,-8 46 2,29-13 1,4 5 0,3 0 0,10 1-37,14 12 1,16-5-147,47 3 166,-16-31 0,5-13 45,1-25 0,-2-12 59,22-27-20,-46-11 0,-11-11-62,-6 5 0,-7-2-33,-5-20 0,-4-1-48,3 19 0,-3 1 73,-5-15 0,0 9 0,2 22 0,3-18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58.40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202 435 28569,'-49'-53'7,"0"1"1,4 3-1,10 4-1,20 1-6,7 1-17,11-14-61,39 15-18,0 6-161,50 23 5,-46 46 252,-19 23 89,-46 9-190,-11-24 1,-5-5 100,-8-1 0,1-6 0,33-20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59:58.6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28188,'47'52'23,"0"0"1,0 0 0,18 22 0,-9 4-5,-20 5 1,-11 5-421,-7 1 0,-12 3 341,-9-20 0,-8 1 1,-4-3 59,-16 15 0,-6-10 0,6-27 0,-2-9 0,-16 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04.9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376 16 28378,'-58'-4'-4,"1"0"1,3-2-1,5 4-7,-6 21 0,4 29 11,6 36-6,39-27 1,9 2-1,25 36-33,12-40 0,13-8-205,3-21 0,6-9 244,8 0 0,-2-5 0,20-6 0,-33-18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05.5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245 1 27482,'-60'2'112,"0"0"0,3 11 0,12 11-117,31 52-9,7-25 0,5 2-81,24 42 89,1-34 6,27-31 123,-9-62-16,-1-1 89,-19-24 0,-7-5-118,-2 9-84,-3-7-5,-9 74-62,0 44 1,8-20 60,10 4 74,3-46-62,1-11-6,7-46 29,0 0-23,-1 5-28,8 19 28,-7 44 0,7 36-79,-7 25-2934,-12 12 3013,-10-26 0,-7-23 0,0-25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06.0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 0 27891,'2'68'76,"-1"0"1,0 0 0,-1-1-77,-4-8 0,0-2 8,1 1 1,1 1-9,1 12 0,1-2 44,-1-16 1,2-4 162,2 39-179,-1-60 0,5-74-22,1-4-6,1-8 0,3-4-6,18-31 6,-11 44 0,3 6-5,24 2 5,-11 47-6,2 61-67,-19 20 73,-7-37 0,-1-1 0,-4 12 0,1-30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06.4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225 1 28160,'-58'29'3,"-1"-1"1,4 13 0,14 6 13,29 42-17,18-3 17,34-18-12,25-58-10,20-45 33,-12-32 140,-26-3-118,-25 15-50,-19 43-5,-3 42-1,0 5-145,15 41 151,18-31 0,-12-9 0,9-20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06.7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 0 28362,'-3'87'16,"0"0"1,0-21 0,3-3-17,6-3 0,7-8 6,21-8 16,22-18 6,3-60-28,-17-10-22,-7-44 22,-6-1 0,-13 30 0,2 2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07.0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149 532 28602,'-41'-72'4,"0"0"0,3 4 0,11 6-4,26-7 0,24-15-6,-1 32 6,43 2-22,2 47 16,0 17-11,-3 36 0,-45 10 17,-44 10-61,-23-22-1182,-5-22 1243,18-30 0,31 1 0,4-9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07.5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309 41 28339,'-64'-15'33,"0"0"1,5 4 0,10 13-17,10 55-12,21-9 1,6 5-9,8-1 0,7 1 9,2-1 0,10-4-6,21-7 0,12-11 5,51-25 0,-39-22 1,-2-8 0,22-28 27,-48 7 1,-9-2-6,-7-1-28,-5 24 0,-11 38 0,0 35-117,11 24 117,41-8 0,-28-14 0,26-21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07.7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28294,'6'70'61,"0"-1"1,0 0 0,1-3-54,1-10 1,1 1 5,3 25 0,2 3-11,-1-2 0,0 0-34,-2-4 0,-2-1-4885,0-10 1,-5-10 4873,-14-16 0,8-9 1,-7-32-1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07.8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29 27930,'77'-7'-69,"0"-1"0,-4 0 0,-12 3 0,-19 5 0,-12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08.5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46 485 28496,'-13'-70'7,"0"1"1,0 5-1,6 8-7,18 3 0,6 4 0,32-6-5,-8 20 5,28 1 5,-17 42-5,2 38 0,-10 32 0,-18 2 17,-10 5-17,-11-68 6,0-16-6,4-47-6,16-38 6,8 13 0,4 5 0,5 44-5,-11 68 10,-3 28-10,-11 24 27,-11-27-22,2-45 0,3-39 0,12-28-6,4-6 1,1 1 10,15 12-5,-12 43-61,10 26-85,-18 18 146,-1-1 0,-12-34 0,-2-6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08.8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71 0 28238,'-20'63'7,"1"0"1,0-7 0,6-4 3,19 4-11,13-15 11,39-11-39,18-30 17,8-38 11,-29-30 17,-33-4 11,-51-5-34,-16 40-201,-22 7-252,18 37 459,14 30 0,26-12 0,4 7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09.2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310 2 28194,'-63'-1'70,"1"0"1,-3 8 0,11 6-71,19 11-28,5 33-5,63-3-18,14 18 51,9-16-33,-14 8 22,-51-20-34,-29-2-678,-4-19 723,-8-24 0,35-2 0,4-6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09.5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28294,'10'77'20,"0"1"1,-1-3 0,0-4-15,5 27 10,1-3-16,-3-9-56,-1 5 56,-23-29 0,11-12 0,-16-33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09.6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27947,'74'2'-177,"1"0"1,18-2 0,-46 5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10.6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28138,'23'83'69,"1"1"0,-3-5 0,-3-5-52,-2 23-15,-7-34 1,-1 2-3,-1-9 0,-1-1-104,0 4 1,-1-4-519,0 8 622,-13-34 0,6-25 0,-6-4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10.8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27583,'89'8'-1092,"1"0"0,-8-1 0,-8-2 1092,11-5 0,-40 0 0,-13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11.1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73 1 28177,'-20'62'29,"-1"1"1,2 8 0,7-5-30,20-5 73,24 20-39,17-53-1,35-42-10,-32-9 78,0-33-73,-41 27-40,-6 20 12,-2 12-11,5 16-56,18 8 67,10-12 17,11-22 5,-8-31-16,-14-5-6,-13-16 0,-9 38 0,-3-2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11.5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1 193 28070,'45'46'33,"-1"1"1,-3-2 0,0-15-34,32-56 185,-18-26-118,-8-11-14,-33 14 1,-12-1-38,-32-16-27,-10 11-297,-17 71 308,17 48 0,17-6 0,16-3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16.1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314 418 28261,'-58'-25'9,"0"-1"0,4 1 1,9 11-5,14 27 7,-3 24-24,12 24 12,10 29-16,30-15-57,11-28 0,11-5 28,6-17 0,5-6 45,10 4 0,-1-6 17,29-14 45,-23-42-51,-40-30-11,-14 15 0,-2-6-48,-4-11 1,-3-1 5,0 11 0,-1 0 75,-1-17 1,-2 4 224,-7-12-247,3 32 6,-4 53-12,19 96-2,-3-35 0,1 4-12,5 19 1,-1 2 8,-2-18 0,-2-3 64,-3 1 1,1-8-37,5-14-23,9-47-10,7-31 5,-1-13 0,3-5 5,22-22-16,7 6 11,-6 36 0,-17 42-5,2 41 16,-11 19-11,-3 1-112,-9-12 112,-6-24 0,-6-19 0,1-1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16.37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28149,'1'62'15,"0"0"0,0 5 0,0-8-15,1-16 0,-1 10 0,-1-36 0,0-6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16.6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 37 28014,'55'24'31,"1"0"0,31 9 92,-81-73-106,-17 11-6,-25-7-145,-13 24-566,-8 26 700,18 15 0,19 0 0,13-5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17.0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28076,'8'82'50,"1"0"1,-1-4-1,-1-6-27,1 20-1,3-3-14,-3-33 1,0-1-4,3 35-5,1-6 0,-8-44 0,-3-26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17.54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287 498 27958,'-34'-54'121,"1"0"1,2 6-1,2 13-76,-5 27 0,-13 28-34,12 9-22,-3 60 11,32-39 0,10 2-28,11 6 0,10-5 19,7-11 1,5-10 8,39-9 0,2-75 6,-46-37 5,-16 25 0,-5-3-3,-9 12 1,-5 0-15,-8-6 1,-5 2-107,-21-24-269,-9-4-3069,17 33-2801,11 34 6251,15 27 0,1 4 0,2 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17.9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0 130 27662,'9'56'250,"0"0"0,-2 0 0,-1-12-250,-6-28 0,-4-11 0,0-34-6,1-25 23,1-3-11,2 0-6,19-1-11,17 21-40,8 3-302,23 10 353,2 17 0,-27 1 0,2 6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18.24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228 460 28518,'-58'-39'15,"-1"0"0,6 2 0,13 0-15,28-10-5,7-6-1,8-1 0,31-14 6,15 22-100,24 6 44,-10 56 0,-27 25 56,-20 10-84,-44 8 84,-2-29 0,-2-5 0,12-15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18.5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10 424 28535,'-4'-57'18,"0"0"1,3 3 0,2 4-19,13-10 0,8 2 0,21 0-5,-13 28 5,37 34 0,-34 29-3,-1 12 0,-3 8-6,-15-5 1,-4 2 8,2 5 0,-2-2 0,-4 10 0,-6-31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18.8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28311,'0'0'0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27.16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1 343 28261,'74'0'7,"1"0"1,24-2-1,-2-1-7,-34 0 0,0 0 0,6-2 0,7 0 0,-4-2-257,17-1 1,0 0 260,-17 1 0,4-1 0,1 1-478,1 0 0,0 0 0,-2 1 474,16-1 0,-1 0-2,-14 2 0,2 0 1,-3 0 35,17-1 0,0 0-30,-19 1 0,4 0 0,-2 0-3,-4-1 1,0 0 0,-4 0-5,12 0 1,-1-1 2,15-2 0,0 1-3,-15 2 0,0 1 3,-11 0 0,2 0 0,-3 1 5,15-2 1,0 0-6,-16 1 0,3 0 0,-3 0 0,16-2 0,0-1-2,-16 3 0,2 0 1,-1 0 1,27-1 0,-5 2 2,-23 1 1,-2 1 0,9 1 0,-1 1-3,-12-1 0,1 2 0,21-1 0,0 0 114,-14 0 1,0 0-121,21-2 1,0 1 10,-13-1 1,0 0-6,22-1 0,3 0 135,-2 0 1,-5 1-136,-19 0 0,-2-1-6,10 2 1,-1-1 207,-21 0 1,-1 0-195,13 0 1,-2 1-9,28-1-6,-14 0 1,-52 2-12,-9-1 17,-45-7 0,11 7 0,-17-6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28.34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27846,'74'18'45,"1"-1"0,-6-1 0,-7 1-45,-7 7 17,1 1-23,27 21 11,-37-22 1,-1 2 8,1 0 0,0 2-3,10 7 1,0 2-7,-10-5 1,-1 1-12,10 8 1,2 0 5,-5-5 0,-2-3 5,20 12 29,-20-20 263,-31-15-286,-15-15-6,-9-6-5,-14-16 0,-16-23 0,7 9 40,-17-27 10,20 30-50,2 12-6,23 27 6,13 27 6,31 33-6,-6-10 0,-7-9 0,0 1 0,4 14 22,-6-3-10,-26-23-7,-17-19 1,-30-9-17,0-3 11,-3-4 0,21 3 0,19-3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29.11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45 28194,'44'50'2,"1"-1"1,0 1 0,12 14 0,-10-8 249,-14-7-241,-30-42 0,-13-25-5,-11-27-6,-2-25 0,9-2 0,3 2 0,17 12-28,23 38-101,18 3-1209,31 34 1338,-19-3 0,-13 8 0,-30-14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29.31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27606,'29'60'37,"1"1"0,-5-7 1,-5-8-447,-11-21 409,-12-6 0,1-11 0,-4-2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29.48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25343,'0'0'0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30.00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245 176 27908,'-38'-49'82,"0"0"0,-1 3 0,2 15-42,2 32-35,1 29-5,11 1 6,24 43-68,41-16-78,17 3 286,14-28-157,-16-29 27,-12 12-16,-20-3-151,3 49 112,-17 2 50,-27 7 23,-8-26 33,-36-20-263,19-28-9635,6-39 9030,25 4 1,12-9 0,4 27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30.36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27611,'19'61'45,"0"1"0,4 10 0,-2-5 27,-2-1 578,7 26-644,-8-70-6,-1-13-6,9-44 0,16-34 1,5 14-12,-1 6 11,-10 48 1,-18 59-152,-4 30-2222,-6-32 0,-2-2 2379,2 23 0,-3-32 0,-4-34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30.57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28065,'7'86'37,"0"0"0,0-5 1,2-6-55,5 8-112,-5-26 0,-1-1 129,1 34 0,-2-16 0,-7-36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30.73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5 27998,'70'1'-457,"0"0"1,25-7-1,-65 20 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33.70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243 430 28037,'-54'-20'61,"0"-1"1,-37-1-56,75 46-6,-1 40-12,7-10 1,16 42-157,46-38 11,31-7 113,6-33 32,-38-28 1,-4-12 39,5-35-11,-27 10 0,-5-6 25,-6-7 0,-6 0-34,-3 9 1,-3-1 7,1-10 1,-3 1 157,-3-21-79,-2 1-89,-1 47-1,2 36 23,16 63-22,2 32-6,-5-46 0,0 2 5,0 14 1,-2-2 5,1 20 219,1-9-219,1-42-11,-1-42 6,21-41-6,7-9 0,3 2 0,10 20 0,-11 56 0,5 29 0,-13 9-28,-4 22-1193,-16-42 1221,1-13 0,-8-19 0,-1-15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33.91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28054,'38'62'29,"0"0"1,-3 2 0,-10-6-7,-16-6-152,-8-7 129,-21-17 0,13-21 0,-13-7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34.06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27411,'0'0'0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34.52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113 424 28278,'-30'-73'14,"0"0"1,5 13 0,7 5-15,8-8 17,13 21-17,0 1-5,10 24 5,-3 30 11,21 48-6,-13-15 1,-1 4-6,2 1 0,-1 3 5,4 21 1,-2 2-9,-8-14 1,-1-1 4,2 9 1,-2-1-3,0 25-4072,2-31 4072,4-69 0,-7 12 0,4-31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35.04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209 775 27953,'-18'-58'173,"0"1"1,-12-28-90,-26 64-67,18 36-17,6 11-6,16 50-11,35 5-39,24 4 40,19-33 72,3-68 16,-25-24-52,-25-17 0,-8-11-9,-4-1 0,-4 0-11,-3-2 0,-2-1-70,-6-19 0,-3 5 70,1 28 0,0 6 0,-10-39 0,12 43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37.27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1038 0 28334,'-61'23'0,"-1"0"0,5-3 0,8-1 16,14-2-10,-10 7-6,12-6 11,-10 12-5,11-3-12,-12 11 6,-13 11 0,6-7-5,-25 15 21,16-10-16,-13 8 0,21-14 0,2 0 79,21-18-79,6-17-6,12-9 1,9-22 5,2-1-12,7-15 7,4-2-12,3-3 34,-4 29-17,-12 20 0,-22 37 11,0-6-17,-18 29 18,20-17-7,2 2-5,34-20 6,13-16-6,58-16 0,-34-3 0,1-3 2,10-1 1,-1 0 9,29-10-12,-33 7 0,-43 11 0,-8 2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38.23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16 0 28154,'0'60'60,"0"1"0,-1-3 0,0-4-21,-3 11-37,2-13 1,-1 3 0,1 2 0,0 2-3,1 10 0,2 0 0,3-12 0,1-5-207,1 13-846,14-58 1053,-11-26 0,3-9 0,-8 9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38.58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100 412 28496,'-28'-66'0,"1"0"0,1 6 0,8 6 0,18-4-6,16 11 1,-2 6-46,35 22-206,5 26-85,1 22 325,-17 19 51,-56 9-23,-6-15-11,-28-12 0,34-21 0,3-4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40.20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113 621 27869,'37'-63'71,"-1"0"0,-2 3 0,-8 5-60,-19 0-11,-4-7-23,-1-27-49,-19 12 49,-8 7 18,-19 44 21,7 42-16,-5 48 45,14 31-20,15-47 1,1 4 21,0 21 1,2 5 2,5-6 1,1 3-40,-2 21 0,3 4-11,4 0 0,4-2-349,4-8 1,2-5 337,-1-23 0,1-6-1765,13 25 1776,-26-47 0,4-17 0,-13-8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40.35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27505,'65'14'-706,"-1"0"0,-2-2 0,-5-2 706,10-1 0,-30-6 0,-1-2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40.66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 0 28205,'-3'68'7,"0"1"1,1-6-1,1-7 4,-1-1-27,2 13 16,0-20 0,0 13 0,0-42 0,0 1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40.83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32 27639,'75'-9'-131,"-1"0"1,21-5 0,-50 14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47.85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84 335 27779,'-26'59'-4,"-1"0"0,4-5 1,16-8 3,53-13-50,35 3 38,10-18 1,-39-9 0,0-5-6,21-15 17,-25-28-17,-33-24 23,-5-31-57,-10 39 1,0 1-291,0-37 265,-2 38 0,-1 2 200,-5-15 60,-1 7-139,-1 43 45,6 32 55,1 58-125,3-24 0,1 1-18,0 1 1,-1 2 33,1 13 1,-1-1 19,0 17 39,0-11 163,7-33-247,11-46 0,20-32 12,12-21 66,-4-4-100,-10 26 5,-16 36 6,-5 28 0,14 37-168,5-2 168,3-2 0,-13-26 0,-14-25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48.10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27751,'14'63'30,"-1"1"0,0-5 0,-3-10-30,-9-20 5,1-4-5364,-7-3 5359,-13-12 0,9-1 0,-8-9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48.28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27411,'0'0'0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48.61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28031,'3'68'42,"0"1"0,0-1 0,4 32 0,0-5-42,-2-29 0,1-3 0,3 1 0,1-7-50,5 0-505,-5-20-8216,-5-38 8771,-10-27 0,2 9 0,-1 2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49.03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247 549 28222,'-33'-61'42,"0"-1"1,1 10 0,0 13-43,-10 29-5,-5 50-1,26 31 9,15-17 0,5 2-3,19 35-17,8-42 0,7-9-11,29-7 79,9-27-18,-23-36 79,-18-64-95,-23 39 0,-4-3-15,0-14 1,0-1-20,-1 3 1,0 3-102,4-31 118,8 11 0,-7 56 0,1 1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57.08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28440,'11'69'58,"1"0"0,-2 19 0,-2-3-53,-5 13-2,-1-9 0,-2 2-3,0-22 0,0-3-3,0 10 0,0-3-14,0 22-55,0-53 72,0-62 0,0 6 0,0-20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57.52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64 208 28132,'-17'59'61,"0"-1"1,1-3 0,5-4-29,9 10-16,29 20-6,20-13 12,32-10-18,9-46 7,-21-33 27,-6-56-34,-41 25 1,-6-5-3,1-20 0,-5-2-3,-4 11 0,-9 1 50,-16-13 0,-14 10-39,-6 30 1,-7 18-38,-11 28 1,1 23 25,10 28 0,9 13 0,8-9 0,8-1 0,16-4 0,1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58.50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1530 0 28446,'-63'29'28,"1"0"0,-8 8 0,7-1-23,6 6-5,7-3 0,-2 3 0,9-5 0,0 0 0,-13 12 0,1 1 5,12-12 1,0 1-6,-11 10 0,-1 0 0,8-9 0,0 0-6,-12 11 1,-2 2 5,1-3 0,3-2 5,13-10 1,-1-2-6,-7 4 0,-1-2 0,-27 12-196,-5 1-621,55-32 817,30-21 0,24-10 0,-4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59.43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78 0 28423,'-15'65'5,"0"1"1,1-2 0,5-9 11,10-20-6,10-6-5,12-27-1,24-22-10,10-1 5,19-4-6,-14 13 6,16 13 11,-18 27-11,-5 20 6,-28 30-6,-38-10 0,-42 15 5,-18-36-5,25-25 0,-1-5-11,-25 0-11,-7-28-68,25 3 90,4-9 0,21 10 0,19 3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0:59.64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38 28199,'91'-4'-109,"0"0"1,-6-3 0,-10-1 0,-17 3 0,-17-5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00.57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28317,'58'56'46,"0"0"1,-5-4 0,-4-3-36,22 19 6,-34-26 0,0 1-15,2-1 1,-1 2 11,4 15 0,-2 2-6,-7-12 1,-1-1-6,-2 1 0,0-1 2,5 0 1,-1-5-6,9 8-191,-5-8-1147,-11-30 1338,-18-20 0,-1-4 0,-7 1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01.13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0 161 27617,'2'-97'795,"-2"33"-795,2 78 22,-1 23-22,6 44 0,-3-31 0,0 3 6,2 12 0,0 2-4,0-7 1,0-5-8,3 18-40,2-35 6,-7-40-68,-1-23 40,-3-2-812,0-9 879,1 6 0,0 17 0,0-4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01.75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92 0 28289,'-26'55'16,"0"-1"1,-14 37 11,40-56-16,15-17-12,7-3 16,36-13-4,-9-2-12,40 0 0,-11 0-12,14 7 18,-20 27 5,-29 25 6,-31 8-17,-26-19 0,-11-2 6,-33 17-6,-10-5-6,-13-28-56,28-35 62,-12-48 0,34 29 0,6-27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01.92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35 28222,'96'-9'8,"1"-1"0,6 2 1,-9 2-1,3 4 1,-13 2-1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04.88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28 252 28490,'5'-55'6,"-1"0"0,11-36-12,16 72 0,7 3 6,2 6 6,24 4 0,-3 23-12,9 28 17,-29 11-8,-24-2 0,-11 6 2,-14-5 1,-9 2-1,-8 15 1,-9-1-1,-13-6 1,-7-7 0,10-14 0,-3-7-4,-4-8 1,5-7 14,8-9-17,29-6 6,38-12-6,19 2 0,9 0 0,1 0 0,2 0-9,10 1 1,-3 0-205,32 2-812,-41 0 1025,-38-5 0,-11 3 0,-6-3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02.97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858 0 28250,'-67'59'33,"0"0"1,3-3-1,7-3 1,-2 9-26,10-11 1,-1 3-9,11-13 0,-2 3 0,-2 4 0,-5 4 0,4-1-569,-2 8 0,3-2 549,1-1 0,4-2 110,-9 26 1,37-56 0,7-10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05.51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28210,'56'40'46,"1"0"0,0 0 1,22 17-1,-9-1-27,-32-17 1,-6-1-6,1 1 0,0 3-3,7 15 1,0 2-1,-3-3 0,0 2-14,2 7 1,-2-1 2,13 21-168,-12-20 168,-24-45 0,-1-3 0,-10-17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06.05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26 28166,'78'-3'9,"1"0"0,-8 0 1,-6-2 242,1-6-224,-26 20-17,-8 8 11,-21 57-11,-9 24 0,1-29 1,-1 5-10,-1 5 1,0-1-3,-1-16 0,0-2 0,0 5 0,0-5 0,0 5 0,0-14 0,0-27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06.21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13 28334,'73'-1'-77,"1"0"0,8 1 1,-6-1 76,7-3 0,-15 3 0,-34-4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07.13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28535,'67'56'18,"-1"1"1,-4-5 0,-2-5-16,-12-14 0,-1-3 2,35 19 1,-9-6 0,6 2-4,-13-6 1,0 0-3,14 8 0,-2 0 3,-19-11 0,-5-1-1,-4-2 1,-7-3 3,-8-6 16,-1 1-44,-27-19-712,-17-2 734,-7-5 0,-1 0 0,7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07.76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9 304 28328,'9'-56'7,"-1"0"1,5-1-1,5 8 10,24 10-6,4 7-5,12 18 61,-6 39 6,-3 37-51,-18 12-2,-20-8 0,-9 4-9,-12-11 0,-5 0 0,-4 11 0,-8-1-8,-12-10 0,-5-7 3,-28 17-6,-8-30 0,51-49-6,16-5 0,31-21 6,31 12 0,6 11 0,19 19-11,0 7-56,-15 3 67,26-30 0,-57 10 0,19-20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08.07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234 102 28434,'-33'66'33,"1"0"1,4-5 0,7-4-34,15 8 6,20-6 5,44 3-6,-14-41 1,6-7-3,15 0 0,1-8-3,-12-10 0,-4-10 0,1-18 0,-10-13 0,-20-11 0,-15-8 0,-18-16 0,-14 0 5,-1 13 1,-13 8-3,-41-3 0,-12 33-3,15 70 0,3 14 0,12-45 0,6 4 0,17 46 0,-1 1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10.87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13919,'0'0'0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15.86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1090 128 28502,'-62'-28'9,"0"0"0,0 0 1,10 8-5,24 14-5,-6-3 6,9 6-6,-2-1 11,-2 3-5,1 1-1,2 0-5,-18 10 0,-4 6 0,-14 11 0,17-6 17,0 3 0,14-11-17,-5 9 0,3 2 0,8-3-6,-7 15 12,6-1-6,-4 10 0,7-9 5,-4 11-5,2-1 12,-9 18-12,3-1 0,10-16 0,6 0 0,9-9-6,3 15 17,0-7 0,-1 19-5,2-8 0,-1 17-6,3-1 0,0-14 5,0 16 1,4-9-6,7 16 0,2-22 0,11 2 0,4-21 0,16 7 5,17-3-5,-6-9 0,28 16-5,-15-5 7,-23-18 1,-1-2-3,21 12 0,5-10 0,-15-19 0,15-3 0,2-5 0,-15-2 0,8 0 0,-20 0 0,-2 0 0,8-6 0,1-9 0,23-14 0,3-16 0,-3-6 0,-23 6 0,-2-6 0,-15 12 0,12-14 0,-11 12 0,15-17 0,-15 10 0,5-16 6,-15 4-6,-11 14 0,-7-9 0,1 5 0,0-17 0,0 10 0,-2-9 0,-5 14 0,-1-10 0,-1 13 0,-4-11 0,-9 3 0,-13-21 7,-22-1-7,13 39 0,-1 3 0,-30-19 0,22 25 0,-1 1 0,-16-16 0,3 3 0,7 1-7,27 25 7,-20 3 0,30 11 0,-9 3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16.89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0 591 27919,'66'-24'60,"0"0"0,-1 0 1,15-4-1,-4 0-29,-2-3 0,-1 0-9,-8 6 0,2 1-22,22-7 0,1 1 0,-18 7 0,1 2 0,17-1 0,0 3-8,-22 9 0,-2 3 38,4-2 1,-2 3 238,19 1-263,-51 1-6,-42-4 11,-42-16-11,-26-8 5,25 12 1,-2 0-6,-41-11-6,28 10 6,39 13 0,32 11-5,24 8 5,33 24 0,9 11 2,-32-15 1,-3 2 9,12 29-7,-26-12-5,-49 3 0,-9-14 0,-10-5 0,15-14 0,19-15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17.32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19 121 28462,'8'75'2,"0"-1"0,0-7 0,-2-6 155,0 7-152,-3-50-5,-8-11 0,-3-50 6,-14-31 0,9-4-6,3-14 0,22 25 0,29 6-17,21 28-22,1 6 39,-7 19 0,-4 3 0,-17 4 0,29-1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17.69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55 107 28378,'-20'62'20,"0"1"1,6-6 0,13-7-21,67 0 0,2-21-11,1-10 0,4-10 2,-16-19 1,-1-8 13,3-6 1,-6-8 25,-17-15 0,-13-4 2,-27-38-16,-26 36 0,-14 7-12,-9 19 1,-6 9-6,-12-2 0,-1 9-9,15 13 1,7 12-429,-15 54 437,103 10 0,-23-14 0,42-21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18.04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3 133 28233,'-1'66'22,"0"-1"0,4-4 1,10-11-6,51-17-17,12-10-9,-15-15 1,0-4 2,31-12 6,-25-10 0,-8-11 146,-11-51-85,-45 24 1,-12-1-34,-33-33-17,-17 45 1,-9 10-12,17 18 0,0 10-17,-3 7 0,4 8-73,-5 22 90,72 20 0,13 3 0,-13-13 0,49 29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18.31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28518,'29'84'22,"-1"-1"1,0-4 0,-2-4-18,-7-23 1,0-3-1,-1 1 1,-1-1-6,15 44-3,-17-39 0,-2 1-629,1 28 632,-7-8 0,-7-41 0,-4-25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18.46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20 28535,'96'-3'-76,"0"0"0,0 0 0,-10 1 0,-8 0 0,-17-1 0,0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29.90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331 102 28513,'-55'-1'30,"-1"1"1,-34-2-36,82 1 5,17-1 0,36-1 0,3-2 5,42-1-5,-12-2 0,17 1 0,-24 2-5,15 4 5,-7 1 2,-26 0 1,1 0-3,0 0 0,-1 0 0,42 0 0,-27 0-11,5 0 22,-1 0-11,1-1 0,-21-2 0,1 0-5,24-3 5,8-2 11,-28 4 23,-17 0-18,-26 3-16,-21-1 0,-10 2-5,-36 0 10,-5 0-5,-33-1 0,12-1 3,24 0 0,-1 0 3,-35-3-4,34 2 1,0 1-3,5-1 0,3 1 6,-27 0-6,-4 0 0,10 1 0,-24 0 0,18 1 0,-15 0 0,23 0 0,-18 4 0,8 6 0,16 0 0,7 5 0,28-8 0,-7 2 0,19-5 0,-6 0 0,2 1-11,-2 0-23,20 1-196,8-2 230,26-2 0,-15-2 0,-2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46.52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1122 197 28569,'-58'-21'0,"0"0"0,5 1 0,7 6-5661,7 14 5673,0 0 1396,-27 10-1413,-7 9 5,-1 5 859,-12 18-864,23-5 16,-13 12-11,14-4 3386,17-10-3386,6 6 0,6-1 12,-7 19 4,-8 12-16,11-8 6,-5 20 0,21-15-6,4 19 5,10-20 1,9 20-1,12-11-5,9 17 0,5-23 0,15 3 6,-3-21 0,18 12-12,4-4 6,-12-13 0,13 4 0,-10-19 6,22 2-6,-14-13 0,26-4 0,-7-10 0,-28-4 0,2 0 0,0-3 0,-2-2 0,32-5 0,7-16 0,-19-14 0,11-16 0,-23 5 0,-2-14 5,-21 5-10,11-19 10,-1-11-5,-9 15-5,1-16 10,-18 23-5,-4-17 0,-11 23 0,-2-26 0,-4 2 0,0 27 0,-3-2 3,-6 0 0,-4 1-3,-11-31 0,-3 38 0,-7 3 0,0 7 0,-4 1-3,-13-12 0,-1 2 3,9 10 0,-1 3 0,-7-3 0,0 6-11,-18 9 11,25 56 0,2 9 0,0-17 0,24 24 0,0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47.76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900 63 28535,'-61'-6'11,"1"0"0,3-1 1,6 4-12,-7 11 0,13 1 11,-23 11-17,21 3 12,-12 5 5,0 11-5,10-2-6,-14 23 0,15 1 0,-7 17 0,17-17 11,5 8 0,13-14-11,3 20 0,7 6 0,9-15 6,16 17-1,8-15-5,21 21 0,-7-18 0,-10-26 0,1 0 0,26 25 3,-17-27 0,4-3-3,5-7 0,1-5 0,33 10 0,-24-27 0,2-6-3,-8-1 0,1-3 3,14-6 0,0 0 0,-15 2 0,0-2 3,6-7 0,-1-3-9,36-16 6,-35 9 0,1-4-6,0-2 1,-2-1 5,28-22 0,-38 18 0,-4-3 0,9-31 0,-23 21 0,-5-1 0,5-30-3,-20 24 1,-3 0 7,-4-38-2,-10 31 0,-6-2-3,-6-3 0,-4 2 0,0 11 0,-5 1 0,-15-16 0,-4 2 0,5 15 0,-5 3 2,-17-6 1,-4 7 0,13 13 0,-3 10-6,-20 10 0,-1 16-28,17 16 1,4 7-18,-5 2 0,5 3 1,-11 20-1,42-16 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49.20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759 34 27225,'-60'3'285,"0"1"1,-3 1 0,7 6-141,4 19-94,-20 16 21,-2 14-27,13-5-3,24-14 0,1 2-8,-21 37-29,24-27 1,2 1-6,-11 32 5,27-36 1,5-1 5,10 24-5,22 17-6,10-9 6,6-20-6,12 6 5,-3-17 6,22 14-16,-9-17 5,-18-17 0,2-1-6,34 19 6,-29-18 0,1 1 3,2-2 0,-1-2 8,29 13-11,-27-21 0,3-3 0,-8-5 0,3-2-3,16-2 0,2-1 3,-14-2 0,0-1 6,13-2 0,0-2-6,-9 0 0,0-1 0,17-4 0,3-1-3,2-3 0,-2-2 3,-17 1 0,-1-3 0,7-4 0,-3-1 6,17-13-6,-34 9 0,-3-2 0,14-14 0,4-22-6,-18 0 12,3-24-1,-18-9 1,-17 18-6,-14 24 0,-7-1 2,-6 4 1,-3-3-6,-9-19 1,-2-1 4,1 12 1,-4 0 3,-11-14 0,-7 2 2,-3 18 0,-8 5-8,6 10 0,-5 0 0,-4 4-448,-9 4 0,-5 4 0,2 4 448,-20-3 0,-2 6-4,18 8 0,-3 3 1,-1 9 3,-7 17 0,-1 11 0,7-6 0,4-14 0,5 3 0,-15 24 0,0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50.34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28278,'70'16'31,"-1"1"1,-3-1 0,0 5-16,8 13 1,-3 4-416,-12-8 0,2 2 414,8 6 0,8 6 0,-1-1-10,-9-4 1,-1-1 0,3 3-511,-5-3 0,4 2 0,0 1 1,-3-3 502,7 5 0,-3-1 0,2 2 4,13 8 0,1 2 0,-5 0 71,-16-8 1,-3 0-1,0 1-73,10 10 0,0 2 0,-2 0 0,-9-5 0,-3 1 0,-5-3 0,4 6 0,-6-3-70,-8-5 0,-6-8 10,-6-15 60,-4-36 0,-18-1 0,-5-26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50.91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27858,'10'64'108,"0"1"0,-1-5 0,-1-1-94,0-4 0,-2 1 22,-2 15 1,-2 4-20,2-1 0,-2 4-16,-1-7 1,-1 3 0,-1-1-2,0 14 0,2-1 4,4-17 0,2 1 0,2-2-666,7 22 0,3-7 480,-1-22 0,1-4 182,2-2 0,-2-6 0,-8-11 0,-3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52.44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3749 22 28339,'-73'-7'15,"1"0"0,5 1 0,6 5-15,-22 15-11,16 1 13,11-2 1,-3 2 22,6-2 1,0 3-1,-20 5 0,-4 3-11,-8 2 0,0 1-9,14-3 1,0 0-3,-16 6 0,1-1 5,20-7 1,3 0-1,0 1 1,1 0-9,-6 2 0,3 1 5,13-4 1,1 2-4,-12 4 1,-2 3-3,1 0 0,1 1 3,-3 2 0,3 0 0,14-7 0,1 1-3,-10 6 0,1 1 0,-24 22-3,31-20 0,1-1 3,-18 20 6,-8 10-6,17-13 0,21-20 0,0 2-3,-1 1 0,2-1 3,-18 23 0,-10 17 6,8-10-6,15-22 0,-2-1 0,-28 22 0,25-26 0,1-1-6,-18 13 12,-4 13-6,15-7 0,18-14 0,-4 16 0,3-5-6,4 2 6,-4 8 6,14-17-6,-3 5-437,3-9-2789,11-31 3226,5-13 0,8-11 0,2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53.34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1 137 28412,'61'43'7,"1"0"1,-4-4-1,-10-3-7,-18 0 6,12 5-12,-14-15 146,14 2-140,-18-28 0,2-7-5,2-17 5,24-26 0,-14 20 0,4-1 2,14-10 1,4 0-3,3 2 0,-1 2 0,-13 8 0,-3 4 0,23-13-11,-40 22 11,-9 5 0,-11 6 0,-3 1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56.50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15 127 27796,'-8'-79'638,"2"32"-565,11 102-62,-2 4 1,1 8-7,2 11 1,0 2-146,-1 2 0,1 1 137,5 15 0,0-3 26,-3-32 1,0-4-75,0 5 1,0-5 50,3 5 0,-9-35 0,1-27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56.87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207 610 28250,'-41'-71'33,"0"1"1,-2-12-1,7 4 1,14-2-20,8 24 0,4 2-31,13 0 0,40 7 6,6 29-39,39 19 39,-46 34-12,-15 22-145,-54 17 168,-10-13 0,3-27 0,16-22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57.61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202 678 28110,'-42'-47'61,"0"0"1,3-1-1,7 22-61,12 51 0,7 3-11,3 33 34,8 28-7,1 7-22,4-42 1,3-3 5,17 15 11,6-41-5,21-59 67,-13-16 33,-2-13-100,-17 32-6,-9 33-11,2 30-34,32 16 22,26-19 18,5-5-1,12-62 12,-51-34-6,-4-18-6,-35 21 1,-9-4-32,-1 4 1,-2-2-46,-8-19 1,-3 0 109,3 9 0,1 6 34,7 20 0,-1 9-51,-11 4-6,16 93 1,5 0 0,4 9-6,11 33 0,6 4-141,-5-9 1,2 2 144,5-11 0,2 3 0,-1-3-13,-1 15 1,-2-1 13,-4-20 1,-2 2 0,-1-2-15,0 19 1,-3-6-43,-6-25 1,-1-6 50,1 18 0,-4-51 0,5-14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57.75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1 156 27690,'63'-36'-699,"1"0"1,-7 4 0,-8 6 698,-14 12 0,-17 7 0,-4 3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58.19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31 419 28082,'-10'-61'48,"0"1"1,3 3-1,3 6-9,13-2 17,11-8-33,5 20-1,8 8-22,-4 31-5,15 47 5,-10 32-42,-15-25 0,-1 2-149,5 31 191,6-17 0,-21-48 0,11-6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58.47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21 10 27796,'-10'61'31,"0"0"1,9 3 0,13-9 91,42-11-83,4-7 38,27-46 0,-42-34 40,-6-27-68,-34 3-10,-45-8-40,-21 40-56,-11 3 56,40 71 0,14-27 0,35 38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58.87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337 420 27846,'-32'-51'136,"1"0"1,2 5-1,-1 10-63,-8 18-39,-3 11-12,-16 31-28,15 44 9,21-13 0,8 5-3,10-5 0,12 1-14,15 8 0,13-8-8,45-7 22,9-25 0,-33-46 22,-32-68-11,-26 33 0,-5-4-31,-3-19 1,-3-2-40,-2 4 1,-2 4 16,1 18 0,1 5-9789,-8-16 7681,30 67 1,-8-3 0,14 23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59.22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324 527 28502,'-64'-34'28,"-1"0"0,7 2 0,8 2-28,11-10 0,11-1 5,8-22-5,24-9-5,31-10 5,6 21-40,30 24 35,-28 36-12,-9 35-5,-20 1-130,-21 28-5487,5-34 5639,2-3 0,2-21 0,5-7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1:59.79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191 49 28126,'-53'-15'11,"1"-1"1,-29-2-12,76 47 39,24 12-33,23 0-6,5 2 5,27 8 1,-35-8 89,-4-2-17,-40 5-72,-15-30-12,-32 5-246,6-33-123,5-16 375,17-3 0,20 3 0,4 17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07.10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154 0 28294,'-43'58'7,"1"-1"1,2-1 0,12-2-14,29 29 0,14-23 1,9 1-43,6-2 1,6-3-1,1 0 1,6-5-362,17-8 0,4-11 409,30-10 0,-20-8 0,-25-14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07.37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27886,'19'70'52,"0"1"0,-2-4 0,-3-2-52,-4 24-104,-5-30 1,-1-1-317,2 25 420,-5-29 0,-2-7 0,0-14 0,-4-5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07.88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0 396 27673,'66'20'-114,"1"1"0,-1-3 0,-9-3-871,-16-9-6179,-2-43-2667,-20 4 17740,-11-49-4660,-19 16-2812,5-1 2952,-7-17-1468,9 36-1064,11-10-180,15 63-509,-4 15-87,-1 23 1,-3 11-43,-7-1 0,-3 2-14,4 12 1,0-2-15,-1 30 106,-2-34-117,0-56 0,-1-18 6,14-46-6,-2 13 6,16-12-6,-8 48 0,-4 46-118,-8 36-207,-11 4 325,20 7 0,-16-58 0,15 1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08.13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103 364 28261,'-29'-62'39,"1"0"0,1 4 0,8 8-39,23 12 17,7 4-17,19 3-5,-6 15-1,13 3 12,-27 27-6,-3 0 0,-24 18 0,8-18 0,-7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08.58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46 27986,'23'53'59,"1"1"0,19 32-14,-8-73-12,6-15-10,-15-17 117,1-34-51,-20-10-49,-4 2-35,-4 16-5,0 36 11,4 43 1,8 28-12,-4 33 0,-2-19-6,-39-1 0,-9-42-38,-12-2-136,21-35 180,32-26 0,3 8 0,12-6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09.06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28177,'13'86'33,"0"-1"1,-1-5 0,-1-5-32,-4-15 1,-1-4 3,8 41 44,0-9 62,-5-36-101,-6-47-11,-3-13 12,2-42-18,12-6 0,1 1 6,14 21 0,-6 55 6,-3 33-180,-5 25-162,-8-10 336,5-15 0,-9-38 0,5-3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09.49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198 0 28300,'-57'50'22,"0"-1"1,8 1-1,14 2-22,41 47-5,30-13 10,9-59 1,8-39 16,-15-41 6,-18-12 73,-11-9-107,-8 71 6,2 3-22,1 47-745,8 7 767,-4-18 0,1-3 0,-6-25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09.74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28026,'11'65'22,"1"0"0,-1-6 1,4-4-23,21 18 274,-10-28-246,7-21-17,-21-38-5,-1-27-90,-2-26 84,6-14 0,-6 26 0,2 6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10.09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52 310 28440,'-12'-61'5,"-1"0"1,3-1 0,7 10-12,16 23 6,7-5 6,8 23 11,-14 32-17,-26 20-23,-23 22-890,-7-13 913,45-20 0,-2-23 0,33-7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10.61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0 345 27930,'4'-62'80,"0"0"1,1 6-1,-1 7-80,0 10-11,14 0 11,8 17 0,0 6 28,9 55 0,-19 23-39,-1 31-280,-10-19 291,-5-16 0,0-40 0,0-4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10.90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57 90 27326,'10'57'128,"1"0"1,17 34-11,35-80 39,-4-23 223,-6-32-195,-24-30-140,-34 2 22,-28-4-56,-24 49-83,-23 62 72,43 3 0,6 6 0,-15 33 0,25-11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11.74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80 188 27942,'-31'68'-27,"-1"1"1,15 1 0,21-12-271,78-22 199,-30-23 0,-1-8 98,25-22 258,-19-50 11,-42-18-261,-8 31 1,-3-2 13,-6 3 0,-2 3 158,-1-21-80,-5 17-77,6 57-23,6 9 0,8 63-6,3 9 1,0 14 229,-6-23-224,-1-49-6,3-27 6,20-45 6,11 6-1,13 4-5,0 44 0,-15 18-11,-6 41-17,-18-12-4089,-3-4 4117,-17-26 0,6-18 0,-10-10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11.97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27930,'13'53'18,"-1"0"1,1 1 0,-5-7-1525,-15-15 1506,-7-3 0,5-16 0,-4-11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12.20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24983,'0'0'0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12.52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27992,'22'68'72,"-1"0"1,0-3 0,-4-5-45,-3 17-5,-1-1-23,-5-24 0,-1 1-79,4 36 79,0-6 0,-6-40 0,-3-31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13.01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90 321 28216,'-34'68'-211,"-1"0"0,15-2 0,20-13-209,69-28 420,-4-12 375,-16-55 73,-41-27-378,-15 18 0,-6-2-70,-10-36-22,2 35 0,-1 1-617,0-19 639,3-2 0,12 34 0,4 23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13.51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26 27533,'19'59'3,"-1"0"1,-2-6 0,-3-6 259,1-4 157,-8-7-353,-8-24-44,-7-17-1,-6-24-22,-5-35 6,8 0-73,0-11 5,23 21-168,3 24-16,23 16 246,29 19 0,-32-4 0,14 7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13.93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204 435 28373,'-55'-43'9,"0"-1"0,5 6 1,13 0-10,31-7-6,7 7 1,24-32-7,9 17 18,14 3-6,-4 35-28,-22 27-17,-7 25-61,-26 15-152,-14-6 258,-1-9 0,2-17 0,14-18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14.24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11 320 28205,'-3'-61'15,"0"-1"0,-1 7 0,3 6-49,12-1 23,11 25-17,3 7-62,18 56-83,-11 25 30,-15-16 0,-3 2 143,4 41 0,-13-37 0,-5-22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14.61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28059,'81'6'102,"-1"1"1,-4 18 0,-9 16-92,-13 28 1,-13 15-716,-19-17 1,-5 3 0,-3 0 689,4 18 0,-10 1-130,-14-20 0,-7 2 1,-3-7 136,-4-2 0,-2-5 0,0-6 0,0-5 0,-11 3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29.04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28048,'14'63'33,"-1"0"1,1 10 0,-4-1-34,-6 26-269,-1-41 0,1-4 269,1 17 0,-1-32 0,-1-29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29.2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85 28014,'74'-21'2,"1"-1"0,-3 2 0,1 4-5,2 11 0,0 4 3,6 3 0,-4 1 0,-19-3 0,-4 2 0,29 6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29.7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205 64 26682,'-59'6'630,"-1"-1"0,-25 3-502,95-9-94,66-4-1,-14 2 1,5-2-34,1 1 0,5 0 2,-7 0 0,4 0 0,-4 0 0,7-1 1,-3 0-3,21-4 0,-6 0 0,-2 0 0,-21-2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29.9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28054,'10'76'70,"0"0"1,3 20 0,0-5-77,-4-38 1,1-1-15,7 32 1,2 2 19,-4-20 0,-1-6 0,9 27 0,-7-19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0.1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77 28110,'84'-19'-127,"1"0"0,-7 1 0,-10 5 0,-21 8 0,-14 2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0.5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28188,'7'60'2,"0"0"0,-1-4 0,-1-8-131,-5-8 129,-2-5 0,2-16 0,-2-7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0.7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27501,'0'0'0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1.4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430 1 28278,'-57'4'5,"0"1"1,-37 6-12,66 14-11,15-4-44,13 12 22,46-4 5,23 8-11,18 4-33,-26-8 22,-28 11 5,-50-14-173,-31 1 51,-38-16 150,7-9-58,27-6 0,1 0 81,-12 0 0,11 0 0,23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2.3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315 166 28479,'-53'-46'9,"0"0"1,4 4-1,6 12-9,13 28 6,4 11-12,-3 26 1,12 4-7,3 47-16,37-5-56,6-3-98,9-37 0,12-9 182,17-16 0,-1-8 0,15 15 0,16-23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3.2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229 545 28244,'-56'-14'61,"0"0"1,-37-1-62,79 59 6,5 9-1,14 0 1,27 3-17,22-31 11,3-5 5,10-25 85,-39-8-17,0-16-73,-23 8-73,-7 6 17,1 24 11,8 4-5,9 7 44,14-14 1,23-1-1,-2-12-16,5-16-40,-14-26 34,-17-7 14,-10 5 0,-3-5 3,-4 3 0,-2-2 30,1-13 1,-1 2 13,-1 14 1,-5 3 56,-16-34-74,5 53-21,-16 5-1,7 80 6,8-6 0,5 21 0,5 8 3,6-14 0,6 1-3,7 13 0,4-2-3,-2-20 0,7-7-34,12-7 1,6-11 31,23-10-23,6-35 39,-27-43-11,-22-17-25,-19 7 0,-4-6-73,-1 6 0,-2-2 204,-3-9 0,-1 3 14,5 18 1,-7 13-110,-20 27-11,15 54-3,2 22 1,3 12 2,6-4 0,2 0-3,3 2 0,3-2-34,5 1 1,9-9-423,34-8 459,22-11 0,-27-31 0,-8-11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3.5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52 350 28597,'-18'-58'-2,"0"-1"0,6 5 0,9 6 2,21 3 0,14 5-5,21 8-51,-4 19-6,-4 18 28,-18 36 12,-44 16 16,-16 4-1069,-3-20-3725,11-34 4800,30-18 0,1-1 0,5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3.9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308 540 28563,'-63'-46'7,"0"1"1,5 0 0,9 19-3,17 42-10,5 11 5,11 37-17,31 0-22,30 0 39,28-33 11,3-69-6,-24-15-2,-33-9 0,-9-9 0,-4 11 0,-5 1-6,-1-1 0,-4 2-692,-5 3 1,-6 8 694,-17 7 0,5 7 0,8 26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4.3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141 1 28468,'-28'66'-79,"-1"0"1,3-4 0,3-9 78,4-14 0,10-16 0,3-9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4.5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187 1 28334,'-44'57'-230,"-1"0"0,5-6 1,8-5 229,17-3 0,8-19 0,4-10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5.0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28390,'0'68'7,"0"0"0,0-5 1,0-2-14,0 39 6,5-11 168,1 1-162,7-50-6,2-35 6,20-40-6,-4 4 0,42-8-28,7 25 2,-28 17 1,0 7-14,24 14 39,-23 41 45,-79-6-34,-41 1-11,17-38 0,-3-7 0,-38 2-67,21-29-437,45-21 504,23-19 0,3 14 0,14 7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5.3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1 27874,'-1'66'-2,"0"0"0,-1-5 1,2-8-111,3-8-247,6-6-5040,9-4 5399,-17-23 0,9 0 0,-19-17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5.9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79 28098,'65'26'20,"1"-1"1,-11 2 0,-12-15 7,-25-49 0,-15 8 62,-17-9-85,1 13-22,-22-5-184,15 21-639,-10 17 840,21 27 0,0-12 0,9 8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6.3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8 378 28261,'-2'-63'16,"0"-1"1,-1 6 0,3 5-34,14 0 29,10 13-52,9 8-66,21 18 61,-3 41-11,5 17 45,-18 29 0,-19-11-9820,-15-1 7399,2-35 0,-5-3 0,6-16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6.74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278 40 28244,'-58'-14'22,"-1"1"1,-39 1-23,70 46-6,9 28-11,4 28 6,24-13-50,32-6 33,24-45 16,14-26 1,-18-20 28,-16-38 185,-28 9-208,-6-1 6,-4 36-45,0 20 45,34 51 0,-26-34 0,19 18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7.0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 42 27477,'15'52'478,"1"-1"1,9 35-479,-38-80 45,4-12-34,-18-29 12,12 3-23,-6-25-123,14 18 27,8 2-100,31 15-50,0 15 246,48 6 0,-52 1 0,18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7.66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 1 28065,'0'61'13,"0"1"0,0-5 0,3-7-41,14-10-78,24-4 89,-1-19 73,16-15 56,-33-36-56,-5-3 33,-15-29 12,-3 29-73,0-2 0,2 45-11,11 47-23,-2 12 12,-2-5 0,-1 3 22,-11 31-6,-15-4 17,-36-18-39,-7-46-162,-1-5-460,25-33 622,23-8 0,12 0 0,2 3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7.9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28166,'66'6'-105,"0"1"0,2 0 1,-10-1-1,-18 0 1,-3 0-1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38.0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26536,'64'10'0,"0"1"0,-13-3 0,-1 1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1.8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 1 28468,'-3'82'5,"-1"1"1,4 12 0,4-5-9,7-29 0,2-4 6,1 8 0,1-4 2,7 19 1,-4-38 0,-9-55-6,1-10-12,12-50 18,-4 24 0,31-20-12,8 44-5,4 12-23,21 54 17,-38 24 17,-20-18 0,-12 1 6,-47 38-6,-43-31 0,-14-26-11,35-28 0,3-10-314,-2-20-224,27-18 549,72-7 0,-11 22 0,24 11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2.14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249 397 28462,'-60'-20'35,"-1"1"1,6-1 0,12-2-36,22-13 0,12-30-11,22 14-23,35-33-5,22 41-62,-1 5 79,-15 49 10,-65 42 12,-37 23-504,-17-2-4859,20-34 5363,37-36 0,20-13 0,4-2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2.4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261 0 28345,'-66'4'11,"0"0"0,4 11 0,13 13-11,31 51 0,21 0-218,50-4 218,17-61 0,5-9 0,3 17 0,-20-24 0,0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2.80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268 0 28328,'-69'23'28,"1"-1"0,9 6 0,13 9-23,27 15 1,13 3-6,12 27-22,34-17 22,25-49-6,16-38 57,-13-32-18,-27-11 57,-24-11-96,-20 59 6,2 10-17,-4 40-83,13 22-180,11-12-1249,6-6 1529,14-20 0,-22-17 0,2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3.08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 0 28244,'-10'70'2,"0"0"0,6-7 0,7-7-2,22-2 16,15-11-32,22-12 27,-3-23-11,4-38 0,-26-6-90,-16-45 90,-17 7 0,-1 23 0,-3 8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3.5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287 50 28244,'-62'-20'58,"0"1"0,-1 8 0,11 14-58,24 34 5,8 10 1,63 19-12,26-10-3,-23-21 1,-1 1-14,20 33 28,-39-10-6,-41-21-68,-31-16-279,-3-36 347,5-20 0,20 8 0,19-4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4.2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582 299 28238,'-75'10'56,"0"0"0,4 0 0,8-2-28,-1-1 0,9-3-11,17-2-17,13-25 11,13-25-11,21-33 0,6 9-5,20-4-96,-13 50 0,8 2 107,-23 61-6,-14-7-11,-36 51-342,-15-26 353,-3 0 0,24-25 0,21-19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5.4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568 254 28530,'-74'30'13,"0"0"0,5-2 0,4-8-13,-21-24 0,20-7-11,-24-25-6,54-18-6,28-25 1,35 16 11,10 27 0,7 6-29,30 4-27,-4 3 56,-28 63 17,-43-14 10,-27 48-105,-19-34-253,-13-1-823,20-20 1165,36-19 0,4-2 0,21-5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5.7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48 27936,'45'59'54,"0"1"0,-4-6 0,-6-8 14,-5-14 284,-10-8-346,-5-25-6,-9-14 0,-3-23-6,-3-7-122,0-27 128,0 6 0,0 13 0,0 21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6.0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219 383 28569,'-58'-51'1,"-1"1"1,4-5 0,16 2-2,31-5-16,18 2-18,37 11-50,19 31-28,0 21 112,-21 13-11,-49 34 11,-12-19 0,-5 1 0,9-25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6.3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1 164 28216,'8'68'44,"0"0"1,0-7 0,1-8 202,4-7-236,-7-43-11,-11-38-17,1-26-14,-4 5 1,5-3-54,26-32-28,7 1-314,27 35 426,-3 41 0,-20 12 0,-10 8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6.9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60 0 28479,'-11'61'5,"-1"-1"1,5 4 0,11-9-6,34-11 17,18-11-12,-1-41 29,-5-37 0,-28-7-40,5 3 6,-1 36 0,-3 29 6,1 29-1,-13 37-5,-38 10 0,-4-3 0,-8-44 0,-6-9 0,-27-10-17,-5-24-67,30-25 84,24-73 0,18 60 0,5-36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7.2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1 442 28289,'15'-86'33,"0"0"1,2 7 0,5 10-23,35-5 0,-7 32-17,17 37 12,-23 56-23,-7 31-5,-17 7-460,-19 11 482,-1-57 0,0-6 0,0-30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7.5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1 120 28042,'20'55'17,"0"0"0,24 28-17,9-76-6,24-27 6,-18-24 23,-8-28 27,-42 4 51,-56-6-62,-20 45-39,-23 16-11,25 34 11,42 29 0,9 4 0,1-12 0,13 41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8.0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253 359 28356,'-55'-19'7,"-1"-1"1,0 12-1,11 14-7,24 46 0,1 8-84,34 27-16,27-38-63,25-8 163,-5-29 84,4-55 11,-34-29-73,-16 16 1,-3-5-6,-5-3 0,-4 1-17,-8-36-1299,-9 10 1299,0 53 0,0 8 0,10 21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8.3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145 458 28507,'-39'-60'9,"1"-1"1,4 4-1,8 2-9,20-33-11,4 27-6,29-4-11,-10 55-22,24 36 39,-27 26-73,-7 2 84,-20-2 0,7-37 0,-7-1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9.0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300 79 28160,'-63'-22'9,"0"0"0,6 0 1,10 10 7,23 23-17,0 26 11,13 4 11,0 44-33,27-6 22,24 7-145,8-29 134,18-47 0,1-10 0,-21 1 0,45-19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49.6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251 21 28031,'-64'19'50,"-1"0"1,4 13-1,15 8-50,32 46 12,14-4 10,34-14-22,18-49 39,14-32 6,-11-30 0,-20-12 44,-16-12-49,-14 29-40,-3 13-6,-4 29 6,0 25-11,0 26 5,10-10-5,2-4 11,16-23 6,-1-45-12,8-24 23,4-35-17,4 3 0,-8 25-6,7 27 1,-9 59-63,0 24-32,-10 13-729,-11 16 829,-9-43 0,-1-3 0,0-26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0.4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 0 28009,'-12'70'95,"1"0"0,3-4 0,1 0-92,2-3 0,5-2 5,8-5 1,1-2 103,-4-2 0,3-4-79,20 15-16,-14-59-17,-1-14 0,3-51 0,0 12-5,18-30-18,-1 45-33,7 12 34,1 55-6,-15 5-213,2 38-952,-18-35 1193,9 3 0,-13-31 0,3-6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0.8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251 1 28395,'-57'16'31,"-1"0"1,5-1 0,11 7-20,21 53 4,11 6-16,1 1 0,29-6 12,14-49-7,20-15 12,2-47-6,-17-4 12,-9-23-35,-23 34-4,6 8-18,3 35-95,6 7 129,14 18 0,-19-23 0,2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1.0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25 28339,'0'65'3,"0"0"1,2-6 0,3-7-4,9-8 90,16-9-51,-2-17-11,0-21-5,-5-40-23,-5-27-230,13-24 230,8 13 0,-16 33 0,1 24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1.3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152 370 28586,'-42'-61'3,"1"0"1,3 6 0,11 3-10,23-10-50,22 20-151,6 5 129,8 38 72,-9 13-16,-14 11-225,-39 11 247,17-17 0,-19 5 0,26-21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1.8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283 39 28406,'-59'-14'25,"1"0"1,-40 3-26,66 57 0,9 7 5,10 27-10,48-20-18,1-6 12,60-45 11,-29-51 11,-5-20 6,-32 0 6,-24 9-29,-6 55-28,10 8-38,2 25-85,12-2 157,29 3 0,-30-18 0,18 1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2.0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28216,'2'74'13,"1"-1"0,0-4 0,4-5-18,18 9-1,2-3 6,-13-18 0,-2-3 0,2-5 0,-1 20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2.2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22 27970,'72'-6'-359,"0"0"1,6 0-1,-7 2 1,-13 4 0,0 0-1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3.3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0 575 27992,'23'-64'82,"0"1"0,-1 5 0,-4 3-82,-6-23 12,9-3-35,8-8-22,-6 30 45,6 32-16,-15 34 16,6 18-12,6 35 12,2 5 241,2 5-241,-10-37-5,-11-28 5,4-48 11,-4 10-39,15-17 28,-6 52 0,2 34 0,-8 20 11,-8-6 0,-1 0 174,-2 13-179,6-32-6,-1-32 5,19-70-27,7 6 5,1 1-45,0 27 62,-6 45 12,-10 23-12,1 7 0,-10 5 0,-5-28 0,0-3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3.6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25 117 27807,'-8'56'15,"0"0"0,14 1 0,13-12 198,41-23-112,34-22 22,-10-48-45,-32-7-44,-31-36-34,-57 26-23,-25 5-33,-10 26 56,20 53 0,4 7 0,14-12 0,-13 41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4.0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 0 28177,'10'69'3,"0"0"1,-1-6 0,2-7-4,15 3 22,-16-10-22,-27-7-117,-1-21-314,-14-36 431,23-19 0,2 9 0,7-5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5.1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28278,'36'68'11,"-1"1"0,3 13 0,-5-4-11,-9 5 5,-10-14 1,-3 2-78,-8 28 72,-5-4 0,0-42 0,-1-33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5.3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26 28026,'84'-7'-267,"0"-1"0,-8 2 0,-6 1-48,20 5 0,-43 0 0,-15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6.1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1 236 28160,'0'-58'5,"0"0"1,7-37 5,39 76 34,10 13-6,-2 19 40,8 37-57,-34 28 6,-13-25 0,-5 2-6,-15-1 1,-6-2 5,-10 26 6,-44-16-23,8-40-6,1-4-16,13-18-73,29-6 73,14-6 0,32 8 0,27 14-6,2 4-510,20 9 527,-37-15 0,-7-3 0,-22-5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7.0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202 304 28311,'-56'11'15,"0"0"0,4 9 0,14 8-15,42 40-11,15 0-163,46-2 73,15-39 57,19-26 55,-31-25 11,-21-56 1,-34-14-46,-8 31 1,-2-1 8,-3 1 0,0 4 53,0-28 196,0 25-235,0 54 11,1 23 6,4 27-17,4 53 3,-4-44 0,0 1-1,-1 9 1,-1-2 205,1 28-208,5-50 0,1-35 5,8-26 1,5-6-12,24-9 6,4 15-17,13 9 12,-23 25-1,-6 27-11,-18 3 17,-3-3 0,-7-16 0,-6-15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7.2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28182,'17'62'9,"0"1"1,-1-6-1,-2-8-9,-3-17-112,-3-4-1248,-4-2 1360,-12-15 0,6 0 0,-8-11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7.4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27052,'0'0'0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7.7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28199,'21'78'37,"1"0"1,2 11-1,-1-4-23,-8-30 0,-1-3-14,1 0 0,0-2 0,15 33 0,-19-58 0,0-2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8.2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139 499 28266,'-41'64'-138,"1"-1"0,1-5 0,21-10-75,60-16 180,5-19 117,8-43 151,-14-36-185,-28 15 1,-4-4 5,1-39-56,-9 35 0,-2 1-68,-7-33 29,4 37 0,0 2-146,-7-21 185,-7 15 0,14 39 0,-9 2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8.64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0 107 28037,'0'58'8,"0"1"1,0 37 237,5-70-246,-4-18-17,4-11-16,-8-39 5,1-14 16,-2-2-4,2-8 10,10 25-16,8-1-169,8 17-89,8 11-285,-4 8 565,11 13 0,-21-5 0,4 6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8.9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134 393 28462,'-34'-55'15,"-1"1"0,3 4 0,8 6-15,19 5 0,1 3-28,23-10-45,9 12-33,5 6 106,-4 21 22,-26 35-66,-16 10-449,4 8 493,-7-6 0,16-25 0,0-5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2:59.23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0 441 27981,'42'-78'145,"1"1"1,-2-4 0,-10 10-135,-26 21-11,12-12 0,-1 41-6,26 40 1,-12 50 5,6 12-202,-26-21 0,-5-1 202,-2-1 0,-3-2 0,0-41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00.82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363 230 27303,'3'-55'308,"0"0"0,-3-30-409,-60 59-5,4 18 112,-6 9 61,21 14 118,19 32-129,24 24-28,8-20 0,3 3 2,0 5 1,0-1 25,14 38-20,-17-44 1,-6-1-15,-15 19-22,-12 2 0,-17-29-33,2-22-18,-11-32-38,20-31 16,3-25 73,23 0-34,27 1 29,9 42 16,16 21 34,-14 24 44,5 48-10,-23 28-68,-8-27 0,-2 4-3,-4 4 1,-2-2 2,-1-13 0,0-4-72,0 34-460,28-51 521,12-48 0,-4 11 0,-3-30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01.32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120 90 28250,'-33'55'26,"0"-1"0,2-3 0,10-3-26,19 4 0,18 0-67,36 5-68,42-27 15,-33-25 0,1-11 78,-5-17 0,-7-13 33,-12-9 1,-11-6-65,-15-41-188,-32 37 1,-14 6-79,-2 14 1,-6 7 338,-6-2 0,-1 7 5,-21 2-5,31 86 0,30-43 0,7 45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01.6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28160,'27'71'8,"-1"0"0,-6 1 1,-8-11-1,-15-29 1,-8 0-1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02.5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164 35 28289,'-39'54'-27,"0"-1"1,2-1 0,6-11 10,17-26 10,11-14-22,16-27 28,24-31 22,-10 12 34,14-21-56,-18 36 0,7 4 45,8 43-6,11 30-5,-8 11-12,-18-12 1,-6 1 22,-5 27-40,-9-4-5,-30-13 23,-9-37-7,-12-4-16,16-26-5,18-4-1,26-3 6,16 2-5,33 10-46,-17 2 51,10 1 0,-36 2 0,-8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02.8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 1 28182,'-4'65'2,"0"-1"0,1-3 0,-1-14 0,1-32 0,-1-4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03.1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4 101 28082,'11'50'22,"1"0"0,33 28-16,2-74-6,27-34-17,-32-17 28,-5-27-5,-51 6-17,-15 25-28,-52 22-152,19 55 191,7 14 0,26-3 0,27-8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03.5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1 191 28255,'23'-48'-17,"1"1"1,20-30 4,0 68-21,-10 4-746,24 2 779,-29 2 0,-1 1 0,-20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04.1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1 252 27774,'12'-54'176,"1"0"0,11-36-136,-8 68-52,15 1 24,14 11 10,18 13 12,-10 15 83,-4 35-33,-31 16-61,-13 4 10,-47 17 1,-18-27-34,-16-3-6,41-39 6,31-19 6,43-19-6,35 6-6,-19 6-67,28 2 73,-49 3 0,-4 0 0,-24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04.7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13 28037,'77'-6'9,"0"0"0,-8 6 1,-8 12 141,-4 50-56,-25-2 0,-24 23-72,-13-15-12,4 13-5,9-14-1,7-25-10,29-19-1,1-25-11,3-23 12,-16-2-7,-17-29 12,-23 16 17,-15 5-11,-4 16-1,-15 41 7,22 31-7,3 36-5,26-37 0,5 0 0,6 29 6,16-3 16,-27-30 1,-30 6-23,-1-20 0,-17-10 0,24-15 0,6-5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10.3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287 0 28580,'-32'68'-2,"1"0"0,2-3 0,0-4 2,-18 25 0,6-7-5,9-8-96,5 0-571,15-28-364,6-18 1036,14-32 0,-3-6 0,3-1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10.7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28311,'16'71'13,"0"0"0,10 11 0,6-6-7,0-24 0,3-2 2,9 10 0,1-1-14,-5-8 1,-3-6-17,10 16-2756,-24-25 2778,-24-35 0,1 3 0,-5-13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10.9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1 130 27734,'71'-16'33,"-1"-1"1,1 0 0,-3 1-34,-16 4 0,-1 1-233,0 0 1,-1 1 232,39-2 0,-41 6 0,-13 4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11.5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28255,'12'60'20,"0"0"1,-1 12 0,-2-2-21,-4 24-51,-1-2-2149,-6-22 2200,3-56 0,-2-5 0,3-17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12.0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76 27376,'70'-24'212,"0"-1"1,1 5 0,-11 13-145,-25 27-29,0 41-6,-29 13-27,-32 17 5,-2-23 101,-34-15 73,17-36-185,4-15 0,19-14-11,28-14 11,41 0 5,33 12-30,-24 17 0,-1 5-9,31 17 18,-21 44 16,-84 0 5,-12-24 1,-12-5-12,-18-3 1,-5-7-46,7-7 1,1-8 50,-34-21 0,63 1 0,15-18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12.6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540 1 28384,'-52'51'9,"0"0"0,0 1 0,-7 5 0,0 1 0,5-6-15,5-4 1,4-3-49,0 5 1,7-3-132,3 6 185,65-29 0,-13-24 0,17-1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13.6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332 0 27830,'-28'85'93,"0"-1"0,1-4 1,3-5-55,-3 11-9,5-28 1,-2 1-17,1-7 0,-2 0-14,2-3 0,0-3 0,-15 20 0,26-46 0,5-7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13.9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28278,'41'68'23,"1"0"1,0 0 0,9 12 0,-5-2-27,-5 0 0,-5-4 0,-11-25 1,-1-3-570,2 1 1,-4-4 571,-4 0 0,-12-27 0,-14-19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14.1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7 28098,'75'-1'-99,"-1"-1"0,19 2 1,-2 0 98,-31-2 0,-5 1 0,45 1 0,-45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17.4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106 273 28468,'-11'79'11,"1"0"0,1-7 1,-2-4-12,-8-18 0,0-5 39,0 13-39,11-38 5,8-31-5,0-20-5,14-49 5,1 9-9,4-1 1,4-3 5,-2 13 0,2 1 0,4-11 1,1 3-4,14-20 6,2 39 23,-1 64-18,20 45-5,-22-9 0,0 5 0,-5-3 0,0 2-3,9 13 1,0-2 2,-12-19 0,-2-2 0,2 2 0,-2-3-331,4 9-184,-39-28-3820,-19-23 4335,-21-5 0,21-1 0,4 1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17.6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0 108 28149,'68'-19'-17,"0"1"0,22-3 0,-2 4 17,-22 9 0,-4 2 0,-7 0 0,-4 0 0,18-1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22.6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28591,'63'40'0,"-1"0"0,0-1 0,-4-4 0,18 8-3,-19-12 1,2 2 4,-5 0 1,-2 0-3,0-1 0,-2 0 0,-7 1 0,-5-2-50,-6-2-818,-9-4 868,-32-17 0,2-8 0,-10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25.0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27986,'22'67'95,"0"-1"0,-2-3 1,-3-7-68,-4 2-17,-2 0 0,-4 14 1,-4-24-12,0 4 0,-2-37 0,0-5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25.6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0 118 27846,'62'-32'28,"-1"0"0,-6 2 0,-7 8-5604,-8 21 5598,-4 4 1404,16 21-1415,-5 11 1,-3 8 948,-17 9-843,-41-8-61,-32 9-22,-24-8 3380,4-16-3386,7-14-22,41-18-12,28-14 6,13 1-11,44-4 6,2 18 5,25 30 16,-20 2-16,-33 1 0,-7 5 6,-7 22 0,-49 14-1,-14-38 1,-10-4-1,-4-6 1,-4-4-6,-20 1 0,0-5-123,-24-2 123,9-2 0,44-9 0,34-3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29.63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28328,'15'76'26,"0"0"0,-1-3 0,-1-5-3,1 17-21,-3-14 1,1 2 3,-3-14 0,0 3-3,1 8 1,-1 7 0,-1 0-210,-3-10 0,-1 0 1,-1 2 210,1 18 1,0 4 0,-1 1-502,-1 3 0,0 1 1,-1-4 495,2-16 0,-1-3 0,2 3-2,2 15 0,1 3 0,4-4-110,0-18 0,3-3 1,1 1 107,3 12 0,1 2 1,0-6 0,6 9 0,0-7-50,2-5 0,-4-6-485,-3 9 631,-27-3 1,4-38 0,-22-19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30.53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27701,'30'77'106,"0"0"0,0-3 1,-3-4-20,-8-23 0,0 1-59,7 26 0,-1 7 14,-1 9 0,-1 6-876,-5-5 0,1 7 1,-1 3 840,-3-11 0,0 3 0,-1 1 0,-1-2 2,-2-12 1,0-3 0,-1 1 0,0 4 3,0-2 1,1 6-1,-1 0 1,0-2-1,-2-6-5,0 15 1,-2-7-1,-1 1-6,2 7 0,-2 0 0,0-7-2,-4 1 0,-1-7 278,0-8 0,0-7-704,0 11 426,10-7 0,-8-40 0,7-29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46.95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28328,'17'63'13,"-1"-1"0,0-1 0,0-3-13,11 15 11,-9-10 1,-1 3 7,-6-15 1,-1 3-15,0 8 1,0 8 0,-2-2 2,0 24 0,-1 1-1338,0-11 0,1 4 1,-1-3 1332,-1-13 1,0-3 0,1 3-1,3 17 1,1 3 0,0-2 203,-2-13 1,1-2 0,0 3-203,1 17 1,0 3 0,0-1-3,-1-5 1,0-2 0,-1-3-2,1 12 1,0-3-3,1-1 0,1-8 727,10 10-777,5-11-140,-9-43-12,-6-21 732,-22-1 0,7-7 1,-9 2-1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48.54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26575,'5'55'384,"0"1"1,0-5 0,1-2-279,6 34-50,-7-33 0,-1 4-17,3 18 1,0 4-10,0 6 1,0-1 2,-1-15 1,1 0 8,2 15 0,-1 1-20,-3-15 1,-1 1-9,0 17 0,-1-1-14,-1-19 0,0-1 0,-2 10 0,0-1 8,0-15 1,0-1 16,0 17 0,0 0-19,0-17 0,0 1 8,0 12 0,0 2-14,-1-8 0,2 2 2,-1 18 1,1 4 2,0 5 1,0-3-3,0-18 0,0 0-6,0 14 0,0 0 3,-1-20 0,0 0-6,-4 18 1,0-1 5,2-22 0,-1-2-20,-3 4 1,0-6-267,2-6-391,20-1-4123,15-72 4800,2 4 0,-4-17 0,-21 20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0.70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331 24 28154,'-67'-9'24,"-1"1"1,6 2-1,10 8-24,15 25 0,8 5 0,13 0-17,16 9 23,49-2 11,33 3-17,11-14-3,-34-14 0,-3 1-8,3 11 5,-9 3 6,-65 20 23,-14-26-29,-55 15 1,8-31-376,-12 0-3913,26-12 4294,29 2 0,21-3 0,12 4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0.98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28244,'12'65'33,"-1"-1"1,-1-2 0,0-2-23,3 23 0,0 1-11,5-9-28,2 10 28,-4-25 0,-2-13 0,-10-27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1.13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23 27897,'65'-4'-208,"0"0"1,-6 0 0,-7 0 207,-3 1 0,-23 1 0,-10 1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1.43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84 28031,'1'70'158,"0"0"1,0-3 0,0-20-136,-1-42-23,0-61 0,6-14-6,4 17 0,3 0-83,20-14-208,6 27-801,-3 36 1098,-14 18 0,-8 5 0,-8-7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1.74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28222,'0'58'22,"0"0"0,8 41 6,7-55-28,10-9 12,3-11 10,2-11 28,9-28-16,-17-26-34,2-8-140,-21-25 140,-18 20 0,11 14 0,-12 14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2.30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220 563 28406,'-57'3'14,"0"0"0,-34 13-19,77 58-18,41-2-5,8-6-3,8-39 1,8-11-329,33-19 85,-36-14 0,-3-8 106,11-25 148,-37 1 0,-8-7 82,-6 6 0,-3-3-188,-4-17 0,-1-4-54,2-3 1,-1 2 282,-1 16 1,-1 2 548,3-4 1,1 13-586,0 32-22,0 17 6,11 94-40,0-34 0,4 3-11,6 16 0,3 2 3,3-3 0,2-4 2,-6-20 1,-1-3-17,15 33-617,-23-49-1836,-19-4 2464,-8-22 0,-3-6 0,6-4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2.46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74 28216,'81'-13'-257,"0"1"0,11-2 1,-10 1-1,-16 3 1,4-1-1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3.18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61 28222,'15'69'52,"0"0"0,2 10 0,-3-5-29,1 15 145,-2-7-163,-5-45 1,-11-45-6,-15-50 0,0 3-28,2 1 0,3-4-73,1-36 101,6 42 0,2 3-17,11-14 6,11 34 0,18 53 11,14 29 3,-22-8 0,-2 4 8,17 39-3,-21-32 1,-1-1-15,14 23-5,-4-7 16,4-26 18,-9-49-18,2-16 7,11-56-21,-21 28 1,-2-3-6,0 1 0,-1-1-20,-3-12 1,-3 3-158,-3-15 191,-3 9 0,-3 34 0,0 24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4.73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0 137 27331,'52'55'37,"0"1"1,-5-4-1,1-12 8,33-22-11,-22-9 195,24-26 29,-44-25-6,-6-26-202,-32 3-22,-39-8-50,-23 25 11,-25 8-12,6 26 29,23 29 5,21 37-493,46 14 482,42 8 0,-17-29 0,17-21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5.21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216 660 28395,'-28'-47'28,"0"0"0,-22-27-28,20 71-5,1 4-1,5 14 6,4 31-11,14 25-23,40 15-44,29-22 55,12-29 35,12-51 49,-46-39-28,-20 9 1,-6-4-28,-15-43-1,-13 29 1,-5-2-101,-2 11 0,-3 0 95,-7-22 0,2 2 0,-5-8 0,10 11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5.60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247 403 28518,'-60'-74'4,"0"0"0,10 15 0,12 5-4,22-16-73,39 34-73,20 6 45,3 24-11,1 36 146,-43 17-45,-38 16-572,-15-5 583,-10-19 0,28-18 0,18-13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6.28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156 398 26094,'28'-58'507,"0"1"1,1 4 0,-12 5-368,-44-7-23,-19 3-38,-21 5-46,10 19-5,16 33 118,29 39-96,4 2 34,19 54-50,14-11-31,-6-33 0,2 1 8,1-1 0,0-1-11,-7-4 0,-1-2 6,2 25 27,-41-8-38,5-40-96,-27-3 62,24-37 5,4-32 34,13-23 6,16-9-18,9 25 18,12 30 16,-3 37 18,-6 48-1,-15 1-14,-8-5 0,-1 4-19,-3 37-76,4-44 0,6-3 70,26 20 0,-12-35 0,12-26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7.80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27774,'0'60'84,"0"1"0,2 4 0,2-5-45,4 0-39,-1-5 0,0-27 0,-7-21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8.00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26332,'0'0'0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8.33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1 622 27729,'3'-78'29,"1"0"1,2-9 0,4 4-30,1 29 0,1 5 23,13-47 61,7 22 61,-5 52-49,10 46-96,-9 16-3,-10 14 0,-4 9 8,-5-8 1,-1 0-239,2 10 1,0-2 232,3 25 0,-6-42 0,-2-32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8.71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28059,'28'66'78,"0"-1"1,-2-2-1,-2 1-72,-7 6 0,-3 2-4,-2 1 1,-3 1-34,1 12 1,-3-2 30,-4-25 0,-1-6 0,-2 9 0,0-45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8.86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7 27270,'71'-2'-665,"-1"0"1,-11 1 0,-14 0-1,-29 1 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9.32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68 27650,'25'62'116,"-1"0"0,-1-7 0,-3-4-21,-3 12 45,-2-24-123,3-16-17,-3-37 0,4-27 22,7-40 6,-10 17-31,-3 10 0,-3 1 3,-3 1 0,-1 3 0,-6 35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3:59.99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242 317 28334,'-58'7'52,"1"0"0,2 9 0,12 10-35,27 44-17,3 0 0,37 12 11,13-33 17,31-8-22,4-35 0,-16-25-6,-3-34 11,-35 3-11,-8 3-6,-13 32-39,-6 38-44,23 15-18,25-2 96,4-13-17,27-47 39,-24-37-22,-21 9 0,-5-5 8,-4 4 0,-6-2-33,-2-18 0,-6 0 125,-14-23 46,-30 14-63,-14 91-66,7 42-3,31 21 0,18 11-34,33-4 0,16 0-166,-12-19 0,3 0 1,1-5-1,10 4 1,0-10-1,-9-19 0,-1-1 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1.32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1 111 28205,'10'69'44,"1"0"1,-2-5 0,0-1-45,-4-8 0,-2-3 0,3 26-14,-2-21 0,-1-7-3,-1-23 17,-5-16-5,-5-52-46,-10-55-22,11 39 1,1-5-15,-2-16 0,3 0 70,4 16 1,3 2 13,4 0 0,2 9 87,6 10-45,3 21 45,0 71-56,-4 11-25,4 1 0,4 5 2,3-9 1,3-1-17,4 9 0,3-2 30,-4-15 1,-1-6-15,11 4-5,-20-40-11,-8-50 11,-6-32 0,-1-12 8,-5 21 1,-3-1 2,-3 14 0,-2 1-11,-6-47 0,0 40 0,8 42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1.68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27 235 27869,'54'21'0,"0"1"0,31 2-45,-76-90-129,-14-8 90,-27-9 185,-18 28 22,-5 31-44,-6 61-74,35 25-223,27 26 218,50-18 0,-15-30 0,12-26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2.16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191 562 26956,'-18'-47'554,"-1"-1"1,-13-26-454,-8 80-45,10 13-51,-3 39-10,15 14-135,21 11-118,42-30 241,21-43 101,-4-31 123,-19-49-100,-31-11-96,-13-2-11,-8 31 0,-4 0 6,-16-29-48,11 31 0,1 1-726,-3-22 768,10 17 0,11 37 0,0 4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2.49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147 389 28216,'-41'-61'-2,"0"1"0,1-4 0,16 5 8,38 1-168,19 3-40,3 24-274,8 31-521,-32 38 997,-63 43 0,33-31 0,-43 11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2.95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28143,'70'51'-139,"0"0"1,-4-1 0,-14-9 0,-35-25 0,-3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3.12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99 0 27527,'-20'57'-728,"0"1"0,1-3 0,4-5 728,3 9 0,5-26 0,1-2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3.37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27774,'30'68'20,"0"1"1,-4-7-1,-7-7-87,-15-7 67,-24 4 0,15-27 0,-15 2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3.52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45 27964,'61'-13'-279,"0"1"1,-5 0 0,-11 4 0,-27 8 0,-5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3.96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28222,'7'60'50,"-1"0"0,1-3 1,1-3-23,15 16 11,0 3-17,-10-19 1,-2 1-23,7 26 0,-8-18 0,-2-1-17,-2 11-61,-1 3 78,-5-33 0,0-23 0,0-10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4.31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229 485 28373,'-59'-29'24,"0"0"0,5 0 1,14-2-25,28-22-12,7-6-10,21-24-45,17 10-62,23 7-67,9 33 90,-19 39 94,-16 34 12,-35 16-39,-18 5-1238,-3-21 1277,-9-21 0,23-16 0,1-3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4.72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110 460 27051,'32'-66'280,"0"0"0,-4 7 0,-8 3-252,-23-16-28,-35 11 0,4 9 34,-21 25-6,11 59 5,23 2 57,6 13 0,6 7-26,6-1 0,6 2-25,4 16 1,3 5-12,4 4 0,2-1-23,1-16 1,3-1-6,5 10 0,1-3-6,4 24-257,-3-2-2689,-21-44 2952,-26-25 0,11-22 0,-10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4.85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54 27936,'83'-12'-196,"-1"0"0,2-1 0,-13 3 0,-30 7 0,0-1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5.08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28306,'15'63'31,"0"1"1,-1-3 0,-1-5-21,4 13-11,1-1-34,4 14-335,-7-29 369,-2 10 0,-10-45 0,-3-3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5.25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26 27298,'71'-7'-38,"1"0"1,-7 1 0,-10 1 37,-16 5 0,-17 0 0,-11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7.04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43 0 27264,'18'53'148,"1"0"1,4 38-1090,-54-80 941,5-1 0,-7-9 0,20-1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7.21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26152,'0'0'0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8.17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27231,'0'0'0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9.16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60 1 28317,'20'55'20,"-1"0"1,0-4-1,-6-4 3,-18-1-29,-20 4-229,-1-21-196,-9-13 431,11-41 0,14 8 0,4-11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09.38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26602,'0'0'0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0.86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41 92 27958,'3'62'84,"0"0"0,0-2 0,-1-3-39,-2 17-45,1-21 0,2 2-11,8 41 33,-4-43 1,1-5 5,5-9-23,-5-39-21,-17-70-35,-1 20 1,-2-2 33,0 1 0,-1-2-14,-3-18 1,2 1 30,6 18 0,4 3 11,0-8 0,3 4-11,10-16-11,6 28-6,23 29 17,0 28 6,7 7 66,0 52-66,-24 19-1,-10-29 1,-3 4-15,-4 3 1,-3-2 8,-2-15 0,2-3 17,15 40 34,-3-60-40,33-15 0,-17-56-11,6-11-3,-23-3 0,-6-7 20,-3 5 0,-2-1-17,2-12 0,-1 1 0,-4-32-185,-4 18-1775,1 44 1960,11 6 0,-5 18 0,12 8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1.20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1 211 27919,'56'30'28,"1"0"0,-6-1 0,-10-16-22,-24-37 16,-8-5-22,-4-21 6,-21-8-6,-9-14 95,-22 24-73,5 17-61,-9 63-750,24 34 789,8 30 0,12-28 0,12-25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1.68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218 556 28143,'-58'-24'14,"1"-1"0,-35-1-14,81 93-11,11-13-23,34 23-55,17-44 83,23-20 79,-13-55-73,-24-11 11,-25 2 0,-8-5 23,-17-43-34,-1 2-65,-5 37 1,-4 3-546,-17-21 610,2 2 0,14 35 0,16 26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2.04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168 445 28199,'-43'-71'37,"-1"1"1,4-4-1,10 7-37,19 14-5,22-15-79,26 40-146,11 14 12,-5 46 218,-18 3-118,-50 36 118,-9-26 0,-3-8 0,11-19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2.43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26698,'40'55'86,"0"0"0,2 0 0,-1-10-2315,0-18 2229,-4-11 0,-18-15 0,-15-8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2.64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85 1 27544,'-12'70'31,"0"0"1,1-4 0,1-6-32,-3 11-39,4-6 39,-1 5 0,7-37 0,-1 1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2.83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27824,'23'66'5,"-1"1"1,-2-6 0,-3-6-6,-5 2-471,-5 11 471,-24-16 0,12-11 0,-14-22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2.99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55 27628,'72'-16'-99,"0"0"0,19 2 0,-12 6 0,-33 8 0,24 3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3.39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1 171 27718,'8'61'190,"0"1"0,0-4 1,-2-14-191,-3-31 0,-1-21 0,-2-24 11,0-42 17,0 16-34,14-38 6,7 37-72,7 6-360,5 24 432,-7 53 0,-9-18 0,-5 24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3.60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15 1 27488,'17'54'252,"0"1"0,10 38-241,-25-53-151,-16-11 140,-10-10 0,5-10 0,-1-13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3.76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22464,'0'0'0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4.42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286 271 27667,'-23'-60'82,"1"0"0,1 7 1,0 9 180,-5 8-224,-11 19-5,-5 32 10,3 4 18,-1 37-51,26 3-16,28 15-35,30-14 12,22-25 34,-10-21 16,-14-37 6,-29-7-11,-5-11-6,-4 20 1,5 26-1,15 50-11,-7 29 5,2 2-2,-23-34 0,-10-2 3,-27 8-6,-4-9-146,-3-25-582,29-58 728,11-15 0,4 3 0,4 6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4.86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27863,'17'66'97,"1"1"0,-2 9 0,-4-2-80,-10 21 106,0 1-123,9-55 17,-5-37-17,8-35-5,-5-5 16,6-10 0,8 9-11,8 7 0,1 47-6,-10 12-78,-5 49-78,-12-12 162,13-1 0,-13-28 0,9-24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5.15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28143,'40'79'71,"0"0"0,-2 11 0,-12-7-71,-26-8 0,0-19 0,-1-3-1338,0-8 1338,5-10 0,-3-26 0,3-13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5.31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99 27102,'61'-26'-208,"0"-1"1,25-11 0,-65 31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5.80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85 1 28300,'17'55'8,"1"1"1,4 36 2,-35-54 0,-7-11-84,-4-9-95,-4-9 168,1-68 0,10 43 0,4-46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6.03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26782,'0'0'0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17.74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27830,'58'0'156,"0"-1"1,36 14-84,-86 30-45,-4 36-6,-4 12 0,0-34 1,0 0-23,0 31 11,33-10 1,23-47-1,35-18-6,-1-47 1,-27-6 16,-28-36-50,-27 13-61,-24-15 22,0 24 27,-35 13 85,5 32 17,-3 35-17,19 33-17,18 11-17,20-18 0,7 2 31,-1-7 0,3 1-3,7 15 0,-1 1-28,-6-13 1,-3 0-1,-2 13 0,-6-1-11,-13 32 0,0-41 0,-5-3 23,-17 25-35,-5-33-10,7-31-45,13-18-146,8-21 213,18-17 0,-9 18 0,10-5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25.17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3984 0 28121,'-77'17'29,"0"0"0,13 0 1,-3 1-1,3 1-21,-18 9 1,1 2-250,-2 0 0,-4 1 248,13-5 1,-4 0-1,2 0-158,12-3 1,3 1 0,-3 0 159,-20 9 0,-4 2 1,4 0-176,14-5 1,3-1-1,-4 2 180,3-1 0,-4 3 0,-1 0 0,4 0-7,-12 7 1,4 0 0,-4 3-6,7-3 1,-4 2 0,1 2 0,4-2 0,-4 3 1,3 0 0,-1 4 1,9-4 1,-1 3 0,0 1-1,3-1-5,-8 7 0,4-1 0,-3 2 0,8-5 0,-2 3 0,0 1 0,2 0-3,5-4 0,1 1 1,2 0-1,2 0-3,-9 12 1,3 1-1,6-3-2,-5 7 0,7-3-356,9-2 0,6-7 364,7-10 0,6-7 0,18-31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26.239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4171 19 28199,'-66'-5'11,"-1"0"0,4 0 1,5 1-12,-15 4-6,18 1 1,-1 1 5,-34 4 8,12 2 0,-7 4 6,8 4 0,-3 3-429,11-3 0,-5 1 1,0 1 414,-6 2 0,-1 0 0,3 0 0,-18 5 0,-1-1 2,20-7 0,-2 1 0,2-2 9,-17 4 0,0-1-13,14-2 0,-4 1 0,4-1 10,-15 3 1,2 2-11,21-5 0,-2 2 1,6 0 200,-3 4 0,4 2-193,-10 4 0,2 4-12,12 0 0,4 0 201,-26 19-198,30-18 0,-2 0-3,6-6 1,-1-1-6,-17 10 0,0-1 2,12-9 1,0 0-34,-12 7 0,0 0-14,13-8 0,1-1-93,-10 7 1,-1 1-79,10-5 1,4-1-228,-19 13 615,17-5 0,38-24 1,2 2-1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27.01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0 28160,'22'61'15,"0"1"0,-7 7 0,-9-4 2,-23 11-34,-2 9 17,21-30 33,9-27-27,12-15 33,24-11-39,-12-1 6,47-1 5,-34 0 0,5 0-11,24 1 0,6-2-6,12-2 1,0-1-133,-17 2 1,-5-2 137,-11 0 0,-10-1 0,-18 0 0,-19 4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28.026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0 28373,'2'70'26,"0"1"0,0-4 0,0-2-20,-1 25-6,1 4-3,0-32 0,1 1-53,1-7 0,1-2-1030,4 43 1086,11-45 0,-12-39 0,4-13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28.32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64 27600,'72'-18'52,"-1"1"0,-3-1 1,-8 8-25,2 22-23,-7 13 85,-7 53-59,-35-28 0,-8 4-34,-14 10 0,-7-1 3,1-12 0,-8-6-20,-19-9 1,-7-11-48,-25-7-6,5-15-526,15-23 599,63-6 0,-12 4 0,28 7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28.64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25 238 27533,'27'57'57,"-1"0"1,11-5 0,5-17 116,37-49-51,-4-15-14,-42-9 1,-9-9-4,-9-45-101,-24 36 1,-12 5-12,-11 11 1,-8 8-6,-45-8-76,28 43 0,6 17 87,8 61 0,2-33 0,37 25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28.88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33 1 28087,'1'73'30,"0"-1"0,-2-5 0,-2-5-75,-7 23 45,1-22 0,-1-11 0,9-31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29.17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69 27505,'26'48'162,"1"1"1,12 25-51,24-103 56,-40-17-96,-3-9-4,-47-9-102,-7 36-179,-7 11 213,14 44 0,21-10 0,6 14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29.574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82 392 28121,'-23'-75'15,"0"1"0,0 0 0,11 9 1,23 18-21,20 5 5,19 27 0,-6 26 11,-4 39-5,-26 23-208,-5 19-744,-5-23 946,-1-21 0,-1-35 0,2-6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29.84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0 28188,'16'83'28,"1"-1"0,-1-3 0,-2-5-23,-3-21 1,-2-2-6,0 0 0,0-1 0,-3-1 0,-1 2-23,-1 8 1,1-1-470,5 30 492,16-17 0,-13-40 0,7-31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30.01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0 27561,'73'0'-64,"0"0"0,-3 2 1,3-1-1,-13 1 0,-2-1 1,-6 1-1,0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30.36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260 452 28014,'-57'15'148,"-1"-1"1,-39-10-115,77-51-12,5-9-11,9 5 1,3-3-12,0-38-6,12-5-5,6 35-51,21 37-11,-10 65 12,-3 28 13,-28-19 1,-5 1-32,-8 25 79,-15-22 0,21-39 0,4-7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30.66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0 134 26805,'10'62'354,"1"1"1,-1 3 0,-2-5 82,-4-4-421,-1-21-16,-3-42 6,0-33 28,-10-35-34,5-8 0,-5 0-163,7-5 163,36 37 0,-25 11 0,25 20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4:31.161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264 30 28037,'-66'-11'15,"0"0"0,4 3 0,14 10-21,31 17 6,12 20-11,45 3 50,21 13-39,-21-24 0,-2 3 11,17 38-11,-28-13-22,-59 19-129,-17-35 151,-28-25 0,31-8 0,13-31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0.97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1263 28429,'6'-76'11,"-1"0"0,0-16 0,-2 1-5,0 21 0,-1 0-6,0-20 0,2-1-3,2 8 0,1 5 0,-1 20 0,3 5-25,20-27-28,6 49 34,3 8-23,17 20 0,-6 38 6,12 27 36,-33-15 1,-5 5 4,-3 3 1,-4 0 25,3 32 28,-13 11-17,-4-13-33,1 1-3,3-28 0,5 0 8,19 36-11,-8-39 0,4-3-34,31 23 6,3-38 28,-16-40 39,-2-54-17,-30 7 1,-5-8-26,2-27 1,-3-5 2,-2 10 0,-3-3-95,0 7 0,-2-5 0,1 4 103,0-12 1,0 3 13,0-9 1,0 5-23,0 31 0,0 7-241,0-6 241,14 45 0,-10 6 0,10 7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1.41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124 22 27942,'-35'61'9,"0"1"0,3-4 1,10-4-16,24 8 12,16-6-6,40-3-6,-2-27 0,-6-11 1,2-11 94,16-39 163,-7-24-201,-30-15-9,-35 21 0,-11-1-9,-29-27-30,10 39 0,-7 6-20,-41-3-5,20 45-253,18 53 275,53-5 0,7 2 0,-12 13 0,35 10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1.90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 64 28272,'-4'65'24,"0"0"0,3 8 1,9-5-31,31 9 6,3-9-5,41-31 21,-16-61 96,5-21 6,-26-8-107,-25 4-16,-16 38-12,-4 13-11,15 28-34,1-8-5,23 4 73,-6-31 55,-3-33-16,-13-28-34,-13-5-5,-7-17-185,-3 40 179,-10-12 0,7 40 0,-4 1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2.21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 0 28339,'1'71'0,"0"1"0,0-6 0,0-8-89,-1-4 89,-5-9 0,4-22 0,-4-9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2.94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22 165 28558,'-6'72'3,"0"0"1,0 13 0,3-4-4,5-26 0,2-4-6,8 49 17,17-36-5,3-56 0,11-43 5,-8-19 22,-11-4-33,-12 32 0,-3 53-11,4 7-17,30 20 17,16-33 17,12-43 5,-14-50-6,-26-19-2,-22 20 0,-7-3-3,-7 15 0,-3 0-17,2-8 0,-2 3-257,-10-20 274,-3 41 0,15 33 0,-3 10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3.37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28322,'5'61'26,"1"0"0,0-2 1,0-2-27,4 29 0,2-28 0,1 1 2,0-7 1,1-1 25,13 42 135,-8-34-163,-9-65-6,-1-11 6,14-55 6,13 6-23,20-6 6,-5 31 0,9 28-1,-29 59 12,-5 28-3,-22-23 1,-3 2-127,-4 38-515,0-35 644,25-30 0,-17-21 0,19-7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3.75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272 0 28418,'-62'8'28,"0"-1"0,1 13 0,12 10-23,29 53-5,2 0-5,45 10 16,20-52-11,7-3 5,23-53-5,-26-33 23,0-18 22,-21 10-45,-19 40-17,-9 30-28,-2 24-386,19 6 431,21-20 0,-12-1 0,8-22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3.97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 1 28423,'-3'74'26,"0"-1"0,0-1 1,1-4-27,6 30 5,4-30 1,3-1-6,5 29-65,-1-26 1,-2 0 64,-9 15 0,2-23 0,-12-23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4.11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13 28496,'91'-3'-54,"0"-1"1,-9 1 0,-13 1 0,-28 2 0,-16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4.45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28423,'12'61'9,"-1"0"1,-1-5-1,-2-6-9,-4 0-101,-3-1 101,-4-25 0,2-1 0,-2-23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4.78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41 1 28406,'-19'56'9,"1"1"1,15 2-1,12-7-20,25-14 6,55-4-1,-14-52 34,-9-35-11,-26-7 16,-58-24-10,-29 43-40,-23 9-33,13 37 50,38 69 0,15-41 0,20 34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5.39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407 33 28278,'-75'-11'24,"0"0"0,6 2 0,9 8 10,5 27-12,7 25-22,24-9-5,32 47-1,53-15 3,-20-31 1,3-3 13,1-8 0,-3-4 107,11 9-102,-52-15-4,-23-9-7,-40-5-10,19-5-35,-14-3-228,24-4 268,15-6 0,4 4 0,14-3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6.26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453 207 28378,'-28'-51'17,"0"0"0,1 5 0,-2 10-17,-16 21 0,-19 7 11,1 24 39,-13 39-33,25 9-20,28-2 1,9 5 2,10-13 0,8 0-14,13 5 0,7-5 14,23 12 11,46-50 17,-22-60-9,-32 12 1,-3-3 14,10-35-34,-21 4 0,-15 53-68,2 30-111,2 23 179,13 30 0,-14-39 0,4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8.59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28468,'11'60'3,"-1"0"1,0-4 0,-2-7-161,-3-2 157,-4 38 0,0-51 0,-5 26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9.04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0 308 28182,'36'-56'41,"-1"1"0,1 3 1,6 7-34,17 15 0,7 8-2,5 6 0,2 4-6,-1-3 0,-3 10 8,-5 24 0,-15 15 54,-43 61-17,-32-25 0,-14-1-23,1-10 0,-8-6 6,-22 0 0,0-12-16,6-11-24,44-36 7,52-13 2,30-7 0,16 3-8,1 12 0,4 10-29,14 14 1,-3 9 31,-21-3 0,-13 11 2,-17 27 0,-26 5 14,-42-13 1,-20-3 10,-17 6 1,-10-7-17,-1-14 0,-5-9 0,-16-6 0,6-14-121,-7-35 118,57-6 0,8-4 0,0-6 0,40-20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9.26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 1 28423,'13'72'22,"-1"1"1,0-7-1,-3-6-22,-7 1 0,-1-12-168,-1-17 168,-26-24 0,19-4 0,-20-14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9.56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53 53 28339,'32'50'14,"-1"-1"0,30 30-14,-1-100 0,-24-3 34,-1-38 72,-59 7-72,-27 6-34,-30 30-23,11 33-245,16 60 268,36 19 0,8-18 0,10-15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29.91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1 664 28401,'0'-73'39,"0"1"0,1 5 0,2 1-39,3 10 0,1 2 3,0 1 0,2 0 0,2-1 0,0 3-20,5-8 6,11 53-6,9 67-45,-9-14 1,-1 6-110,-1 11 0,-3 0-64,-5-11 0,-2-3 235,-1 24 0,-12-49 0,-2-11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0.31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356 87 28546,'-70'-34'4,"1"-1"0,-1 17 0,10 21-4,18 71 2,22-15 1,5 5-3,6-11 0,8 0 0,15 9 0,11-8-11,34-3 11,25-11 0,-17-48 17,-1-53-12,-24-20 18,-6-8-23,-17 55-17,-19 34-213,0 76 230,3-8 0,-2-10 0,5-22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0.67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0 114 28216,'18'59'15,"0"0"0,-1-6 0,-4-6-4,-6 0-5,-4-8 190,-1-1-202,-5-32 0,2-10 1,-2-66 5,17-26 0,-4-2-6,1 41 1,3 5-208,2 2-202,18 16-3612,-10 34 4027,10 16 0,-21-4 0,-3-3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1.18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328 1 28328,'-3'75'11,"0"1"0,0 4 1,8-8-46,24-7 17,14-16 17,17-74 6,-18-22 10,-25-9 1,-6-7 73,-4-35-48,-7 44 0,0 8-42,-1 18 0,4 46 6,8 61-1,0-13 1,-1 5 5,-4 6 0,-4 1-3,-3-1 1,-8 1-4,-21 7 1,-13-7-6,-4-27 0,-5-8 3,-7 2 0,-2-6-20,11-14 0,3-9-61,-13-13 78,-2-63 0,42 39 0,-14-37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2.06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423 73 28591,'-71'-20'0,"1"0"0,7-1 0,7 9 0,-4 32 0,23 3-5,0 48-1,39 3-5,19-30 0,9-1-1,29 18-8,2-34 1,6-5 10,-18-5 1,-2 2-9,1 6 1,-8 4 5,-4 31 16,-55-9 0,-23-24 1,-12-7 8,-4-9 0,-3-6-14,-8-4 0,2-5-16,-24-14-270,63-42 286,82 2 0,-24 10 0,26 14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2.39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386 510 28552,'-66'-27'28,"0"-1"0,-4-7 0,8-5-28,-3-35-3,35 24 0,7-3-13,19-43 4,28 31-16,54 30-22,-7 71 16,-6 27 29,-31 14 5,-61 7-2156,3-48 2156,-16-12 0,26-18 0,7-12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2.75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318 99 28451,'-60'-27'35,"0"0"1,5 0 0,8 10-25,17 25-11,3 14 0,4 17 11,7 44-28,28 1-28,43-1 34,31-36 11,-1-48 45,-15-41 0,-50-16-17,-12-4-34,-16 20-11,-1 35-11,2 19-683,6 35 711,5-15 0,-2 4 0,2-25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3.06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34 28205,'27'70'26,"1"-1"0,-3-6 0,-1-9 13,-1-11 225,-7-10-264,-7-33 5,-11-15-5,-6-56 6,2-7-6,0 2-17,6 3-162,19 45-79,9 3 258,37 40 0,-31-11 0,7 15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3.66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323 175 28328,'-72'9'37,"0"-1"0,6 0 1,11 10-38,18 61 0,16-13-6,24-10 1,13-1-29,18-17 1,7-7 19,0 2 0,4-7-12,29-8 1,3-17 8,-24-18 1,-5-10 30,4-9 0,-8-9 11,-16-16 0,-12-6-17,-14 12 1,-7 0-4,-8-11 1,-4 3 140,-13-10-135,1 20-11,16 50 0,10 46 0,4 5 0,3 6 5,2 2 1,3 3-6,1 8 0,1-3 106,9 26-100,3-48 0,-10-47-6,12-20 0,26-29-6,14 16 6,15 14 0,-11 60 6,-26 10-6,-9 43-12,-8-36-161,24-4 173,9-41 0,-16-7 0,-8-15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4.41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28586,'14'86'0,"1"-1"0,-2-7 0,1-6-6,1-19 0,1-5-5163,7 26 5169,-12-17 0,-5-32 0,-17-28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4.59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0 243 28233,'90'-37'-2,"-1"0"0,1 3 0,-3 4 2,-17 10 0,2 5-62,20-4 1,0 3-298,-27 6 1,-5 1 358,0 0 0,-9 3 0,-17 5 0,-34 3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4.92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1 158 28059,'43'71'71,"0"0"0,-4-8 0,-7-9-26,-10-13 229,-10-12-268,-20-27-6,-12-38 0,-5-14-3,10 0 0,4-5-2,2-37-18,15 39 1,4 3-45,9-16-376,51 29 443,5 45 0,-17-7 0,-8 14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5.29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228 423 28591,'-58'-45'11,"0"-1"0,5 5 1,12-2-18,23-34 6,24 9 0,36 2 0,11 31-9,-3 34 1,1 12-3,20 30 6,-10 23 10,-67 4 1,-27-22-6,-54-23-107,28-33-257,8-10-4792,31-14 5156,31 1 0,-6 14 0,6 6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5.59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381 466 28586,'-85'-52'14,"-1"1"1,19 11 0,8-2-15,22 1 0,9-2-5,9-24-23,39-1 11,11 25-17,51 24-16,-27 42 28,-6 13 5,-44 18 17,-18-14 0,-7-17 0,9-16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7.27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169 1 28110,'-28'61'47,"1"0"0,-1-1 0,1 12 0,1 2 0,7-2-39,7 8 1,11 0-7,10 17 1,8-1-3,-2-24 0,6-5-31,20-2 1,4-8 30,15 2 0,-12-13 0,-20-26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8.08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28317,'19'87'7,"1"-1"1,-1-4-1,-3-7-7,-2 11 6,-2 13-751,-4-27-9086,-3-24 8639,-5-41 1,0-18 0,0-4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8.57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96 28042,'73'-27'86,"-1"-1"0,-5 1 0,-7 14-13,7 46 11,-31 27-51,-13 12-8,-42-19 1,-16-1-12,-4-16 0,-5-5 2,-8 4 1,0-5-17,-24 1-11,39-30 6,37-13-18,51-13 12,41 10 5,-41 5 1,2 4-23,20 15 0,-3 9-34,13 23 62,-24 28 23,-62-13-1,-39-24 0,-16-8-2,-1-9 0,-4-4-26,-7 1 0,1-3-38,-20-2-740,44-14 784,54-23 0,-8 16 0,17-14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9.15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373 60 28306,'-71'-19'44,"1"1"1,4 1 0,10 11-39,15 29 10,3 17-10,20-8-6,6 24-6,47-9-22,25 13 17,14-14 2,-23-20 1,0-1-25,9 12 10,-6 5 18,-44-7 5,-27-12-23,-44-6-77,-8-12-836,-16-4-4136,24-12 5072,26 2 0,23-3 0,12 8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9.50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28238,'27'68'28,"0"0"0,-1-3 0,-2-6-22,3 8 11,4 15-17,-10-29-599,-2 11-2275,-28-40 2874,-3-11 0,-4-9 0,6-10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39.67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67 28199,'66'-7'-17,"1"-1"0,-1 1 0,31-2 1,6-1-1,-18 3 0,9 0 0,-17 1 1,1 0-1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40.10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28121,'65'3'31,"0"0"1,11 11 0,-4 10-4,-19 12 0,-4 6 3,2 0 0,-4 5 5,0 22 0,-11 6-2,-17-6 0,-13 2-18,-12 15 1,-10 0-9,1-18 1,-8-4-9,-17-1 0,-2-7-454,-1 3 1,17-12-4341,31-33 4794,24-25 0,-11 2 0,-4-3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40.58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8 27925,'77'-4'24,"0"1"0,3 5 1,-11 10 148,-21 35-33,-9 26-67,-47-6-42,-11-21 0,-7-2-15,-28 27-10,25-29 0,4 1-1,-8 17-5,22 3-5,9-29-113,23 19-845,7-24 963,6 1 0,-8-18 0,-18-10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40.92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1 104 27936,'59'32'14,"1"0"0,29 12 64,-50-87 102,-30-6-63,-34-9-89,0 18 0,-40 18-22,21 38-6,9 38 0,15-22 0,20 18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58.4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336 1 28289,'-22'78'50,"1"0"0,0 1 1,-4 13-1,-1 0-45,1-20 1,-1 1 0,0-3-12,-1 6 1,1-2 5,-2 7 0,3-5 0,-3 7 0,19-41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58.7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27891,'42'87'129,"1"-1"0,-4-7 0,-8 1-129,-18-6 0,-7-1 2,2-3 1,-1 0-3,-2-3 0,0-1 0,0-8 0,0-10 0,0-15 0,-1-3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58.9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6 27919,'70'0'-13,"1"-1"0,-8 1 0,-7 0 13,-6-3 0,-24 3 0,-6-2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59.2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 0 28434,'-2'76'15,"0"-1"0,1 12 0,-1-4-18,1-28 1,0-4-10,0 1 1,0-3-1607,1 20 1618,-11-39 0,9-15 0,-9-6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5:59.74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1 231 28261,'44'-58'26,"1"-1"0,-4 6 0,-2 13-15,5 26-11,-1 8 45,5 24 6,-15 31-23,-9 31-12,-32-1 6,-12-32 1,-9-6 22,-33 2-56,-1-5 5,23-36 6,34-13-5,22-10 5,43-1-6,28 11 0,1 7-2,-34 19 0,-7 12 2,-10 41 14,-35-17 1,-10 0-4,-32 30 1,-11-41 0,-8-9-6,-31-8-12,-8-15-116,36-34-936,33-6 1064,19-17 0,10 29 0,2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0.3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410 126 27807,'-70'-34'35,"0"0"1,7 2 0,8 10-8,9 18-23,12 9 57,0 23-40,17 0-27,7 35 21,15-9 18,30 15-23,21-2-11,8-18 0,-23-19 0,0-2 0,9 7 123,-6 4-111,-39-14 4,-45-12-27,-32-6-39,-17-6-40,20-2-5152,16-11 5242,37-3 0,4 1 0,12 3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0.65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 1 28362,'-5'60'18,"-1"-1"1,2-2 0,1-5-19,0 12 0,3-3 0,2-10-84,4-10-2140,0-10 2224,-9-23 0,3 1 0,-11-17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0.8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 28255,'80'0'13,"0"0"0,6 0 0,-5 0-156,-21 0 1,-3 0-44,5-1 0,-4 1 0,5-1 1,-20 0-1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1.6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75 0 28418,'-9'60'1,"-1"-1"1,2-5 0,1-6 4,-2-2-6,2-8 0,-4-1 0,6-18 0,-3-2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1.9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1 102 27673,'67'33'67,"-1"-1"0,1-11 0,-11-20 258,-22-56-196,-5-4-11,-47 2-118,-23 39-96,-14 21 96,13 42 0,18-16 0,22 12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2.4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430 85 28311,'-66'-31'9,"1"0"1,0 12-1,13 15-9,29 32-11,1 55 11,17 7 5,4-31 1,1-1 0,0 33-6,-5-5 5,-15-48-10,-8-8-90,-10-41-163,14-17 258,10-38 0,12 34 0,2-8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3.0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408 90 28210,'-58'-30'67,"-1"-1"0,-5 8 1,5 18 5,-5 56-65,31-10 1,3 5-15,-10 39 6,40 13 0,55-55 11,41-16 0,-32-43 1,-1-10 2,-10 4 0,-6-6 14,-3-14 0,-9-2 0,-11 3-28,-11 28 0,-15 31-6,-2 32-67,1 25 73,10 20 0,-5-32 0,6-2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5.1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299 139 27891,'-58'-39'-75,"0"0"1,8 1-1,7 15 81,17 36-6,15 6-17,6 17 17,20 3 22,7 1-22,34 12 84,2-2 224,2 4-190,-24-10-45,-37-15-45,-49-5-56,-24-15-17,0 0-571,2-16-134,50-18 750,20-6 0,7 4 0,14 9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5.6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145 90 27936,'-17'72'84,"0"1"0,0-6 0,1-1-84,1-10 0,1-3 0,-9 34 90,5-11-79,11-57 17,10-39-23,2-29 12,9-48-20,-5 40 1,0-2 2,0 1 0,2-2-9,4-6 1,5 4-9,26-5-17,28 11-16,11 48 16,-19 28 29,-19 46 100,-68 11-45,-6-31 1,-6-3-6,-39 18-281,-14-25-195,68-55 431,45-12 0,-3-2 0,26 6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5.9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151 429 28530,'-49'-67'-10,"0"0"1,13-6 0,20 7-36,46 16-6,8 12 1,7 5-40,28 6 23,-5 19 106,-48 46-33,-40 6 11,-45 26-868,14-29-762,15-9 1613,35-18 0,14-14 0,1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6.3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222 0 28378,'-58'48'18,"1"0"1,5-4 0,12 2-19,27 41 0,12-24 12,38 21-12,17-52 0,37-18 0,-19-30-3,-29-11 0,-5-8 9,7-31 22,-5-6-28,-29 44 0,-15 34-6,-5 33-5,2 21 0,13-14-107,6-6-140,20-25 258,-2-40 0,-6 16 0,-8-16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6.6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27861,'0'0'0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7.3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245 514 28233,'-57'10'53,"0"0"0,-37 20-53,69 45 11,14-2-27,20 0-1,25-33 11,32-38 6,-8-23 6,16-37 201,-40 8-201,-13 7-6,-29 33-12,-17 32-4,5 33-46,19-3 34,44-8 17,8-25 2,4-33 1,4-15 8,-9-8 0,-2-7 3,3-1 0,-2-6 5,5-27 0,-6-6-16,-15 10 0,-4-1-15,-1-12 1,-4 2 52,-6 19 1,-16 17 14,-48 30-11,-2 63-29,-4 29 1,3 15-9,19-5 0,6 2 0,-6-2 1,11 1-60,22 3 1,17-10 61,46-7 0,-14-11 0,4-42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8.04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191 1 28266,'-14'74'56,"1"0"0,0-4 0,0-1-53,-1 2 0,0 0-3,-1 0 0,0 1-39,-3 14 0,0-2 39,6-24 0,0-7 0,-5 11 0,14-44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8.2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26 28233,'70'-3'-43,"1"1"0,17-3 0,-12-1 0,-34 3 0,24-4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8.6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209 1 27874,'-16'58'56,"0"1"0,3-4 0,3-5-50,5 4 5,5-4-11,16-2-50,21-23 44,6-9 6,30-51-17,-23-17 387,-4-16-280,-23 18-85,-23 40 1,-18 60-6,-3 16 14,-2 3 0,-3 5 5,0-9 1,-2 0-6,-9 12 0,-4-3-6,2-12 1,-1-6-32,-30 15-72,25-51-106,23-38 201,23-46 0,1 27 0,6-6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9.1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89 47 28317,'-6'81'37,"0"0"0,0-5 1,-1-4-38,-1-15 0,-1-2 0,2-4 0,-1-2 0,-4 41 28,5-33-28,1-62-6,5-11-5,-4-64-9,8 29 1,3-3-9,9-21 0,6-2 28,3-1 0,5 3 0,-1 16 0,3 6-9,4 9 1,2 11-3,26 18-12,15 43 7,-20 11 18,-30 5 1,-14 4 92,-43 31-59,-3-36 1,-8-4-32,-8-9 1,-2-7-252,-31 2-353,46-34 599,73-14 0,-18 6 0,24-3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09.5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126 419 28597,'-39'-63'-6,"1"0"0,6 4 1,16 5-6,55-18-28,20 17-17,10 9 22,-24 39 17,-29 48 34,-57 17-17,-8 10 0,0-28 0,18-18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10.6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173 429 28334,'-49'64'3,"0"1"1,1 3 0,21-9-4,58-13-17,26-7 17,14-26 3,-13-27 0,-2-12-9,-11-6 0,-6-7-8,2-15 0,-6-3 14,-9 10 0,-11 1-5,-37-49 16,-23 57 0,-24 22-11,17 34-5,20 43-7,72-9 12,41-5 8,-16-41 1,3-10-1,-10-4 1,-3-10-15,4-17 1,-10-12-4,-23 3 1,-7-5-9,1-11 0,-5-1 17,-6-28 0,-16 16 0,-11 58 12,-16 58 16,11 11 0,2 8-14,2 4 0,2 6-126,3-1 1,1 6-1,3-1 115,3 21 0,2 0-39,1-22 1,0 1 0,1-5-187,3 9 1,-2-8 221,-5-15 0,0-11 0,4-17 0,-11-9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10.7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1 105 27667,'78'-23'-137,"0"0"1,8 0 0,-10 5 0,-18 9 0,3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11.0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154 1 28446,'-31'86'16,"0"0"1,4-7 0,3-6-11,3 7-46,8 6-525,6-34 565,20-16 0,-10-28 0,12-17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11.4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1 130 27936,'75'-35'97,"1"-1"0,14 4 0,-2 9-75,-28 20 1,-4 7 10,-1-1 1,-5 10 101,6 46-74,-107 23-42,6-29 1,-7-3-17,-3-9 0,-3-6 16,-5-4 1,10-6-25,25-10-7,63-12 1,36-5-6,7-3 1,4 7-24,-26 15 1,-5 4 28,4-7 0,-14 8-12,-49 67 23,-35-53 0,-15-6-3,-11 4 1,-4-6-52,7-4 1,4-14-1890,-21-46 1943,73 8 0,6-20 0,18 31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11.7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117 0 28412,'-25'59'7,"1"0"1,3-5-1,4-5-7,3-3 0,5-6 0,6-18 0,-1-8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11.9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53 28362,'14'50'8,"0"-1"0,42 29-13,7-97 10,-4-3 23,-30-43-16,-48 13-152,-8 2-236,-9 29 376,10 50 0,19-14 0,3 18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12.2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0 530 28317,'23'-83'11,"0"-1"0,-1 6 0,4 9 17,21-4-11,1 11-6,9 4 6,-10 35 11,-5 56-22,-20 22-4,-15 10 1,-6 6-73,1-15 0,-2-3-246,0 2 0,0-5 316,3 8 0,-2-39 0,2-19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12.6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313 3 28367,'-65'-1'22,"0"0"1,-2 12-1,12 11-10,24 26-24,2 46 18,41-28-6,27-7 6,29-41-6,-4-36 61,8-37 29,-40 6-90,-6 24-11,-20 30-157,-6 62 168,0-4 0,0-10 0,0-20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12.91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44 0 28311,'2'70'24,"0"0"0,0-6 1,-1-7 3,-4-8 106,-9-2-94,0-26-35,-3-8-5,6-54 6,13-24-17,25-25-17,11 15-6,8 32-218,12 31-45,-9 30-551,31 15 0,-43-9 0,5 1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13.3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28378,'13'52'48,"0"1"0,17 31-9,9-75 0,-7-7 6,14-31-17,-24-5-17,-1-9-11,-15 19 0,-6 37 0,3 65 0,-1-17 0,0 3 0,1 2 0,-2 1 0,-1 13 0,-6-6 6,-26 7-6,-14-14-6,-9-60-5,19-32-146,16-50 157,58-13 0,-28 26 0,31 9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13.6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28502,'15'66'18,"0"0"1,-2-3 0,-1-3-19,-5-6 0,-2-2 0,1 46 0,-2-9 0,-4-39 0,0-36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13.8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58 28496,'75'-12'-13,"0"0"0,14 0 0,0 2 13,-18 6 0,-6 2 0,-13-1 0,-4 1 0,26 2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14.0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7 144 28238,'20'53'140,"1"0"0,6 26-128,-47-71-12,2-21 0,-9-11-23,18-31-5,15-8 11,11 0-89,34-1-398,23 38 504,-23 13 0,-1 3 0,15 5 0,-14 5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14.4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281 485 28630,'-66'-53'4,"0"1"0,7 3 0,11 2-4,26-6 0,9 1 0,6 2-6,20-8-16,28 19-12,17 8 17,2 48 12,-22 9-1,-41 34 12,-26-20-572,1-4 566,34-18 0,-2-13 0,29-5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14.7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184 396 28647,'-51'-63'-2,"0"-1"0,0 7 1,21 3-27,66-13-56,32 17 33,11 9-10,19 42 33,-62 44 72,-47 19-10,-27-1-31,-8-30 0,-2-7-373,0-3 370,17-4 0,26-15 0,20-4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14.9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27771,'0'0'0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35.6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208 0 28110,'-1'71'98,"1"-1"1,-3-3 0,-1-6-37,-9 8-57,-1-18 1,-4 2-9,0-2 1,-2 0-488,-2 6 0,-2-5 490,-15 14 0,20-34 0,6-28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35.9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0 196 27354,'93'-29'-2,"1"0"0,-6 2 0,-2 3 2,-6 4 0,-2 3-53,-14 5 0,-2 0-132,-5 0 0,-6 2 185,0 7 0,-48 4 0,-3 3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36.44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271 0 28132,'-24'79'87,"0"0"1,2-4 0,0-3-71,6-22 0,0 0 16,-5 13 1,-2 0-6,3-10 0,1-2 22,-19 41-44,15-51-6,20-50 0,17-27-11,37-47 8,-19 44 0,1 2-8,29-31 11,-19 47 6,-55 83-6,-11 2 0,-4-2 0,-2 1-482,-6 15-291,35-8 773,22-37 0,15-26 0,-15-7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36.6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124 450 28490,'-35'-67'4,"1"0"0,0 6 0,13 3-4,49-22 0,17 21-6,11 9-28,10 43 18,-40 52 16,-22 20 5,-22 1-5,-20-15 0,21-35 0,3-7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37.88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292 402 27936,'-64'24'76,"1"-1"1,4-1 0,12 7-77,14 55 11,17-19-28,7 24-45,44-54 68,22-28-9,-11-31 0,-1-12 3,-7 3 0,-3-7 0,4-28 0,-7-7 0,-12 11 0,-6-2 6,2-15 0,-3 1 5,-4 21 0,-2 4-11,1-41 50,-4 93-10,-10 17 21,-12 63-16,-13 16-40,6-19 1,-1 5-9,3 0 1,2 1-367,-1 12 0,2-4-877,7-25 0,6-6 1246,8 21 0,1-55 0,6-10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38.0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170 1 28334,'-35'54'1,"0"1"1,3-5 0,5-6-80,8-4-1697,6-8 1775,6-9 0,6-11 0,1-5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38.3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1 142 27230,'56'-8'258,"1"-1"0,30-12-6,-82-22-90,-19 16-134,-24 0-297,6 21 269,-1 10 0,22-2 0,11 3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38.8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590 322 27186,'12'-69'154,"0"1"1,-4 6 0,-10 8-110,-42 7 73,-23 25 78,-20 53-101,44 8 0,6 12-31,5 27 1,7 6-51,6-11 0,3 3-7,7-11 1,2 4-1,0-3-7,-2 11 0,-2-2 0,-6 12 0,-3-2-3,4-25 1,-4-5-24,-7-9 1,-3-10-255,-4-10-285,-6-64 128,37-45 437,5 33 0,6-2 89,12-7 1,10 8 73,39 10-138,-14 21 0,6 7-25,6 12 0,-2 6 0,21-1 0,-15 4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39.2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362 0 28093,'-39'55'64,"0"0"0,-1 0 1,-14 20-1,13 1-50,31-11 0,9 0 8,-3 0 1,1 3-23,1 13 0,1-2 0,0-21 0,0-3 0,-4 1 0,-2-6-453,-7 1-348,-5-11-1333,5-40-1530,0-52 7585,-4-23-1260,-3-10-2639,8 24 1,26 33-23,24 23-174,15 4 0,10 2 174,1-1 0,0 0 0,-10 0 0,-3 0 0,27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39.4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112 345 28513,'-30'-60'3,"1"0"1,2 8 0,7 3-21,15-4-78,32 15-11,13 6 89,5 47 11,-9 14 6,-43 47 0,-15-27 0,1-3 0,2-28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39.7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74 140 28306,'-12'59'67,"1"-1"0,-1-1 0,0-12 17,-2-24-84,4-24 0,7-23 0,6-48-17,18-3-11,2-1-190,32 8 218,33 45 0,-41 1 0,19 21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0.0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121 313 28580,'-37'-61'-4,"1"0"0,5 6 1,15 6-14,39 9-5,9 10-34,6 14 5,-18 30 34,-13 31-403,-37 30 420,-8 7 0,5-32 0,14-17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0.28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1 163 26934,'6'-47'1439,"0"1"-1439,17 2-6,-6 18 6,13 32 0,4 35-45,-3 24-123,2 14 168,-15-20 0,-10-26 0,-7-23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0.5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205 1 28462,'-55'38'9,"0"0"1,5-2-1,14 0-9,29 9 0,6 3-33,18 5-303,47-18 336,-13-18 0,2-5 0,24-4 0,-5-10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0.8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177 413 28614,'-50'-78'-14,"0"0"1,12 6 0,20 7-37,64-10 16,5 31-10,13 59 44,-44 36 5,-39 22-66,-28-7 61,-23-27 0,30-25 0,15-12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1.4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103 0 28474,'-11'65'11,"0"0"0,0 3 0,2-7-168,3-15-2234,-5 2 2391,-7-35 0,8-7 0,-5-6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1.7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1 157 28132,'71'16'5,"0"1"1,-7-2 0,-12-15 95,-22-68 83,-24 7-161,-38 4-29,-19 39-44,-3 33-555,16 49 605,57 0 0,-14-9 0,25-21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2.3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357 1 28143,'-59'2'45,"-1"0"0,-32 12-28,87 46-6,39 21-17,-16-28 1,1 1 5,23 32 5,-51 3-10,-56-41-264,-18-10-1501,17-45 1770,35-15 0,33-7 0,4 13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2.8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256 0 28339,'-32'76'31,"1"0"1,1-4 0,1-4-29,6-19 0,2-3 8,-18 43-11,21-37 0,2-1-22,-1 24-1,19-6 7,20-39-52,50-19-72,18-14-44,0-2-354,-1-6-2823,-60 4 3361,-6-11 0,-23 14 0,-3-7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3.0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28205,'86'0'-95,"-1"0"1,1 0-1,-12 0 1,-7 0 0,-9 0-1,1 0 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3.4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149 1 28182,'-2'64'61,"-1"0"1,-1-1 0,-2-4-34,-14 26-3,3-30 1,-2 1-10,-13 30 80,2-10-91,15-51-5,15-40-5,26-37-1,-5 7-11,25-10 17,-26 42-5,-1 43-281,4 32 286,14 18 0,-10-27 0,4-24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3.6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18 397 28558,'-7'-68'3,"-1"-1"1,5-5 0,7 8-10,17 11 1,37-2-12,2 49-6,-2 43 23,-22 9 6,-46 48-6,-23-30-56,-4-4-3125,-15-37 3181,29-30 0,-1-1 0,16-3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4.4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87 116 28429,'-28'70'-30,"1"0"0,3-6 0,17-10 2,63-12 23,36-30-1,-30-24 0,0-9 6,-12 0 0,-6-7 25,-4-23 1,-17-6 24,-39-30-47,-5 40 0,-10 4-23,-11 12 1,-5 11-15,-30 10-352,16 67 386,52 19 0,1-11 0,19-17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4.7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0 242 27774,'0'98'677,"0"-25"-677,5-108 0,4-2 0,7-12 0,6-3-11,31-33-34,-18 40 0,1 3-274,20-10-241,-8 36 560,-28 27 0,-4-4 0,-11 5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5.0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356 356 28334,'-66'-14'24,"-1"1"0,8 0 0,7 9-12,1 41-12,20-2-6,2 54-5,36-13-79,34-1 57,5-30 21,43-49 80,-21-57-24,-27 14 1,-4-7-28,-6-12 0,-7-2-17,-7 14 0,-2 0-110,-3-6 1,0 3 109,8-7 0,-6 10 0,0 28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5.3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199 496 28541,'-56'-32'3,"1"-1"1,3-12 0,17-7-43,45-45 22,0 47 0,7 1-36,19-5 0,8 10-20,29 8 45,-5 33 34,-32 28 27,-44 45-55,-19-14 22,-2-4 0,3-24 0,17-21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5.7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55 0 28048,'-2'59'117,"0"0"1,-6 3 0,-3-6 11,-7-4-129,5-30-6,19-32 0,23-42-16,32-23 5,6 9 17,-3 9-61,-1 26-29,-27 28-134,0 9 224,7 8 0,-28-4 0,7 1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5.8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86 0 28166,'-15'62'9,"0"1"0,-1 1 1,1-11-1,4-30 0,-2 4 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6.1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69 28294,'63'20'33,"0"0"1,-7-2 0,-11-13 17,-21-41-12,-48-3-45,-37 3-39,-9 15 45,2 37 0,46-11 0,12 15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6.4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0 381 28048,'41'-81'28,"0"1"0,-11 16 0,4 7-17,8 13 0,2 11 17,10 11 17,-5 46-34,-25 41-11,-16 11-184,-8 15 184,14-49 0,-10-5 0,10-26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7.2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400 184 28070,'-47'-49'84,"0"1"0,5 3 0,-2 12-67,-29 25-17,10 18-11,8 33 11,27 5 0,37 45 17,34-24-28,25-5 11,2-29 5,17-51-16,-26-27 145,0-8-122,-22 11-7,-21 42 1,-13 62 27,-6 31-21,-14 3 4,-8-42 1,-8-8 6,-47-1-23,30-23 0,-1-8-62,-33-24-123,38-23 185,25-38 0,20 34 0,2-6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7.7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1 105 28143,'20'68'93,"1"0"1,-3-7-1,-3-9 98,-3-13-191,-11-26 0,-5-16 0,-6-30-6,2-12 6,4-4-6,6-21 1,11 21-29,26-23-61,23 38 95,12 1 0,-25 19 0,-18 10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8.0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96 28328,'0'58'3,"0"1"1,10-2 0,11-12 19,44-26 66,5-23-50,-23-18-27,-23-42-136,-19 1 124,-2-28 0,-3 44 0,2 4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8.3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28496,'21'85'33,"0"1"1,-1 14 0,-6-4-34,-11-29 0,-3-3 0,0 9 0,-1-3 0,-3 22-252,-3-32-1075,10-56 1327,7-6 0,1-13 0,0 2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8.6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276 393 28636,'-56'-18'11,"0"1"0,-36-19-11,63 3 0,9-4 0,4-5-5,9-23-6,28 4-17,24 6-12,21 26 24,-9 37-1,-20 32 17,-54 14-6,-7 0 6,-39-6 0,37-31 0,-6-3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6:49.5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27771,'0'0'0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12.63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0 331 28177,'76'-6'9,"-1"1"0,-5 0 1,-2 0-10,-8-1 0,-4 0 0,29-3 0,-21 5 0,2 0-11,28-2 13,-32 3 1,0 0-3,38-2 8,-31-1 1,3 0-15,-6 2 1,3 1 5,19-3 0,3-1-433,3 3 0,-3-1 441,-19 1 0,0-2-75,16 0 1,1-3 77,-16 0 0,-1-1-14,-1 1 0,2-1 3,12-2 0,0 2-6,-16 3 1,0 2 8,19-2 0,4 1 8,-1 3 0,0 1-14,3 1 1,-3 0 2,-20 1 0,0 0-6,17-1 0,-1 0 6,-13-1 0,1 0 3,21-2 0,0 1 5,-20 0 1,-1-1-12,14 0 0,-1-1 3,-19 3 0,-1-1-11,17-2 0,1-1 16,-2 2 1,-4 0-1,-17-1 1,0 0-6,14 1 0,0 1 0,-9 0 0,1 1-6,20 0 1,0 1-9,-17 0 0,-1 0 3,14 1 0,-3 0 449,-20 0 1,-2 0-442,14 0 1,-2 0 2,-18 0 0,-2 0 100,10 0 0,0 0-108,-9 0 0,1 0 13,15 0 1,2 0-1,-1 0 1,-2 0-6,-14 0 0,-1 0-3,6 0 0,-3 0 3,24 0-50,5 0 11,-30-3-807,-16-3 846,-31-1 0,1 1 0,-12 3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15.16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13444 0 28294,'-74'12'0,"-1"1"0,5-1 0,8 0 0,6 6-22,0-1-51,-19 9 68,0-2 10,22-8 1,0-1 5,-30 8-11,20-8 0,-2 0-3,5-1 0,0 0 3,0 0 0,-3 2-8,-14 2 0,-2 1 22,13-2 0,-1 0 5,-20 4 1,-4 0-20,0 0 0,0 1-463,-2-2 1,4 0 459,17-5 1,0 1 4,-13 2 1,-1 1 5,11-4 1,1 0-9,0 1 0,-1 0-100,-19 3 0,-2 0 86,12-1 0,-2 0 4,10-4 1,-5 1 0,-1-1-216,-3 1 0,-2-1 1,0 0 237,-2-1 0,0-1 0,4 0-13,16-3 0,4-1 0,-1 0 0,-5 0 0,-1 0 0,4-1 0,-14 2 0,2 0-6,-1-1 1,-4 2 1,8-2 0,-5 1 1,1 1-1,4-1 0,1 0 1,-4 1 5,7-2 1,-2 1 0,-2 0 0,1 0 4,-21 2 1,1 0-1,3-1-7,11-1 0,4 0 0,4 0 3,-9 0 0,5-1 16,5 1 1,4-1-9,11 0 0,1 0 3,-18 1 0,0 0-6,12-1 1,-1 0-6,-19 0 0,-3-1 5,11-1 1,-2-1-79,8 0 1,-3 1-1,2-1 84,-16 1 0,0 1 8,13 0 1,-3 0 0,5 1-5,-10 2 1,3 1-19,-12 0 0,1 2 3,14 0 0,7 0 0,18-3 0,1-1 336,-13 3 1,-1 1-340,4-2 0,-2 0 0,-18 3 0,0-1 0,15-3 0,2-2 3,-10 1 0,1-2-3,12-4 0,0-2 0,-16 2 0,-2-2 8,-2 0 1,2-2-9,16 1 0,1 0 568,-8 3 0,0 2-563,14 0 1,-1 1-6,-16 3 0,0 0 0,15-1 0,1-1 85,-14 0 0,0-2-85,14-2 0,-1 0 0,-17 1 0,-4 0 5,-3 0 1,2 0-6,13 0 0,1-1 0,-18 0 0,0 0 3,17-1 0,0-1-1,-14 0 1,1 0 0,19 0 0,2-1 0,-6 0 0,3 0-3,-31 0-3,35 0 0,-3 0 3,-3 1 0,2 1 0,10 1 0,0 2 0,-17 3 0,1 1 6,-29 8-6,42-8 0,2-2 0,-14 2-6,3-7 6,5 2 6,-23 4-6,-7 5 0,14 0 0,-8 5-6,10-2 6,-17 7 6,18-4-6,-15 9 0,17-5-6,-21 11 6,-3 5 0,19-3 3,28-11 0,0 2-3,-27 18 0,-11 7 0,25-14-6,0 1 12,18-2-6,-12 18 0,9 8 0,13-10-6,13 8 6,12-9 11,4 21-5,1-12-6,6 23 0,13-20 0,16 9 0,22-16 0,-5-20 5,25-4-5,-8-13 0,2-1-5,19-3 10,-27-5 18,4-1-18,-44-18-5,-21-3-5,-25-17 10,-8-3-10,5 4 5,-2 3 5,-3 8-5,26 9 0,0 7 0,25 8 0,4 25 0,-8 15 0,-9 19 0,-18-14 0,-26 6-123,-24-17 123,-24 3 0,30-18 0,8-10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16.26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226 593 28328,'34'-68'2,"1"0"0,-4 4 0,-7 7 9,-19-1-6,-4 4 7,-4 5-18,-10-6 6,-8 9-6,-15 3 6,-15 22 6,7 12 0,-20 21-12,20 34 6,19-3 0,4 7 3,7-1 0,5 5 2,1 33 1,5 7 5,8-6 0,4 2-413,-3-16 0,1 2 1,1-3 398,4 15 0,2-4-22,1 1 0,-1-7 25,-2 8 0,-3-18 0,-7-37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16.42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1 121 27807,'69'-20'-110,"1"0"0,0 1 0,-5 3-909,11-1 1019,0 2 0,-37 7 0,-14 2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16.70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32 72 28138,'5'63'5,"-1"-1"1,2-5-1,8-13-5,31-26 0,6-9 0,14-28 6,-18-31 33,-15-27-5,-42 0-32,-20 35 1,-10 9-395,-41 7 392,2 58 0,31-17 0,35 41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17.00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46 28154,'17'64'-2,"0"0"0,2 3 1,-2-8 359,-3-18-358,-8-23 0,-9-36-5,-5-59-1,4 17-16,15-35-141,14 44 163,23 11 0,-19 22 0,1 19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20.73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252 248 28300,'-5'-61'25,"0"-1"0,-4-32-25,-22 75 0,5 12 0,0 4 0,-3 2 12,3 1-18,-12 14 6,17 4 0,-8 37-11,23 15 22,15 21-33,25-7-79,17-30 56,-3-25 34,2-36 11,-24-29 22,-1-3 73,-12-12-16,-9 18-79,-3 22-90,4 26-27,-2 12 117,7 42 0,-8-45 0,3 15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21.13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28367,'2'67'26,"1"0"0,0-2 1,-1-4-27,-2 22 0,0-1-23,6 7-184,1-25-146,3-14 353,-3-44 0,-3-10 0,-3-10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21.59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98 28244,'87'-27'2,"0"-1"0,-18 3 0,-4 8 9,-4 20 0,-8 13 51,-6 29 33,-30 37-73,-47-4-5,-13-28 0,-6-5 22,-29 5-50,25-16 5,46-28-11,85-20-5,16 5-12,-2 15 29,-23 29 22,-69 28-3,-23-19 0,-12 0-12,-11-1 1,-5-4-3,1-7 0,0-6-33,-42 4 33,56-65 0,9 26 0,19-34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22.27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373 106 27292,'-70'-32'252,"0"0"0,7 4 0,7 14-190,6 44-34,17 11-51,6 12 23,24-14 11,27 9 1,18-10-24,32 16 12,-12-11 0,-19-16 0,-1 1-22,8 17 67,-5 8-23,-43-8-22,-54-14 0,-6-12-22,-41-12 22,36-21 0,13 11 0,25-12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22.57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28238,'27'63'33,"0"-1"1,-3-2 0,-6-6-28,-9 7-1,-4-2-38,-3 6-85,-1-19-2032,-7-8 2150,-7-25 0,4-14 0,-2-2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22.77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39 27874,'68'-9'-6,"1"-1"1,-6 1 0,-5 2-315,5 5 320,-3 1 0,-29 1 0,-6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23.35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83 33 27947,'-20'57'-3,"1"1"1,-3 27-49,43-63 29,10-17 5,2-5-5,-1-10-79,4-23 224,-19-13 146,-18-12-191,-20 13-50,-34 7-39,10 22-135,1 3-145,21 22 291,21 16 0,1-7 0,6 3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23.78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26152,'0'0'0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25.27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 55 27880,'-12'50'17,"-1"1"0,5 35-17,30-77-6,24 0 6,-1-9 11,10-12 23,-11-6-34,-15-5 22,-14-13-22,-10 1 62,-5-8 61,-19 3-39,3 14 6,-24 5-135,13 15 6,-5 9-57,16 11-83,5 15 179,25 18 0,-10-21 0,10 5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28.92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138 69 28026,'-8'69'50,"-1"0"0,2-3 1,0-1-51,2-1 0,1-2 5,1-3 1,1-1 5,3 4 0,1-3 29,0 10-46,-2-39-28,-8-42 18,-3-20-7,2-68-27,3 11 38,1 5 1,-2-4 78,-2 26 1,-1 4-24,0 0 1,0 5-45,-3-10 0,32 50 12,68 6-15,-21 1 0,6-1 3,17-3 0,0 0-17,-17 0 0,-6-1-935,28-10 952,-91 17 0,2 2 0,-29 3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29.15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0 118 28261,'77'-16'0,"-1"1"0,-6 1 0,-9 0-107,-3-5-240,-7 5 347,5 0 0,-29 8 0,1 1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29.49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47 38 28266,'-15'67'-8,"0"1"1,1-6 0,11-10-27,42-10 34,-3-20 17,48-15-11,-29-51 72,-5-25-44,-47-29-34,-28 21-79,-45 17-559,24 50 638,2 31 0,30-6 0,14 15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29.79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1 213 27253,'36'53'386,"0"0"0,-1-1 1,-13-16-376,-21-34-5,-6-15-12,-9-48 1,6-15-29,10-2-72,26-6-191,18 39 297,37 9 0,-38 20 0,4 16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30.15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257 420 28474,'-63'-39'7,"0"0"0,5 3 1,14 0-14,26-9 1,8-20 5,40 1-11,15 3-57,26 26 40,-20 39 17,-18 43-190,-37 21 201,-16 16 0,4-34 0,-3-19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30.43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27986,'11'79'43,"-1"-1"0,6 5 0,7-11 316,20-9-343,1-28-4,-19-40 4,-17-68-16,-8 14-84,0-37 84,10 34 0,-8 15 0,7 21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30.68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190 463 28586,'-54'-69'0,"0"0"0,2-5 0,22 3-23,64-5 6,-5 9-78,36 30 11,-31 60-291,-5 21 375,-26 10 0,-5-13 0,-4-26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31.01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55 27841,'33'60'136,"1"0"0,-4-6 1,-7-6-65,-15-6-4,-4-10 144,-3-3-206,-1-28-6,-1-11-6,1-29-10,-2-41-7,16-4-212,2-7 84,19 36-370,2 33 521,21 44 0,-28-13 0,6 15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31.44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28328,'22'59'-2,"0"0"0,0-7 0,6-10 2,54-25 23,-26-10 78,-1-12-12,-40-20-83,-22-16-6,10 17 0,-3 15 0,20 40 5,3 39-5,-10-10 3,-14-9 0,-9 0 14,-37 20-17,-20-6-23,3-30-21,11-47-365,37-45 409,28-25 0,-5 18 0,19 14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31.79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45 456 28462,'-13'-67'11,"0"0"0,1 5 1,5 6-6,15-1 5,13-10-11,1 26-6,13 2 6,-3 66-11,7 42-6,-17-14 0,-3 3-28,-3-6 1,1-1-295,2 0 0,3-8 339,18-10 0,-12-8 0,-3-23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32.07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86 28138,'1'54'33,"0"0"1,9 34 16,30-71-33,25-8-6,-14-17 23,23-30 27,-42-23 23,-23-24-39,-33 21-28,-52 15-17,-4 47-123,3 38-1272,55 36 1395,37-4 0,16-14 0,-7-37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32.43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386 622 28434,'-71'-47'20,"-1"0"1,7 3 0,9 14-21,12 30 0,8 16-11,8 34 16,15 29-19,24-28 0,8-2-42,17 27 11,10-43 1,8-15 33,33-32 44,-4-16 9,-46-14 0,-10-11-6,-14 0 1,-7-4-32,-6-14 1,-7-1-57,-4 0 1,-4 2-2340,-4 5 0,-1 6 2390,-10-23 0,15 33 0,10 38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32.84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244 416 28546,'-56'-42'9,"1"0"1,3 4-1,14-2-14,29-35 5,4 19-23,30-24-27,14 50-17,18 18 50,-16 28 23,-29 39-12,-52-4-448,-10 4 454,-13-24 0,30-19 0,17-11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35.5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43 1 28367,'-1'58'-241,"1"0"1,-4 40-9591,-8-64 9473,2-13 1,0-3-1,5-14 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35.87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64 28356,'18'67'11,"1"0"0,2 1 1,1-9 44,2-22-45,12-5-6,-19-43-5,3-20 0,-8-19 6,3-34-185,0 6 179,13-2 0,-17 37 0,6 26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39.1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336 530 27029,'-59'-35'123,"0"1"0,4 0 0,8 13 62,18 28 28,-8 23-73,10 23-129,4 7 6,25 27-17,38-26 39,24-4 34,22-31-34,-15-36 56,-7-38 68,-37-12-40,-4 2-117,-35 21-12,-2 46 6,-10 21-50,13 41-85,38-5 57,3-9 22,53-25 61,-11-61 46,1-32-40,-28-17-11,-32 15 0,-7-4-81,-4 4 0,-1 0-37,-1-16 0,-2 0 292,-3 10 0,-4 5-146,-14-20-28,-3 44 5,-3 71-5,16 49 28,3 20 8,7-14 1,3 5-23,3-13 0,5 1-14,3 12 0,7-2 22,6-20 1,4-10 10,25 9 7,22-65 16,-24-60-40,-1-28-10,-23 1 16,-19 16-22,-8 53 0,0 23 0,11 48 0,4-4-44,35 21 10,9-46 28,13-34 34,-19-25 6,-23-56-23,-27 3-44,-15-10 33,1 31 0,-2 31 0,10 25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39.53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218 369 28457,'-58'-62'1,"0"1"1,4 6 0,15 7-13,32 18 6,6-6-29,34 3-28,14 6 29,11 10-29,-2 44 57,-37 29 21,-28 29-16,-16-2 0,-3-34 0,9-25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40.07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205 41 27813,'-54'-14'42,"-1"1"0,-29 0-65,74 30 23,9 9 0,1 3 17,0-1 22,3 9-50,-1-9 11,8 20-28,6-21 28,3 4 28,11-10-28,-10-11-1081,-1 8-3786,-17-1 4867,-18-7 0,8 0 0,-8-10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40.54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22 0 28317,'2'59'1,"-1"-1"1,0 2 0,0-6-881,1-4 879,-15-7 0,10-20 0,-9-17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40.85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32 81 28098,'58'8'87,"0"0"0,31-1 70,-80-38-129,-34-4-34,-24 13-72,-22 7-689,13 39 767,23 12 0,27-3 0,8-8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41.14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46 541 28205,'-12'-61'24,"-1"1"0,1 2 1,4 3-20,14-39 6,5 25-11,16-22-28,8 57 23,1 15 5,17 70-168,-3 33-241,-20-25 0,-2 2 409,-6-6 0,-3-5 0,3 11 0,-16-33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41.63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28143,'6'61'52,"-1"1"0,4 15 1,0-1-42,2-16 0,-1-1-3,-1 0 1,1-1-6,0 4 0,-1-4-9,2 10-22,6-2-33,1-31 16,19-21 45,10-14-39,10-10-594,-14 0 633,-13-16 0,-23 18 0,-2-8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41.64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26152,'0'0'0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42.25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13 26973,'74'-3'-592,"1"-1"0,-8 0 0,-6 2 592,2 14 0,-30-9 0,-8 8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42.77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28143,'6'85'41,"1"1"0,-2-18 0,0 0-33,2 6 1,0-2-12,-4-18 1,-1-3 139,0 6 0,-1-7-137,-1-9 0,7-42-39,19-74 28,1 15 11,-2 16 0,4 3-6,13 9-5,11 29 11,-17 30 0,1 54-6,-20-5-22,-1-1-560,11-11 588,10-45 0,-8 1 0,1-20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43.05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195 428 28574,'-52'-58'4,"0"-1"0,6-5 0,12 5-16,24 7-55,36-25-39,21 42 33,14 12 62,-16 54 11,-31 8-17,-47 41 17,5-32 0,-7-7 0,23-25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43.91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0 213 26362,'3'-55'960,"-1"0"1,4-33-882,4 73 5,-2 27-23,-2 23-53,-1 14 1,-1 6-9,4 33-3,2-6 0,3 2 3,-2-25 0,0-3-3,3 8 1,-1-4-189,5 10-2665,-3-29 2856,3-38 0,-7 3 0,4-12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44.22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355 467 28524,'-62'-25'15,"0"0"0,-4-9 0,9-5-10,6-34-5,26 26 0,5-3-28,9-36 12,25 28-18,33 28-67,5 50 62,-6 24 22,-16 11-246,-38 18 263,-13-40 0,3-2 0,1-26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44.61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213 658 28177,'28'-67'44,"0"-1"1,-2-8 0,-8 5-45,-18 4-48,-10 10 1,-8 1-183,-32-22 222,13 37 0,-5 5 2,-34-4 17,24 40 17,26 22 157,25 50-121,10-20 1,4 4-46,-2 0 1,3 3-3,14 28 0,4 2-1,-4-17 1,1-1-9,6 13 1,0-2-34,-6-15 0,-2-7 25,9 17 0,-18-39 0,-13-29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44.74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29 27466,'72'-2'-297,"1"-1"0,0 1 0,-2 0 297,-8-2 0,-6-1 0,10 3 0,3-6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45.00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28110,'7'65'69,"0"1"0,1-2 0,0-3-41,12 31-9,-6-24 1,1-1-20,-4-16 0,1 0 0,3 23 0,-1-2 0,1 3 0,-5-15 0,-7-35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45.15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23 28328,'75'-4'-696,"0"0"1,-1 1-1,-3 0 1,-8 0 0,20-3-1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53.2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302 5 27981,'-58'-3'-31,"1"1"0,-41 3 48,66 16-17,5 6 0,8 6-56,8 14 78,27-1 34,36 4-56,5-16-8,-7-15 0,2 0-9,15 12 50,-2 13 57,-32 2-62,-38-8-11,-39-2-17,-23-18-224,-11-2 224,45-42 0,10 22 0,39-24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53.49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27561,'3'60'54,"-1"1"0,4-5 0,6-9-26,36-9-5,6-13 441,15-12-346,-21-36-40,-7-2-27,-26-40-102,-20 20 51,-1 4 0,-2 22 0,4 16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53.90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28042,'7'71'52,"-1"0"1,0-6-1,0-2-52,2-9 0,1-2-17,9 32 225,-2-9-141,3-37-67,0-42 5,7-8-16,32-22 6,12 7-7,1 6-60,-2 25 83,-47 34 11,-51 20-27,-11 1-15,-5-28 0,-4-8-260,-7-5-795,-4-25 1075,22-24 0,21 4 0,3 1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54.20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28278,'2'77'39,"0"-1"0,0-3 0,1-3-36,5 0 0,1-5-3,8 34-31,2-28 0,1-4 31,2-6 0,-2-9 0,-13-37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54.33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27135,'76'11'-80,"0"0"1,-18-4-1,-11 0 1,-18-1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54.6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1 118 27835,'15'55'19,"0"-1"1,10 37 328,-20-67-337,-2-29-11,-6-9-6,-1-47 6,0-1-22,11-13 5,9 22-229,30 9 246,3 34 0,3 5 0,0-7 0,26 12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54.93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231 393 28524,'-60'-43'7,"1"0"1,3-5-1,14 0-23,28 3-24,19-31-16,35 28-84,16 7 84,2 43 34,-22 19 11,-29 40-12,-34-12 23,3-2 0,-3-21 0,17-21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7:55.26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312 510 28524,'-64'-19'26,"0"0"0,-1-9 0,11-7-20,17-39-6,18 24 0,10-2-11,22-1 0,10 3-17,19-24 5,6 42 1,4 11-17,5 18 55,-20 43-10,-48 6-15,-21-2 1,-7-2 8,-9-2 0,-3-1 0,40-30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00.19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319 51 28194,'-61'-19'39,"-1"0"0,-1 6 0,9 16-11,20 45-28,1 27-11,22 14-51,47-10 29,4-27 22,54-24 39,-20-54-28,-4 0 28,-23-42 22,-34 13-39,-6 3 28,-7 7-39,0 47-5,0 8-1,5 33-162,12 23-425,1-19 593,14 15 0,-19-43 0,1-2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00.49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27438,'23'71'182,"0"0"1,-6-15 0,-3-6 41,-7 10-179,-25-40-34,3-27-11,-7-20 40,13-51-40,12 8-62,11-3-162,12 28-308,5 26 532,17 16 0,-28 4 0,5 2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00.81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152 449 28496,'-42'-56'0,"1"0"0,4 5 0,10 2 0,22-23-17,37 7 17,-4 4-45,43 23-22,-33 41 62,-14 39 5,-39 6-17,-12-5 0,-4-2-7947,-10-1 7964,12-10 0,23-25 0,19-12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01.48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315 27 27914,'-66'-9'26,"1"0"0,5 0 0,11 11-26,21 36 11,13 9 23,40 16-40,23-5 6,10-13 39,-4 0 124,-42-9-51,-35 6-84,-7-11-73,-39-9-11,24-15-448,2-14 504,29-12 0,9 5 0,13-3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02.11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99 363 28294,'-27'-64'17,"0"0"0,1 7 0,8 7-17,18 12-6,11-2-11,17 12-27,17 6 44,12 51 5,-14 6-5,-10 55 0,-24-20 157,-3-4-151,-6-46 5,0-31-11,4-32-6,10-29 6,10 3-17,1 6 12,2 27 5,0 53 5,-7 33-5,1 8 0,-13 25 112,-8-43-117,0-23 5,17-78-11,17-12 8,-6 25 0,5 5 3,21 1-17,11 47-33,-37 43-29,-1 23-1489,-21 7 1568,-4-24 0,-2-27 0,2-18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02.89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257 343 28294,'-58'-25'20,"-1"1"1,1 12 0,11 17-15,27 62-6,5 30 0,30-17 11,37-15-17,21-49 17,14-40 6,-26-9 67,-23-39-11,-29 34-73,-15-3-11,-5 54 5,0 6-72,9 42 5,42-18 56,22-6 12,9-27-7,18-49 7,-42-21 5,-25 13 0,-4-4 5,-3-32 1,-18 30 0,-5 3 27,-4-2-16,-36 2-28,2 90 11,-6 9 5,28 14 1,14 8-20,15-19 0,11-3-11,11 1 0,9-7 13,41 8 12,-18-51 0,-1-16 0,16-36 34,-38 11 0,-6-8-32,-9-8 1,-9-1-3,-9-35-3,-9 38 1,-3 5 58,-4 1-34,-13 0-22,4 69 6,0 43-9,12-11 0,6 5-3,5 6 1,7-1-77,4-7 1,5-5-176,19 17 257,51-31 0,-60-25 0,31-8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03.27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246 387 28574,'-55'-15'6,"1"1"0,-36-17-6,67-22 0,11 8-6,1-38-39,15 24-56,23 3 34,0 25-6,25 35 23,-28 38 44,-5 21 18,-41 15-12,0-24-1608,-13-19-8223,27-35 9206,13-7 1,1-3 0,7 1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03.57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1 194 28076,'31'76'498,"-9"-24"-492,-28-107-12,-1 12 6,3-26-39,6 25-185,27-3 224,50 12 0,-33 18 0,22 6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11.7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28418,'0'56'-45,"0"1"0,0 35-1370,0-66 0,0-13 0,0-6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14.10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359 260 27594,'-30'-62'58,"0"0"0,3 7 0,0 10 15,-9 20 50,-8 14 95,-12 21-167,10 15-23,2 52 0,26 12-28,17-33 0,7-1-28,17 27-11,42-25 55,-2-44 74,5-36-6,-23-28-73,-22-12 0,-15-18 6,-6 34-11,-2 29-6,0 60 0,6 43-56,27 5 39,11-32 51,13-56-12,-16-27 0,-7-54-22,-8-6 0,0 2-11,7 4 0,-7 51 11,10 31 6,-6 57-6,-6 34-6,-10-6 73,-7-9-61,-4-73-1,-1-9-5,6-67-5,14-3-12,14-9 11,1 31 12,2 40-12,-21 60-94,-1 25-236,-6 8 336,10-5 0,-11-50 0,6-5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14.46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268 438 28367,'-66'-30'15,"0"0"0,10 4 0,10 16-21,21 49 6,16 37-11,14-15-17,30 26 0,18-54 28,23-35 51,-15-58-12,-23-15-11,-26 15 0,-7-2-28,-12-35-247,0 38 1,-3 1 246,-10-30 0,2 37 0,11 26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14.91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89 28390,'4'63'3,"0"0"1,3-5 0,0-3-10,8 13 6,23 5 0,-8-29 112,7-2-112,-15-58 0,-5-12-25,0-18 0,0-10-34,0-2 0,-1-2 42,2 0 1,-1 0-214,-4-2 0,-3 8-856,-6 19 1086,-10 16 0,1 27 0,-1 6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15.82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308 450 28194,'-59'-34'46,"-1"0"1,5 6 0,10 17 20,21 64-17,-7 41-44,12 4-6,5-5 5,47-26-5,25-58 0,11-20 51,12-44-29,-42-9 29,-7-2-57,-23 37-11,-9 29-39,5 48-45,24-4 57,-1 0 4,32-19 18,-17-31 16,4-35-33,-15-43-39,-13-7-177,-12 18 0,-3-3 199,-1 15 0,-3 2 364,-7-4 0,-5 5-213,-7-12-67,-28 60 0,14 66 0,17-8 0,4 6-11,5 19 0,6 2-14,4-12 0,6-1-1,6 10 1,8-6-3,25 8 39,14-11-5,-18-35 11,0-42-23,-18-28-16,1-25 22,-10-7-28,-8 41 0,-2 33 0,9 70 0,3-12-28,24 19 39,-6-50-5,4-36-1,-12-45-5,-16-11-17,-5-28 17,-8 32 0,0 13 0,0 21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16.23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131 502 28462,'-25'-66'33,"1"0"1,0 6 0,4 4-28,3-17-17,5 7-29,3-1-21,19 32-96,28 22 84,-4 28-11,7 28 107,-34 16-51,-32 11 28,-7-25 0,0-19 0,17-23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16.67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296 42 28378,'-72'-13'11,"0"1"0,6-3 1,14 14-12,27 40 0,16-7-90,56 31 12,31-11 47,-26-20 0,1-1-36,21 15 101,-39 5-1,-74-17-21,-18-2-455,-29-15 443,18-33 0,29 10 0,20-14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1.74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53 0 28138,'-11'63'5,"0"-1"1,2 1-1,1-8-10,3-13 5,3-3 0,-3-17 0,3-15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2.11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1 136 27751,'40'47'-9,"0"1"1,20 15 70,19-105 218,-45-23-151,-4-4 28,-54-3-180,-27 43-10,-28 13-74,15 48-50,24 6 157,56 11 0,12 0 0,-15-15 0,42 26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2.46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2 484 27695,'-1'-75'76,"1"1"1,2 6 0,5 5-27,20-19-44,10 21 16,12 8-5,4 46-17,-14 32-6,2 65 6,-32-34 0,-5 4-118,-1 14 1,-4-2-169,-2-16 1,-3-4 285,-9 21 0,7-52 0,4-9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2.94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56 0 28037,'-7'65'54,"0"0"0,1-4 0,-1-1-51,-2-3 0,1-2-9,0 42 6,5-7-5,38-32-7,32-42-159,-17-14 1,3-6-597,32-14 767,-14-20 0,-50 17 0,-10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3.10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27762,'73'5'-766,"0"-1"1,-7 1 0,-6-3 765,1-9 0,-28 5 0,-11-5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3.43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28031,'21'80'115,"-1"0"1,-1 12 0,-9-9-93,-19-7-12,2-22 0,-1-5 62,-2-8-51,3-10-16,19-58-12,18-21 6,0-8-5,13 12 5,-19 49 0,-2 18-129,4 49 129,9-28 0,1-2 0,-5 19 0,32-9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3.67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165 378 28468,'-47'-63'13,"0"0"0,2-3 0,19 6-46,51 4 5,4 10-23,43 22 29,-33 47 50,-2 14-28,-37 11-2660,-14 4 2660,16-30 0,-9-3 0,21-16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4.07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11 199 28121,'3'53'58,"-1"0"1,0 34 182,-5-62-207,-2-19-34,1-14 0,0-46 11,3-21-11,15-22 0,-1 22-11,30 10-51,1 38-139,17 5-147,-9 25 348,2 26 0,-31-12 0,1 10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4.29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28227,'7'55'1,"0"0"0,4 40 0,-9-81 1,0-2-1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4.58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27141,'0'0'0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5.17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319 218 28205,'-20'-53'26,"1"0"0,-7 2 0,-5 12 8,-24 28-23,-2 1 28,-6 27-39,37 27-5,4 33 5,49 16-12,2-21-21,41-21 55,-16-40-16,6-29 5,-17-10-5,-16 16 16,-14 18 17,-7 60-33,-15-14 22,-30 31-11,-18-41-17,-16-6-118,20-29-106,22-36 224,73-39 0,-31 27 0,39-16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5.56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28322,'0'70'5,"0"0"1,0-6 0,0-2 5,0 28 180,1-25-163,0-15-23,7-69-10,14-47 5,3-15 0,2 24 0,4 2-17,17-8-5,1 8 22,-13 55-6,-16 57-22,-1 27-465,2 13 493,-1-22 0,-9-37 0,-1-23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5.81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28294,'19'74'30,"0"0"0,-2-6 0,-3-3-30,2 33-168,0-8-330,0-8 498,0-30 0,-9-38 0,-2-9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5.94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48 28233,'79'-8'-78,"-1"-1"1,0 1-1,-6-2 1,-7 2-1,29 3 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8.77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332 15 25517,'-70'-6'384,"0"1"1,6 1-1,10 7-244,24 13 23,2 21-163,13-4 0,22 17-6,45-16 6,29 0 56,13-5 146,-26-8 218,-28 3-224,-41 18-140,-31-6-56,-6 5 0,-36-20-370,21-18 370,3-23 0,23 14 0,19-16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9.06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16 28104,'3'63'-10,"0"1"1,1-7 0,3-10-41,6-23 50,15-12 5,-7-7 102,11-37-96,-16 3 0,4-47-106,-14 16 95,0 6 0,-6 23 0,0 25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9.48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20 0 28222,'0'73'22,"0"-1"0,0-4 1,-2-6-23,-7 13 17,2-8 184,6 0-201,13-47-5,10-11 5,19-44 5,37-12-16,-1 18-6,0 3-16,-26 41 33,-51 21 11,-39 20-11,-23-5-39,-1-18-331,15-20 370,25-53 0,13 30 0,1-31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9.75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9 1 28294,'0'64'20,"-1"1"1,0-5 0,0-2-27,-1-2 1,0-3-6,0 41 11,4-7 0,-1-42 0,2-34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29.90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27930,'87'3'-153,"0"0"0,-5-1 0,-11 0 0,-27-2 0,-9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30.21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33 28020,'18'65'72,"-1"0"1,0-7 0,-5-9 247,-10-19-315,-1-26-5,-1-16 0,0-23-5,0-10-1,2 1-61,20-18-213,9 14-695,28 5 975,5 30 0,-24 12 0,-7 8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30.56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276 354 28586,'-55'-13'8,"-1"-1"0,-36-14-2,53-24-6,18-6-22,8-15-18,29 18-32,33 10-12,13 29 39,-5 30 45,-20 8 17,-46 36-40,-18-17 23,3-7 0,2-16 0,22-16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30.89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296 431 28574,'-66'-15'11,"0"1"0,7 2 1,9-6-12,13-29-17,20-16-11,35-26 11,12 44 1,8 6 16,37-19-28,5 27 33,-46 66 1,-34 9-6,-8 17 0,-11-24 0,9-25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34.38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343 179 28188,'-21'-46'0,"1"0"0,-20-28 0,12 67-22,-23 3 10,11 3 12,-13 7 6,11 22-23,19 14 28,-2 37-11,25-13-14,9-16 0,7-2 14,27 15-67,27-8 34,-11-31 27,6-53 23,-37-20 84,-3-28-57,-18 2-10,-7 22-40,3 36 6,4 28 0,5 23 17,11 21-56,0-8 39,-2-1 0,-8-23 0,-10-16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34.72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36 28082,'12'57'7,"1"0"0,-2-4 1,-3-6 14,-4-3-5,-1-7 11,-3-2-11,4-21-17,-3-30 45,1-11 56,0-46-101,-2 3-6,0-12-476,0 25 23,23 18-806,-1 29 1265,20 5 0,-23 5 0,-5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35.12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296 457 28188,'-59'-7'67,"1"0"0,-37-11-61,73-28 78,0-19-50,-1-24-29,8 15-16,13-1-17,45 37-45,14 6 17,8 27 11,-15 37 34,-33 16 6,-33 17-1059,-12-14 1064,-9-21 0,13-19 0,17-11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35.50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28205,'0'80'5,"0"0"1,2-5 0,1-7-6,7 10-6,16 18 6,3-24 0,-7-13 0,-8-32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35.96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256 90 27914,'-58'-26'119,"0"1"0,5-2 1,11 15-75,18 52-45,13 35 0,4-15 0,5 4-9,13 0 1,5-2-14,9 24 27,44-37 1,-15-59-6,-1-11-6,-20-46 29,-24-1-12,-17-16-17,2 27 12,-9 29-6,11 37-17,4 40-22,6-4-4996,12 23 5035,9-38 0,-8-4 0,0-21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36.28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0 102 27818,'25'55'92,"0"1"1,17 35 226,-38-68-296,-1-18-12,-11-31-11,-5-21 0,-2-22-17,3 4 17,13 19-39,29 4-499,23 25 538,21 1 0,-26 12 0,-12 4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36.91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233 4 27734,'-59'-2'102,"0"0"1,2 7 0,14 9-58,29 34-34,31 16-67,39-5 23,9-22-79,32-18 89,-44-36 51,-6-16 28,-38-8 180,-37-9-130,-4 27-100,-1 13-1,22 24 1,27 19-17,33 33 11,-19-25 0,-2 3-6,1 10 0,-4 2 6,10 35 28,-49 2 23,-32-47-1,-26-8-27,3-36 5,-7-38-45,31-17-409,1-14-341,25 5 767,38 14 0,-10 23 0,19 10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37.26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326 316 28418,'-60'-12'26,"0"0"0,-1-4 0,8-4 2,14-22-28,5-15-6,16 9-61,43-6-17,23 25-95,18 3 162,-13 45 51,-49 19-45,-32 22 11,-12-19 0,12-17 0,20-20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37.65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24 156 27578,'29'59'289,"0"0"0,-5-1 1,-16-15-262,-28-33 5,-8-9-16,-5-16 5,12-33-16,9-19-12,28-22-5,26 7-28,8 26-123,23 27 162,-7 32 0,-23-2 0,-2 9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42.41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27951,'0'0'0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54.81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28580,'16'66'3,"0"0"1,1 16 0,-1-1-1,-8-19 0,-3-1-3,2 13 0,-1-1-331,-4-12 1,0-7-4828,0 1 5158,1-39 0,0-26 0,0-4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55.21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41 178 28507,'-12'65'0,"0"1"0,0-6 0,7-7 6,21 1-6,32 4-17,25-26 17,2-2 0,14-54-11,-32-33 16,-7-14 3,-30 10 1,-12-5-6,-10 8 0,-11 0 33,-11-6 1,-11 4-29,-9 13 0,-7 17-8,-5 30 0,2 18-61,-16 49 61,50 6 0,15 4 0,9-5 0,13 8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56.39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254 1 28244,'-36'54'24,"-1"-1"0,0-1 1,15-10-3,30-21-16,5-6 5,22-21-11,-1-6 0,23-9 0,-15 10 0,30 6 56,-28 38-45,-3 28 0,-28 37-11,-26-44 0,-8-1 0,-19 31 6,-2-43 0,-6-8-85,-25-5 6,-1-5-548,1-34 621,30-19 0,8 7 0,16-3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56.58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1 197 27813,'67'-41'5,"0"0"1,-4 4 0,-3 6-219,19 9 213,12 8 0,-42 6 0,0 5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57.78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42 1 28356,'0'76'37,"0"1"0,-3 19 1,-1-1-30,-1-19 1,0-1-9,-2 14 0,1-2-14,1-24 0,1-5-619,1 20 633,11-79 0,-6 6 0,6-29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58.30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187 0 27774,'-21'55'2,"1"1"1,1 38 148,29-82-72,21-2-23,4-8-73,28-2 17,16 4 6,-8 5-1,-7 20 12,-41 18 50,-47 19-61,-9-10-1,-9-22 1,-7-6 0,-25 3-169,-17-3-8199,12-16 8362,19-9 0,25-1 0,19-2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58.46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58 27874,'78'-16'-75,"-1"0"0,8 1 1,-11 5-1,-23 10 1,4 0-1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59.66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109 271 28199,'6'-57'50,"-1"0"1,4 0-1,4 10-33,17 17 11,14 7 0,7 32 11,8 33-22,-9 10-9,-27-4 1,-7 6 2,-9-3 0,-6 0-8,-3 1 0,-7 0 2,-14 13 1,-11-3-6,-6-15 0,-6-3 8,-10 6 1,-1-4-15,13-13 1,2-8-1,-18-11 1,50-29-7,40-24 18,26 17 0,9 7-1,21 45 1,-16 13-54,-28-16 1,1 0-1415,39 6 1462,-26-17 0,-18-16 0,-24-2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8:59.97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209 101 28418,'-37'63'14,"1"0"1,3-7 0,11-3-20,27 18 5,16-27 5,42 0 7,25-57-15,-29-13 0,-3-13 6,-8-16 0,-7-7 16,-5 4 1,-15-2 2,-32-11 1,-22 10-7,-14 28 1,-12 17-59,-17 19 0,-1 18 42,10 19 0,9 9 0,16-6 0,11 2 0,14 29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01.12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8 271 28222,'-4'-53'11,"1"0"0,11-38-5,77 55 10,-19 15 34,-12 8 1,-1 10 22,6 42-56,-2 34-15,-39-14 1,-7 3-3,-4-9 0,-3 1 14,-1 10 0,-8-1 20,-36 28-15,10-39 1,-5-3-15,-1-13 1,-2-6-6,-36 11-5,38-50-6,52-31 5,25-11 6,22 6 11,3 45-11,-32 51-33,6 19-102,-10-4 135,17-40 0,3-8 0,-16-6 0,42-9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03.80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74 28065,'66'5'-8,"1"1"1,4-9-1,-8-7-20,-6-15 392,-7-5-341,-27 13-12,-28 27 11,-13 34-16,2 24-6,7-15 0,3 2 0,-1 38 0,5-29 0,-1 0-6,-6 33-5,4-43 0,-2-2 11,-7 25 0,6-40 0,2-17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03.96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0 131 28261,'72'-16'1,"-1"0"1,4-1 0,-4 1-271,-19 6 1,-3-1 268,2 0 0,-3 0 0,3-3 0,-19 6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04.73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779 1 28143,'-64'59'63,"-1"1"1,4-5 0,2 0-59,11-6 1,0-1 5,-10 8 0,-3 1-784,-10 10 0,1 0 773,17-16 0,5-5-1367,-18 19 1490,64-53 0,-3-3 1,19-17-1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05.33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28457,'53'75'0,"1"0"0,-6-1 0,1 4 0,-7-9 0,-11-19 0,-3-3-734,14 29 1,-2-11 733,-11-35 0,-16-19 0,-12-16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05.98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0 559 28138,'70'-67'35,"-1"0"0,-3 4 1,-6 8 3,7 2-34,-24 19 1,-2 0 0,14-13-6,12-13-78,-43 33 78,1-4 0,-19 20 0,1 2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06.50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28306,'70'54'5,"0"0"1,-6-5-1,-9-4-5,-2 9 0,-6 3 0,-12-20 0,-13-6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07.24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28048,'68'70'51,"0"0"1,-16-17 0,1 1 0,-2-4-47,6 3 1,-3-3-6,1 1 0,1 1 6,4 5 0,-4-3-96,8 6 90,-6-20 0,-33-20 0,-19-27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13.00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1234 74 28457,'-63'-20'15,"0"0"0,4 1 0,5 6-4,1 12-6,-32 1 7,1 6-12,1-2 0,5 8 5,25 5 1,-18 13-1,15 2 18,-19 22-18,21-4-5,-10 12 12,14-2-12,17-14 11,-3 12-6,10-4-5,-4 15 0,10-15-5,2 9 5,11-14 5,-3 20 7,7 5-12,-1 7 0,3-17 0,2 13 0,10-19 0,-2-3 11,11 8-6,-7-14-5,6 13 0,4 0 6,13-2 0,-2-13-6,25 2 0,-9-14 0,-1-3-6,6 3 6,-13-9 6,17 3-6,-9-9 0,23-7 0,-7-5-6,24 0 12,6-1-6,-18-3 0,-26-2 0,-1-2 0,29-10 0,9 2 0,-32-4 0,-11 1 0,-6-6 0,25-21 0,-23 12 0,0-3-6,33-21 6,-1-9 6,-37 20-6,-2-14 0,-7-5 0,-6 7 0,13-14 0,-9 17 5,-2-11 1,-12 11-6,-9-22 0,-3-4 0,0-22 11,-6-1-11,-7 25 0,-24-14 0,-17 9 0,14 23 0,-3 0 0,8 11 0,-4 1 0,-15-10 0,-5 5 0,7 17 0,-2 6 0,-15-2 0,0 5-3,15 8 0,1 5 3,-44 8 0,63 1 0,4 2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14.49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0 405 27253,'68'-20'155,"-1"1"0,7-4 0,-4-1 158,14-12-198,-31 14 0,3-1-85,6-1 1,-1 2-25,-7 3 0,3 1-4,36-8 1,8 2-295,-34 10 1,0 2 0,4 0 294,18-1 1,4 1 0,-4 1 1,-15 2 1,-4 1 0,2 2-8,7 1 0,1 3 0,-4 1 10,6 3 1,-1 3-11,-15 2 0,3 2 1,-2 3 6,29 10 1,-5 3 2,-19-1 1,-2 3 16,15 8 0,-2 2-14,-20-7 1,-1 2-1,12 9 0,0 0-11,-20-8 0,-1 0 5,7 8 1,0-1 2,-6-5 1,2-1-1,19 9 1,2-1-4,-14-8 1,1-3-1,20 4 1,2-5 2,-16-10 1,0-4-4,20 0 1,3-4-3,-2-3 0,-3-4-3,-18-5 0,-2-2 0,12-3 0,-4-2 0,-25 0 0,-2-1 0,5-4 0,-4-1 660,14-13-660,-34 6 214,-22-11-214,-35 0 0,-25-21 0,-11 10 8,15 14 1,-2 3 2,-17-3-11,30 11 0,35 18 0,53 15 5,33 19-10,-11 16 5,-9 4 0,-30 37 0,-48-16-11,-6 8 11,-6-32 0,9-28 0,12-19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17.17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524 54 27908,'-67'-16'11,"1"0"0,-4 0 1,9 11 212,9 31-51,-10 24-156,23 8-6,16 26-16,44-27 21,27-8 1,19-24 28,-9-29 50,-24-11-72,-50-1-23,-10 2 5,-48 8 1,3 31-6,-6 18-11,30 38 11,47 17-6,26-16-5,8-34 0,16-8 11,41-18 0,3-8 0,-1 21 0,-18-33 0,-1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17.45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28 28322,'53'59'4,"-1"0"0,-2-5 0,-4-8-4,6-11-6,-5-8-16,-11-11 44,-8-7 6,-15-29-28,-12-28-6,-10-9 6,-10-33-632,6 41-1760,5-5 2392,18 46 0,-4 2 0,5 14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17.72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142 422 28507,'-39'-62'3,"-1"1"1,2-9 0,14 7-4,35 9-28,32-24 6,10 48 16,3 27-38,-24 51-68,-25 10 112,-19 30 0,6-57 0,-5 6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18.00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28115,'6'75'15,"-1"1"0,1-7 0,-2-8-4,-3-4-5,0-12 285,0-12-285,-1-39-1,2-14-5,8-55-5,-2 23 5,11-22-12,-8 46-100,25 2-100,-3 21 212,35-2 0,-37 6 0,5-4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18.16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28194,'14'70'-1,"1"0"0,-5-10 0,0-9 0,6-14 0,-11-20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0.42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388 1 28222,'-31'73'35,"1"0"0,-3 17 1,3-2-36,12-20 0,2-2 0,-1 0 0,-1-1-42,-3 1 0,-6-5 42,-4-19 0,-1-6 0,-6 22 0,-7-22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0.71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28037,'12'90'29,"0"0"1,2-4 0,0-6-30,-1-30 0,1-3-3,1 2 1,-2-1-177,9 37 179,-15-33 0,-1-3 0,0-3 0,-6 7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0.84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55 27443,'79'-13'-745,"-1"0"0,-22 7 0,-8 0 0,-9-10 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1.17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 1 27975,'-1'83'56,"0"1"0,0-5 0,0-5-56,1 20 11,10-5 34,8 3 241,0-34-281,11-18-5,-16-42 12,8-24 16,-5 17-28,4 31-107,1 31 107,0 12 0,-9-24 0,-3-22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1.36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28261,'13'62'18,"0"0"1,1 6 0,0-7-19,-2-7 0,3 6 0,-11-42 0,-1-6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1.50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23903,'0'0'0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1.76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43 477 28266,'-11'-72'52,"-1"0"1,2 5-1,3 6-41,5-4-5,2-5-12,14 31 6,-1 9 6,27 66-28,-3 30-96,-13-19 0,0 1-296,15 26 414,-4-20 0,-20-39 0,-2-6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2.24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242 0 28367,'-59'20'50,"1"0"1,4-1-1,12 7-44,21 53 0,14 11-9,20-40 0,7-3-8,21 16 5,55-35 6,-33-47 95,-3-9-100,-30 9 5,-19 22 0,0 37-6,0 42 6,-8 1 0,-17-2-11,-41-16-28,-12-43-208,-9-35 247,30-42 0,25 12 0,20-5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2.83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1 202 28350,'18'50'11,"1"0"1,24 33-12,1-57 11,41-18-11,-17-22 0,-13-11 0,-5-11 45,-5-46-37,-27 29 1,-12 0-9,-53-30 5,-11 35-8,8 35 1,-1 16 2,-7 48 5,14 26-33,72 17 23,17-27-1,3-43 0,6-14 6,25-46 8,-27 5 1,-3-6-4,-12-3 1,-2-3-12,7-10 1,-2 6 0,9 4-7,5 36 24,-25 68-7,-14 16-5,-11-16 0,-3-2-145,-5 6-4398,2 7 4543,6-49 0,-3-8 0,7-15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3.22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28502,'1'86'20,"0"1"1,3 13-1,1-4-15,0-30 1,1-2-3,-1 10 0,1-2-37,0 25-9797,-6-36 9246,-9-43 0,6-8 0,-6-10 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3.38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76 28356,'71'-6'-200,"1"-1"0,-4-2 1,-6 0-3963,-2-3 4162,-6-5 0,-25 8 0,-12 2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3.74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28362,'8'67'29,"0"0"1,-1-3 0,2-3-13,5 21-6,-2-1 6,-5 15 5,-3-34 34,-3 3-44,3-81-18,11-29 0,5-34 1,7 17 10,1 37-5,-10 41-61,7 45-96,-3-6 157,17 29 0,-20-52 0,4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3.98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68 454 28502,'-18'-70'7,"0"-1"0,5-6 1,9 5-8,30-2-11,-1 7 22,2 44 0,-22 37-5,-29 39-17,4-8-2101,-14 24 2112,21-35 0,7-8 0,6-16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4.32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28546,'13'70'17,"-1"0"0,0-3 0,1 0-17,4 8 0,1 1-757,-3 1 0,-1 1 757,1-1 0,-2-2 230,-4-6 1,-1-8-466,5-13 297,10-33 0,-9-14 0,3-25 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4.62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138 337 28608,'-38'-63'-2,"0"1"0,1 6 0,13 5 2,33-5 0,7 25 0,13 13-28,-2 55 12,-9 2-197,-8 33-918,-10-33 1131,28-7 0,-21-19 0,21-13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4.71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18686,'0'0'0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4.82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310 347 27477,'-7'-61'156,"0"-1"1,0 6 0,-7 6 230,-45-7-270,-6 24-94,-12 6-29,27 47 6,30 27 0,17-14 0,9 7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4.96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28440,'27'75'8,"1"0"1,-1 0-1,5 14 1,-6-1-6,-15-20 1,-3 2 0,-3-3-4,-1 9 0,-3-3-48,-2 8 1,2-5-105,18 21-105,0-52-2302,14-51 2559,-30-30 0,4 10 0,-21-6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5.14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118 255 27415,'-35'-52'353,"0"0"0,-12-26-224,94 65-107,25 5-22,3 1-22,24-6 22,-48 0 0,-5 3 0,-30 2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5.59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28317,'23'75'29,"1"0"1,0 12 0,-4-6-13,-8-1-14,-4-18 0,0 2-238,3 18-958,2 2 1193,-6-34 0,-2-28 0,-5-16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5.75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48 28171,'93'-13'-108,"0"0"1,-26 1-1,-11 3 1,-9 9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8.61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506 1 28574,'-72'55'11,"-1"0"0,6-4 1,5-5-18,-17 6 6,21-15 6,-12 5-6,48-20 0,20-1 0,65 13 0,-4-13 0,9-2 0,26 6 0,3-1 0,-12-5 0,-2-3-51,4 1 1,-12-6-3829,-23-13 3879,-10 1 0,-44-10 0,1 4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8.95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28569,'5'87'1,"0"0"1,0-8 0,3-5-2,4-18 0,3-4-22,10 31-140,2-21-4717,-9-61 4879,5-66 0,-14 22 0,9-11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29.23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21 73 28412,'-11'58'5,"1"-1"1,13 41 22,31-61-28,55-8 28,7-19-11,-40-19 0,-4-11 22,17-43-11,-34-14-23,-46 23 1,-16 3 17,-49-4-21,15 32 1,-3 14-17,13 18 0,6 13 14,3 25 0,12 6 0,14 6 0,12 10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0.55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423 45 28110,'-64'-15'76,"0"0"1,5 1-1,5 13-20,-19 64-31,41-21 1,5 4-29,-4 12 0,12 2-6,29-4 1,12-3-9,29 19-8,13-48 0,5-13 3,22-15 33,-9-19 17,-47-3 56,-70-7-56,-26 20-39,-35 19 11,5 33 0,30 7-12,28 33 12,64-17-22,2-25 0,8-5-20,2-8 0,7-6 42,44-3 0,-3-8 0,-26-2 0,-9-5 0,-1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0.85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16 28132,'1'68'15,"0"0"0,4 4 0,6-7 7,17-3 6,1-12 23,12-34 38,-21-57-66,2-24-26,-16 17 0,0-4-361,10-44 364,-3 29 0,1 29 0,-5 29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1.10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149 436 28474,'-41'-66'1,"0"0"1,0 6 0,16 2-7,52-24-7,7 24 12,13 12-16,-14 46-96,-21 48 112,-10 20 0,-2-20 0,0-7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1.38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1 122 27757,'4'60'380,"1"1"1,2 27-375,-6-93 0,-1-21-12,0-42 6,8-9 6,8-12-163,4 31-745,13 51 902,-18 24 0,3 10 0,-15-11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1.98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8 0 28126,'7'61'11,"0"0"0,1-6 1,6-9 16,27-17-22,5-14-1,16-22 57,-19-34-1,-5-1 18,-26-38 55,-21 33-134,3 14 0,-4 38 0,7 34-5,1 50 21,-15 7-8,2-37 1,-3-2-9,-18 22 11,-17-23-22,14-41-50,-5-30-415,16-30 476,23-24 0,4 23 0,12 14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2.62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11 1 28496,'-3'95'1,"1"0"1,0-21-1,1 1 1,0-6-33,0 0 0,2-3-630,4 3 0,1-6-156,0-5 923,4-79 1143,-20-43-874,3-1-352,-5 10 5,37 32-56,36-5 28,26-10-3,-45 11 0,-3-4 25,13-27 12,-35-31-34,-15 12 45,-2 5 16,9 40 7,1 50-40,10 37-6,-10-1 0,-1 7-8,-3 3 0,0 1 11,-1-1 1,-1-1 10,-3-1 1,0-9-21,5-20-10,10-24-6,11-46 0,26-40-11,-9 21 0,2 11 5,-23 46-22,-5 42-196,9 2-655,15-5 879,4-26 0,-14-14 0,-14-8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2.79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26 0 28266,'-7'71'9,"0"1"1,0-9-1,3-8-9,7-6 0,-2-26 0,2-3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2.92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27411,'0'0'0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3.19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0 495 27606,'19'-67'143,"-1"1"1,-1 5 0,2 2-122,6 10 1,2 4 72,19-26-50,-2 11-12,-3 43 34,-13 63-67,3 29-5,-10 10-247,-5 14 252,-5-46 0,-3-13 0,-1-23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3.66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286 58 28462,'-61'-19'20,"1"0"1,4 2 0,11 15-21,22 66 0,10-14 0,32 27 6,25-43-12,28-5 6,-8-33-6,6-17 6,-27 7 6,-2 40 11,-23 32-6,-28 15-11,-50 5-6,-23-48 1,-4-3-118,-3-39 123,57-45 0,1 28 0,29-25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4.27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1 123 27561,'0'58'57,"0"0"1,14-1 0,12-10-35,59-21-12,1-3 95,-1-28 57,-50-25-90,-7-22-73,-23-5 128,-36-14 18,-21 36-129,-34 18-28,9 54-3393,25 9 3292,55 30 62,61-36 50,26-9 6,-3-35 89,-13-41-73,-32-32-19,-17 27 0,1 0 14,28-34-17,2 40 5,-15 47 3410,-9 68-3421,-19 19 9,-8-36 0,-2-2 8,1 20-78,-4-31-689,9-27 756,4-12 0,-1 0 0,-1-5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5.09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65 1 28468,'-12'70'3,"0"1"1,1-7 0,1-2-4,-2 25 6,5-26-1,8 23-5,26-48 0,20-5-44,20-27-180,-6-17-2639,-24-5 2863,-24-11 0,-14 17 0,-4-4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5.25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28110,'67'44'-170,"1"0"0,-5-5 0,-6-13 0,-8-28 0,-15-3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5.61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27 1 27958,'2'65'63,"0"1"1,0-3 0,-1-4-25,-2 18-28,-3-2 28,-3-5 90,-2 0-6,2-30-117,2-13-6,9-44 0,31-52 3,-11 26 0,4-1-3,4-2 0,0 2 0,16-13-6,-25 78-5,-18 56-205,-7-20 1,1 3 215,6-2 0,0-3 0,-6 13 0,12-36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5.85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137 429 28518,'-38'-58'4,"0"1"0,2 2 0,12 5-4,25-6 0,16 2 0,26-5-28,6 25 22,-3 29 0,-20 27-72,-50 53-493,3-13 571,-9-4 0,16-27 0,14-25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6.19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10 28322,'4'63'20,"0"-1"1,0-5 0,-2-6-4,-2 8 78,0-26-78,2-20-17,3-33 0,13-49 22,13-5-22,3 0-5,14 11-51,-6 39-499,19 4 555,2 16 0,-24 4 0,-8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6.39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28373,'1'61'1,"1"1"1,0-7 0,2-7-2,6-15-666,0-7-2879,-2-22 3545,-4-13 0,-3-3 0,-1-2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6.51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7 27712,'9'-7'-3226,"7"12"3226,17 5 0,-13 0 0,-2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6.98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244 248 28188,'-5'-57'47,"1"-1"1,-5-36 87,-8 75-124,-7 9 6,-4 2-12,-5 7 23,-8 15-5,7 12-23,1 24-6,17-5 12,35 13 10,19-29-16,21-2 0,-7-19-5,0-8 5,-17 17 0,2 32 5,-15 27-5,-9 1 0,-37-1-50,-15-49-157,-24-19-1003,12-58 1210,18 2 0,22-6 0,11 31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7.34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28238,'18'67'32,"-1"1"0,0-5 0,0-4 1,4 10 79,4 11 28,-12-32-140,7-20 0,-11-43 0,18-52-5,-2 6 5,0 4 0,0 37 0,-6 64-40,8 30-64,-11-25 1,1 0-255,16 25 358,0-24 0,-15-37 0,-6-6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7.62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28451,'3'81'17,"0"-1"0,1-5 0,3-3-29,6-14 1,3-4-115,-1-5 0,2-1 126,12 39 0,-11-42 0,-13-34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7.77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7 28059,'83'-3'-76,"-1"0"1,12 5-1,-10 3 1,-21 2-1,7 7 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8.22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28440,'71'19'-4,"1"-1"0,-7-1 1,-3-4-8,22-7 39,-26-3 16,-4 10-44,-43 14 0,-24 7 0,-28 28-11,-13-7 6,-3-1-7,-12-1 12,33-30 0,4-4 0,22-13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8.51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28496,'4'60'11,"0"0"0,0-4 1,1-2-7,6 32-10,-5-7 5,-2-8 0,-4-31 0,0-29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38.82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82 157 28311,'17'54'22,"-1"0"1,28 35-23,50-63 11,-39-20 0,1-4-3,0-4 1,0-6 16,3-15 1,-9-11-4,-8-51 3,-45 31 0,-13 1-8,-41-26-12,-22 45 1,-12 18-14,17 24 0,2 17 8,0 23 0,6 7 0,21-23 0,11 2 0,17 58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43.92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1060 28446,'4'-90'-51,"0"-1"1,0 5-1,1 0 29,2-4 0,3 1-879,3 0 1,2 1 880,-2 3 1,4 2-40,7 8 0,7 14 538,27 15-479,17 50 376,-18 42-309,-29 24 1,-9 14-49,-8 0 1,-5 4-32,-2-18 1,-1 3 0,-1-3-84,2 23 0,0-7-124,-1-28 1,1-7 218,6 7 0,-4-46 0,-3-8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44.10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42 27886,'77'-8'-15,"0"-1"0,-7 2 0,-8 1-870,-4-1 885,-18 4 0,-20 2 0,-12 1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44.65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27 382 27874,'-3'-58'140,"0"-1"0,-1 6 0,0 5-106,-3 4-12,2-7-27,8 16-12,29 1 6,17 35-6,13 49 23,-17 40-32,-31-42 1,-6 3-359,-7 10 1,-5-4 383,0 2 0,-3-10 0,3-32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45.10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379 531 28227,'-37'-51'39,"1"0"0,3 5 1,-2 11-35,-26 25 1,-6 44-12,1 31 1,25 13 2,39-22 0,15-3-14,48 5 11,-17-28 1,4-12-1,5-24 1,-3-14 11,16-28-4,-40-12 1,-13-9 5,-9 4 1,-8-1-40,-6-13 0,-3 1-129,4 17 1,-3 6 159,-20-27 0,23 56 0,2 12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45.53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28373,'13'76'5,"0"0"1,-1-4 0,-2-3-6,-5-5 0,-1-3 5,2 31-5,-1-26 0,5-4-28,29-1-17,36-12-475,22-56-298,-21-16 818,-21-31 0,-45 31 0,-6-2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45.68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54 27404,'75'-6'-3277,"0"1"0,-8-2 0,-8-1 1962,-6-4 1,-25 3-1,-11 2 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46.00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27998,'13'64'108,"0"1"0,-1-6 0,-3 0-74,-6-4 0,-2-1 94,1 45-83,-7-4-45,-1-31 0,0-53 0,19-49-5,24-32 10,13-13-5,-3 26-5,-1 65-1,-11 55-131,-12-16 0,5 2 137,15 7 0,0-4 0,-2 9 0,17-22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46.25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183 454 28474,'-51'-70'3,"0"0"1,0 5 0,22 5-4,75-16 0,14 20-17,12 8 17,-14 39-22,-55 46-85,-29 12-4547,-3 1 4654,7-15 0,16-27 0,14-6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46.81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264 76 28378,'-62'-29'18,"1"-1"1,1 13 0,12 19-13,28 68-17,20 1 5,50 12 6,7-32 11,-7-1 1,-62-3-12,-19-30-40,-41 6-469,38-30 509,17-13 0,14 7 0,15-6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47.68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204 98 28401,'-58'26'-4,"0"1"0,7 0 1,15 6 3,45 41-6,34-16 0,17-46 12,8-43 0,-18-29 44,-26-8 40,-15 12-90,-15 57-17,3 16-28,-4 30-78,17 8 100,22-21 23,8-14 40,7-54-24,-18-6-16,-10-43 0,-2 25 17,9 3-17,11 31-5,-2 34 5,12 37-12,-13 17 46,-2 9 44,-14-22-61,-11-27-11,-3-33-12,11-41 6,0-1 0,21-37 6,-6 38-6,5 9 5,-9 58-5,-10 17-5,-2 54 10,-7-18 7,0-7-12,14-54 0,15-58 0,23-31 5,0 9-5,-15 41 0,-23 47-11,-16 57-179,-3 5-281,14-5 471,19-22 0,-12-39 0,7-6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47.93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240 354 28535,'-60'-37'9,"0"-1"1,5 3-1,12-1 2,29-10-11,6-5 6,18 4-12,25 1 1,9 28-29,2 41-11,-23 38 6,-32 9-202,-24-4 241,3-43 0,3-7 0,18-16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48.80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28199,'31'63'67,"-1"-1"0,-1 7 1,-8-5-7,-11 3-66,-5-25-6,-6-43 5,0-75 6,1-9 17,0-8-23,4 33-95,16 33-151,15 21 252,32 13 0,-31-5 0,6 5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49.05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0 118 27734,'2'62'7,"1"0"1,2-5 0,5-12 48,14-19 5,8-12 242,8-27-186,-16-9-55,-3-42-62,-16-8-5080,-5-14 5080,0 17 0,0 30 0,0 21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49.35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40 0 28384,'-6'76'26,"0"0"0,0-6 0,1 0-26,0-4 0,0-2-31,2-5 1,2-1-309,-2-1 0,6-4 339,21 6 0,-13-40 0,12-19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49.61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80 332 28485,'-23'-66'5,"-1"0"1,3 13 0,9 5-18,35-22 12,13 44-50,8 24 44,-15 25-78,-17 52-364,-39-4 448,8-2 0,-10-29 0,19-28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50.72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310 105 28367,'-57'-33'37,"0"0"1,5 5-1,6 18-14,4 65-23,13 26-6,2 2 6,37 8 0,38-55 17,26-29-6,9-54 56,-23-17-72,-30 33-1,-20 28-16,1 44-124,34 1-660,33-20-354,-25-17 1,2-10 918,-2-11 0,-5-9 2140,18-40-1277,-34 3 229,-35-4-666,-8 27-51,-2 8-106,-4 23 6,1 61-12,-8 42-22,9-23 0,2 5-3,2 2 0,0-2 3,4-18 0,1-4-16,3 34 21,3-71-5,5-20-5,1-39 10,10-56-8,-4 38 1,1-4 2,8-16 0,1 1 2,-4 17 1,3 4-3,9 4 0,6 10-5,21 16-1,10 41 0,-24 20-5,-28 64 11,-58-12-34,18-38 1,-3-4-286,-29 10 319,48-50 0,11-7 0,23-17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52.25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31 0 28255,'-7'75'13,"-1"1"0,2 0 0,2-3-16,2-21 1,1-1-4,1 4 1,0-6 145,0-7-124,1-10-16,0-43 0,0-22-5,-5-51 2,2 29 0,3-3 3,4-15 0,4 0-6,-3 15 1,6 5-29,45-26-5,0 76-62,4 53 84,-40-5 1,-8 4 16,-14 46-3,-19-44 0,-8-8-456,-23-10 459,4-51 0,23 8 0,23-37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52.51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28177,'5'95'78,"-1"-1"0,1-19 1,0-1-74,6 18 1,-1-2-6,-4-26 0,0-4-39,-2 0 0,2-7 39,11 0 0,-13-39 0,12-23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53.15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94 1 28518,'-16'58'-2,"0"1"0,-2 4 1,2-4-5,2 8-195,0-7-46,24-21 247,12-40 0,-3 3 0,-1-15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53.43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98 28261,'51'8'42,"-1"0"0,32-3-25,-96-54-12,-5 14-16,-29 0-291,14 49 302,1 30 0,22-10 0,11 7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53.77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193 399 28451,'-42'-56'22,"-1"-1"1,4 4-1,8 5-16,12 3 11,8-10-17,4 19-34,35-3 6,-2 29-112,46 21 6,-25 22 134,-4 22 0,-35-8-168,-22-6 168,-14-25 0,14-7 0,0-6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54.12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210 0 28440,'-59'5'19,"0"0"1,-32 36-25,97 33 7,6-25 1,4 2 16,-1 2 1,0-2-14,14 26-6,-26-2 6,-15-40-230,-3-10 224,1-43 0,7 8 0,5-17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58.22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26962,'0'0'0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58.50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1 147 28462,'8'59'5,"0"0"1,2-4 0,4-12 0,5-24 11,19-22-17,0-43-12,12-27-100,-8-2 112,-11 22 0,-3 5 0,-8 14 0,12-15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58.78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193 486 28580,'-54'-81'2,"1"0"0,2 17 0,17 2-8,40 7 0,14 6 12,19 0-6,8 5-11,-7 59-12,-35 39-38,-28 22 61,-1-9 0,-5-27 0,20-29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59.03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21 1 28440,'-5'63'28,"1"0"0,-2-2 0,2-2-22,4 30-6,-1-29 0,0 3 0,1-8 0,0-2-68,0 47 68,2-40 0,-2-44 0,2-9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59.58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251 245 28479,'-18'-59'20,"0"0"1,2 6 0,4 8 18,11 16-45,-3 34 6,2 1 0,-1 31 0,3-4 12,0 7-18,4 21 6,7 0-17,15 0 0,0-26 17,25-35 6,-7-43-6,8-25 0,-15-16-11,-16 17 22,-13 48-5,-6 34-1,-2 39-5,-6 10 8,-13-12 1,-8 2-9,-10 0 0,-7-2 3,-13 11 0,-3-4-342,6-14 0,2-9-8342,-17-7 8681,40-30 0,24-16 0,5 3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56.51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0 166 28182,'4'63'32,"0"0"0,0-6 0,0-7 1,-4-1 141,2-9-152,-1-25-16,4-28 5,9-65 0,-4 26 0,0-3 0,-1 2 1,-1 0-10,1-3 1,-1 7-53,-1 4-34,14 8-73,16 26 157,43 20 0,-37-6 0,12 7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56.78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159 471 28524,'-48'-79'0,"0"1"0,9 16 0,16 2-3,32 0 0,16 5-2,22 5-1,-3 24-5,-17 45-146,-46 56 157,-14 2 0,2-17 0,4-18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57.26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245 1 28462,'-59'7'24,"0"0"1,0 14-1,13 11-24,27 56 5,16-36 1,11-2 6,44 23-7,9-34 0,-11-43 1,0-13 28,14-26 16,-6-14-50,-30 23 0,-25 34-5,-5 28-12,2 28 0,36-23 17,-2 3 6,49-63-6,-34-29 5,-6-31-5,-27 13-560,-22 21 560,18 33 0,-15 11 0,17 6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57.60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1 177 28199,'3'67'185,"0"0"0,0 31-180,4-73-5,-6-39 0,-1-33-5,2-42 5,17-3-3,-8 40 0,3 4-98,28-14-27,-5 33 128,46 60 0,-56-22 0,34 26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09:58.10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109 0 28362,'-9'75'22,"0"-1"0,-2-5 1,-3-7-29,-13-3-587,0-16 593,21-57 0,0 13 0,10-26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1.42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257 59 27583,'-52'-20'103,"0"1"1,-34-1-25,82 35-51,1 25-28,3-8-23,0 14 23,8-11 12,5-1 16,18 7-12,-1-6-16,-5-2 241,-10-9-179,-29-6-34,-20-8-79,-17 2-5381,6-17 5432,15-10 0,22 6 0,8-5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4.06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0 709 27958,'71'-63'22,"-1"0"1,-5 4 0,-11 3-12,-13-11-6,-11 2-5,-14-22 28,-21 5-28,-24-4 0,-3 33-44,-12 26 44,1 66 0,19 8 58,7 23 1,5 13-34,7 4 1,5 5-161,0-13 0,2 4 1,1 0 130,-1-4 0,2 0 1,-1-4-81,1 22 0,0-9-104,4-29 1,-8-10 187,-31-10 0,23-30 0,-23-21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4.35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1 380 26189,'69'5'-6,"-1"0"1,-6-1-1,-6-1-5,5-1 11,-15-7 213,24-16-1,-27-14-77,-2-25 50,-21-14 100,-26-12 51,-14 20 118,-43 14-359,-12 65-73,2 19-47,35 20 0,17 11 25,38 8 0,10-1 0,-25-17 0,3-4 0,26-5 0,-1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4.66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2 115 27684,'5'64'231,"0"0"1,1 3-1,-4-14-208,-8-33-18,3-15 7,-6-73-18,7-18 6,2-1-207,26 3 207,57 54 0,-39 2 0,31 24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5.03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369 453 28406,'-78'-58'13,"0"0"0,5 5 1,13 3-14,19-3 0,13 2-6,17-6-11,48 16 6,20 9-34,9 36 40,-12 43-79,-48 21 84,-10-1 0,-7-21 0,3-32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5.40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28350,'40'84'9,"-1"1"1,-3-7-1,-6-6-9,-10 5 0,-7-12-5,-4-14 10,7-35 1,-3-28 11,17-69-20,-17 30 0,0-3-126,3-11 1,1 2-438,15-26 566,9 31 0,-23 43 0,6 7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5.66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225 410 28552,'-61'-41'2,"1"1"0,6-13 0,14-1-2,31-10-3,17 14 0,4 2-53,1 8 39,19 21-11,-22 35-229,-2 44 257,-5-11 0,-2-6 0,2-21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5.91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27964,'14'65'41,"1"0"0,-3-5 0,0-6 66,5 1 139,-6-11-106,-4-11-134,-18-33-6,-3-37-12,-3-40-10,14 3-135,36-1-565,23 49 722,23 29 0,-28 3 0,-14 18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6.29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124 33 28395,'14'58'28,"-1"0"0,17 26-17,29-101-5,-22-13 11,-12-52 0,-17 24-17,-1 13 16,-4 47-4,-3 88-7,0-24 1,-5 6 2,-12 20 1,-8 2-378,-6-5 1,-6-7 368,1-20 0,-5-9-12,-4-11 1,2-15-56,6-30 67,34-47 0,11-12 0,-5 12 0,15-7 0,0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6.83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57 443 28412,'-16'-62'24,"1"1"0,-1 2 1,6 5-14,15-5-5,4 2-1,12-3-16,-5 30 11,13 31-17,-13 65-78,7 10-210,-9-18 0,5-3-1224,30 3 924,19-9 2526,-9-33-1484,-8-19-398,-17 7 6,0-5 22,26 4-50,-14-16 11,22-25 184,-42-22-139,-32-18-56,-24 18 0,-44 6 5,22 36-55,6 34-96,41 28 129,27 5 0,7 0 0,-2 2 0,22 7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7.21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366 400 28238,'-69'-26'61,"0"-1"1,-4 13 0,9 14-62,18 30 6,1 53-29,59-7 12,34 5 11,23-35 11,-6-32 29,-12-58-29,-29-32-9,-12 18 1,-2-4-3,-4 11 0,-2-1-118,-6-13 1,-4 1 117,-8-19 0,0 15 0,4 28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7.51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89 486 28485,'-24'-79'5,"-1"-1"1,1-7 0,9 8-1,23 11-16,11-8 5,4 59-66,-3 37 27,-11 26-73,-15 6 118,-7-8 0,5-30 0,-2-5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8.57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107 325 28485,'-34'67'0,"1"0"0,6 1 0,15-11 0,31-21 0,35-3 5,4-45 18,10-42-12,-22-10-8,-29 7 0,-7-3-3,-2-23 0,-11 7-23,-4 60-72,29 41-34,19 19 56,26-13 51,-13-31 39,-24-41 11,-32-30-11,-12-22-6,-2 20 39,1 21 6,10 58 28,19 65-67,-1-5 0,1 10-17,-1-9 0,1 5 0,0-1 0,3 21 0,-2 1-25,-5-21 1,-2 2 0,-2-8-615,-4-6 1,-4-5 638,-7-3 0,-2-5 0,1-7 0,-12-37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8.66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1 283 28138,'29'-58'14,"-1"-1"1,-5 12 0,6 7-183,32 15 0,8 10 168,-10 5 0,-2 2 0,39-5 0,-29 6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9.02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 1 28546,'0'85'2,"0"0"0,0-7 0,0-4-2,0-15 0,0-4 0,0 26-28,0-21 0,-1-3-342,0-4 370,17-2 0,-12-37 0,13-11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9.19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86 27869,'79'-16'3,"-1"1"1,-5-1 0,-5 4-469,16 8 465,9-7 0,-44 6 0,-2-2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9.51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28289,'2'76'29,"0"-1"1,0-3 0,-1-5 10,1 15 49,0 17 18,-2-27-102,0-20 1,16-71-6,20-47-6,18-12 1,-4 22 5,-5 56-84,-27 56-2145,14 24 2229,-12-7 0,-1-27 0,-9-33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09.77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149 416 28563,'-41'-60'0,"0"0"0,4-8 0,19 2-5,58-8 10,-4 2-5,7 56-17,-66 61-223,-10 32 240,-14-10 0,22-26 0,23-33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10.94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28457,'11'71'29,"0"1"1,-1-4 0,-3 0-30,-7-1 0,-2 0-31,2-8 1,0-1 30,-1 0 0,0-4 0,1 3 0,0-39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11.10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67 27869,'77'-1'-265,"0"1"0,-7 0 0,-1-3 265,11-10 0,-7-1 0,-10 6 0,-9-6 0,0 1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11.34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8 57 27544,'3'61'78,"1"-1"1,-2 3-1,0-7 426,1-13-420,-5-8-84,-1-36 0,-4-22 0,3-33-11,-1-12-11,21-17-62,0 23-331,36 8 415,-3 45 0,2 7 0,2-12 0,27 19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11.64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249 423 28451,'-62'-54'28,"0"0"0,1-5 0,15 4-28,30 8 0,14-28-5,48 33-12,16 5-67,8 49 67,-27 11 17,-26 36 0,-17-35 0,0 5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11.95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262 386 28535,'-59'-4'17,"0"0"0,4-2 0,11-8-12,22-32-5,7-10 6,8-6-6,10-21-6,17 23 1,5 10 5,2 49-23,-7 48-55,-9 9-482,7-2 560,-2-22 0,-2-25 0,-6-7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12.28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28131,'0'0'0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22.04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1 305 27796,'73'47'102,"1"0"1,-6-3 0,-5-14-804,-3-27 746,7-6 92,-14-5 0,4-3-101,4 0 1,4-2-23,16-4 0,4 0-9,2 2 1,2 2-436,5-1 1,0 2 434,-18 3 1,2 1-8,-10 0 0,4-1 0,-2 2-150,23-1 1,2 2 147,-16 0 1,4 1-1,-3 0 4,17 0 0,0 1 7,-21 1 1,3 0 0,-3 0-6,19-2 1,-1 2-3,-16 0 0,4 1 0,-4 0-3,15-1 1,-2 1 2,-20 1 0,2-1 0,-5 4 138,9 5 0,-3 4-110,8 0 0,-3 5-11,-17 7 0,-8 4-12,11 11 1,-25 0 140,-11-10 859,-22-13-1005,1-5 348,-16-24-348,10-5 71,36-23-77,29-4 1,9 0 5,-23 17 0,0 2 0,33-10 2,-33 17 1,4 2-6,6 2 1,-1 3 2,-9 2 0,2 2 0,28-2 0,4 1 0,-9 2 0,0 1-412,18 0 1,-1 1 411,-23 1 0,-3 2 0,1 4 0,-4 1 0,-16 3 0,0 1 0,16 0 0,4-1 0,6 1 0,-2-1 0,-12-2 0,1-2 0,13-1 0,-1 0 0,-20 2 0,-1 0 0,15 3 0,-2 0 0,-16 0 0,0 1 0,19 2 0,3-1 0,-6-4 0,3-1 0,19 2 0,3-2-26,1-1 1,-2-2 25,-20 0 0,-1-1 0,17-4 0,-1-3-36,-14-1 1,-1-1 35,6-4 0,-3 0-20,-20 4 1,-7-2 19,1-14 0,-39 18 0,-9-5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23.20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91 237 28345,'29'-53'0,"1"-1"0,-3 5 0,1 10-11,13 18 22,4 9-11,4 3 5,-15 16-5,-14 22 28,-15 26 0,-25 34-11,-4-10 0,-7-23 0,-6-2-9,3-13 1,-3-3-1,-8 6 0,1-4 4,-20 13-1,7-23-6,52-23-5,9-8 0,32-1-5,33-3 5,-13 5-6,37 9 17,-34-1-11,-6 3-324,-23-4 324,-15-5 0,-10 0 0,3-2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23.73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376 0 28098,'-54'56'20,"0"0"1,4-3 0,4-7 7,-4-6-17,6-2 0,6-1-5,12-7 5,12 0-16,43-13 5,-2-4 5,46-10 51,-25 0-22,10 23-34,-9 6-6,-10 6-313,14-11 319,-10-25 0,-11 0 0,-8-8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24.21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124 0 28121,'-39'63'-21,"0"-1"1,7-5-1,19-10-7,42-18 28,41 4 11,-8 1 40,-5 15-40,-44 2 0,-47 1-11,-7-16-336,-13-11 336,10-35 0,24 10 0,-4-17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24.41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23 27936,'64'-6'-3277,"0"0"0,-3 1 0,-5 1 1458,5 3 0,-27 1 1,0 0-1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24.79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298 0 28294,'-62'49'5,"1"0"1,5-3 0,9-6-6,13-4 6,9 5-6,13-16 0,32 6 0,4-20-11,41 8 22,-4 2 0,15 11-11,-20-4-1182,8 3 1182,-26-19 0,-8-2 0,-12-8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27.48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27684,'64'3'22,"-1"-1"1,-6 1-1,-9-2 85,-18-1-29,0 0 23,-4 2 78,4 12-106,-7 19 0,-10 11-12,-10 45-47,-14-40 0,-2 3-17,1 13 1,0 2-43,-1-4 0,0-4-106,0 24 151,32-35 0,-14-36 0,14-9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27.64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10 27466,'63'-1'-849,"0"0"1,-4-1-1,-11 0 1,-29 1-1,-3-2 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28.02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437 0 28334,'-67'54'37,"0"0"0,6-5 1,4-4-38,-18 14 5,27-20 29,-1 4-1,37-18-27,21 5-12,22 10 6,10-5 6,29 15-6,-7-13 0,7 1 0,-28-17 0,-20-11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28.36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28244,'2'52'0,"1"-1"0,4 43 0,-1-42-11,-1-4 11,-7 18 0,1-39 0,-2 11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28.76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56 43 27958,'-8'61'56,"0"1"0,-1-7 0,5-6-56,26 5 0,17-21-11,24-4 34,3-46-12,-19-6 39,-18-45-11,-26 0-16,-29-22-29,-3 23 29,-41 15-1,1 55-33,-6 46 11,65 2 0,9 4 0,-15 15 0,54 4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29.25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320 0 28356,'-64'52'37,"0"1"0,6-6 1,8-5-38,8 3 0,19-17 0,5 10 6,41-16 10,17 4 1,24-6-22,-3-7 5,-18-5-68,-7-5-906,-14-3 974,11 0 0,-16 0 0,-2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31.47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28110,'11'64'48,"1"-1"1,-2-3-1,-2-4-37,-5 11-11,-1-3-11,-2-6 11,0 1 0,0-29 0,0-2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32.06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27914,'73'42'24,"-1"0"0,8-3 0,-5-9-24,5-14 17,-10 16-6,-48 26-11,-40-6 17,-52 15-11,-8-28-247,-16-7-151,29-16 392,20-19 0,32 2 0,5-3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32.25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4 27673,'91'-1'-23,"-1"0"1,-31 0-1,-7 0 1,9 1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32.86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378 1 28423,'-75'60'9,"1"0"1,6-5-1,8-7-9,2-1-11,26-16 11,22 12 6,27-23 10,44 23-21,8-3 5,13 7 0,-25-11-73,-18-14-218,-20-14 291,3-5 0,-11-2 0,3-1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33.32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1 253 28356,'13'-62'7,"0"0"1,2 8-1,7 11-1,49 20-6,-13 14 0,16 36 28,-26 18 0,-7 33-22,-22-9 5,-55 18-11,-25-27 14,18-27 0,-1-3-3,-23 6-17,36-18 6,45-15 0,50-2-50,31-12-56,-1 0 106,-24-16 0,-7-3 0,-21 10 0,23-23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0:35.70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257 54 28434,'-39'70'7,"0"-1"1,5-5 0,8-6-8,18-6 0,8-1 11,18-2-17,39 7 0,-8-38 1,4-6 5,-1 2 0,2-6-6,18-21 1,-5-14 11,4-41 5,-35 16 0,-12-6-6,-27-3 1,-12 0-6,1 12 0,-8 2-3,-23-6 1,-10 8-7,7 22 1,-4 9 8,-15 11 0,1 13-28,10 13 0,5 14-446,-4 32 0,9 6 0,10-1 0,3 15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2.7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172 240 27438,'-25'84'48,"-1"1"0,1-1 0,0 10 0,0 0 0,7-10-68,9-14 1,4-7 8,-3 3 0,3-8 39,8-11 0,6-69 33,9-43-44,1-2 0,2-8-6,4-16 0,0-3-100,0 0 1,0-2 205,-7 22 1,0-2 0,-2 7-46,-5 9 1,1 5-73,2 1 0,2 9-11,4 13 11,9 50 64,-2 22 1,0 13-51,5 17 0,1 7-14,0-1 0,0 5-2,-9-14 0,0 3 0,-4-4-57,-2 2 1,-4-2-138,2 7 0,-5-3-2162,-13 16 2358,-24-29 0,11-39 0,-8-6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2.92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28171,'89'5'-1085,"-1"0"0,-6-1 1,-6 0 926,-22-1 1,-6-1-1,7 1 1,-18-3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3.22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28434,'2'77'11,"0"-1"0,1-4 1,-1-6-12,-4 7-73,12 9-1528,23-34 1601,-3-5 0,4-34 0,-21-9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3.6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1 331 27852,'32'-60'102,"-1"1"1,-2 3 0,4 7-58,42-8 5,-4 23 45,4 18-39,-34 38 17,-34 63-62,-27-34 1,-9 2-12,-3 9 0,-3-3 2,0-13 1,-2-6 25,-21 13-17,52-42-11,18-12 0,68-19 0,-3 4-3,0 5 1,2 6-18,-21 14 1,-3 5 16,1-5 0,-10 8 14,-8 55-5,-99-5-4,13-29 1,-7-4-6,-10-8 1,-2-8-24,11-7 1,6-8-137,-9-17 162,42-57 0,14 42 0,11-32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4.3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463 109 28373,'-71'-30'22,"0"0"0,5 1 1,7 10-12,7 25-11,-2 10 11,6 14-16,9 32-18,37 11-8,23-29 1,12-3 13,15 1 0,7-6 17,-2-9 0,-1-3 3,4 4 0,-9 1-3,-21 15 0,-49 5 0,-25-16 0,-3-21 0,-4-5-34,-24-4-671,9-23 705,41-9 0,22 2 0,16 5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4.54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 1 28311,'-5'64'20,"1"0"1,1-2 0,0-5-4,0 20-17,3 14-196,6-17 196,-7-9 0,6-33 0,-8-22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4.6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28238,'79'1'-38,"-1"1"1,18-1 0,-9 0 0,-10 2 0,11-2-1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5.5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28334,'5'62'1,"0"1"1,-1-7 0,-2-3-91,0 14-740,-2-20 829,-2 10 0,2-39 0,-2-3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5.8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42 27438,'20'57'98,"0"1"0,21 34-37,1-82 202,-2-5-100,0-31-12,-20 2-28,-6-43-67,-46 11-67,-14 0 11,-10 24-207,-4 30 207,44 59 0,-5-33 0,26 31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6.4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266 110 28306,'-56'-34'9,"0"1"0,5 4 1,9 15-16,21 31-5,3 16 11,4 4-39,7 29 39,30 8 5,-2-27 1,3 0-6,26 24-28,0-13 45,-30-27-29,-40-11-49,-15-6-174,-14-16 235,9-16 0,27 8 0,7-7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7.0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46 23 27858,'0'70'119,"0"1"0,2-4 1,1-4-75,3 18-6,5-1-11,-4-29 0,-1-1-6,4 19 214,-1 23-236,-11-83 0,-5-19 5,-7-59-5,2 6 0,0-8 3,0-2 0,1-2-3,1-10 0,2 2 0,-2 21 0,9 8-17,37-13 0,31 54 8,-13 22 1,2 11 8,-1 7 0,-4 6 0,-13 1 0,-7 4 6,-6 54-6,-67-33 0,-21-3-17,-7-27-179,9-18 196,28-28 0,18 12 0,2-13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7.4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316 143 28434,'-57'-40'17,"0"0"0,6 0 0,6 17-17,3 55 0,14 2 5,9 13 1,6 7-12,10 40-2,15-40 0,9-5 2,37 12 6,7-39 6,2-60 50,-40-18-6,-4-19-67,-21 20-16,-4 38-51,0 25-202,10 21 286,19 4 0,-11-15 0,9-1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7.7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2 391 28569,'-1'-52'-104,"0"0"1,11-37-77,49 52-1080,17-10 1260,-30 19 0,-3 1 0,13-9 0,-20 14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8.4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 0 28289,'-4'76'39,"1"-1"0,-1-4 0,1-1-36,2-6 0,2-2 2,4-2 1,1-1-6,-1 4 0,1-4 0,7 6 0,-5-34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8.7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0 100 27802,'84'-14'-34,"1"-1"0,-7 2 1,-4 1-51,-15 2 0,-3 2 17,34-6 671,-9 1-492,-47 35-78,-33 7-17,-7 53-28,1-4 11,10-1-448,15-7 448,1-44 0,-1-3 0,-12-20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8.8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27501,'0'0'0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9.3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236 0 28188,'-62'29'46,"-1"0"1,12-8 0,10 8-28,23 31 1,19 7-15,15-20 1,8-3 0,7 4 0,7-7 5,12-14 0,3-11 6,29-14 56,-14-39 22,-46-3-95,-4 24 0,-17 15-17,10 35-5,29-7 10,18-16 12,2-16 6,-7-38 0,-37-21-23,-3-1 17,-24-5 0,8 46 0,-8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39.7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28474,'18'59'11,"0"0"0,0-2 0,-2-5-5,4 7 2,-2-13 1,1 4-7,1 2 1,1 2 0,-1-3 0,-1 0-20,-2 2 0,-4-4-2195,-4 1 2212,-15-11 0,3-23 0,-8-16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0.1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279 0 28378,'-69'3'32,"-1"0"0,14-6 0,9 12-24,21 39 0,15 10 4,18 20-7,38-4-10,32-37 10,-1-41 1,2-42 33,-47-9-33,-7 0-18,-19 31 7,-2 31-51,4 20-790,17 17 846,5-13 0,-5-3 0,-5-18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0.4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2 106 27824,'4'57'322,"0"1"0,-1 27-300,-7-90-16,-1-44 0,1-24-12,18-13 0,9 22-83,26 36-594,2 37 683,7 10 0,-27 2 0,-8-13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0.7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28479,'0'60'24,"1"0"0,-1-2 1,1-3-25,-3 30 0,2-3 3,3-28 0,0-1-166,8 29-234,15-8 397,8-63 0,-11-10 0,-3-25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1.2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205 0 28457,'5'60'20,"-1"-1"1,0-5-1,4-9-8,18-10 4,18-9-10,3-18 22,3-30 17,-18-2-34,-16-23-11,-14 39 0,0 16-6,-1 66 12,0-3-6,0-9 0,-4 2 6,-18 23-1,-15 0 1,-23-38-6,4-28 0,-20-17-6,10-16-100,-2-5 106,23-4 0,25 6 0,15 8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3.6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70 1 28238,'-20'69'28,"1"0"0,0-6 0,8-2-28,17-10 0,10-4 17,32 32-6,24-12 34,-5-42 28,-8-71-17,-38-30-39,-3-10-17,-16 33 0,-4 3-123,-3 2-9708,-1-3 9184,1 42 0,1 2 1,4 13-1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4.0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316 7 27986,'-73'-3'91,"1"-1"1,-1 7 0,13 10-92,23 27 0,47 38-17,32-4 17,13-20 0,8-3 8,-16-11 1,-2-2 2,1 3 0,-8-2 17,-13 8-17,-43-26-27,-46-28-343,20-25 359,1-14 0,29 10 0,14 9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4.31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176 479 28513,'-45'-59'22,"1"0"0,4 7 1,9 1-29,15-28-22,33 6 12,9 7-1,38 26-6,-19 55-44,-7 28 0,-42 19-28,-9-7 95,-8-20 0,11-25 0,8-5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4.6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299 300 28098,'3'-56'119,"1"-1"1,-13-3 0,-10 8-81,-35 8-45,-27 14-5,8 69 0,27 18 11,29 13 0,10 9 5,9-7 1,4 2-9,5 16 1,3-2-1,-1-21 0,2-5-45,5-5 1,1-8-642,2-4-123,-5-8 812,-34-27 0,8-8 0,-17-4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4.9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1 321 27488,'92'-14'7,"0"0"1,-10-4-1,-9 3 335,8 4-135,-33-21 12,-38 9-124,-5-6-95,-5 21 0,0 41-11,27 25-23,31 23 17,-17-48 0,3-5 17,35 5 12,-19-45 21,-42-37-10,-7-9 10,-15-40-33,-10 24 0,-6 0 0,4 33 0,3 24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5.24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28266,'14'66'58,"-1"0"0,-1-2 0,-3-3-52,-4 30-6,-1-2-45,5-35 0,4-3 45,8 15 0,3-7 0,-10-43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7.1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1 886 28356,'80'-40'13,"0"0"0,5-13 0,-12-9-8,-37 2 1,-9-3-6,2 3 0,-5-4-3,-14-14 1,-13 0-21,-12 24 1,-6 2-9,-2-5 0,-4 4-53,-34-10 73,19 54 11,22 40 73,14 23 0,5 13-37,1 12 1,0 4-29,0 1 0,0 3-6,2-16 0,-1 2 0,1-5-2,1 3 0,-5-4-11,-9 5 0,-9-7-157,-32 9-101,-11-43-756,8-70 375,44-26 958,39-25 68,11 23-217,4 44 1,9 10-146,2 9 0,4 6-205,21-2 1,4 2-29,4-3 1,-2-1 198,-17 0 1,-5-4 178,-3-6 1,-10-5 574,-14-20-449,-6-19-240,-36 8 22,-28-19 169,-30 31-136,-31 14-92,48 37 1,3 11-14,-19 24 5,65 8 0,11 0 0,-4-17 0,38 21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7.40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35 27779,'23'69'114,"1"-1"0,-3-6 0,-4-8 31,-10-14 85,-4-13-196,-11-13-6,-2-23-6,-6-43-22,8-30 3,16 30 0,8 1-20,32-28-67,22 36 84,22 42 0,-51 4 0,4 10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8.6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28362,'12'63'56,"0"-1"0,-2-1 0,0-1-54,-2 1 1,-1-2-3,3 30 0,-4-25 0,-2-5 6,1-8 5,5-13-11,-2-49 0,9-22 0,7-38-6,17 3 6,25 1 6,-2 29-6,35 28-6,-37 47 1,-15 17-40,-85 25 11,-21-18-8,-4-36 0,-3-9-277,-13-7-1075,8-41 1394,41 7 0,27-14 0,3 25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8.84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28378,'11'65'4,"0"0"0,0-6 0,0-6-4,2-4-73,1-9-1663,3-17 1736,1-10 0,-6-12 0,-3-1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8.9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27141,'0'0'0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9.27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22 440 28328,'-6'-71'35,"0"1"1,1 3-1,1 8-40,4 3-1,20-7 6,6 26 6,20 21-12,-2 69-28,-23-8 1,-3 5-65,-3-1 0,-1 1 98,3 3 0,-2-6 0,-4-13 0,6-5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9.62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350 30 28322,'-72'-14'65,"0"0"1,-2 12-1,13 17-48,25 64-11,2 5 2,33-30 1,12-4 2,28 0 0,23-14-11,-5-46 11,0-38 17,-36 10-28,19 22-5,-15 28-71,14 15 0,7 3 76,46 8 0,-17-5 0,-14-21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49.91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28233,'13'60'28,"-1"-1"0,-1-3 0,-1-4-6,5 9 45,-8-12 68,-4-11-74,-11-17-49,-10-33-7,-1-40-5,1-11-3,11 12 1,6 0 2,18-15-68,13 5-27,7 33 95,41 29 0,-52 1 0,22 8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0.3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28479,'0'62'3,"1"-1"1,10 1 0,9-11 8,20-21 4,34-14-16,-25-58 45,-9-16 0,-20-7-45,-18 27 6,-2 51-6,2 70 0,5-22 0,2 6 0,-4 13 0,0-1 0,6-15 0,-5-4 16,-38 31-4,-25-60-12,-28-15-12,12-40-21,33-2 33,84-59 0,-29 57 0,45-29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0.9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449 137 28451,'-76'-41'30,"0"0"0,5 7 0,6 14-13,-3 39-17,14 11 0,20 15 0,30-6-6,65 26-3,-12-35 1,7-2-12,10 8 1,-2 2 16,-13-4 0,-8 1 9,-4 14 0,-91-15 22,-32-24-28,29-14 0,0-5-62,-28-4-22,33-20 84,109 9 0,-46 8 0,59 3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1.24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321 431 28642,'-75'-56'5,"0"0"1,6 5-1,15 3 1,25 5-6,15 0 0,9-6-11,45 11 5,-2 6-11,53 18 1,-36 32 21,-11 12 1,-67 19-12,-13-10-156,-30-5-331,55-21 493,44-4 0,-8-6 0,25-3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1.6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367 36 28558,'-66'-12'3,"0"0"1,7 1 0,6 12-4,-6 58-6,27-9 1,1 36-12,59-37 11,37-6 6,12-42 0,-21-18 0,-3-9 45,2-31 5,-6 2-50,-35 38-5,-11 53-85,25 26-3248,27 1 3338,0-23 0,-5-25 0,-33-15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1.9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89 28317,'20'61'5,"-1"1"1,-2 0 0,-4-7 234,-4-18-223,-15-3-17,0-39 0,-5-14 0,7-41 6,2 8-6,18-42 0,18 30-73,30 0-33,-1 30 106,-12 27 0,-2 6 0,-12 1 0,16 6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3.9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291 146 28507,'-67'-11'9,"-1"-1"1,-1 10-1,13 16-9,29 53 0,23-16 0,9 2-5,30 35-26,13-34 0,9-10 14,-5-20 0,1-8 20,7 0 0,-2-12-3,24-49 0,-40-12 5,-27 3 1,-6-6-3,-5 9 0,-2-1 27,2-7 1,-1 1 3,-1-23-34,-2 47 0,0 48 0,0 29 0,6 45 0,0-22 6,10 32 78,-7-56-79,11-13-5,-5-37 0,27-34 0,7 0-5,14 5 5,-11 25 0,-5 48 0,-24 15-12,-2 9-161,0-3 173,6-38 0,-8-1 0,3-20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4.1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28131,'0'0'0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5.3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28569,'34'83'1,"0"0"1,-6-17 0,-3-5-89,-10-10 1,-3-6 86,1 3 0,-4-8 0,-6-25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5.5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68 28087,'67'-5'29,"0"0"1,1-1-1,32-2 1,-3 1-22,-18 0 1,-4 0-9,-2 1 0,3 0-73,22-1 0,-1 3-616,-31 4 0,-4 2 689,1 2 0,-9 1 0,-11 4 0,-43 1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5.7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86 28042,'69'2'31,"0"0"0,1 0 0,30-1 0,-5-3-23,-33-3 0,0-3-128,31-3 0,3-2-372,-6 1 1,-3 0 0,-14 3 0,-6 0 0,24-2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6.3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22 440 28334,'-6'-58'56,"0"1"0,0-4 0,2 9-17,8 13-11,4-18-28,13 19 5,17-2-5,0 16-5,23 10-1,-12 34 6,8 18-5,-14 18 38,-17-10-16,-11-10-17,-8-36 0,2-8 0,15-36 0,5 1-6,12 2 6,-4 28 0,-10 28 0,-3 30 45,-11-2-45,-5-22 0,0-18 0,9-42 0,1 17 0,11 0-5,19 49-29,-6 14-56,9 10 90,11-2 0,-43-33 0,18-3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6.7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317 29 28535,'-63'-13'20,"0"1"1,-2 8 0,11 14-16,19 38-5,5 33-5,24-9 5,47 1 5,22-48-5,20-13 40,-17-35-35,-28-3-5,-20 10-17,-6 21-106,34 27-291,16-15 414,-2-5 0,1-4 0,0-8 0,11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7.1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268 134 28541,'-56'-37'11,"0"0"0,6 2 0,8 11-11,17 24 0,7 11-5,4 26 5,7 1 0,32 34 0,23-30 0,25-4 0,-11-22-17,-11-26 23,-22 33-6,-7 18 0,-8 17 11,-14 25 11,-31-41-22,0-7 0,-40-29-56,25-40 56,42-66 0,-5 47 0,47-32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7.3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28423,'16'59'13,"0"-1"0,0 1 0,-2-8-57,-4-16 44,-18-5 0,4-21 0,-13-9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7.4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27411,'0'0'0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7.7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0 228 28558,'8'-55'14,"0"1"0,11-35-20,22 64 0,10 21 12,4 18 0,11 45-6,-30 12-34,4 12-106,-10-28 140,16-24 0,-22-25 0,11-3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7.9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217 300 28630,'-59'-37'4,"1"-1"0,3-3 0,15-2-10,35-12 6,40 2 0,3 21-11,48 36 0,-34 29-1,-5 3 12,-33 17 0,-42-29 0,-40-2 0,28-15 0,-17-7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8.81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 0 28502,'30'83'5,"1"-1"1,-8-17-1,4-8 1,37 4 0,-30-42 38,7-40-10,-29-19-23,-3-10 0,-12 11-16,-1 32 5,-1 49 0,0 9 2,-1 12 1,-3 7-3,-6-7 0,-6-1 0,-5 11 0,-4-4-14,-2-18 0,-2-10-42,-17-9-89,23-64 145,19-64 0,9 41 0,0-14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9.1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19 28496,'-2'58'11,"1"0"0,9 37 1,32-73-7,5-11 12,17-24 22,-18-31-22,-5-22-17,-28 1-694,-28 8 694,3 50 0,-2-4 0,11 24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1:59.3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61 28507,'18'63'26,"1"0"0,8 1 1,6-9-5,28-16-5,0-7 0,-7-64-6,-27-30-22,-2-31-241,-10 13 252,-8 13 0,-3 44 0,-3 3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0.3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17 198 28518,'-6'72'-2,"-1"0"0,3-16 1,6-5 12,29 23 6,3-50 5,10-31-16,-14-32 11,-10-7-17,-10 4 0,2 41 0,2 12-40,39 28 46,11-17 16,2 0-5,4-72-11,-46 12-6,-9-17 0,-4-8-107,1-33 107,-5 41 0,0 4 0,3-14 0,0 33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0.9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267 0 28272,'-63'9'72,"0"-1"1,2 14 0,12 9-73,29 28 6,10-8 0,9-1-1,36 12 12,15-10 45,17-41-40,-18-27 0,-20-16-10,-20-7-12,-3 38-12,0-3 7,3 32-6,5-12 11,12-8 0,0-25 0,18-26 5,17-29-8,-22 33 1,3 3 2,29-16-6,5 33-5,-34 62 0,1 25-73,-15 18-1529,-10-22 1613,-5-40 0,-9-18 0,-1-16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1.1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28462,'5'78'35,"-1"-1"1,1-4 0,4-1-28,3-8 1,3-1-23,-1-4 0,1-1 14,-1 1 0,0-3 0,1 5 0,-10-35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1.2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28009,'74'15'-1292,"0"1"0,8 0 0,-9-1 0,-16-1 0,2-1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2.33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303 95 28423,'-69'-31'-2,"1"-1"0,0 9 1,13 15-11,30 27-4,7 38 10,65 2 6,-14-21 0,4 0-14,7-2 0,-1-2 14,15 23 11,-45-18-5,-62-9-6,1-18-79,-31-2-766,47-27 845,25-10 0,9 3 0,20 2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2.6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124 389 28490,'-38'-67'-21,"0"0"1,5 6 0,19 6 3,64-6 17,18 20-34,1 4 34,-21 44 12,-57 35-24,-24 13-671,-1-4 683,23-21 0,10-23 0,23-7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2.9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350 25 28367,'-64'-12'52,"0"0"0,-2 12 1,9 12-42,15 43 0,5 11 1,17 20-12,44-37 5,23-9-5,28-45 23,-11-15 10,-15-16-66,-27 21-897,0 18 930,11 19 0,-15-5 0,6-1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3.2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28216,'20'54'47,"-1"0"1,15 37-9,-22-59 213,-3-10-252,-6-29-5,-1-8 5,-2-25 0,5 1-6,8-9-55,11 12-432,41 5 493,25 19 0,-25 9 0,-3 3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3.8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261 255 28266,'-63'2'11,"1"0"0,0 9 1,13 11-23,24 47-6,43 18 6,26-20 2,13-38 1,11-12 8,-8-14 0,1-9 0,8-13 0,-2-7 5,-19 1 1,-8-7 30,-10-19 1,-11-6 75,-9-41-98,-15 40 0,-3 1 25,-2-22 12,-12 24-51,12 54 5,2 50-5,3 42 0,3 5 3,2-37 0,0-4 19,4 1-5,9-8-11,29-61-6,6-14 2,0-6 1,2-1-8,22 1 5,3 19 0,-39 36 0,-23 48-17,-12 2 17,31 4 0,-24-33 0,23-22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4.6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 0 28446,'11'76'28,"-1"1"0,-3-6 0,-6-1-26,-14-8 1,-4-3-3,7-7 0,1-1 3,-2 3 0,9-4 8,39 2-11,3-30-11,50-27-96,-18-13 107,-10-32 0,-24 24 0,-34-12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4.77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22 27992,'88'-2'-956,"0"-1"0,-4 1 0,-5 0 956,-23-1 0,-7 0 0,7 2 0,1-5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5.0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 0 28194,'2'64'74,"0"-1"1,-1-3 0,-1-1-64,-3 0 0,0-3 0,-2 26 8,1-25 1,0-4 64,2-11-72,24-27-12,2-28 0,41-28-12,-9 23 7,10 27-68,-19 18 73,-7 16 0,-5 3 0,-10-11 0,23 22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5.3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120 443 28434,'-32'-72'11,"-1"0"0,4 5 1,8 6-18,17-3 1,27-3 5,16 31 0,15 33 0,-13 31 11,-37 30 0,-12 7-11,-5-7 0,-16 33 0,20-80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7.34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1 440 28468,'5'-56'26,"-1"0"0,1 3 0,2 5-20,9-6 5,6-14-11,-3 18 6,5 6-17,7 34 11,-3 24 0,7 20-6,1 39 17,-16 12-3,-9-35 1,-4-1-3,-10 23 5,-2-34-6,-2-26 1,2-41 0,2-22-6,-3-13 0,2-30 0,15 29-12,13 9 12,17 42 0,-2 35 0,5 49 0,-20-1 0,-3-3 0,-13-20-11,-6-14-11,1-7-325,20 13 347,17-20 0,-10-2 0,1-13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7.69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46 0 28440,'-13'67'2,"0"-1"0,1-5 0,4-8-2,13-4 0,9-11 28,18-8 44,9-18-38,12-39-28,-13-9-6,-17-7 0,-1-5-34,13-29-330,5-1-280,-6 33 644,8 51 0,-23 0 0,4 17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8.2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1 410 28513,'8'-67'13,"0"1"0,0 4 0,4 6-7,29-11-12,2 19 6,11 9 0,-14 35 0,4 44 6,-21 23-6,0 20 78,-15-18-72,-4-38-6,11-46 0,4-17 0,33-29 0,2 26-6,2 5 6,-5 41 0,-28 43 0,-6 20 6,-11 7 5,-4-30-11,9-42 0,5-25 0,10-21 0,4-3 0,11-8-6,-6 18 6,-4 13-22,-16 50-253,-8 14 275,1 8 0,-3-20 0,1-20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8.6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52 0 28496,'-7'75'15,"0"0"0,0-6 0,1-5-4,-4 11 0,2-10 12,3-14 44,3-13-67,6-23 0,33-31 0,25-8 0,-12 8 0,1 4 0,35 10-6,1 41 1,-56 19 5,-52 12-6,-49-18 12,-15-24-12,-6-25-44,52-33-253,9-22 303,41-17 0,-6 23 0,15 15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8.9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173 359 28630,'-36'-68'0,"0"0"0,5-4 0,16 9-5,36 20-18,30-2 12,-14 57 11,-12 33-5,-41 9 7,-13-11 1,-6-4-619,-14-1 616,3-18 0,33-15 0,16-19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09.7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 27662,'28'69'130,"-1"0"1,-2-7 0,-6-6 25,-10-8 12,-4-11 17,-11-11-162,-13-13-18,5-16-5,-4-35 0,21-4 6,30-45-6,13 14-39,12-2-1513,-10 28 1552,-15 26 0,-18 17 0,-4 4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14.2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28513,'3'58'5,"0"1"1,-1-6 0,-1-4-1,-2 2-5,0-11-229,1-9-511,0-23 740,5-35 0,-4 11 0,3-18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14.5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 28087,'15'54'-6,"1"0"1,34 28 44,6-91 224,-7-26-212,-19-3 5,-43-21-73,-18 27-190,-4 6-7459,-2 48 7666,34 2 0,-3 12 0,14-20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14.8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3 352 28434,'-2'-70'-11,"1"0"0,3 5 0,5 10 11,13 13-17,23 9 17,-12 17-11,21 31 11,-18 45 0,-2 7-37,-17-13 1,-2 1 36,15 27 0,-14-23 0,5-17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15.4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28446,'9'63'18,"0"0"1,-1-4 0,-2-2-3,-6 19-16,0 20 0,9-13-5,17 3-6,19-33 11,5-24 5,17-16-38,-10-10-242,7-9-4379,-22-25 4654,-17 4 0,-19-6 0,-6 21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15.5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27695,'88'5'-95,"1"0"0,-17-2 0,-3-1 95,3 2 0,-9-1 0,-9-3 0,-4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15.9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28166,'6'79'54,"-1"0"1,-1-9-1,-1 4 1,0-10-44,-2-12 0,-1-3 70,-2 16 1,6-11-82,17-33 0,-5-33 11,32-39-11,-18 22-11,22-1 11,-17 41-107,5 24-906,7 29 1013,-13-12 0,-3-12 0,-18-29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16.1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35 344 28401,'-9'-67'11,"-1"-1"0,-2 7 0,8 8-5,31 8-6,-5 19-6,34 3 6,-33 48 0,-15 13-39,-35 19 39,0-17 0,1-19 0,23-18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18.9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0 900 27734,'65'-28'125,"-1"0"0,-4 2 1,-9-6-112,-17-9 0,-9-4 25,12-28-39,-17 7 0,-5-6-87,-8 12 0,-5-1-286,-8-13 1,-5 0 137,-1 12 0,-4 6 543,-19-19-134,0 48 190,21 49-76,1 48 0,4 16-271,4-27 0,2 5-228,-1 23 0,0 14 1,1-6 210,2-24 0,1-4 0,-1-1 0,1 33 0,0-1 5,1-3 1,-2-10-504,-8-6-449,-9-28 947,-6-80 0,5 3 0,8-22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19.2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0 200 27684,'98'18'-5,"0"-1"1,-27-7 0,2-1 0,-8-3-16,-9-5 1,-4-3 8,2-3 0,-2-6 128,29-29 135,-56-9-112,-28-11 0,-40 9-39,-26 19-95,7 22-6,6 39-185,46 18 185,36 14 0,-7-21 0,18-18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19.4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 0 28474,'-4'71'14,"0"0"1,1 18 0,0 1-12,3-18 0,0 0-87,0 12 0,0-3 84,1-24 0,0-7 0,-1 10 0,1-47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19.6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124 0 28429,'-18'88'5,"0"0"1,7-21 0,2 1-1,1-4-53,2 0 1,2-2-314,-2 7 0,-2-4 361,-7 16 0,4-42 0,1-29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19.9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1 230 28244,'74'17'63,"1"0"1,-3-12-1,-13-14 21,-31-38-22,-11-40-40,-50 26-27,-16 5-46,-19 48 18,17 33-337,14 66 370,26-6 0,5-12 0,6-29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20.5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 0 28625,'-9'56'-2,"1"-1"0,3 11 0,6-5 2,15-6 3,5-8 0,8-4-3,35-1 5,22-14-5,-11-60 12,-27-7 10,-23-34-22,-29 42 0,-2 16-6,-3 48-10,10 13 10,28-3 6,6-30 0,6-29 0,-9-41 0,-17-9-11,-3-1-269,-2 13 280,21 30 0,-20 11 0,16 7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20.7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28451,'8'69'0,"-1"0"0,0-7 0,-2-7 0,-4-14 0,-1-8 0,0-16 0,0-7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21.0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28205,'21'96'17,"10"-21"195,-3-89-133,-3-17-57,-29-4-195,-7-10 5,-2 37 168,3 24 0,6-2 0,4 16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21.3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15 370 28412,'-6'-64'11,"0"0"0,4 5 1,4 6-12,17 1 0,9 7 0,14 13 11,-2 36-45,9 46-27,-14 13-119,-18-11 1,1 0 179,20 11 0,-20-11 0,8-29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21.7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365 86 28429,'-66'-24'39,"0"0"0,6 0 0,8 10-33,3 35-6,17 7 0,-3 58 6,30 7-6,20-39 0,6-3-6,18 16 12,41-35 16,-30-59 6,-2-12-6,-23-9-27,-6 13 5,-4 42 0,20 43 0,-1 39 0,-5 2 0,-19-36 0,-11-3-6,-47 6-16,-21-11-17,-6-32-583,13-69 622,59-26 0,-2 12 0,23 9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22.0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28569,'11'81'9,"0"0"0,1 7 1,-1-5-10,4 8 0,-4-9 0,-2-38 0,-8-33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22.2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0 108 27852,'98'-15'-1878,"0"0"0,-9 1 0,-9-1 1714,6-10 1,-40 13 0,-17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22.4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87 28070,'12'59'0,"1"1"0,-2-7 0,2-9 476,7-16-459,-3-21-17,-7-15 0,-4-21 0,-6-8 0,0-21 0,5 3-11,4 0-146,24 7-778,30 25 935,23 5 0,-26 12 0,-13 6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22.7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267 417 28597,'-62'-15'18,"0"-1"1,6 1 0,11-6-19,17-49 0,15 9-6,13 9 1,9 0-7,38-9 1,17 7-17,1 54 17,-27 21 5,-31 32-78,-31-12 84,6-5 0,-5-17 0,18-16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23.0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277 578 28597,'-45'-53'11,"-1"-1"0,1 1 0,-10-10 1,10 0-12,23 0 0,9 2 0,8-12-6,32 8 0,0 35-5,35 57-28,-35 23 17,-2 30 22,-44-10 0,9-29 0,-12-23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23.44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16 13 28283,'35'46'25,"1"-1"1,29 29 41,-18-83 62,-22-20-68,-39-11-61,-16-3 11,-48 5-688,33 24-1490,-1 10 2167,38 7 0,6 3 0,10-3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23.7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99 52 28518,'62'25'59,"0"0"0,34-8-48,-85-51-11,-55-24-22,-26 31 22,18 28 0,-1 5 0,-12-3 0,20 29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29.06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28462,'9'86'22,"1"0"1,-1-5 0,-2-1-23,-6-6 0,-2-2-3,1-3 0,0 0-22,-1 7 0,0-4-916,1 16 941,19-47 0,-14-33 0,15-12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29.39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163 123 28182,'-24'63'56,"1"-1"0,4-2 0,4-2-50,8 21 2,21-26 1,12-1-4,9-9 1,8-5-3,21 2 0,6-10-1,-9-12 1,-1-14 19,12-23 1,-10-17 2,-27-11 0,-12-11-8,1-26 0,-17-5-12,-31-6 1,-15 5-3,4 17 0,-13 12 2,-39 9 1,-7 33-54,22 55 1,6 26-78,20-13 0,3 6 0,6 0 0,-5 16 1,14-1-1,23-11 0,1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30.79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156 1 28507,'-27'54'7,"0"1"1,4-5 0,6-4-8,13-1 0,44-19 5,30-4-8,-17-19 1,3-1 2,36 9-12,-6 30 18,-53 25 0,-12 21-6,-31-16 0,-38-7 0,-29-36-34,26-14 0,-4-5-218,-1-11 0,2-9 252,-32-25 0,36 9 0,28-4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30.94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58 27527,'90'-15'-29,"1"-1"0,9 2 0,-12 5 0,-18 6 0,2 3 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31.78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25 1 28227,'1'59'11,"0"0"0,0-4 1,-1-6-12,0 8 0,0-6 0,0 0 5,0 10-318,-8-2 313,2-7 0,-3-21 0,4-22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32.38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92 1 28390,'-10'96'16,"11"-15"-16,34-71 0,11 6 6,34 15-12,-20-3 6,20 21 23,-53-20-12,-48 24-5,-17-29-9,-10-3 0,-5-4-75,-25-6-4409,-5-2 4487,30-11 0,29 2 0,12-3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32.55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96 27958,'72'-14'-24,"0"1"0,1 0 0,29-5 1,-9 2-1,-37 9 0,-6 1 1,20-3-1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33.66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1 359 27902,'15'-55'35,"0"-1"1,-1 4 0,3 6 14,19 3 17,-1 3 17,12 2-33,-5 19-34,-1 9 22,9 45 22,-12 29-41,-18-13 0,-4 3-4,6 41 4,-29-29 0,-11-1-12,-10-13 0,-8-4 14,-12 11 1,-6-5 8,1-13 0,-1-7-37,-24 0-5,46-39 5,38-8 1,24-5 5,15 14 0,34 16 0,11 18-40,-35-11 1,2 0-272,0 0 1,0-2 310,38-5 0,-37-10 0,-21-9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34.37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10 27410,'63'3'29,"1"-1"1,-5 1 0,-3-1-30,9-4 129,4-7 420,-29 3-516,-8 4-21,-25 16 21,-7 19-33,3 40 0,-2-10 5,0-6 1,1 4-11,-2 36-12,-5-40 0,-1-1-291,1 20 308,-7-23 0,10-39 0,0-5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34.53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35 27908,'89'-8'-547,"1"-1"1,10 2 0,-10 1 0,-15 3 0,3 1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35.39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124 0 28311,'-15'71'41,"0"-1"0,1-4 0,0-3-41,-1-7 0,1-3-84,-4 45-112,3-6 196,12-26 0,3-45 0,0-4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35.87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 36 27902,'64'-15'95,"1"-1"0,2 12 1,-11 15 38,-18 62-72,-6 5-20,-23-22 0,-10 1 31,-31 27-59,7-35 0,-7-2-6,-11-8 1,-3-7-4,-28 9 1,1-20-12,62-17 6,13-2 0,37-1 6,35 12-12,2 3-39,12 4-33,-29-8 78,17-37 0,-54 17 0,24-21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36.78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0 293 27611,'20'-59'183,"0"-1"0,-4 7 0,2 7-133,10 15-16,13 9-34,26 5-6,-4 13 12,19 37 44,-40 29-16,-21-13 0,-5 4-18,-5 39-8,-15-36 1,-5-3-3,-11 11 44,-30 4-27,-21-28-7,5-17 29,-19-13-73,45-7 17,25-3 5,41 0 1,39 1 5,-8 2 0,5 0 2,-3 3 1,0 1-6,7 1 1,-5 1-653,15 7 655,-31-7 0,-38-4 0,6-5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37.09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188 47 28474,'-40'67'9,"0"0"0,6 4 1,23-8-22,77-11 9,-15-27 1,5-7-1,1-10 0,1-11-6,11-14 1,-9-13 19,-28-9 1,-8-5-10,4-1 1,-13-2 8,-33-19 1,-22 5-12,-10 19 0,-12 18 0,-33 31 0,-1 11 0,36-19 0,6 8 0,2 37 0,1 1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40.50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 0 28591,'7'97'0,"0"-1"0,4-20 0,-6-5 0,-17-10 0,-2-7 0,6 6 0,1-12 0,7-27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40.9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0 178 28031,'49'-49'26,"0"0"0,-4 4 1,-3 13 40,4 29 6,12 15 5,-4 21-28,0 27 18,-24 32-35,-24-11-5,-25-26 0,-11-2-11,-5-12 0,-6-4-3,-10 5 0,-1-4-9,-26 7-5,28-23 0,50-18 0,17-3 0,24-2 0,36 0 0,6 0 0,-33 1 0,1 0-72,43-5 72,-19-12 0,-30 8 0,-17-8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45.80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734 1 28462,'-58'80'11,"-1"0"0,11-16 1,-3 2-1,2-4-11,-9 9 0,2-3-3,-2 2 1,0 0-63,-3 5 1,5-6 64,-1 0 0,11-11 0,27-37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46.28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28216,'56'59'74,"0"-1"1,-4-4 0,-4 0-64,-9-3 0,-4 2-8,-2 7 0,-1 3-3,0-3 0,-2 2-9,-3 8 1,4-9 8,48-20 0,-39 4 0,19-49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46.92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1040 0 28429,'-50'46'10,"-1"0"0,0 0 0,-14 12 0,-4 1 0,3-1-7,11-9 1,1-2 0,-1 0-750,-12 9 1,-3 1 0,5-4 725,-9 6 0,5-5 156,7-10 1,9-9-1,21-12 1,0-6-1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47.54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290 0 27790,'-27'65'91,"-1"0"1,2-2 0,0-6-70,-17 14-17,15-26 1,1 0-6,-12 23 0,5-14 0,23-28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48.17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28339,'76'55'1,"0"0"1,-20-14-1,1 1 1,-8-5-13,16 20 11,-2-11 0,-4-4 0,-20-13 0,20 8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48.83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28362,'75'48'23,"1"0"1,-20-6 0,1 3 0,-6 0-16,4 14 1,-3 2-4,11 11 1,1 0-15,-3-9 1,-2-6-48,-15-19 0,0-6 56,44 7 0,-54-32 0,0-5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52.51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171 0 28306,'-36'65'16,"0"0"1,-1 3 0,5-9-28,7-14 11,21-19 0,17-39 0,20-29 22,7-27 51,-10 8-45,0 3 0,-5 46-6,-15 32-5,9 34 6,1 42-23,-12-42 0,0 0 0,1 0 0,-2 1 14,-5 4 0,-9-4-14,-33 8 11,-15-4-11,-4-32 0,6-23-6,33-13 6,13-2-5,50 2 5,6 3 2,1 5 1,2 2-1481,18 5 1478,-5-18 0,-35 15 0,-24-16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52.77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28322,'74'66'38,"0"-1"0,-14-4 0,0 5 0,-8 4-31,-14-4 0,-6 3 1,-2 1-391,3-1 0,-2 0 0,-8 5 351,-10 15 1,-9 4-1,-13-6-94,-23 6 0,-8-8 0,16-9 0,-1-7 0,-8-27 0,0 1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53.59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293 32 28373,'-56'-11'5,"0"0"1,-42 2-6,53 27 0,11 22 6,31 8-23,22 1-6,15-14 1,10-3 16,1-5 1,1-2-23,2 7 0,-4 1 39,6 24-11,-81-7-6,-16-19-50,-51-10-571,50-17 627,3-15 0,34 8 0,9-10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53.83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28255,'9'77'33,"-1"0"1,1-4 0,0-5-23,10 23-36,-5-34 0,0 1-216,-3-7 0,-1-2 241,11 39 0,-13-41 0,-6-34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53.96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27992,'91'6'-181,"1"0"0,-7-2 0,-14 3 0,-29 4 0,-14-4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54.32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279 0 28345,'-63'13'44,"0"0"1,1 11 0,13 10-34,27 45-11,2 3 0,50 7 17,22-50 0,36-12 5,-5-48 1,-28-6-6,-24-13-107,-19 25-184,5 14 274,19 8 0,-15 2 0,6-4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54.60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28238,'0'58'73,"0"-1"0,0 43-51,0-49 163,0-12-179,0-27 5,0-20-11,11-44-6,3 0-10,26 1-158,11 25 174,41 23 0,-44 4 0,10 3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54.84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28339,'2'66'52,"1"0"0,0-2 1,2 1-36,8 9 0,2-2-17,-4-18 0,1 2 2,9 28 1,-1-1-17,-8-32 0,-1-4-854,11 38 868,-4-38 0,-12-36 0,3-6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54.99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25 28289,'73'-2'-827,"-1"-1"0,-1 0 0,-4 0 827,-14 0 0,-5 0 0,6 1 0,5-4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55.92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435 111 28199,'-60'-31'48,"0"0"1,6 2 0,8 9-10,14 23 45,-15 27-45,-5 28-34,25-10 1,3 2-6,-9 38-6,33-36 1,14-5-17,48-1 22,-17-24 0,3-7-11,39-17 22,-5-41 34,-50-15-6,-6-15-17,-18 22-22,-8 30-5,3 30-12,5 15-134,21 21-174,7-16 325,29 7 0,-34-26 0,5-3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57.94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28115,'26'74'69,"0"0"0,-1-2 0,-3-4-41,5 26-20,-11-29 1,-1 2-4,-3-7 1,-2-2-6,1-1 0,-2-1-33,0 34-1166,-7-48 1199,0-13 0,-2-16 0,0-15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58.11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48 28233,'80'-13'-1040,"0"0"0,-7 1 0,-5 3 864,25 8 0,-46 1 0,-12 0 1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58.75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28563,'12'74'0,"0"1"0,-1-5 0,0-5 0,1 5-5,2 12-281,-6-26-537,-2-16-2515,-4-41 3338,-2-22 0,0 3 0,0 5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59.07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33 103 28261,'-11'59'29,"-1"-1"1,3-3 0,10-5-24,57 19-1,-15-44 1,7-6-1,17 4 1,3-12 8,-8-22 0,-5-9-14,21-21 3,-55-9 0,-18-7 0,-25 7 0,-14 2-3,-12-9 0,-7 5 2,-1 14 1,-5 10 2,-15 9 1,5 20-106,4 56 100,71 5 0,12 4 0,-11 12 0,36-29 0,-1 1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59.39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111 1 28384,'-21'67'16,"0"1"1,0-1 0,-8 31 0,11-4-37,22-17 1,9-7-127,-3-16 1,6-7 145,46 17 0,-34-46 0,5-9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2:59.74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0 122 28233,'25'53'26,"0"-1"0,-1-2 0,-4-7 36,-2-3 151,-7-5-213,-21-22 0,0-22 0,-15-47 5,17-24-5,3-20 0,14 27-17,9 16-123,3 38-72,27 6 212,17 26 0,-19-8 0,0 9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00.00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0 133 28401,'84'43'13,"-1"1"0,-7-2 0,-5-15-13,19-51 28,-32-16 6,-9-11-1,-52-24-5,-48 25-22,-30 6-12,-12 40-27,30 25-236,50 47 269,68 0 0,-21-13 0,19-17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00.31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70 28238,'75'46'24,"0"-1"1,-7 1-1,-7-18 27,-2-48 10,-24-2 18,-8-37-35,-67 5-32,-37 5-12,-15 19-20,30 30 0,10 17 20,26 49 0,-11-27 0,51 22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00.60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28462,'14'88'22,"0"-1"1,0-2 0,4-6-15,2-28 0,3 0-5,7 19 0,0 2 5,-6-7 1,-1-3-9,0-1 0,-3-4-1344,-1 24 1344,-33-70 0,10 3 0,-13-25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00.75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28311,'83'0'-278,"-1"0"0,19 0 0,-8 0 278,-4 0 0,2 0 0,-66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01.07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28350,'61'65'5,"0"1"1,-1-1 0,-5-2 5,-15-18 1,-4 2 21,6 23 1,-6 6-20,-14-4 0,-6 1-9,-2-1 1,-10-2-20,-22 0 0,-13-9 14,-30 2 0,6-12 0,19-30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03.34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1351 105 28440,'-63'-22'15,"-1"1"0,-1-1 0,7 5-4,9 7-17,-13 2 6,17 3 6,-22 8 5,1 11 0,-19 4-11,5 12-5,19-7 5,-5 13 22,4 1-5,-16 16-6,15-8-16,0 8 5,26-14-6,0 14 6,9 7 11,10-8-11,-10 27 6,-3-12-6,-2 13 0,7-16 0,14-23 5,9 2-5,3 2 12,0 22-12,0-7 0,5 19 5,16-21 1,12 9-6,17-12 0,-9-18 0,7 11 0,-10-7 0,16 12 0,-11-14-6,23-4 6,-4-17-5,16 4 10,-8-3 1,-23-4-6,-3 3-6,-3-9 12,0 0-12,27-5 6,-7 1 6,19 0-29,-1-2 7,5-5 10,-14-10 3,-21-2 0,0-4 9,34-23 0,-1-3-6,-39 15 0,-2-1 0,22-28 0,-24 19 0,-1-3 8,0-1 0,-2-1 3,-4 1 1,-2 1-1,9-18-5,-14-1-6,-13 12 0,-3 1-6,8-16 17,-4 15 6,-1-10-11,-5 8-6,-19-3 0,2 10 0,-19-28 5,0 2-5,-4-1 3,6 28 0,-3 2-3,-32-19 0,20 22 0,-3 1-3,-1 4 0,-1 3-8,-28-14-67,-14 17 78,31 26 0,10 2 0,22 6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04.96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53 213 28440,'22'-49'0,"1"0"0,22-31 0,-3 61 0,1 9-6,1 4 6,6 20 6,-9 29-6,-9 7 19,-19-3 1,-10 5 19,-28 36-28,1-33 1,-7-3-10,-14-6 1,-4-6-3,7-9 0,-2-7 12,-46 7-12,54-23-6,12-5 6,38-3-6,46-1 1,25 0 10,-33 1 1,-1-1-6,23 1-196,-21 0-174,-19 0 370,4-16 0,-11 13 0,-5-13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05.30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28266,'44'51'37,"0"0"0,0 0 0,2 16 0,-3 5 0,-11-5-15,-15-4 1,-7 2-18,0 10 1,-1 8 0,-5-8-6,-7-7 0,-5-2 2,2 16 1,-7-1-3,-14-11 0,-1-9 0,4-3 0,-15 15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07.19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28518,'16'52'6,"0"0"0,13 39-18,-16-49-116,10 1 128,-4-18 0,-2-4 0,-9-17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07.56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63 27555,'40'50'17,"-1"-1"0,-3-3 0,1-13-17,20-34 28,-13-11 263,-12-22-174,-16-1 46,-46-32-68,-23 22-89,-30 5-118,11 34-191,32 28 303,49 30 0,-2-23 0,21 3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07.99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174 493 28149,'4'-63'16,"0"0"1,0 5 0,-2 3-17,-7-25-22,-26 9 11,4 6-40,-32 28 57,28 49 50,3 48-12,22-5 1,6 6-20,4 0 1,4 3-18,4 27 1,5 3-9,4-18 0,3-1-304,3 14 1,0-4 283,-5-24 1,0-5 19,10 32 0,-21-62 0,-5-4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08.13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7 27723,'71'-1'-188,"1"0"1,-1 0-1,1-1 1,-9 1-1,1 4 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09.67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28462,'5'64'0,"1"-1"0,0-3 0,-2-1 0,-4-2 0,0-1-11,3-5 0,2-1-443,-2 42 454,5-34 0,-6-41 0,-2-9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0.17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5 283 27813,'-2'-63'84,"0"0"0,10-29-73,23 42 56,23 35 0,25 18-50,-15 21 0,-27 9 0,-7 10-9,-14 7 1,-10 5-1,-10 14 0,-9 1-8,1-12 0,-7-4 20,-20 1 0,-6-8 47,-19-2-62,-1-12-16,29-34-6,28-14-11,54-16 40,27 15 2,-23 15 0,2 4-14,30 15 0,-4 29-224,-36-13 224,-4-5 0,-21-15 0,-11-14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0.75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27925,'78'6'0,"-1"0"0,9 3 0,-9 3 0,-11 5 0,19 9 84,-56-4 95,-5 18-134,-30 23-40,-6 0-8,-2-14 1,-4 0 7,-18 28 20,9-32 1,0-3-26,-15 17-2173,-6-17 2173,34-28 0,-2-4 0,19-10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1.09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28412,'1'61'15,"0"0"0,2 12 0,2-3-26,11 25-62,3-4 73,36-29 0,-37-43 0,23-9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1.38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3 138 27930,'-1'56'60,"-1"1"0,19 5 0,12-9 35,56-4-90,-37-24 1,2-7 11,10-13 0,-4-15-40,4-54 6,-8-7-8,-50 4 0,-20-2 56,-16 20 0,-13 6-17,-11-3 0,-8 12-20,-3 25 0,2 17-55,-16 44 61,73 9 0,14 2 0,5 1 0,31 9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2.62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 1 28238,'4'89'74,"-1"1"1,0-21 0,-3-1-69,-7 11 0,1-4 10,15 14-16,14-10 0,62-42 0,-33-30 0,1-5-14,8-5 0,-1-1-103,24-1 117,-72-20 0,-13 19 0,-29-10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2.79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33 27594,'72'0'54,"0"0"0,-4 0 1,-3 0-279,27-2 224,-38-4 0,-5-1 0,7 2 0,-3-7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3.14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28194,'5'80'22,"0"-1"0,0 1 1,-1-9-1,-1-1 1,0-10 5,2 34 168,-3-35-208,18-66-32,23-40 32,6-9 24,15-15 10,-34 54-16,-3 46-6,-17 14-56,7 49 56,47-25 0,-37-16 0,31-20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3.37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79 372 28395,'-24'-64'2,"-1"-1"0,5-3 0,11 7-2,25 16 5,27-8-94,-11 38 33,9 40 39,-29 2 17,-33 58 0,13-55 0,-22 15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3.70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0 328 28552,'24'-87'2,"0"1"0,4 15 0,2 15-8,-2 28 0,18 36-55,7 23-124,-7 12 185,-2 13 0,-24-25 0,-14-9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4.31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427 150 28250,'-68'-41'80,"-1"-1"0,7 3 0,7 12-29,15 28-46,-9 31-5,19 21 0,19 29-16,52-2 16,8-29 0,32-24 5,-29-36 12,-2-2-11,-24 4-6,-17 19 11,-7 25 0,-2 40-11,-14-16 3,-4-13 0,-8-4-3,-46 1-17,-18-8-28,21-34 45,24-82 0,31 50 0,9-47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4.58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0 189 28031,'75'16'166,"0"-1"0,-14-6 1,-15-16-106,-33-72-44,-45 8-23,-5 23-55,-17 24-326,32 41 387,2 16 0,17-4 0,3-1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5.63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28513,'23'62'18,"0"0"1,-2-2 0,-5-3-14,-6 22-5,-2 0 0,2-6 0,7 12 0,10-20 0,15-7-5,13-31-118,2-18-51,-11-14 174,-9-16 0,-26 10 0,-1-8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5.81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28082,'82'7'-1134,"-1"0"1,-7-1 0,-6 0 1003,19 1 0,-41-4 0,-15-1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6.02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0 126 28110,'13'50'33,"0"-1"1,27 28-34,9-70 0,5-16 117,33-26 46,-9-23-102,-79-25-61,-33 17-14,-13 36 0,-6 10-53,-23 13 67,44 44 0,5 8 0,-6-14 0,37 57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6.46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28524,'9'97'13,"-1"1"0,3-7 0,4-4-13,2-18 0,6-7 0,7-11 0,4-7 0,30 6-5,23-26-29,-28-19-341,-4-21 375,-33-12 0,-16 5 0,-12-1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6.58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28048,'86'4'-111,"-1"0"1,-5 0 0,-13-1 0,-23 0 0,-14-2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6.90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28328,'12'74'41,"0"1"0,-2-7 0,1-7-18,3-1-1,-4-10 0,-1-11 90,-4-7-106,11-27-6,16-24 0,12-19-6,-3 1 1,5 28-1,-26 28-123,34 45 129,2 4 0,-12-12 0,-4-18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7.13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78 459 28457,'-18'-65'29,"-1"0"1,2 5 0,4 6-24,6-5 0,4 8-6,4 5 5,26 8-27,4 18 5,4 32 17,-27 32 0,-20 9-543,-17 0 543,17-18 0,2-19 0,13-2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7.80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23 28406,'24'52'3,"0"1"0,16 34 199,-27-58-202,-8-30-6,-4-14 6,-3-25 0,2-22 6,0 22-18,0-12-10,13 35-62,-1 3-112,24 11 196,13 8 0,-20-4 0,5 3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28457,'5'57'7,"1"0"1,-2-3-1,1-7-1,3-3 11,-2-4-1014,-3-10 997,-11-8 0,6-10 0,-7-7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8.13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27951,'0'0'0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8.64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308 236 28143,'-22'-54'115,"0"1"0,-19-36-104,9 69 39,-3 11-27,3-1 16,-10 28-22,10 18-6,3 8-5,9 26-18,32-18 1,22-3 0,19-22 22,6-24-11,-15-7 0,0 10 0,-20 9 11,9 33 17,-22-12-5,-32 27-23,-26-36-11,-10 1-113,-3-22 124,39-33 0,3 20 0,16-20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9.02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28518,'19'84'4,"1"1"0,-5-20 0,0-4-4,12 30 89,-13-55-83,10-15-6,-6-30 0,13-18 0,11-10-6,0 14 6,5 18 6,-15 24-12,0 45-33,-10 2-219,3 7 258,-9-29 0,-9-23 0,-4-18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9.24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28373,'14'68'39,"-1"-1"0,1-2 0,1-5-39,10 16 0,-7-28 0,0 0-123,6 30 123,-2-11 0,-16-33 0,-6-26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19.38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33 28502,'98'-10'-32,"0"0"0,-9 3 0,-15 2 1,-28 5-1,-17 3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22.61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1566 121 28591,'-64'-22'0,"0"0"0,-2-1 0,7 4 6,9 4-12,-4 3 6,9 5 0,11 7 6,-23 8-6,17 3 0,-30 15 0,18 2 0,-11 5 0,5 2 0,13-10 5,-11 9-10,10-3 5,-13 14 0,13-7 0,-14 16 5,14-5-5,-12 16 0,7-4 0,13-15 0,-7 1 6,9-12 0,-8 11-6,14-13 0,2-1 0,0 8-6,7-1 12,-4 21-6,13-18 0,5 20 0,2-1 0,3 4 0,0 16 0,2-16 11,5 8-6,10-9-5,14-3 0,3-15 6,19 15-6,2-14 6,0 0-6,22 2 0,-9-15-6,22 4 6,9-14 0,-43-15 0,0-4 0,36-1 0,-30-5 0,0 0-6,26-2 6,-1 0 0,-4 2 0,-21 5 0,26-3-3,-36-1 1,1-3 2,4-5 0,-1-2 0,34-10 0,-1-15 5,-23 2-5,-2-2-3,-17 6 1,2-2 2,-5 2 0,-1-2 0,8-6 0,-1-3 2,-7 5 1,-3 0-3,11-18 0,-9-11 0,-11-4 0,-12 19 0,-2-2 0,6-34 3,-13 29 0,-3-1-3,-9-35 0,-1 34 0,-5-1 0,-4-2 0,-4 2 0,2 11 0,-5 2 0,-16-13 0,-8 5 0,-6 13 0,-6 7 0,-18-4 0,-6 8-31,3 11 0,3 11 31,15 13 0,7 6 0,-8 3 0,44 9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24.10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1 139 28524,'75'-37'-2,"0"-1"0,-7 3 0,-11 10-3,-25 22-1,-3 14 6,-13 9 6,-3 18-6,-11 28 5,-10-13 46,-16 28-6,-10-37-29,1-6-32,2-19 16,27-12-6,10 2 6,17 4 0,11 5-6,12 24 1,-17 14 16,-4 17-11,-34-17 0,-33-8-17,-18-33-28,-2-1-1164,-9-26 1209,39 5 0,-1-7 0,27 10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24.45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27841,'79'9'93,"0"-1"0,-7 3 1,-7 6 12,0 32-19,-34 6 0,-8 7-65,-5-11 1,-7 4 1,-8 11 0,-6 8 0,-5-2-24,-12 17 0,-6-1-39,7-21 0,-2 1 0,1-3-628,-4 15 1,3-9 666,-2 12 0,23-44 0,0-32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25.03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28334,'2'64'3,"0"0"1,0-5 0,-1-6-4,-1-9-11,0-4-57,0-8 68,0-8 0,0-11 0,0-6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25.37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1 127 28031,'57'31'64,"0"-1"1,35-8 120,-83-77-140,-41-15-96,-20 17-61,-8 22-151,22 38 263,49 30 0,-5-12 0,18 7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25.77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267 408 27936,'5'-70'80,"1"0"0,-10-7 1,-11 9 3,-35 6-56,-25 9-28,17 46-11,4 71 8,41-14 0,8 9 22,2 21 1,6 7 19,8 9 1,5-1-145,-1-15 1,1-1 109,5 15 1,-3-1-15,-9-28 1,-3-1-219,3 4 1,-4-4 226,-13 16 0,5-43 0,-8-29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25.89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11 28098,'80'-3'-240,"-1"-1"0,-2 2 0,-11 0 1,-22 2-1,-9 2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26.41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28558,'2'63'9,"0"0"0,0-5 1,-1-1-10,-1 38 0,0-14-224,13-5 224,16-38 0,-9-25 0,6-11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26.85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7 277 28468,'-3'-57'2,"0"0"0,8-1 0,7 9-19,18 19 17,10 4 5,8 33 12,-15 45-17,4 40 6,-16 5 13,-12-32 1,-6-1 8,-12 17 6,-17-1-29,-2-41-27,-20-23-40,25-23 45,6-12 1,48-2 16,2 2 0,37 20 0,-23 24-34,11 6-772,4-1 806,2-27 0,-21-3 0,-11-13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27.28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320 0 28586,'-42'67'9,"0"0"0,3-6 1,-1-6-10,4-17 0,1-5-6,-13 17 17,10 2-5,63-20-1,38 2-5,-12-16 0,2 0 0,2 2 0,-2-1-5,26 10 10,-17-3-10,-33-16-34,3-2-107,0-15 146,20-17 0,-27 11 0,8-9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27.71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28490,'17'71'24,"1"1"1,-3-6-1,-1-1-24,-2-6 0,-2-2 0,-2-2 0,-1 0 0,2 5 0,-1-3-5427,1 15 5427,3-52 0,-9-15 0,3-21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28.37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39 0 28390,'-12'55'11,"0"-1"0,-2 36-11,41-84-6,2 3 6,4 1 23,18 10-23,3 7-6,8 10 6,-20-5 6,-17 6 33,-31-1-17,-29 10-22,-1-7-95,-20-7-510,25-21-16,-6-13 621,8-26 0,10 12 0,5-9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28.53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57 28339,'83'-12'-161,"0"0"1,15-1-1,-8 3 1,-10 6-1,8-2 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29.92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51 0 28507,'-10'94'13,"0"0"0,1-7 0,1-3-13,3-15 0,1-5 0,-1 27 0,9-31 0,8-6 12,23-7-18,25-7 6,7-25 0,-17-12-50,-12-2-482,-9-1 532,-10-17 0,-1 13 0,-13-13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0.07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28126,'91'6'-3277,"-1"0"0,8 2 0,-11 2 2611,-20 1 0,-3 0 0,-50-9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0.40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33 0 28328,'-7'67'18,"1"1"1,0 18 0,2 0 23,1-21 0,0-2-31,1 0 0,1-3 96,1 23-102,13-73-5,34-49 0,3-11 0,-6 6 0,1 2-5,6 5 5,-5 27 0,-30 34 0,-9 50-258,19-3 258,19 5 0,-13-33 0,4-23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0.65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104 438 28569,'-29'-59'9,"0"1"0,5 5 1,6 2-16,15-25 1,32 14-12,11 7 6,10 32-17,-3 62 11,-29 25-28,-12 27 45,-16-12 0,0-36 0,2-24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0.91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1 318 28194,'10'-62'13,"0"1"0,6-4 0,4 10-2,12 15 28,16 6 45,-19 74-61,-8 33-40,-12-16 0,-2 1-224,10 33 241,23-14 0,-17-54 0,8-5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1.48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321 98 28563,'-69'-36'9,"0"1"1,-3 11-1,12 22-3,29 62-12,12 25-27,61-5 27,6-28-11,41-24 17,-44-31 11,-4-23 1,-26 0-7,-12-12-16,8 19 11,12 30 0,19 37 11,-2 13-11,-18-10 0,-6 1 28,-14 22-17,-51 4-11,-5-35 3,2-27 0,-3-10-87,-7-20-672,15-37 756,70-27 0,-5 20 0,25 8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1.75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94 28440,'15'50'5,"0"0"1,25 29 0,55-70 55,-12-36-16,-12 1 11,-45-47-56,-72 12-28,-16 2-218,-3 24 246,44 69 0,19-23 0,22 34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2.04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50 1 28558,'0'67'9,"0"0"0,0-2 1,0 0-5,0 3 1,0 1-9,4-4 0,0 0-39,-3 6 0,0-2-210,4 19 252,-33-30 0,19-39 0,-18-5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2.40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35 28188,'90'1'-327,"0"1"1,-19-2 0,2 1 0,-6-1 799,-2 1 1,-5 1-301,1 5 1,-8 4-57,-3 10-38,-61 33-79,4-3 0,36-3 0,9-20 11,52-40 90,-39-30-12,-9-25-72,-44 5-11,-48 3-17,-22 40-51,-5 21-431,32 43 493,64 18 0,-4-15 0,25-14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2.89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70 0 28569,'-12'82'3,"1"-1"1,-1 11 0,1-9-4,-3-3 3,6-26 0,7-2-3,25 2-12,11-7-94,10-24-331,4-15 437,-40-24 0,6 12 0,-25-13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3.03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28149,'90'13'-213,"-1"-1"0,3-1 0,-13-2 1,-27-5-1,-2-2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4.85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27 0 28306,'0'73'61,"0"0"1,0-4-1,0 0-61,0-5 0,-1-1 6,-2-1 0,-1-1-4,1-1 1,0-3 42,-6 31-39,6-74-6,6-14 11,7-39-6,19-31-10,13 1-1,0 3 1,15 24-7,-14 63 18,-6 39-6,-23-12 0,-5 3-17,-9 39 17,-6-5 0,0-58 0,2-3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5.14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129 371 28558,'-39'-70'0,"0"1"0,4-4 0,20 9-6,57 14-11,16 7 12,1 42 5,-17 51 0,-53 27 2,-8-31 1,-6-1-3,-27 28 0,6-37 0,27-19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5.51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28395,'5'78'50,"1"1"1,-2-5-1,1-5-44,5 16-6,-3-31 0,1 1-28,11 39-95,-1-6 123,4-20 0,-15-46 0,2-1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5.82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50 385 28558,'-12'-60'13,"-1"1"0,1-5 0,3 6-30,5-1 0,12 5-16,26 26 27,2 25-28,23 39-22,-34 17 56,-28 25 0,-19-18 0,-33-11 0,32-34 0,0-4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6.19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274 356 28334,'-13'-68'-2,"0"0"0,-1-3 0,0 9 2,1 18 34,-22 1-23,-8 55-17,-15 41 11,33-4 1,6 8-6,2 19 0,7 3 6,10-11 0,7 1 27,7 22 1,6-2-9,-1-22 0,1-2-20,1 10 1,-1-3 0,0 24-45,-14-33 39,-6-31 0,0-18 0,0-1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6.32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10 28160,'74'-3'-228,"0"1"0,9-1 1,-8 2-1,-13 1 0,4 0 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6.56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28289,'6'63'74,"1"1"1,5 17 0,2-2-70,8 15-2,-4-18 0,-2 1-28,-10-24 0,-2-2 25,1 7 0,-2-5 0,-4 3 0,-2-23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6.67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58 28278,'89'-16'-86,"0"0"1,-24 2 0,-10 3 0,-15 11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38.62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1115 198 28541,'-61'-16'0,"1"1"0,4 1 0,9 3 0,14 3 0,4 3-6,-11 1 6,9 2 17,-31 12-11,-4 21 5,-21 17-11,45-18 0,2 2 0,-17 17-6,4 8 17,7-8-8,12-13 0,-2 0 3,-28 23-4,24-20 1,3 0-3,-6 21 0,7 13 6,23 0 5,12-12 11,6 30-16,4-2-6,-1-29 0,3 0 6,8 36-9,0-40 0,7-2 3,43 18 3,-14-32 0,7-4-3,10-6 0,3-5-3,-12-9 0,1-2 3,10 2 0,0-2-3,-17-5 0,1-1 0,17 0 1,2-1 2,-16-2 0,1-4-3,24-14 0,0-9 3,-16-3 0,-2-8 0,11-12 0,-5-7 0,-17-5 0,-10-4 3,-17 13 0,-7-4-3,-7-18 0,-6-4 0,-2 2 0,-2-4-4,-2 9 0,-1-4 1,-1 2 3,2-17 0,-8 0 0,-13 16 0,-8-1 0,-9 7-191,-30-10 1,-13 9 184,11 14 1,-6 1-1,0 6-5,-17-5 0,-1 10 11,-5 13 0,11 8 0,30 7 0,-7 11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40.12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79 0 28597,'-25'68'-4,"-1"0"0,5-5 1,14-6-9,57 17-32,25-10-18,3-9 62,-4-17 0,-51-27 0,-4-1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40.3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71 1 28250,'2'80'29,"0"1"1,-1-5 0,0-4-19,0 20 1,-4-1-10,-6-33 1,-3 1-87,3-9 0,-1-2-465,-13 42 549,12-36 0,11-40 0,0-7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40.76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28054,'63'30'128,"0"0"1,-5 1 0,-10 12-118,-19 40 0,-16 19-821,-7-11 1,-5 8-1,-5 3 801,-2-15 1,-4 4 0,-2 0 0,0-4-24,-2 15 0,-1-4 1,-5-5-115,-5-12 0,-4-3 1,3-12 238,-6 24 1,6-23 0,18-30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43.39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7 187 27729,'6'-53'352,"0"0"1,3-27-297,-7 95-33,-2 16-18,-5 22-5,-4 38-16,2 2-29,0-2 45,5-11 0,2-56 0,0 2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43.74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0 129 28059,'58'21'75,"0"-1"1,37 3 48,-74-56 16,-9-21-90,-23 16-28,-28-13-44,-11 35-342,1 31 364,33 24 0,13-2 0,16-6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44.14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129 582 28121,'29'-71'71,"0"-1"0,-4 6 0,-7 4-71,-19-22-45,-32-1-11,-13-4 11,-16 36 51,14 59 5,20 28 25,19 17 1,6 11 10,6 6 1,2 3-43,1 1 1,2 4-3,1-10 1,3 3 0,-1-2-10,3 13 1,-1-1-51,3 12 0,-9-3 56,-23-15 0,-4-9 0,9 6 0,-36-34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44.26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27656,'74'9'0,"1"0"0,-16-2 0,1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44.63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22 1 28496,'-6'73'7,"0"1"1,0 8-1,3-4-1,7 16-250,1-41 1,1-2-6613,10 17 6856,-1-33 0,-4-21 0,-8-14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45.05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9 344 28031,'-4'-57'46,"0"0"1,5-5 0,7 7-41,24 5-17,7 6 22,26 25 22,-10 49 68,4 27-45,-19 16-23,-26-17 1,-9 2-11,-28 33 2,5-41 0,-4-2-2,-33 15-40,12-31 0,31-22 23,49-8-1,7-2-5,47 15-22,-19 6-460,13 5 482,-17-8 0,-32-12 0,-11-6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45.23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19 28188,'75'-5'-532,"-1"0"0,-7 0 0,-9 1 532,-11 4 0,-23 0 0,-10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45.39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65 28020,'96'-16'-77,"1"1"1,-36-5 0,-6 6 0,14 28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45.95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28490,'4'76'7,"0"-1"1,0 9 0,-1-5-36,0 10-403,2 7 431,3-37 0,-3-31 0,-2-21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46.34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0 234 28182,'51'-55'50,"0"-1"1,-4 7 0,-3 9-7,1 17-16,10 12 40,-10 40 10,-7 38-67,-31-12 0,-9 4-8,-3-7 0,-6 0 0,-10 7 0,-4-4-3,-9-3 5,16-6-5,27-31-5,62-10 16,23 9-11,-32-5 0,0 1 0,34 8-3641,-26-3 3641,-44-26 0,-13 11 0,-7-15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47.59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111 783 28278,'80'-35'16,"0"0"1,1-11 0,-13-7-3,-40 4 0,-9-3-14,2 2 0,-4-3-14,-8-17 0,-10 0-81,-8 18 0,-5 2 92,1-5 0,-4 5 48,-31-9 33,10 55 23,-9 86-59,27-13 0,5 11-39,3-6 1,2 4 0,0 0-100,2-11 0,2-1 0,1 3 101,4 14 1,3 4 0,0-6-6,1 5 0,0-4-17,0 10 0,-6-6-131,-10-28 0,-4-9-222,-15 4-196,-33-66 583,20-47 184,20 15 1,4-3-31,6-2 0,5 1 173,4-18-299,51 30 16,34 29-61,-18 6 0,3 1-28,-10 1 0,0 0-6,10 1 1,-2-3 11,17-13 145,-10 6-145,-18-14 22,-29 12 0,29-18-28,10-10 50,-2-5 213,-7-20-145,-43 15-85,-38-1-21,-32 21 4,-8 26 12,-17 45-336,54 36 336,43 20 0,0-30 0,35-23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47.94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44 137 28334,'-20'74'-19,"1"-1"0,15 0 1,12-11 6,22-26 12,42-7 157,-31-64-95,-7-29-60,-22 12 1,-3-4-47,5-37-242,11 39 0,10 8 286,40 5 0,-14 4 0,-11 32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48.19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1 309 28199,'23'-65'43,"0"-1"0,-1 6 0,3 9-37,16 10 16,10 15 6,-4 35-22,-3 42-1,-19 33-5,-14-1-229,-10-13 229,35-33 0,-27-19 0,27-7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48.51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347 572 28311,'-76'-26'43,"1"0"0,-3 12 0,12 19-43,24 56-50,33 33 33,40-18 19,10-39 1,8-10 42,28-14-11,-3-22 50,-29-61-70,-36 19 0,-6-6-14,0-17 0,-4-4-31,-4-3 0,-2 1-832,-1 3 1,-1 5 736,-9-25 0,7 39 0,7 44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52.56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28362,'2'66'33,"0"0"1,-1 1-1,1-3-33,0-13 0,0-1-3,0 1 1,-1 2-15,0 11 0,0 2 17,0 0 0,0-2 0,-1 24 0,0-22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3:52.88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0 155 28244,'68'37'28,"-1"0"0,-6-4 0,-6-16 67,5-51-33,-30-2 27,-22-40-77,-47 15-12,-17 3-96,-1 45 96,21 56 0,23-10 0,13 14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07.03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24 0 28440,'0'74'48,"0"-1"1,0-3 0,0 1-47,0 9 1,0-1-213,-1-17 0,0 4 212,-1 3 0,-1 7 0,0-5 6,1 5 1,-1-5 64,-3 8 1,4-5-68,16 24 65,-2-47-71,27-16 0,20-11 0,-4-8 0,6-3 3,-3-2 0,4-2-3,2-2 0,7-1 0,-3-2 106,14-2 0,-1-1-106,9 1 0,-3-1 3,-25 1 0,-8-4-9,4-13 6,-52-23 0,-18-3-6,-27-21 6,11 29-5,15 11 5,16 26 0,28 43 11,-12 32-11,-2 5 3,-22-25 0,-7-1-3,-8 17-213,-6-8-1243,14-42 1456,20-29 0,-1-6 0,2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07.97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39 1 28300,'11'73'13,"-1"1"0,1-7 0,-4-3-2,-22 27-22,-2-14 11,-7-8 0,8-32 0,10-28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08.25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25522,'0'0'0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08.57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28 338 28182,'-8'-63'48,"1"-1"1,-2 6 0,5 6-38,15-4-22,28 22 17,23 23-6,3 37-3,-27 17 0,-8 11-28,-14 0 0,-5 3-299,2 9 0,-3-3 330,-5 22 0,-3-42 0,-1-34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09.03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124 57 28518,'-35'75'0,"1"0"0,0-6 0,13-8 0,42-8-11,45-8 11,2-23 8,-3-21 1,-1-16-3,6-53 2,-37 16 0,-14-7-2,-29-5 0,-19 3-6,-9 13 0,-9 8-3,1 7 0,-1 16-81,-30 50 84,84 16 0,11 5 0,-20 13 0,26-22 0,1 1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09.28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28322,'21'69'58,"0"0"0,6 27 0,-1-2-44,-10-34 0,0 2-9,0 3 1,0 6 0,-1-6-4,-2 0 1,-1-4-513,-2 5 1,0-7 509,5-12 0,-12-23 0,3-38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09.44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87 28115,'76'-18'-53,"0"1"1,-8 0 0,-10 2 0,-11 4 0,-20 3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09.79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28294,'24'65'101,"-1"-1"0,6 21 0,-4 3-82,-12-14 1,-4 0-15,4 15 1,-2-2-6,-8-23 0,-3-6 11,-5 28-5,2-69-6,-2-21 0,10-27 0,12-23-6,-1 23 6,25 18 0,-5 55-11,7 8-140,-8-11 0,4-3 151,45-4 0,-21-4 0,-5-24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0.05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184 528 28507,'-47'-68'20,"-1"0"1,4 5 0,12 5-4,25-4-17,3 2 0,3 5 0,21-1-12,13 26 18,10 22 0,-10 51-6,-24 7-40,-36 27 40,7-38 0,-7-6 0,19-23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0.95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41 27930,'14'69'130,"0"0"1,-2-6 0,-2-3-108,-5 35 106,-4-37-118,-1-18 6,-4-54-6,-2-35-11,-3-47 5,3 19-2,7 16 0,6 2-37,21-7 34,13 38 0,4 5 0,-3 2 0,27 23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1.75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258 22 28300,'-60'-9'73,"-1"1"0,-37 3-62,72 26-6,13 28-10,19-8 5,46 33-11,21-16 11,2-3 11,-17 2-11,-64-19-6,-35-2-117,-25-14-471,9-20-447,37-24 1041,33 2 0,5-2 0,-2 13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2.02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236 0 28440,'-65'47'13,"-1"0"0,11-12 0,14 4-8,32 12 1,19 1-106,48 19 100,22-38 0,7-7 0,0 7 0,-19-31 0,1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2.24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35 327 28317,'-15'-62'35,"-1"-1"1,13-1-1,11 10-35,21 17 6,50-1-6,-19 30 28,-5 34-11,-27 1-40,-42 47-867,4-19 890,6 2 0,3-27 0,17-17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2.47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0 374 28171,'4'-62'69,"0"0"0,1 4 0,1 7-57,12 1-7,5 7-5,2 13 6,14 12 5,-2 51-11,7 30-22,-15 14-538,10 11 560,-15-51 0,2-8 0,-14-23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2.79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293 1 28496,'-66'0'20,"1"0"1,0 13 0,13 11-10,28 54-17,3 4 9,29-29 0,11-6 8,27-7-11,30-15 11,-3-52-11,-23-4-45,-15-12-55,-3 23 100,11-1 0,-14 12 0,1 1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3.08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76 28406,'5'55'14,"1"-1"0,5 39-14,11-51 112,-6-11-106,-3-24 0,-8-21-6,0-24-6,0-35 6,2 8-28,7-3-34,13 27-111,5 23 173,23 6 0,3 4 0,-18 1 0,48-7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3.20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28339,'0'59'17,"0"-1"0,3-4 0,2-7-17,8-6-34,9-9 34,1-10 0,-10-11 0,-3-5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3.36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27681,'0'0'0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3.74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31 135 28440,'-15'62'9,"-1"0"0,17 2 1,15-10-10,65-20-3,-35-14 0,3-9 3,17-21 0,-4-17 23,5-45-1,-40 14 1,-18-4-18,-33 3 1,-17 5-4,1 12 1,-7 10-9,-31 7 1,7 26 5,34 79 0,-17-47 0,74 48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4.47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10 1 28507,'-3'74'-90,"1"0"1,0-8-1,0-5-6505,2 5 6595,10-29 0,-4-4 0,4-29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4.98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226 0 28317,'-51'0'5,"0"0"1,-26 30 39,107 34-23,-6 6 1,18 16-7,-31-23-16,-34-3-95,-18-25-50,-9-29 145,20-62 0,20 34 0,10-32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5.23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36 0 28440,'-14'57'17,"1"-1"0,5 38-12,58-57 12,22-23 28,10-34-28,-30-7-34,-28-33 17,-22 18 0,-2 10 0,0 13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5.63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39 28462,'14'67'11,"0"-1"0,-1-3 1,-3-5-6,-3 9-1,-3 13 12,-3-27 28,-1 1-34,0-40-11,0-47 0,-1-40 0,-3-16 3,2 24 0,2-1-3,5-30 0,34 5-12,24 43 12,6 50 6,-4 53-6,-52 25-6,-28-31 1,-8-2-18,-22 21-285,-21-31 308,63-59 0,-4 14 0,29-23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6.03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50 28373,'4'64'11,"0"1"0,-1-4 0,0-5 6,1 11 6,-2-8 89,3-1-112,-3-37 5,0-13-10,-2-66 10,0-28-2,5 27 0,2-1-3,10-37-3,4 45 0,6 7-2,27 7-1,10 25 0,-23 57 1,-16 9-12,-46 30-672,-10-35-1523,-3-17 2212,14-27 0,17-14 0,9-1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6.31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16 36 28177,'-4'60'46,"-1"0"1,-1-5 0,5-7 9,17-5 5,10-12-5,45-16-50,-13-26 8,-10-9 0,-3-10 31,-5-47-40,-20-19 1,-38 26-6,-48 26-84,1 52 84,10 63 0,22-33 0,29 31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6.88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296 9 28446,'-67'-4'20,"-1"-1"1,-1 6-1,13 10-14,26 33 11,25 6-17,32-14-6,54 3 6,-5-1-6,-3 15 18,-35 4-12,-42-16 5,-38-13-38,-22-26-113,-12-24-50,20-2 196,33-42 0,18 44 0,14-16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7.16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285 496 28513,'-71'-47'24,"1"-1"0,12 11 1,11-4-25,21-11 0,13-3-6,15-30 0,36 2 6,3 36 0,28 57-11,-43 41-62,-27 25-83,-21-8 156,-29-15 0,28-38 0,3-5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8.66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28602,'6'82'0,"1"0"0,-2-7 0,1-6 0,8 21 6,4-25-6,15-10-6,-2-33 6,23-32-16,-12-6 16,-2-1 0,-19 4 0,-16 11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8.84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33 27751,'74'-9'-84,"1"1"0,-7 0 0,-3 2-4023,-12 5 0,-5 2 4107,14-1 0,-1 0 0,-46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9.18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28087,'2'74'87,"0"-1"1,0-3 0,4-5-9,17 19-29,0-10-11,-3-15-5,-4-17-6,-1-20-22,9-50-6,-6 1-6,11-46 12,-19 35-6,4-5-6,-3 29 6,13 18-39,11 31-236,12 18 275,1 2 0,-20-19 0,-9-20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9.45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85 410 28334,'-26'-72'29,"1"0"1,4 2 0,9 6-35,24-11-18,23 18-50,-5 58-50,-3 41-414,-38 28 537,-8 1 0,-7-27 0,12-30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19.90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207 0 28574,'-57'40'7,"1"0"1,2 9 0,16 4-8,37 30 5,15-8 7,48-30-12,12-61 22,12-25-11,-29-11-16,-24 16-12,-21 32-84,8 26 101,20 13 0,-17-14 0,9-2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20.33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228 327 28367,'-57'8'59,"0"0"0,-36 19-59,74 59 0,18-19 2,22-12 1,14-6 3,10-22 0,10-10-12,18-2 0,1-9 6,-11-10 0,-4-12-3,-1-19 1,-12-12 4,-25-1 1,-9-7 5,-2-16 1,-6-3-12,-10 0 1,-4 3 2,2 16 0,-1 4 67,-6-27-62,10 66 7,3 65-7,1 12-5,-1 8 0,4 5 0,6-20 0,2-1-73,2 7 1,2-5 72,16 7 0,-8-37 0,-16-29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20.44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83 27936,'81'-22'-486,"0"-1"1,-6 2 0,-6 6 485,21 14 0,-41 1 0,-18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20.66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93 13 28367,'-26'73'28,"0"-1"0,1-6 0,10-8-5,31-4-18,9-26 12,39-23 11,-8-54-22,-4-24-6,-26-5-101,-21-6 101,29 45 0,-25 4 0,25 25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21.19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230 459 28563,'-61'5'15,"1"0"0,3 0 0,15 10-4,33 39-5,10 14-1,48-26-5,32-17 0,10-40 0,-37-8 0,-5-4 6,-7-6-6,-6 4 0,-30 37-22,-6 13-12,36 4 23,17-32 0,25-38 11,-20-20 0,-36 6 0,-9-6-9,-11 5 1,-5 0 8,0 2 0,-4 0 11,-4-3 0,-7 13 12,-17 30-23,-12 75 0,27 5 0,9 11-6,8 19 0,8 0-14,2-16 1,15-8 19,45-10 0,6-15 0,-20-12 0,0-23 0,0-1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21.55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1 310 28496,'8'-58'-2,"1"0"0,11-4 0,7 9 2,20 13 62,12 1-34,-33 51-22,-16 43-6,-8 9-34,-9-11 0,8-2 34,48 4 0,-38-6 0,41-33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21.79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1 184 28300,'71'25'5,"0"0"1,-5-6 0,-6-11-1,16-36 152,-16-33-112,-28 11 11,-53-24-45,-54 42-8,18 20 0,-3 8-6,8 8 0,4 10-120,-26 50 123,103-24 0,11 2 0,-25 16 0,29-33 0,1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22.14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415 350 28194,'-65'-29'112,"-1"1"0,-9 5 0,6 14-101,10 35-3,18 7 1,8 10-21,26 49-2,28-41 0,14-5 3,15-10 0,6-12 11,0-14 0,0-14 17,2-18 0,-10-15 22,-15-57-37,-26 30 1,-8 0-6,-7 12 1,-6 3-110,-9-6 0,-2 4 112,-3-8 0,3 13 0,21 22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22.45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92 425 28507,'-24'-70'20,"0"1"1,1 7 0,6 3-21,15-18 0,1 32-6,4 2 6,19 58 0,-11 32-11,2 24-6,-24-6 17,-7-17 0,7-33 0,5-7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23.17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48 0 28546,'-14'63'-4,"1"0"1,0 5-1,5-4 4,11 3 0,-1-14 0,2-25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23.51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22 28322,'57'42'39,"0"0"0,-7-5 1,-8-18 10,-21-40 29,-14-24-62,-39 6-40,-16 2-55,-8 18 78,15 52 0,28-23 0,12 28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24.13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356 26 28160,'-60'-12'74,"1"0"1,-4 10 0,12 14-58,22 43-23,20 30 6,31-14-3,12-32 1,7-5 41,25 2 17,-7 3-34,-42-20-22,-73-1-28,-27-9 28,-12-4 0,32-3 0,36-6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41.05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253 0 28289,'-17'83'29,"0"0"1,1-5 0,-3-3-27,-5-6 0,-1-1-3,1-3 0,1 0-11,-2 6 0,2-4-1580,-5 17 1591,18-57 0,9-22 0,2-20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41.64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50 185 28434,'50'-50'17,"1"0"0,-6 3 0,-1 13-12,7 30-5,3 7 28,-1 31 0,-21 2 12,-58 54-32,-2-49 0,-7-2-8,-9 6 0,-2-3 6,-28 13-12,27-27 6,35-23 6,39-21-6,20-2 0,13-4 0,13 11 0,-40 35 0,-2 1 6,-64 39-6,-35-1 0,18-27 0,-3-3-166,5-7 1,2-6 165,-15-10 0,36-10 0,20-14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45.91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28625,'29'76'3,"1"1"1,-3-5 0,-9-2-7,-22-8 0,-5-4 3,3 27 0,-4-29 0,7-4 0,23-7 0,28-10-5,25-35-23,0-15-140,-25-4-476,-32-5 644,-43 10 0,16 3 0,-16 5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46.08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36 28177,'84'-9'-96,"0"1"1,-5-1 0,-5 3-236,-17 5 1,-5 0 330,17 0 0,-7 1 0,-48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46.45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28356,'25'72'52,"1"0"0,-4 8 1,-10-3-36,-29 12-17,1-6 16,-3-26-10,29-55-6,9-14 11,30-36 6,-15 14-17,9-2 0,-25 36 0,0 37-22,-14 23-214,2 15 236,-1-20 0,-2-26 0,2-21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46.76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0 402 27936,'30'-67'69,"0"0"0,-2 5 0,2 5-7,30-17 16,-18 27-39,3 19-39,-60 69 0,-12 8-28,-9-3 0,-4-1-1512,-7 7 1540,16-8 0,24-26 0,19-16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47.11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1 257 28317,'18'-62'0,"1"1"0,9-33 5,38 55 79,-31 38-28,-4 47-56,-20 7-36,-14-1 0,-1 2 36,19 17 0,-18-13 0,19-27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47.63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159 1 28563,'-9'78'7,"1"0"1,0-3 0,-2-7-8,-17 14 0,2-3-9,8-30 1,0-1-2445,-8 29 2453,18-13 0,1-32 0,20-30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48.11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0 288 28373,'46'-62'18,"0"0"1,-2 7 0,-4 8-8,-4 12 23,18 14-12,-4 16-11,9 41-5,-21 3 5,-12 51-11,-18-15 6,-32 17-1,-27-17 6,-13-23 6,-25-13-39,41-25 22,14-7-6,40-8 1,25-3 10,24 12 6,-3 21-16,9 6-79,-18-2 84,37-37 0,-53 0 0,27-19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48.68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328 0 28546,'-46'67'20,"-1"0"1,4-5 0,2-8-4,-5-5-17,-4 11 0,21-11 0,4-3 5,45-6-10,1-24 10,35 6-5,-6-16 0,12 2 0,-7 0 0,-17-4-22,-13 2-101,-12-8 123,-3-16 0,-3 11 0,-2-12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49.88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78 0 28289,'-5'74'39,"-1"1"0,0-6 0,1-6-39,-3 9 0,-5 11-56,1-28 56,-2-2 0,9-38 0,2-9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0.36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67 124 28434,'67'-35'11,"-1"1"0,-5 2 1,-7 9 33,-7 24-12,-6 34 18,-28 22-37,-26-10 0,-9 0-14,-23 31 2,2-38 1,-2-7-3,5-7 0,23-4-5,38-19 5,28-2 0,25 1 0,-16 21 5,-12 16-5,-50 7 0,-29-11 0,-13-5 0,-2-9 0,-5-4-11,-7 1 0,2-3-112,-20 1-1641,35-23 1764,32-10 0,6 4 0,5-2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1.35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120 1 28479,'-12'59'2,"0"1"0,0-4 0,-1-6-221,-12-4 219,0 0 0,14-23 0,1-5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1.96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231 60 28177,'-58'-21'78,"-1"1"1,-36 2-57,83 72-22,5 3-34,21 12 1,28-30 38,17-7-5,2-42 73,-5-29 17,-29-2-51,-5 2-28,-7 19-11,-6 29 0,13 28 11,-10 19 1,-31 22-18,-16-18 6,-9-26 0,-6-6-168,-25-4-11,5-14-5422,42-55 5601,34 4 0,3-9 0,2 32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2.27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89 56 27947,'27'51'87,"0"-1"0,26 29-37,-10-75 23,-2-12 117,-1-26-83,-20-17-90,-11-6-12,-45-6-61,-21 37-235,-32 28 291,6 44 0,31-8 0,21 4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2.72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28311,'8'67'58,"0"-1"0,0-2 0,0-6-30,4 16-26,-4-25 1,0 2-3,1 35-44,0-4-477,-6-26 521,2-41 0,-4-2 0,4-15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3.15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148 333 28535,'-42'-57'5,"0"0"1,2-2 0,17 5-12,44 10-5,-1 4 17,16 19-6,-20 38-39,-2 19-129,-32 18 168,1-6 0,-7-21 0,13-17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3.51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235 225 28059,'-17'-56'45,"0"1"0,-18-36-45,-13 75 11,5 9-11,-1 37 28,21 4 95,15 62-56,18-43 1,4 3-40,2 19 0,2 2-23,3-13 1,1 0-9,4 12 0,0-4-2,7 17 5,2-3 0,-17-46 0,-8-26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3.64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51 27701,'62'-14'0,"-1"0"0,30-6 0,-79 17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4.08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28266,'29'71'35,"0"0"1,-1-6 0,-2-2-39,-5-15 0,-3-3-98,5 20 101,-11-13 0,-4-5 0,-5-17 0,-3 9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4.24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26 27790,'74'-5'-1554,"-1"-1"1,0 0 0,-13 1 0,-30 4-1,-1-1 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5.26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64 1 28009,'4'55'-236,"0"0"1,-6 41-2179,-20-59 2414,-3-4 0,12-16 0,4-6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5.81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28283,'0'63'31,"0"1"1,0 8 0,1-5-20,6-2-7,5 21 118,0-53-111,9-9-7,7-48-5,3 0-5,27-28-1,-6 29 6,21 10 0,-20 26-11,-8 30 11,-42 8-11,-44 5-17,-23-19-34,-6-18-593,21-14 655,29-32 0,12 20 0,5-20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6.09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28177,'36'53'26,"1"1"0,-5-5 0,-1-13 47,-1-28 17,-5-5 10,-9-25-88,-7-12-80,-6-19 68,-3 10 0,0 18 0,0 18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6.36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28401,'19'91'26,"1"0"0,0-5 0,-2-4-77,-7-17 1,1-6 50,18 22 0,-14-38 0,0-32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6.51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23 27684,'70'-3'-47,"0"-1"0,-1 1 0,5 0 0,0-1 0,-14 2 0,6 0 1,1 1-1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7.13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28322,'35'78'33,"0"0"1,-4-6 0,-4-5-28,4 27-6,-10-28-11,24 21-1,0-49-60,2-8-578,5-20-666,-42-8 1316,-10-4 0,-15 2 0,0-1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7.28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0 118 27852,'72'-7'-831,"-1"1"1,1-1 0,10-4 0,-8-2 830,-16-3 0,-12-2 0,-14 0 0,-10-3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7.62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6 202 19552,'-2'-65'4360,"0"1"0,1-9-4220,2 84-101,14 80-31,-5-35 1,2 1-9,0 1 0,1 1 3,3 10 0,1-5 103,2 8-95,-1-18-11,-9-46-5,4-52 10,9-11-5,0 2 0,7 17 0,-12 42-17,6 30 17,18 38 0,-24-26 0,15 1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7.86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114 226 28367,'-21'-57'17,"0"-1"0,0-32-23,34 76-5,12 8 5,-2 20 6,-14 19-117,-36 18 117,-6 3 0,-7-20 0,20-17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8.18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0 118 27426,'32'70'366,"-1"-1"0,-4-12 0,-10-9-338,-20-15-6,-8-36-10,-10-17-12,9-43-6,5 12-5,7-40-51,15 31-95,10-2-179,8 32 336,13 16 0,-26 14 0,3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8.53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84 299 28586,'-24'-70'-2,"-1"1"0,0 4 0,15 12 2,40 21 0,-13 22-56,-8 47-1193,-9-8 1249,-1 7 0,0-24 0,0-2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4:59.79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312 248 28166,'-13'-52'18,"-1"1"1,-4-2 0,-6 10-47,-19 17 16,-15 4 102,-4 44-51,19 34-39,23-10 0,7 4-11,10 47-6,17-29 12,27-26 44,11-48-6,10-28-16,-18-5 50,-9-19-55,-16 46-12,-4 11 0,0 34-90,0 16 90,6 11 0,-8-26 0,1-1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00.11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1 127 27018,'17'94'1220,"-1"-32"-1208,-10-89-12,23-35 39,8-4-11,-1 5-980,-13 18 952,-11 28 0,-8 9 0,3 3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00.45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115 357 28451,'-35'-63'0,"1"-1"0,3 5 0,17 7-5,44 12-1,25 0 6,-15 18 0,14 5-6,-36 41-44,-22 13-2806,-16 19 2856,-6-8 0,10-22 0,13-15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01.01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1 263 28401,'7'-61'-6,"0"-1"0,0 6 1,7 11-6,21 19 5,15 13 1,-11 37 10,-6 35-16,-19 34-39,-12-10-695,-1-4 745,17-48 0,-12-5 0,11-22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01.29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1 102 27751,'61'39'73,"1"1"0,-8-6 0,-8-17 134,-16-42-62,-13-12-38,-8-2-6,-11-18-79,-30 15-28,-20 11-111,-16 72 117,21 36 0,20-8 0,25-12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05.72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1 398 28418,'4'-52'8,"0"0"0,2-39-19,16 30 17,4 13-1,15-14-27,-13 35 16,2 23 1,-16 19 22,16 39-1,-9 17-16,-1 2 90,-5 1-84,-5-61-1,-2-7-10,3-60 5,6-7-12,8-13 7,2 23 5,0 18 0,5 38-6,-8 28 6,3 15 6,-13-1 5,1-14-11,4-46 0,7-5 0,9-30 0,-2 8-17,14-6 23,-11 38-6,-6 14 0,-17 36-280,-10 22 280,13-16 0,-9-6 0,9-25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06.01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46 22 28160,'-13'61'5,"0"-1"1,0-4 0,6-7-6,18-8 17,34-9 11,32-20-20,-29-24 0,0-7 99,25-17-6,-30-54-101,-73 19-23,-25 5-78,-14 27 101,21 65 0,5 9 0,12-18 0,-10 54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06.33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45 27701,'42'58'143,"-1"-1"1,-4-4 0,-8-6 125,-13-10-112,-10-3-152,-20-35-5,-2-25-5,-6-36 5,9 1-62,25-10-145,27 27 207,41 4 0,-31 20 0,7 15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06.61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117 334 28479,'-32'-57'11,"0"-1"0,0 6 1,12 6-7,28 5-5,11 7 0,12 6-22,22 10 22,-22 23 0,-17 33-112,-52 16 112,-1-1 0,-1-20 0,29-25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09.88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28250,'4'65'35,"0"-1"0,-1-2 1,0-4-36,-3 17 6,0-3-1,0-11 113,0-4-101,8-28-17,2-18 5,9-27 1,14-30-1,9 5-5,1 2-5,15 19-6,-9 28-1,-4 25 12,-25 19 0,-37 0-28,-58 1-39,-2-33-426,3-16 493,42-29 0,27 6 0,14-5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0.20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96 27796,'13'65'78,"1"0"1,-2-6-1,-3-8 101,-8-8 12,-1-7-180,-12-26 6,7-17-12,-8-53-10,26-21 5,-2 30 0,5-1-129,22-33 129,2 30 0,-19 29 0,-10 19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0.78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297 52 28266,'-63'-18'71,"-1"0"0,5 2 0,9 16-48,10 79-29,19 16 6,22-39 0,8 0 0,22 21-6,51-29 34,-10-48 23,4-29-29,-28-20-16,-26-1-6,-16-4 0,-6 46 0,0 6-17,11 48-5,12-4 10,15-5 18,-1-21 0,9-51-1,-3-20-8,-14 13 1,1-3 2,29-34-12,-15 28 12,-3 34 0,-20 62-22,-3 23-28,-9 8 50,-7 4 0,-2-54 0,0-1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1.44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206 208 28479,'-56'10'-6,"0"1"1,-33 18 5,84 19-22,24 21-107,31-12 34,34-9 89,-5-29 45,4-50 79,-50-18-68,-4-29-50,-23 12-78,-6-21 55,0 17 79,0 6-22,0 14 5,0 47-5,0 14 16,0 54-33,-6 26-17,4 6 0,-2-34 0,2-4 45,13 14-40,4-6-5,12-56 0,1-23-5,17-38 5,-12 19-6,7-1 1,-17 40 5,-13 31-62,-3 18-84,0-5 146,2-18 0,-1-26 0,0-5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1.79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124 413 28546,'-34'-56'5,"0"0"1,3 5 0,8 4-6,21-6 0,2 15-5,13-17-35,20 29 7,3 4-18,22 13 57,-34 38 11,-24 14-12,-36 24-5,-8-13 0,10-22 0,23-22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2.34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322 83 28446,'-60'-30'37,"0"0"0,2 11 1,12 16-38,28 30-6,10 40-28,49-10 6,16 14 28,5-17 12,-14 10 10,-52-15-11,-33 4-33,-22-22-57,1-17-514,5-44 593,21-14 0,10 4 0,8 3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3.39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50 1 28563,'0'59'0,"0"1"0,0-6 0,-4-8-39,-13-16 39,2-5 0,6-13 0,5-3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4.15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349 0 28317,'-62'14'7,"1"-1"1,5-1-1,11 3-18,25 7 5,9 13-5,19-11 22,33 18 1,19-14-12,7 5-6,-25-8 17,-21 1-5,-43-7-1,-21 3-33,-31-4-11,6-7-2150,-9 1 2189,58-9 0,-10 2 0,38-6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4.48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1 106 27841,'71'42'33,"-1"-1"1,-6-4 0,-8-16 61,-10-36 202,-9-28-174,-18-11-106,-21-1-17,-44 1-23,-16 34-66,-2 14 89,20 79 0,29-44 0,12 42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5.44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48 28434,'4'57'25,"0"0"1,2 39 69,-6-51-95,0-41 0,0-4-11,-2-41-23,-1-14 1,-1 5 33,10 28 0,7 20 0,28 53 5,-8-15-10,24 7 5,-27-29 0,7-8 11,-25-20 0,-3-30-11,-7-16-39,0-17-101,-1 22-1451,-7 18 1591,-15 43 0,9-5 0,-7 15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5.77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25 70 26956,'62'32'183,"0"-1"0,-6 0 0,-11-16 108,-26-38 11,-10-9-246,-18-14-39,-4 11-11,-29 3-6,-3 21-196,-18 23 196,9 17 0,20-2 0,17-3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6.07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28283,'14'58'3,"0"0"1,-2-4 0,0-7-4,2-7 0,-2 3 0,-6-22 0,-1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6.24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4 27443,'69'-1'-402,"-1"0"1,-2 0 0,-5 1 401,26 0 0,-41 0 0,1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7.03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0 139 27712,'3'67'22,"-1"1"1,0-7-1,2-9-22,7-19 6,-2-7-6,1-31 0,-6-10 129,1-44-51,-8 13-78,-8-36-28,3 13-22,-2 5 66,39 3 57,-3 40-34,44 0-44,-18 19-214,11 9 219,-13 8 0,-22-4 0,-11 2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7.23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45 27583,'58'-13'-336,"0"1"0,38-8 0,-79 20 0,-6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7.49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 65 27550,'-4'52'-101,"1"-1"0,9 32 79,42-74 72,14-10 208,-20-13 330,-1-27-448,-33-18-112,-17 1-51,-27-5-374,-11 41-247,-2 20 644,20 37 0,16-8 0,13 4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7.80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27796,'24'50'0,"0"0"0,18 31 498,-16-60-447,2-29-40,-5-5-5,4-41-6,-16 9 0,-1 8 0,-6 14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8.56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0 286 28362,'3'-61'-6,"1"1"0,2 5 1,5 9 5,10 17-17,19 7 11,-12 15 18,-2 9-12,-15 33 0,-8 3 0,4 42-45,12-16 84,5 7-39,6-31 6,-10-27-6,-3-23 11,-3-18-11,4-9 0,-3-17 0,-3 5 0,-9-16 5,-8 20-733,2 0-448,-2 30 1176,5 16 0,1 9 0,0-3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5:19.14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31 28345,'6'63'7,"0"0"1,0-6-1,-1-7-24,-3-5 1,5-14 16,-3-30-6,1-14 6,-3-35 0,-2 8 17,0-25-28,8 2 5,17 0 0,18 26 6,4 25 0,20 38 17,-25 19-6,-4 9 12,-29 20-29,-47-22 17,-12 2-632,-1-24 621,9-22 0,33-8 0,1-8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15.72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28160,'27'73'99,"1"-1"0,-3-1 0,-3-5-54,-2 28-20,-9-27 0,-1 1-17,-3-18 1,-1 1-4,2 27 1,-1 0-3,-2-27 0,0-1-23,1 6 0,-1-3 20,3 10 0,-3-29 0,-5-27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16.02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0 131 28154,'82'-17'14,"0"0"1,1 0 0,-17 3-1,-2-1 1,3 4-6,13 2 1,2 3-1,-4 1-692,5 0 0,-5 1 683,-3-1 0,-6 1 0,6 3 0,-60 1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17.71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57 26519,'76'-5'227,"0"0"0,0 0 1,-3 1-1,-2 0 1,1-1-163,-3 1 0,0-1 1,-2 0 54,22 1 1,-2 0-88,2 0 1,-7 2-437,14 2 403,-56 6 0,-27-3 0,-5 2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18.22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14 539 27684,'-4'-78'24,"0"0"0,-1-7 1,4 7-8,18-5-17,8 3-34,10 37-44,14 30 184,-9 56 135,6 38-230,-28-34 0,-3 3 0,-1 22 1,-2 0-108,-2-21 1,0-1 95,-2 6 0,1-4 0,3 3 0,-7-25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18.55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1 127 27998,'2'88'89,"0"0"1,2-19-1,3-4-78,5 0 1,6-6 49,23-2-27,4-15 72,-10-69-66,-17-14-29,-13-7 0,-4-5-11,-4-47-76,2 37 1,1 0-144,-3-36 219,22 1 0,-15 66 0,15-4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18.88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180 692 28468,'-42'-76'16,"-1"1"1,1-14 0,11 4-17,17-2 0,6 17 0,8 2-28,29-9-56,16 12 12,15 72 32,-18 52 40,-26 13 0,-28-22 0,-9-3 0,-17 6 0,-1-10 0,18-25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19.21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52 289 27751,'6'60'299,"-1"0"1,5 38-188,-10-66 6,-3-17-101,-14-16-17,-2-50 0,-2-6 0,12-4 0,5-4 0,8 12 0,5 0 0,2-7 0,5 5-11,32-16-146,12 45-123,-4 37 280,8 24 0,-37-13 0,1 2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19.47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28317,'3'96'50,"0"-1"0,0-2 1,1-5-40,-1-25 0,1-3-453,1 2 0,0 0 445,0-4 0,1 2 140,3 11 1,-1-1-528,-3-11 1,0-3 412,1-2 1,-2-5-1,-1 2 1,-3-37-1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19.60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38 28042,'92'-10'-167,"1"0"0,-33 2 0,-8 1 1,14 4-1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20.22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28328,'2'77'28,"0"0"0,5 10 0,1-5-70,2-29 0,0-4-361,7 44 403,-6-36 0,-11-41 0,0-8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20.70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1 335 28115,'19'-59'45,"0"0"0,15-5 0,9 8-31,6 25 0,8 8-6,17-4 0,2 11-8,-3 19 0,-6 18 17,-15 23 0,-14 12-14,-17 1 0,-16 5 25,-30 30 0,-20-4 0,-2-29 0,-6-7-20,2 1 0,-1-7 48,-36-1-56,67-52-5,21-10-1,77-31 6,-20 32 0,6 3 0,1-5 0,2 7-17,18 22 1,-7 15-26,-29 6 0,-7 8 33,3 2 1,-13 5 8,-26 14 0,-22-2 36,-26-19 1,-14-7 2,-16 3 0,-7-10-36,-5-12 0,1-11-6,21-6 0,8-12-176,-7-51 179,90-7 0,-17 15 0,33 15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20.90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14 0 28250,'0'71'3,"0"-1"1,0-6 0,0-8-223,0-6 219,-6-3 0,4-21 0,-4-7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21.21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30 47 28194,'-8'67'33,"0"1"1,5-7-1,8-11 12,19-15-34,39-19 29,1-50 49,-7-33-50,-42 18 1,-11-3-29,-26-27-11,-53 24-112,8 47-4652,7 55 4764,41-4 0,22 15 0,10-36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21.49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0 649 28322,'8'-63'67,"-1"-1"0,1 3 1,-1 3-46,2-26-16,0 28 0,1 0-6,12-38 0,1 12-6,17 51-16,2 84-12,-14-6 0,-2 8-47,-1 16 0,-3 3 19,-6-13 1,-1-2 61,-2-5 0,-1-9 0,-5-15 0,4-6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21.87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386 67 28462,'-62'-29'7,"1"1"1,-6 19 0,7 20-3,29 31 1,7 13-6,-3 0 0,3 5-3,3 27 0,13 1-8,19-27 0,8-4 5,-5-1 1,9-8 2,24-12 0,7-20 14,31-55-5,-40 4 0,-6-9 13,-11-15 1,-10-3-1,-8 5 1,-7 5-20,-9-4-17,2 73-78,-1 32 95,18 49 0,-10-55 0,10 2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22.18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83 0 27645,'0'69'123,"0"-1"0,1-4 0,0-3-31,-1-8 1,0-3 126,2 17-102,-2 3-27,-16-53-85,-5-48-5,-5-12 3,13-13 0,5-6-6,6 11 0,4-1 6,5-6 0,6 4-81,24-18-180,15 39 258,21 31 0,-37 3 0,6 3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22.61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131 1 28395,'-10'74'18,"-1"1"1,13 6 0,15-13-8,54-21-19,-18-29 0,3-11 8,35-31 0,-44-15 0,-9-10 117,-10-36-50,-4 4-67,-40 60 0,6 51-3,-5 25 1,-2 12 2,3 2 0,0 2 0,-7 16 0,-2-2 2,5-20 1,-3-7 0,-5-7 0,-4-9 8,-15-6-11,-20-9 0,15-21 0,-29-51 0,51 32 0,-16-32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23.31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33 0 28255,'0'98'37,"0"1"1,0-5-1,0-6-37,0-28 0,0-4 3,0-1 0,0 0 5,-1 9 1,0-4-32,-1 18-626,-3 1 649,-5-57 0,5-10 0,-3-12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23.53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14 27863,'88'-3'43,"1"-1"0,-2 1 0,-4 1-32,-23 2 0,-1 0-11,-1-1 0,2 2 0,13 6 0,-5 1 0,-1-4 0,8 12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23.89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52 394 28278,'12'83'341,"-8"-28"-335,-22-91-1,-6-41-5,12-15 0,4 36 0,3 1 0,8-26-22,28 12-124,23 38 146,13 17 0,1 3 0,-2 2 0,28 9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24.22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129 635 28468,'-36'-65'26,"1"1"0,1-16 0,11-1-29,22 23 1,8 1 2,-2-1 0,8 4 0,15 3 0,9 12-6,37 12 1,8 31 10,-33 25-5,-36 47 6,-52-12-230,-6-3-4075,-2-38 4299,30-25 0,15-9 0,11 1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24.55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284 565 28608,'-70'-52'13,"-1"-1"0,11 1 0,12-3-13,25 4 0,12-1-5,12-29-1,21 32 0,10 6-22,50 0 20,-30 22 0,0 8 2,21 20-5,-30 38 5,-76 8 6,-12 2 0,-4-24 0,14-18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26.81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37 28070,'54'33'9,"0"0"1,-5 0-1,-10-17-9,-25-47-11,-7 7 11,-2-10 28,-21 4 17,-16 12-23,-19 3-22,-3 33-16,18-2-1,16 30 17,30-9 0,-7-8 0,10-8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9:07:27.40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67 27757,'62'28'46,"0"0"1,-6-1 0,-13-16 76,-30-36-39,-7-2-34,-5-2 23,-26-7 22,-13 13-89,-7 2-6,-4 28-448,33 32 448,27 12 0,-4-9 0,18-12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16.2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596 0 28418,'-81'3'20,"-1"0"1,7 3-1,7 13-9,15 32 1,10 12-230,8-15 1,3 6 217,-2 7 0,1 7 0,6 0-3,4 16 0,13 1-5,20 13 0,13-5 81,1-25 0,15-11-70,45-9 0,15-21-6,-12-22 0,1-13-71,-18-2 0,2-5 1,-5-5 70,18-21 0,-10-7 3,-24 7 0,-12-5 28,-15-8 0,-20 3 230,-71-6-255,15 29 0,-6 7-3,-2 6 0,-1 8-109,-6 7 0,9 7 109,14 11 0,6-6 0,36 4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16.5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28474,'2'77'-4,"0"0"0,-1-6 0,1-6-91,8 14 95,-11-6 0,10-22 0,-12-18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16.8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0 145 27807,'64'22'162,"-1"-1"1,-7-12-1,-12-15-72,-30-42 11,-45-31-84,-21 39-275,-20 17 258,19 57 0,29-11 0,19 20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17.1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28322,'17'72'11,"0"1"0,-2-7 1,1-2-9,1-14 0,0-5 75,8 26-50,12-18-28,-14-53 11,4-38 0,2-53-33,-7 17 22,-8 4 0,-3 4 0,-3 19 0,-4-20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17.4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74 587 28614,'-13'-63'11,"-1"1"0,1 2 0,3 4-5,4-11-6,-1-1 0,1-17 0,3 29-28,1-1 0,24 44-51,18 45-49,16 27 111,-11 12-56,-15 10 73,-25-38 0,-2-10 0,-3-19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17.8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4 381 28485,'-1'-59'29,"1"0"1,-1 6 0,1 4-13,-1-1-17,1 8-5,22-4-7,21 23-16,30 26 17,-4 26 2,-29 8 1,-6 9-20,2 37 28,-7 10 0,-19-41 0,-10-24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18.72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28524,'22'77'26,"-1"-1"0,-1-2 0,-5-3-18,-8-19 1,-3 0-9,-1 20 0,-1 3 0,-1-5 0,-1-1-6,0 6 1,0-4 5,8 19 0,11-48 0,39-35 0,11-25-39,10-4-264,-27-4 303,-31-16 0,-17 29 0,-7-14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18.8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 28373,'89'-1'-529,"-1"0"1,-7 0 0,-8 1 528,5 0 0,-36 0 0,-17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19.2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28238,'31'65'54,"0"0"0,-2-2 1,-6-3-38,-10 28-12,-6 1 31,-5-35 1,-1-1 64,-1 26-101,0-33 0,3-50 0,22-85 0,-7 41 0,4-1-6,5-4 1,4 6 5,23-8 0,-19 56 0,-15 74-14,-15-23 0,-2 2-45,0 0 0,5 2 59,18 20 0,3-9 0,-11-20 0,32 20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19.51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172 424 28574,'-48'-58'7,"0"-1"1,4 5 0,13 3-8,30-15 0,41 9 0,1 5-6,51 25-22,-33 37 6,-7 28 5,-47 1-22,-44 17 39,7-37 0,-4-1 0,30-18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19.9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19 28350,'0'70'7,"0"1"1,3 3 0,2-9 98,0-16-95,5-21 6,-6-42 6,0-57-18,11-10-5,1 0 0,18 8-33,-2 42-203,17 6 236,3 31 0,-19-3 0,-6 10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20.1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9 136 28238,'30'50'37,"1"0"1,-1-5-1,7-10-37,16-24 0,4-12 8,-3-8 1,0-4-6,-1 4 0,-3-8 5,-9-16 1,-14-8 63,-26-29-10,-67-5-56,-13 31-6,0 29 0,-4 16-9,26 13 1,4 9-90,-4-1 0,13 8-3039,36 47 3137,38-24 0,18-18 0,-20-27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20.4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 61 28334,'-3'63'14,"0"1"1,3-7 0,12-12-20,80-25 5,-22-13 42,-18-19 0,-7-12 42,-10-34-39,-41-33-43,-24 50 1,-9 7-3,-42-13-20,23 37 1,4 15-636,3 36 655,35 10 0,14-7 0,32-16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20.7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 1 28513,'-1'95'15,"0"1"0,1-20 1,2 2-1,2-5-21,7 11 1,2-5-9,-2 0 0,2-3 14,6-5 0,-1-11 0,-4-18 0,-1-6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20.83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26 28434,'91'-11'-56,"1"1"0,12 6 0,-10 4 0,-13 7 0,3 7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22.6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125 525 28384,'-41'63'24,"0"-1"0,9 6 1,21-6-8,56-9-6,7-6 0,27-39 28,-33-59-22,-5-1-14,-27-2 0,-11-4 8,-30-24 0,-8 8-17,-9 50-5,21 64 6,37 7-29,54 22 23,29-49-6,3-22-11,-41-27 0,-9-15 11,-18-10 0,-10-8-11,5-17 0,-9-4 22,-12 3 1,-9 3 24,-3 17 1,-5 8-20,-16 5 23,5 65 13,12 35 1,5 13-23,2-13 0,1 6-117,-1 12 1,1 9 0,3-3 105,8 21 0,4-1-15,-3-21 1,1 2 0,2-4 11,9 16 0,1-9 0,9 10 0,-17-49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22.7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61 28065,'79'-16'-347,"0"0"1,-24 5 0,-8 1 0,-3 3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23.2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389 115 28278,'-62'-32'80,"-1"0"0,7 1 0,6 12-63,1 27 11,4 40-22,5 1-1,24 2 1,9 4 5,18 26-11,30-5 0,10-31 6,36-60 22,-29-26-23,-5-6-5,-30 17 0,-29 43-28,0 54-291,29 6 319,28-1 0,-8-32 0,4-30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24.0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28233,'10'68'87,"0"0"1,-2-2 0,0-2-54,0 31-439,-3 0 405,-3-8 150,5 3-128,-3-35 59,25-16-81,25-75 0,-6 8 0,2-4-3,-4-3 1,2 1 2,17 4 0,0 9-34,25 20 230,-13 18-201,-44 40 10,-88 8-5,15-29 0,-5-2 3,-9-8 0,-1-6-138,-23 4-234,37-40 369,39-20 0,0 9 0,10-4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24.2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28496,'18'64'3,"0"0"1,-1 2 0,-5-7-1488,-8-15 1484,-20-3 0,12-29 0,-13-10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24.5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6 28406,'21'52'-3,"1"0"1,24 31 2,17-70 5,-17-27 23,-8-27 17,-57-21-28,-8 10-28,-42 15-112,30 51 123,39 61 0,-4-35 0,39 33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24.8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15 558 28434,'-6'-72'35,"0"-1"1,4-11 0,3 3-14,10-17-22,4 4-11,11 38 11,13 66 0,17 53-11,-6 12-43,-24-12 1,-3 2 53,3 22 0,-10-19 0,-5-29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25.2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266 26 28563,'-68'-13'2,"1"1"0,9 13 0,11 14-2,21 58-12,27-12 1,12-1 3,14-16 0,7-4 8,8 3 0,5-9 2,2-14 1,0-11-3,18-25 23,-28-49-12,-29-15 17,-2-13-28,-8 32-6,0 33-5,0 39-213,11 43 224,1 12 0,1-10 0,-3-18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25.4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50 28227,'7'66'37,"0"0"1,0-6-1,-1-7 8,2-6 151,-4-13-196,-1-36 6,-3-16-6,0-32-6,0-26 6,0 18-11,21-27-124,18 40-486,40 8 621,11 32 0,-30 7 0,-17 11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25.9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98 1 28518,'-35'57'5,"1"1"1,10 5 0,20-7-28,78-5-17,4-6 13,-13-37 1,-1-14 14,3-36 73,-8-20 44,-40-1-72,-20 7-34,-3 60 0,0 18 0,4 30 0,3 10 0,3 35 2,-1-11 1,-1 3 2,-1-29 1,-4-3 2,-9 4 1,-5-6-3,-12 7-6,-48-38-6,1-31-33,-13-12 39,30 0 0,24 2 0,28 13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3.0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28440,'10'87'31,"0"1"1,-2-4 0,2-4-27,-1-25 1,1-2-6,-3 1 0,0 2 0,1 14 0,0 0-33,1 29-113,-4-33 1,-1-6 145,-1-11 0,-1-7 0,-2-33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3.1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28266,'81'12'-418,"-1"0"0,2 0 0,-1 1 418,-7 3 0,-6-2 0,10 3 0,6-2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3.4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80 28300,'13'53'19,"0"0"1,12 42-14,-1-45 195,-7 0-173,-9-25-16,-13-18-7,-9-29 1,-15-43-1,12-14-5,-1-1 0,45-7-61,32 43 61,13 28 0,2 7 0,4-2 0,-26 18 0,-1-1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3.7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259 527 28619,'-60'-61'9,"0"-1"1,-1-8-1,12 0-14,21-21-1,30-5 6,31 39-6,55 38-16,-26 60 16,-13 19 6,-51 8-722,-54-2 722,66-41 0,-40-3 0,72-19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4.0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317 489 28546,'-75'-20'32,"0"0"0,17 5 0,9-7-32,12-19 0,14-7 0,26-44-3,16 36 0,8 3-3,27-25 1,33 34 5,-47 61 0,-18 27-6,-39 7-27,-44 11-1978,18-37 2011,15-3 0,21-18 0,23-4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4.2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159 1 28558,'0'68'1,"0"0"1,-1-4 0,-1-6-2,-7 13-28,-8-9 28,-41-12 0,33-23 0,-22-10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5.0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0 28440,'0'64'24,"0"-1"0,0-4 1,0-5-25,0 7-17,-2 8-7533,2-26 7550,-2-12 0,2-23 0,0-15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5.3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43 28328,'13'52'25,"0"0"0,17 30 31,25-94 68,-22-28-85,-17-20-34,-35 3-5,-38 11-173,19 32 173,69 75 0,-24-44 0,60 52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5.62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1 465 28390,'6'-70'50,"-1"0"0,6-10 1,3 8-40,9 7-5,19-17-12,-6 57 0,13 42 6,-9 22 0,-17 14 0,-3 7-84,-7-8 0,-2-1 84,5 4 0,-1-3 0,-3 11 0,1-38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5.8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77 28378,'5'72'45,"1"1"0,1-5 0,4-8-28,14-1 16,7-13 29,14-19-40,-11-19-5,22-50-17,-20-33 0,-15 20 0,-3-4-39,-4 0 0,-2 2 39,10-24 0,-14 33 0,2 34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6.1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230 500 28563,'-65'-33'20,"0"0"1,8 3 0,15-5-21,42-50-3,22 39 0,8 0 3,1-8 0,5 4-3,3 13 1,0 8-4,9 7 6,-30 37-62,-36 35 62,-3 9 0,-3-15 0,7-10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6.4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0 174 28115,'18'61'166,"0"0"0,0-6 1,-8-12-151,-13-28-16,-5-25 12,-10-24-12,7-45 0,11-9-3,14 37 0,7 3-8,15-15-45,45 27-163,-21 37 219,-2 8 0,-26 0 0,-23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6.6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28479,'6'69'37,"0"-1"1,6 23-1,3-1-37,1-14 0,2-1 0,1 0 0,1-1-6,5 2 1,1-10 5,0-14 0,-3-4 0,-17-42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6.8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35 28250,'100'-10'-24,"-1"1"1,-20 2 0,1 2 0,-11 1 0,23 4 0,-39 0 0,-1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7.2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28490,'8'87'24,"-1"0"1,1-4-1,-3-6-21,-5-26 0,0-1-1,0 14 1,5 0-3,8-10 0,6-2 0,7 3 0,6-5 0,36 8 0,-18-40 0,2-6-56,22-4 56,2-31 0,-36 16 0,-23-21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7.3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 28278,'88'0'-213,"0"0"0,15-1 0,-10 1 0,-15-1 1,8 0-1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7.7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28294,'17'67'60,"-1"-1"0,-1-1 0,-1-3-32,4 29 0,-9-14 0,-1 0 0,0 11-20,-3-24 0,-2-8 37,-3-29-39,0-21-6,2-23 0,18-44 0,14-13 0,4 1 0,10 19 0,-14 55 0,7 43-17,1 31-5,-9 2-253,26 0 275,7-40 0,-17-8 0,-4-17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7.9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233 444 28630,'-64'-65'7,"0"1"1,5-6 0,17 2-8,39-7-6,19 10 1,44 28-1,-13 64 6,-5 31 0,-39 9-78,-33 17 78,13-49 0,-6-4 0,26-26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8.3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28597,'15'81'11,"-1"-1"0,0-2 0,0-6-5,8 20-489,0 1 488,-2-6 74,-11-34 1,-1-1-103,0 31-736,-2-14 759,-19-34 0,10-31 0,-9-4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8.4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28401,'93'9'-132,"1"0"0,-1 0 0,-4-2 0,-11 0 0,-25 0 0,0-1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8.8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56 61 28401,'7'63'80,"0"0"0,2 0 1,-9-14-76,-14-37-5,-5-27 6,-9-42-6,11-18-6,20 14-11,39 5-67,24 30-28,6 5 112,-9 36 0,-4 7 0,-20-12 0,32 33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9.1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322 477 28625,'-67'-52'11,"0"1"0,-2-8 0,13 3-11,26 4 0,0-33 0,28 39-5,47-10-6,27 36 5,24 23 0,-28 27 6,-34 6 6,-60 14-101,7-25 95,10 19 0,5-30 0,26 7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49.47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472 453 28642,'-72'-23'7,"-1"0"0,-6-7 1,10-2-8,11-9 3,17 5 1,4-5-4,5-25-7,21-9 7,36 21-6,58 22 1,1 40 5,-9 30 0,-63 19 0,-40-2-67,-49-5 67,35-31 0,2-2 0,32-14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53.5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156 0 28507,'22'68'-4,"1"1"0,-11 0 1,-14-4-288,-25-23 0,-10-4 291,-2 3 0,2-3 0,-3 4 0,10-15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55.0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528 133 28468,'-74'-36'5,"0"-1"1,14 6 0,3 9-6,-28 16-6,22 46 6,0 35 3,41-14 0,7 3-3,4-8 0,8 1-6,15 11 1,11-5-1,33 8-3,-14-38 1,4-8 14,23-11 5,-4-56 11,-33-26-14,-17 19 1,-4-3-4,-3 1 1,-4 3 62,-1-23-63,-3 34-5,0 50-5,0 58 5,7-3-12,5-11 1,7-3-11,29 3 22,14-11 5,-9-67-5,-23-14 0,-9-61-5,0 6 5,-5 40 0,3 1 5,13-14-5,18 41-5,-11 77-1,9 33-47,-27-30 0,-2 1-82,8 28 135,1-29 0,-20-43 0,5-8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55.3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358 391 28339,'-76'-5'63,"0"0"1,8 3 0,9 14-59,7 61 1,26 0-4,26-5 1,16 0-3,21-21 0,12-7 0,15 4 0,9-13 3,7-28 0,-2-22 16,-14-19 1,-11-13-12,-14-2 1,-12-7 2,-18-29 0,-16-2-14,-12 18 1,-6 5-1,2-2 0,-3 4-76,-9 8 1,-1 12 78,1 13 0,7 11 0,20 22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56.2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 1 28278,'1'72'5,"-1"0"1,2-6-1,0-6-5,0 2 51,1-9 162,-7-2-208,-10-33-5,5-15 0,-6-37 0,13-44 6,5-9-6,14-11-39,15 22-23,9 35-324,48 18 386,3 24 0,-16-2 0,-18 6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56.6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286 453 28496,'-64'-51'18,"0"-1"1,11 13 0,9-2-19,9-46-6,42 20-22,44-1-11,25 28 28,-2 33-11,-29 55-23,-88 24 28,-5 6-92,-1-37 0,-1-9 109,5-6 0,6-7 0,34-19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56.8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0 28468,'0'74'24,"0"-1"0,0 16 1,1 0-20,3-21 1,0-2-6,0-1 0,-1-1-9,2-1 1,-1-6-445,-1-7 453,-17-7 0,10-31 0,-10-12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57.0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28037,'73'6'-200,"-1"0"0,0 0 0,-1 2 1,-9-2-1,12-6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57.23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 0 28401,'-5'65'0,"0"0"0,0-6 0,2-7-6,10-8-5,13-8 5,-1-17 1,20-13 10,-9-43-16,7-23 11,-11-9-106,-8-11 106,-12 43 0,-3 4 0,-3 26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57.5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0 160 28244,'23'55'112,"0"0"0,13 37-28,-29-51-45,-9-23-33,-7-9-6,1-31-6,-2-44 6,8-10-5,15-17-35,3 26-150,36 9 190,44 36 0,-43 1 0,22 17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57.7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3 378 28378,'-1'-62'20,"0"0"1,1 4 0,7 4-15,44-21-6,5 27 11,10 30 0,-23 45-6,-24 22 1,-7 10-37,-4-2 1,0 1-872,8 4 0,2-4 902,6 16 0,3-44 0,-16-29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58.5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28451,'20'74'17,"0"-1"0,-2-6 0,-5-5-51,-16 26 34,2-32 0,-2-5 0,3-37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58.84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1 131 28138,'63'23'3,"0"-1"1,-7-3 0,-10-14 18,-21-47 62,-14-4 39,-36-5-89,-4 19-28,-34 3-370,32 58 364,37 17 0,1-3 0,29-5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59.10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28350,'12'69'45,"0"1"0,-1-3 0,0-2-34,3 33-11,0-2-9,-3-34 1,0-1 8,-1-9 0,-1-2 0,8 28 0,-8-34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59.2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 27538,'64'-4'-209,"-1"0"0,2 2 0,-9 2 0,-21 2 0,0 3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7:59.6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383 34 28048,'-72'-12'106,"0"1"1,-1 2-1,9 8-95,19 18 17,7 34 0,77 18-28,3 2 6,5-25 0,1 0-6,-5 26 5,-50 13-10,-60-23-91,-26-26-340,26-31 436,64-36 0,9 15 0,21-14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00.0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13 187 28334,'4'68'39,"0"-1"0,-1-7 0,0-6 56,-3-3-61,-3-24-17,-6-30-12,2-47 1,-1-39-6,10 4-3,8 32 0,7 2-8,31-16-84,-10 31 0,5 5 95,42-4 0,-30 21 0,-19 14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00.3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4 255 28210,'80'27'-17,"1"0"0,-9-4 1,-8-13 16,-6-39 56,-14-32 17,-25-11-56,-25-2 117,-59 0-84,-29 47-44,33 23 0,1 11-48,11 13 0,8 9-216,-4 35 258,80 23 0,-15-51 0,30 1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00.6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81 28418,'65'48'-2,"-1"0"0,-4-3 0,0-14 7,-5-35 1,-5-15 106,16-25-56,-29-26-50,-59 9-4,-23 32 1,-11 10-11,-1 12 0,0 12-102,-2 10 1,10 12 109,12 37 0,28-9 0,42-16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00.9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28535,'23'79'15,"1"0"0,-2-4 0,-1-1-12,-1 2 0,-3-4-1,-4-17 1,-2 1-14,4 28 0,-3-2 11,-5 1 0,-2-15 0,-5-41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01.0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28513,'80'5'-76,"0"0"0,1 0 1,-6-3-1,-8 1 1,25 9-1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04.61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156 0 28434,'-30'52'-3,"0"0"1,-3 27-4,55-70 6,16-17 0,-11-14 6,-4-5 16,-11-11 62,-31 20-56,-21 6-28,-16 40 0,12 18-5,18 7-1,48 5 0,10-33 18,5-5-1,-7-32-6,-28-4 1,-17-23-40,-3 10-1192,1-4 1226,18 13 0,5 10 0,3 5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11.4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73 1 28602,'-12'62'7,"1"0"1,1-3 0,0-4-3,-8 12-5,9-7-5,6 8 5,15-27 5,25 8-5,24-32-5,20-2-74,-8-10-38,-21-4-124,-14-1 241,4-9 0,-20 6 0,7-7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11.6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 0 28541,'-2'80'18,"-1"-1"1,1 17 0,-1-7-19,-1 8-3,2-25 0,1 1 3,4-17 0,0-6 0,-1 21 0,4-15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17.79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24 277 28378,'32'-54'-2,"0"0"0,6-1 1,1 8 1,20 14-6,13 6 1,-18 21-1,7 32 17,-21 24 42,-22-4 1,-4 4-10,0 42-27,-26-20 0,-11 3-9,-2-14 1,-7 0 5,-16 14 0,-7-2-12,-2-12 1,-1-7 0,12-15 0,1-6 8,-33 9-16,60-29 5,28-13 0,36-7-3,9-2 0,7-1 6,8 4 0,4 1-3,10-2 0,1 2 0,-14 4 0,-6 1 0,14 0 0,-29 0-23,-16 0 23,18 0 0,0 0 0,-9 0 0,40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18.67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64 27790,'75'-5'24,"0"-1"1,-7 1-1,-7-1-24,-2-5 39,1-2 62,-25 5-11,4-1 44,-19 21-5,-8 7-34,-1 21 0,-11 42-87,-1-30 1,1 3-9,-1 16 0,0 3 3,-1-3 0,2-3-9,4-9 1,3-5 5,0 17 0,7-35 0,-9-26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18.83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48 28362,'72'-4'-106,"1"1"0,0-1 0,9-1 0,2-1 1,-12 0-1,22-2 0,-43 2 0,0 0 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20.60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196 1 28205,'-38'62'0,"0"-1"0,3-4 0,5-5 0,12 4 5,3-9-16,4-10-157,1-9-17,17-53 129,6 2 50,8-19 1,4-5 257,19-21 45,-3 5-275,-16 31 29,-18 43 5,-3 25 5,2 60-50,-1-34 1,0 1-4,2 1 1,0 2 13,0 15 0,0-2-11,-2-23 1,-3-2-10,-3-2 1,-4-2 3,-23 31 0,-17-51 5,-11-6-6,6-26-10,22-5 5,30-1 0,26 0 0,27 4 0,12-1 5,28-6-212,-25 5 207,-2-11 0,-44 13 0,-16-6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21.47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1 274 28513,'25'-54'0,"1"0"0,-1 4 0,2 9 0,16 14 0,8 6 0,2 3 5,24 9-16,-12 16 39,-7 34-17,-28 4 29,-36 45-7,-27-19-16,-20 6-6,3-29-5,-2-24-6,53-18 0,8-5 0,38-1-6,27 20 1,-14 20 5,-7 31 5,-70 13-5,-20-18 0,-11-34 0,-8-7-5,-32-6 5,3-3-208,10-19 208,50-22 0,1 15 0,23-14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23.97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386 1 28434,'-65'32'17,"-1"0"0,7-3 0,7 5 0,3 48 5,17-18-17,9-6 1,3 5-1,11-10 1,4 2-12,0 12 1,8-2-4,15-8 1,9-7 8,25 10-3,4-44 1,6-16-12,-8-19 0,-2-10 5,7-6 1,-6-6 5,-13 0 0,-11-4 3,-10-8 0,-17 1 28,-52-9-11,-27 10-23,24 53 1,1 11-57,-23 17 62,62 23 0,13 2 0,0-17 0,31 28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24.76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337 387 27796,'13'-59'147,"1"1"1,-2 3-1,-3 8-40,-9 10-57,-13 3-11,-28-5-27,-1 14-12,-37 0 0,23 18 5,-9 25-5,24 9 0,6 56-11,22 10-3,14-37 0,9-1-25,40 31 39,10-40-45,38-41 34,-28-40 28,3-15 55,-35 1 52,-22 10-124,-14 48 0,-1 15 0,5 63 0,-2-16-6,-1-9 0,-1 2-150,0 29 156,-2 2 0,0-40 0,0-30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27.47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1 683 28502,'71'-58'16,"0"1"1,-5 3 0,-8 2-6,1-13 0,-10 0-5,-7 3-6,-4-12-11,-8 16-152,7-4-217,-9 27 380,2 10 0,-16 15 0,-4 4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27.96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28524,'45'69'2,"1"0"0,4 6 0,-1-8-131,11-2 129,-4 0 0,-24-34 0,-21-18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28.83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1 413 28210,'46'-62'74,"1"-1"1,-1 0 0,-8 8-69,-19 19-68,8-12-66,-4 26 128,29-12 0,-28 21 0,13-4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29.28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28395,'64'65'2,"0"0"0,-5-6 0,-9-7-47,-20-6 45,17 12 0,-27-33 0,10 8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29.99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1 635 28126,'57'-38'32,"0"0"0,0 1 1,23-18-1,-7 4-10,-29 17 1,-5 2-12,1-1 0,0-2-5,4-9 0,-3-1-1,16-24-262,-3 0 257,-32 34 0,-11 21 0,-4 8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30.90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28490,'77'59'4,"0"0"0,-5-4 0,0-2-4,4-8 0,-2-3-3,-20-10 0,1 0 3,28 16 0,-1-2-42,-30-17 0,-2-3 42,4-2 0,-4-2 0,5 2 0,-26-20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32.32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1 128 28586,'79'-7'8,"0"0"1,1 1 0,6-2 0,2 1 0,6-1-8,-16 2 0,4 0 0,4 0 1,0 1-1,-1-1-1133,0 1 0,0 0 0,0 1 0,-1-1 0,1 0 1133,-1 0 0,2 0 0,-2 0 0,-2 1 0,-4 0-1,28 0 0,-7 1 0,-17 2 1426,10 1-1471,-48 2-308,-44-1 353,-30 2 0,12-3 0,1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32.82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0 159 28468,'86'-8'22,"1"0"0,-1 0 1,-10 1-1,-2 1 1,6-1-18,7-1 1,8-2 0,1 0-1,-7 1-954,5 0 1,-4 2-1,-1 0 951,2-2 0,1 1 0,-8 1 3,7 0 1,-17 2 846,-28 4-852,-1-1 267,-17 2-267,-22-7 0,5 5 0,-16-5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33.60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28614,'67'18'7,"-1"-1"0,19 9 1,1 3-8,-12-2 0,0 1 0,-12-6 0,3 1 0,-2-2 0,12 3 0,-4-1 0,-3-3 0,-9-2 17,-11-3-12,-5 4-5,-34-1 0,-5 3 6,-8 11-6,-18 31 0,-1-17 0,-6 3 3,-16 23 1,-7 3-4,11-19 0,-4 1 0,2-3 0,-14 14 0,1-2 0,-5 3 0,6-6 0,3 1-130,10-11-845,34-40 975,12-20 0,2-2 0,-1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38.03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85 0 28614,'-22'67'3,"0"-1"1,3-7 0,4-7-10,10-13 6,4-7 0,2-5 0,26 2-5,27-3 7,-7-10 1,6-2-6,9-1 1,0-3-1,1-1 0,-3-1-14,24 2-106,-29-6-1187,-41-11 1310,-6-12 0,-6 7 0,-2-5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38.26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28412,'4'59'35,"1"0"1,0-1-1,2-3-29,5 25-3,1-26 0,1 1-6,0-5 0,0-1 3,3 3 0,-1-5 0,2 6 0,-9-29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38.98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1228 1 28485,'-73'62'7,"0"1"1,6-7-1,5-4-2,21-17 1,2-1-3,-1 3 0,-1 2-3,0 0 0,-1 2 0,-6 12 0,-1 2 5,5-7 1,0 1-3,-13 14 0,-1 2-1,0 0 1,3-2-3,12-13 0,3-2 0,0 3 0,3-2 0,-5 10 0,2-5 0,5-14-644,16-18 644,24-10 0,-8-5 0,23-11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39.97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28412,'69'40'37,"1"0"0,-5-3 1,-7-2-27,-3 6 0,1 0-8,-13-13 0,2 1-3,4 1 0,1 1 0,0-1 0,1 2-3,12 8 0,1 1 6,-10-3 0,0 2 2,17 10 1,3 1-448,0-1 1,-2-2 441,-16-13 0,-2-2 112,1 0 0,-5-5-95,4 3 17,-10-4-146,-14-8-717,-8-17 829,-7-3 0,1-5 0,-13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41.95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36 28250,'81'8'13,"0"0"0,-5-1 0,-1-3-13,-4-10 0,-5-2 0,32-4-3,-31 0 0,-4-1 143,-14 1-140,-5 19 0,-35 6 0,-6 23 0,-6 22 11,-1 20 6,-2 4-14,3-27 0,1 1-3,-1 25 0,1-3-4234,0-21 4234,-1-51 0,2 5 0,-2-22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42.13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51 28205,'79'-12'-8,"-1"0"1,3 2-1,-5 2-440,18 4 448,3 2 0,-44 1 0,-19-1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45.09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0 224 28530,'52'-48'0,"-1"1"0,-3 3 0,-3 10-6,2 18 6,6 3 0,10 2 0,-13 6 0,4 2 6,44 1 50,-7 32-28,-46 28-23,-53 11-2,-11-18 0,-7 0 2,-4-10 1,-5-2-1,-10 10 1,-2-2-6,9-13 0,-1-2 3,-10 1 0,2-3-3,-9 4 0,34-1 0,34-19 0,53-8 0,-10-5 0,5-2 0,6-1 0,2 0 0,0 0 0,1-1 2,5-3 1,-6-1-3,3-3-28,-13 2-128,-40 4 156,-29 5 0,4-1 0,-4 2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47.49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719 0 28306,'-45'50'56,"0"0"0,0 0 0,-21 21 0,5-7-48,26-27 0,0-1-2,-22 18 0,-4 1-6,7-4 0,1-2 0,0 0 0,4-4-219,-11 15 219,79-51 0,-15-2 0,29-14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48.34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480 233 28345,'-21'-56'13,"0"0"0,3 4 0,-5 11-13,-31 23 0,12 9 0,-39 24 17,16 33-23,26-7 1,3 7 5,8 11 0,6 2-6,3-8 0,9-1 3,13 9 1,14-6-21,45 6 17,-15-31 1,4-12 2,4-20 1,-1-11 2,23-17-12,-23-51 18,-32 12 56,-1-5-29,-10 44-16,-4 34-17,-4 76 3,-3-30 0,0 1-3,1 1 0,0 1-59,-1 7 0,0-3 59,-5 27 0,4-27 0,-4-13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51.19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28462,'54'57'6,"-1"0"1,1-1 0,-5-2 0,-1 0 0,-5-6-4,-2-5 0,-4-2 5,-5 1 0,-4-3-2,-2 0-9837,-4-6 9717,-8-27 1,-9-6 0,0-7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58.12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470 1 28339,'-39'80'43,"1"1"0,0-2 0,0-7-43,9-28 0,-2-1 3,-13 19 0,-1 2-6,4-8 0,2 0-249,0 3 0,7-3-6161,16 9 6413,23-44 0,15-17 0,-12-12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58.66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28339,'58'37'39,"0"1"0,0-1 1,14 6-1,-3 5-31,-3 22 1,-4 3-7,-8-14 1,1-1-678,12 10 1,-1-3 677,-18-19 0,-3-5 2,25 16 102,-35-35 0,-18-10 1,-4-5-1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8:59.51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0 128 28278,'61'-32'16,"0"1"1,8-1 0,-2 8-17,13 15 6,9 22 83,-31 9 12,-29 40-56,-52-2-28,-27 12-6,-11-23 17,-24-10-11,33-27-17,17-2 0,34-8-6,34-2 6,35 5-6,-2 31 1,-6 0 5,-30 53 0,-79-12 0,11-32 0,-9-6-3,-13-9 0,-3-9-3,12-4 1,2-9-146,-26-28 151,64-39 0,-3 23 0,29-17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00.35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217 0 28356,'-35'54'31,"1"1"1,2-6 0,2-3-26,0 6-6,2-9 11,8-1-11,12-21 0,16-13 0,12-23 0,23-30 6,-13 8 27,14-25-27,-15 20-6,8-4 50,-4 20-27,1 19 5,-5 36-12,7 30-10,-8 10-6,-4-18 0,2 2 0,18 35 3,-20-38 0,-2-1 19,8 30-22,-38-25 0,-9-24 0,-23-12 0,25-13 0,22-2 0,76-3 0,3-4 0,-9 1 0,1-1-2330,13-3 2330,-32-17 0,-34 18 0,-42-13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01.75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334 0 28418,'-63'17'5,"-1"0"1,6-3-1,11 5-5,23 19 12,3 2 16,-3 31-12,10-10-5,5-2 1,3 5-12,3-7 0,7 1 0,16 9 0,8-2-9,-5-16 1,9-10 8,38-7 0,12-21-3,-7-27 0,2-16 0,11-6 1,-6-10 7,-21-11 1,-12-5-3,-16 15 0,-17 3 8,-62-23-6,-32 56-2,23 23 0,1 8-20,-26 22-179,49 6 0,14 7 196,36 23 0,-14-12 0,23-23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18.87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28462,'2'64'32,"-1"1"0,3 16 0,1 0-27,-1-13 1,0-3-6,1 1 0,-1-1 0,-2 0 0,-1-7-140,-1-7-583,0-18-7846,-3-44 8569,-4-25 0,2 10 0,-1 4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19.07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0 103 28378,'71'-10'13,"-1"0"1,0 0-1,0 1 1,-1-1 0,-4 1-12,13 0 1,-5 2-476,-4-1 0,-3 1 476,-4 2 0,-3 1 252,25-1-462,-54 16 246,-53 17 0,-5-10 0,-18 6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19.89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28597,'15'84'11,"0"0"0,-2-4 0,-3-6-5,-1 12-6,-6-31 0,1-2 28,5 28-21,-3-30-7,-2-45 0,-4-73 0,7-8-7,4 2 7,19 12 0,12 43-6,13 42 6,-1 41 0,-15 12 0,-21-25 0,-1-2-22,5 4-135,-2-7-280,14-30 437,6-38 0,-11 14 0,1-16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0.18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229 369 28625,'-58'-61'7,"0"1"1,4-4-1,12 6-7,25 12 0,30-11-11,41 36-11,24 19-1,-7 21 12,-26 41 11,-67 3-1725,-8 1 1725,1-26 0,9-23 0,29-16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0.60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33 28552,'12'60'20,"-1"0"1,2-3 0,-7-9-5,-14-24-16,-3-18 0,-1-44 6,5-25-6,19 0 0,27-3-6,23 35-106,22 6-9719,12 23 9271,-28 13 0,-19-1 1,-33-1-1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0.87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40 28244,'26'57'24,"0"-1"0,0-5 1,3-14 3,28-30 33,16-14-33,-26-7 12,2-29 21,-45-11-38,-41-8-18,-31 18-5,-6 20-106,0 37 106,60 35 0,-4-20 0,29 15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1.17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1 158 27477,'62'32'222,"1"1"0,-6-2 0,-6-14-3,0-46-141,-24-1 17,-15-39-61,-42 13-45,-5 1-124,-12 24 135,-24 55 0,45-15 0,-21 26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1.50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28490,'24'68'15,"1"0"0,-2-3 0,2-1-12,1-2 0,0-3 2,11 28-2,-11-24 0,-4-3-93,-8 7-89,-3 1 179,-17-30 0,2-19 0,-2-14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1.63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68 28507,'69'-9'-185,"-1"0"1,0 0 0,11-1 0,0 0 0,-10 3 0,21 1 0,9-1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2.32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20 1 28630,'-10'76'0,"0"0"0,10-10 0,11-10-5,38-6-1,12-27 6,28-37 6,-32-17 22,-5-11-28,-23 22-6,-12 17-5,23 36 5,0-14 6,35 0 0,-18-36 6,0-21-6,-23-8 6,-19-23-6,-8 21 0,-5 10 0,0 17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2.62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0 117 28289,'70'47'16,"1"0"1,9-4 0,-5-13 22,-2-27 34,17-30-50,-63-18 33,-30-28-40,-53 3-16,-7 23 0,-33 22-84,50 49 84,78 51 0,-24-30 0,28-11 0,1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2.84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1 203 28524,'4'-53'5,"0"0"1,31-32-17,26 74-28,19 39-68,-11 34 57,-22 7 50,-19 11 0,-21-52 0,-4 2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3.28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28614,'32'56'-6,"1"0"0,-3-4 1,-7-12-1,-13-29 1,-4-4-1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3.62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28054,'20'81'46,"0"1"1,5 12 0,0-5-47,-6-31 0,1-2 0,-1 18 0,0-4 0,5 4 0,-14-16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3.77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38 28143,'86'-10'-356,"-1"-1"1,-6 1-1,-13 3 1,-25 7-1,-14 0 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5.16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296 280 28507,'-60'-32'-2,"1"0"0,2-1 1,9 15 6,19 36-10,4 9-1,8 59 6,18-34 0,5 0 0,3 2 0,8-2-6,19 8 1,12-9 7,3-25 1,5-8-3,10 1 0,-1-12 3,-9-21 0,-7-11-3,14-26 3,-44 2 0,-8-7-1,-6 5 1,-3-1 2,-2-13 1,-2 0-6,-2 14 0,-3 2 17,-12-46-28,2 53 11,3 20 6,9 36-1,7 31-2,4 4 0,2 6-1,4 6 1,2 2 8,3 9 1,1-2-7,-4-19 1,-1-5 78,5 8-84,-14-56-6,-3-14 6,4-25-5,20-33 5,10 2-6,15 3 1,-2 34-1,-14 41 6,-1 38 0,-9 14-17,4 7-84,-11-20-957,6-24 1058,-8-21 0,-2-2 0,-3-3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5.73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154 0 28457,'-43'61'7,"1"0"1,1-4-1,14-1-7,39 34 11,29-23 23,24-12 0,12-68-18,-19-17 24,-23-52-18,-25 22-28,-13 23 1,2 30-6,-1 43-12,24 18 57,3-15-34,6-16 5,-9-33-5,-7-32 0,13-40 0,-2 20-5,21-26 5,-19 58-6,21 27 1,-22 45 5,5 7-34,-13 16-274,-10-37 308,23-4 0,-22-18 0,15-6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6.20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287 89 28462,'-62'-28'20,"1"1"1,3 2 0,10 16-21,15 57 6,15 29-6,12 9 5,24-32 1,11-5 11,36 3 11,18-9 5,-21-48-22,-28-22-5,-22-6-12,-3 6 6,3 30 0,4 8 0,4 21 0,-7 18 6,-9 7-6,-38 11 0,-22-17-6,-5-21-61,3-23 67,75-89 0,-21 56 0,39-54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6.49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344 459 28608,'-77'-25'13,"-1"0"0,2-9 0,17-7-13,29-39 0,6-2-11,46-13-6,15 50-22,18 13 17,-13 42 5,-17 44-106,-42 9 123,-5 1 0,-3-27 0,9-25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6.98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308 91 28602,'-64'-28'5,"0"0"1,6 2 0,9 17-6,9 76 6,21-10-6,7-7 0,10 0-11,44 11 5,25-11 6,-18-50 0,2-11 0,30-18 3,-40-7 0,-5-3-9,-5 1 0,13-4 1,-23 40 5,12 8-6,11 15-95,2-6 101,33-21 0,-42 3 0,6-16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7.20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28451,'13'82'26,"0"0"0,0-4 1,1-6-22,16 22 1,-3-3-6,-10-36 0,0-1-224,8 33 224,-3-14 0,-11-37 0,-8-31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7.33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55 28194,'89'-15'0,"-1"0"0,-16 5 0,3 1 0,-10 4 0,31 5 0,-42 0 0,0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8.18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298 326 28496,'-65'-13'31,"-1"0"1,5 1 0,10 15-32,16 64 0,15 14-5,28 10-7,21-28 12,59-35 6,1-63-1,-37 8 1,-3-5 8,-12-7 0,-7-3-14,4-17 0,-25 35 0,-9 34-17,11 37 1,4-8-24,37 14 24,16-36 10,23-35 14,-47-6 1,-4-6-4,16-41-5,-37 17 0,-7-4 0,-10-32 17,-31 4-17,-4 35 11,-43 82-11,47 7 0,6 10 0,-4 19 0,13 5-6,23 2 1,12-3-1,-1-17 1,9-9 5,32-7 0,9-17 5,-14-22 1,1-13-6,11-12 0,-3-9 3,-15-1 0,-8-8-1,-4-23 1,-11-6-6,-14 15 1,-7 1 24,-2-5 1,-6 5-23,-23-11 0,-4 60-6,-9 77 6,28-19 0,8 6-39,10 13 0,8 0-43,1-13 1,8-4 81,17-1 0,4-10 0,-4-10 0,2-4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29.63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28194,'12'57'16,"-1"1"1,0-5 0,-3-5-17,-8 6-476,0 17 476,-3-9 0,2-11 0,-2-23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0.01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0 111 28210,'70'34'56,"0"-1"0,-1-9 0,-12-20 34,-28-60-40,-4-12-72,-28 16-40,-15 23-117,-9 30 179,-15 32 0,21-15 0,-1 12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1.27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28535,'17'60'5,"0"-1"1,-2-3 0,-2-2-12,-1 20-78,2 25 84,-8-47 0,-1-1 0,5 21 0,-6-17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1.65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1 253 28278,'74'-65'11,"1"0"0,6 9 0,6 13-11,8 24 0,-1 14 5,-20 5 1,-7 12 36,-10 15 0,-15 13-20,-28 7 1,-16 7-20,-14 14 0,-14-1-3,-15 1 0,-8-7-3,2-12 0,-4-8 8,-9-6 1,3-9-11,3-8-34,-2-11 33,63-28-16,42 8 16,33 10 6,-27 25 0,1 10-115,5 10 0,-1 5 115,0 5 0,-3-1 0,15 14 0,-17-30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1.88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107 310 28362,'-31'-74'31,"0"0"1,1 15 0,15 9-43,50 5 5,19 38-5,9 16-6,-12 40 17,-57 24-17,-13-28 0,-6 0 17,-28 27 0,5-30 0,29-27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2.33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161 1 28546,'-45'65'2,"-1"0"0,3 6 0,16-5 4,42-7-6,42 6 16,28-54-5,-35-21 1,-3-7-1,21-19 28,-36-31-39,-27 62-11,6 2 5,9 41-27,44-2 27,6-18 6,3-32 0,-29-11 0,-41-42 0,-21 20 0,3 8 0,-1 18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2.67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8 169 28054,'25'51'218,"0"1"0,15 30-128,-42-62-62,-16-12-22,-5-23-1,-6-33-5,11-33 0,11 5-5,25-9-46,12 43-178,34 8 229,10 34 0,-25 3 0,-9 10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3.00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256 13 28434,'-66'-7'15,"0"1"0,4 6 0,14 12-26,35 34 11,25 9-3,20-9 0,10-1 15,30 23-7,-6 7 6,-44-30-5,-64-16-163,-2-26 157,24-50 0,3 32 0,43-36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3.19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28423,'1'69'9,"0"0"1,0-7-1,3-9-9,3-15-4077,2-8 4077,-2-20 0,-3-2 0,-3-14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3.30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25882,'0'0'0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3.56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28216,'52'68'37,"0"0"1,0 0 0,14 12 0,-6-6-13,-20-18 1,-3-9 91,18-3-78,2-11-11,-23-64-22,-18-9-6,-11-10 0,-2-6-67,2-38-359,5 41 1,6 2 425,24-20 0,-8 37 0,-1 24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3.80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130 367 28625,'-46'-63'-6,"0"1"0,16-5 1,22 7-17,66 5 10,7 8 7,1 35-6,-46 48-34,-20 12 45,-9 3 0,-5-17 0,7-25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4.04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28507,'2'90'24,"-1"1"0,2-6 1,1-7-22,2-27 0,2-2-3,6 14 0,1-1-14,-1-9 0,1-2 14,12 41 0,-12-46 0,-12-35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4.49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28546,'9'59'5,"0"-1"1,1-4 0,7-10 5,29-19-11,28-11 12,-14-38 16,-6-18-17,-36-25-11,-24 16-6,-10 17 6,6 34 0,2 46 0,8 41 0,0 10 0,2-34 0,-4-3 0,-20 15 0,-2-5-33,-10-38-236,10-23-526,15-31 795,6-9 0,3 4 0,0 5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5.23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28535,'9'56'11,"-1"-1"1,17 39-7,19-54-5,1-11 6,-4-9 11,2-10-17,-13-24 0,-6-25 28,-12-16-6,-11 6-22,-1 36 0,3 32 0,3 30 0,3 34 0,-6 3 5,-16-36 1,-6-2-6,-34 25 0,-8-32 0,8-20-101,24-17-100,24-28 201,34-20 0,-12 9 0,22-3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5.52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55 19 28485,'-20'62'7,"0"0"1,6-5-1,13-10-7,45-15 6,12-12-6,0-11 22,2-23 17,-29-28-16,-27-28-18,-53-12-5,-3 21-22,-18 23-28,44 43-79,5 24 129,49 37 0,-18-26 0,20 3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5.77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1 217 28586,'33'55'1,"-1"0"1,-3-5 0,1-13 15,7-26 0,-6-8-12,3-45-5,-4-23 0,-6-16-31,-14 28 1,-4 2 30,-4-11 0,0 13 0,-2 25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6.67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383 44 28367,'-65'-18'9,"0"1"1,-4 8-1,9 14 25,15 34-17,-14 39-17,39-2-12,26 24-10,27-24-197,21-41 1,13-12 218,5-14 0,0-6 0,-14 1 0,-2-1 0,36-10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7.21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269 13 28311,'-55'-6'61,"-1"0"1,-1 12 0,10 12-56,22 35-1,9-2 1,4 3-1,14 28-10,35-6 5,26-40 0,17-65 28,-23-7 56,-22-36-79,-26 29-5,-6 13 0,-3 29-16,3 25-1,17 16 11,5-14 12,10-10-6,-5-30 0,8-43 0,9-12 0,0 0 0,13 20 0,-16 53-6,6 41-78,-8 32-45,-12-1 129,2 0 0,-20-52 0,2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7.99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244 29 28474,'-59'-10'0,"0"0"0,-37 1 0,77 40 11,8 4-11,22 18-6,32 2 6,3-2-5,35-2-12,-32-23 28,-6-1 6,-35 6-17,-25-17 0,-35 10-6,-10-18-291,-6-1-319,22-23-3175,29 4 3791,25-16 0,1 18 0,2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8.92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 1 28457,'-2'69'7,"0"1"1,2-8-1,5-7-1,21-6-6,14-22 28,8-15 0,-10-24 22,-11-27-55,-11 22-1,-1 6-44,25 31-1,14-1 51,6-15 23,-17-21 5,-22-38-28,-37-4 0,-1-9 0,-3 31 0,7 16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39.60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260 1 28434,'-65'15'26,"0"0"0,11-8 1,10 10-27,21 28 0,14 8 5,17 17 1,33-2-6,5-32 6,33-46 27,-33-29-5,-2-21-22,-24 4-6,-16 3-28,-4 27 50,0-5-22,0 24 0,0 34-5,0 37 10,13 10-30,9-28 0,9-6 25,40-4 0,-10-5 0,-15-25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40.10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28446,'27'76'11,"-1"-1"0,-1-5 0,-4-7-11,-3 4-190,5 12 190,-5-29 0,-2-5 0,-10-34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40.35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28093,'76'12'18,"1"0"1,-7-1 0,-10 8 37,-3 43 73,-28-13-12,-30 24-111,-41-35-6,-2-3 0,5-22 0,28-10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46.76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28462,'5'70'20,"0"0"1,1 12 0,1-2-24,-1-24 0,2-3-19,1 10 0,0-4-1160,8 15 1182,-17-33 0,1-31 0,-10-8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46.88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27286,'76'0'-131,"0"0"0,-7 0 1,-12 0-1,-24 0 1,-12 0-1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47.26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28261,'1'71'16,"0"0"1,0-5 0,0-6-6,0 5 79,4 7 39,-2-27-68,5-3-61,3-52 6,11-19-6,1-11 0,5-5-11,-14 31 11,9 11 0,-5 34 0,1 1-11,7 21-247,3-25 258,15-3 0,-17-17 0,-1-6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47.54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155 485 28614,'-43'-65'0,"0"0"0,1 6 0,15 2-6,44-24 6,16 13 0,2 8-22,4 30 22,-23 60-6,-25 18-2318,-4 21 2324,0-16 0,2-26 0,19-20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48.83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416 204 28210,'-31'-53'98,"1"1"0,-19-28-58,-21 62-40,8 26 11,-14 34-11,21 8-6,29 0 1,10 6 5,21 33-6,14-42 0,11-5 3,12-11 1,6-12 2,44-17 8,-39-22 1,-6-12 13,-1-40 62,-7-13-84,-26 53-28,-11 27-95,-1 51 123,42 33 0,-31-45 0,31 20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49.19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270 369 28076,'-18'-51'154,"1"1"0,-40-28-143,11 77-11,-28 44-5,41 29 5,8 9-28,42-31 0,14-8 0,47-7 25,-25-25 0,0-12 42,30-48 0,-38-36-22,-29 1-42,-18 34 0,-3 1-994,2-24 1019,-3 6 0,4 27 0,2 27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49.54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70 28233,'13'55'5,"1"0"1,10 37-12,-14-55 74,-1-7-29,-3-16-28,0-13-5,0-20 5,2-32 11,0-9-22,-1-14 0,-2 24-179,9 4-392,27 22 571,15 12 0,2 5 0,1-3 0,34 10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51.11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44 28104,'16'64'78,"0"-1"1,-2 3-1,-3-9 23,-4-14-101,-4-16 0,-4-26 11,-3-31-11,0-10 17,1-26-11,6-4-18,22-9-94,16 28-107,22 22 213,30 40 0,-49-6 0,9 13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51.40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156 460 28418,'-41'-69'22,"0"1"0,4 5 1,9 7-6,20 10-23,9-11 0,37 11-27,19 9-1,6 20-16,-9 56 22,-60 21 28,-28 25 0,1-28 0,-1-23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51.74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111 0 28496,'-12'59'-2,"-1"-1"0,5 3 0,7-6 19,25 2-6,-43 8-531,-27-14 38,11-27 482,56-28 0,6-7 0,24-7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52.06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190 19 28541,'-53'-8'-6,"0"1"1,-30 4-1,94 57 6,22 13 11,4 20 0,-3-8-11,-25-23 0,-33-12-184,2-28-214,-6-9-369,46-22 767,41-20 0,-17 13 0,13-3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52.33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219 355 28586,'-61'-38'13,"0"1"0,4-5 0,18-2-36,42-19 7,21 5-24,52 4 18,-2 36 16,-8 33 6,-35 11-84,-61 42-1954,4-25 2038,8-6 0,11-21 0,25-16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52.62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280 3 28373,'-63'-1'56,"0"0"0,0 4 0,11 9-56,20 26-6,26 10 0,31-6 1,12 0 2,0-5 0,2 0 3,1 5 0,-10 2 17,-26 26-17,-35-28-168,-50-19 168,40-39 0,3 11 0,32-15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53.34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66 338 28569,'-28'64'0,"0"0"0,19 3 0,16-10 0,40-19 0,6-14 0,6-12 11,26-40 28,-9-30-33,-55-35-6,-48 15 0,-13 43 0,-8 8-17,-25 7-11,13 30 0,56 8 11,90 25 14,-23-31 1,4-7-4,14-5 0,-2-10 3,-9-15 1,-8-9 2,-21 3 0,-9-7 5,-12-20 1,-10-2 11,-10-19-17,-13 7 0,-6 66 0,-1 41 8,9 21 1,5 11-7,6 4 1,7 4-6,10 18 1,5-1-15,-3-20 0,2-2 17,5 7 0,-1-10 0,-6-21 0,-11 14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19:53.45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0 175 28294,'82'-23'-44,"-1"1"0,1-1 0,-1 1 0,20-10 0,-11 6 0,-26 13 0,0-1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00.69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122 0 28362,'-8'65'31,"-1"1"1,0-1 0,-2-3-32,0-12 0,-2-3 0,0 2 0,1 0 0,-10 40 0,8 3-6,15-32 29,34-11-23,32-33 0,3-13-51,22-3-1892,-51 0 1943,-19-2 0,-18 2 0,-20-2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00.85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86 28177,'80'-5'-232,"-1"-1"1,0-3-1,-6 0-9010,12-5 9242,-5-7 0,-38 10 0,-17 1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01.18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28 1 28311,'-7'99'11,"-1"0"0,2-21 1,1-5-1,3-7 0,2-7 157,0 0-157,2-17-11,8-46 12,8-27-7,26-32-16,-3 13 5,3 8 6,-22 42-5,-12 54-141,-5 25-6186,17 17 6332,-2-29 0,3-30 0,-12-29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01.44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99 464 28457,'-27'-73'9,"0"1"0,0 6 1,10 4-10,26-19-23,15 24 23,4 7-5,-2 47 10,-13 51-10,-31 23-1563,6 8 1568,6-23 0,4-31 0,17-21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02.32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283 281 28345,'-58'-12'43,"0"-1"0,-1 12 0,10 9-43,19 23 0,1 61-3,30-41 0,6 2 0,1-2 0,8 0 3,16 7 0,9-9 0,44-8 0,-33-28 0,-1-13-6,-6-24 1,-8-15-12,-6-16 1,-9-8-1,-8 3 0,-4-3-20,-5-20 1,-3 1 47,-1 23 1,-2 4 16,1 1 0,0 5 33,0-16-61,0 64 0,0 53 11,2-1 1,1 4-7,0 1 1,0 3 10,3 20 1,2-2 17,1 16 16,2-8-38,-3-50-7,-1-45-10,16-41 5,10-14-6,4 2 6,-2 27 6,-14 43-6,0 43 0,0 5-23,2-3 23,9-22-5,2-39 10,8-14-27,-11 0 22,-10 13 0,-16 26-207,2 33 207,24-7 0,-19-4 0,18-21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03.01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64 22 28149,'-22'52'-12,"0"0"1,2 33 6,48-67-1,32-12 29,-17-19 223,2-32-106,-47-15-112,-33-4-28,-2 23-106,-10 29 106,87 79 0,-34-45 0,49 44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03.29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31 1 28490,'-5'88'20,"1"1"1,-1-5 0,1-6-15,-1 13-6,0 0-40,3-39 1,2-1-370,7 28 409,21-13 0,-12-37 0,9-24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03.68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303 626 28390,'-25'-53'84,"-1"1"0,-22-31-79,-9 72-5,2 39-5,0 31-1,23 35-16,28-9-23,40-7 39,18-48 1,23-19 5,-17-32 0,-5-48 0,-33-27 8,-11 29 0,-2-3-14,-7-7 1,-3 2-15,1 14 1,-2 1-96,1-5 0,-3 8 115,-8 11 0,7 1 0,-5 43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03.98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28014,'15'72'45,"0"1"0,-2-7 0,-3-6-28,-1 2 5,-6-12 174,-1-15-190,-11-23-1,-3-48-5,0-5-17,3-57-190,21 21 207,17 30 0,2 3 0,-5-3 0,31 16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04.28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208 306 28569,'-55'-28'11,"-1"1"0,5 2 0,14-1-11,28-9 0,12-20-11,30 5 0,6 2 11,5 36-11,-19 24-12,-27 23-363,-6 16 386,33-10 0,-21-5 0,31-19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04.53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8 346 28446,'-4'-66'14,"1"0"1,7-2 0,9 9-9,23 14 11,20 8-12,-12 33 7,6 46-12,-18 22-140,5 22 140,-11-15 0,-13-31 0,-3-23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05.32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68 357 28440,'-30'56'-6,"1"0"1,21 1-1,17-9-16,68-17 24,-21-20 1,1-9 42,35-36-28,-39-10 17,-61-36-1,-39 23-33,-10 7 0,7 34-5,29 28-40,66 28 28,37-9 0,-18-15 0,2-6-8,-11-9 0,-1-8 8,2-12 0,-9-11-16,-9-51-7,-19 26 1,-6-1 39,-16-34 96,-5 14-29,-11 44-28,6 58-5,2 12-18,6 55-12,29-16 0,15 12 0,-6-10-10,-14-21 0,2 0 6,15 29 0,8 10 0,-11-25 0,-14-34 0,-5 11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05.44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0 108 28317,'79'-25'-243,"0"0"0,5 0 1,-10 5-1,-18 14 0,-1-1 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08.13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526 405 28406,'-66'23'56,"0"-1"0,6 0 0,6-7-39,-6-13-11,17-2-1,-31-33-5,30-24 0,5-14 0,25 20 0,9-1 0,25-23-5,30-6-18,28 32 1,-9 29 22,-22 32 6,-68 41-46,-40 12-33,19-27 1,-1-2-673,-24 9 745,62-39 0,7-9 0,31-12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08.51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329 70 28446,'-58'-29'24,"0"1"0,-4 15 0,9 20-18,11 76-6,22-38 0,4 3 3,0 13 0,13-2 2,39 4 1,0-9-1,53-64 1,-21-41 50,-5-14-62,-25 10-5,-12 43-50,-3 22-102,23 22 163,22-1 0,-30-13 0,9-3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09.09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250 220 28350,'-64'-16'46,"0"1"1,2 16 0,14 16-41,37 74-6,18 4-3,21-38 0,12-9 3,5-22 0,6-9 3,8-2 0,-1-12 19,28-52-16,-38-11-6,-39 4 0,-10-5 0,-7 10 0,-2 1-3,3-9 0,-2 2 20,-10-21-11,13 40 5,4 51 0,10 58-8,-1-18 0,2 1-3,0-1 0,1 1 14,4 6 0,-1-6 31,-1-10-45,4-11 0,-10-36 5,3-13-5,6-8 0,2 9-5,10 0 5,5 30-6,-6 0-50,6 18-50,-8-17-113,2-5 219,8-34 0,-18 13 0,3-15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10.03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1 463 28401,'0'-61'15,"0"0"0,-1 4 0,2 5-4,2-4-11,9 4 5,16-13-10,-1 27 10,15 17-10,-24 69 10,3 8-13,-15-3 0,-1 0-384,15 9 392,7-8 0,-7-32 0,-2-21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10.29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 47 28350,'-2'69'28,"1"1"0,3-8 0,13-10-22,72-19-3,-37-29 0,3-9 22,4-13 0,-4-8 20,14-31-20,-54 7 0,-17-1-8,-51-13-20,15 33 0,-4 8-8,-42 11-168,5 58 179,84 31 0,-18-22 0,45-2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10.67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351 501 28485,'-40'-52'31,"0"0"1,-7 3 0,0 17-26,-18 53-12,3 12 6,32 13 0,11 9-17,25 42 8,18-48 1,12-8 5,9-17 1,6-13 2,45-34 2,-54-21 1,-11-12 8,-15-2 1,-12-5-7,-8-14 1,-8 0-15,-3 7 1,-5 6-14,-22-25-656,8 32 678,39 49 0,-6 2 0,17 14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10.99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174 326 28591,'-48'-63'2,"-1"0"0,2 0 0,18 7-13,39 18 5,26 8 0,0 17 1,6 39-6,-31 12-34,-29 13 45,3-17 0,-10-16 0,19-18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26.54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61 207 28121,'24'-51'-37,"1"0"1,3-34 42,-54 74 16,1 3-22,1 19-11,8 5 11,5 12-28,4 17 17,10-7-51,10-3 62,16-17 17,4-20-12,1-17 40,-12 0-6,-13-19-27,-7 10 16,-5 5-28,-10 5-28,-3 15 5,-29 11 23,13 11 23,-7 4-7,19 12-21,15-14-1,6 12-22,16-15 263,3-3-425,1-19 190,-17-4 0,-3-3 0,-8 5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0.39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39 1 28429,'5'68'15,"0"0"0,-1-2 0,-1-3-15,-4 27-6,-3-30 0,0-1-55,-1 23-1546,-5 6 1607,-5-58 0,11-15 0,-9-12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0.61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68 28306,'82'-10'22,"-1"-1"0,-1 0 1,1 1-23,8 1 0,1 2-182,-6 0 0,0 5 182,9 17 0,-7 2 0,7-7 0,-45 31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0.90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0 118 28020,'69'-10'60,"0"0"0,0 0 0,27-4 1,3 2-54,-14 4 1,4 2-1,-7-1-21,-6 1 0,-1 0 14,4 0 0,5-1 0,-19 1 0,-12 1 0,-14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1.55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1 418 28160,'0'-64'35,"-1"-1"1,7-5-1,3 6 139,10 1-174,13 0 0,4 35 0,10 34 0,8 43-6,-8 6 9,-23-5 0,-4 3 3,3 17 44,-3-4-28,-9-38-22,-4-39 6,0-45 16,8-22-10,4-15-18,2 27 6,9 30-6,3 50 12,9 34 0,-7 8 5,-5 26-11,-19-59 5,3-13-5,-2-47 0,16-35-5,1 17-6,1 5 11,-4 46-6,-11 50-235,12 24 241,6 10 0,-11-30 0,-1-23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1.99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33 122 28255,'3'82'22,"0"0"1,0-6-1,-1-6-22,2 24 0,-3-32 45,3 5 73,-2-85-51,-2-42-64,-6 2 0,-1-6-3,4 8 0,-1 0-3,-5-14 0,4 3 9,25-18-6,6 8-17,48 34-11,-3 45-6,-3 42 40,-42 35-1,-43-26 1,-13 1-9,5-10 0,-6-5-19,-21-2 0,0-10-365,4-7-234,-2-33 621,60-33 0,-9 13 0,20-7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2.27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0 216 28098,'78'17'50,"0"0"1,-8-3 0,-11-12 212,-16-44-230,-22-21 18,-33 1-51,-27 1-6,-20 26-16,12 32-202,12 47 224,40 34 0,-8-23 0,17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2.61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48 27841,'12'56'352,"0"1"1,5 35-353,-15-83 0,-2-19 6,0-21-12,0-31 6,0 16 12,6-16-18,-1 38-11,19 3-201,12 16-286,10 4 504,20 1 0,-35 0 0,2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2.86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28474,'0'66'22,"0"0"0,-1-3 1,2-1-23,1-1 0,3 0 0,5 0 0,1 0-9,2 10 1,1-3-143,13 23 151,-10-27 0,-12-45 0,-4-5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3.02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57 28098,'72'-9'-320,"1"-1"0,0 0 0,32-2 0,-14 2 0,-27 6 0,-13 2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3.56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373 69 28412,'-62'-12'37,"0"0"0,-5 6 1,8 13-10,8 42-28,4 9 0,30-9 0,10 4 6,19 22-6,7-5 16,33-31-4,6-68-1,14-32 0,-41 18 0,-3-2 17,10-26-28,-18 47-5,-8 31-7,2 24-4,22-7 16,1-13 5,14-39-5,-2-27 0,-12-9-5,10-4 5,-6 44 0,15 34 0,-9 19-6,5 48-33,-21-16-1008,-1 2-4280,-14-42 5327,-9-24 0,-6-11 0,-1 1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3.78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28502,'12'72'22,"1"-1"0,-1-1 1,0-4-23,11 27 0,0 0 0,-7-37 0,0 1-291,13 37 291,-7-8 0,-10-43 0,-12-29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3.93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7 28244,'68'-3'-56,"0"-1"0,35 4 0,-9 2 0,-33-1 0,-8 3 0,1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4.29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11 100 28356,'64'14'11,"-1"-1"0,-5 0 1,-13-13-1,-25-37 62,-11 1 5,-35-3-67,-32 17-28,-21 16-55,11 19-589,30 20 661,67-15 0,-17-1 0,24-14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4.60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134 92 28429,'60'30'81,"0"0"0,31-14-42,-112-79-33,-11 2-6,-51 17-34,7 69 34,2 33 0,31-8 0,27 4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5.69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19 112 28479,'-6'75'5,"1"0"1,-2 6 0,7-8-6,29-6 11,-4-10 23,33-45 11,-23-44 11,-5 5-56,-16 5 0,-14 34 0,0 26-17,30 27 0,20-19 11,10-3 1,16-53 10,-42-54 1,-18 14 0,-7-6-4,-17-13 1,-7 0-6,3 13 1,-2 2-18,-10-6 0,0 6-668,6 3 688,26-5 0,-2 40 0,18 7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5.98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206 464 28485,'-54'-71'15,"1"-1"0,4 7 0,12 3-15,24-12 5,29 19-5,36 9-28,7 28-84,23 45 51,-49 15 61,-43 38 0,2-33 0,-32-2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6.50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249 71 28300,'-59'-20'15,"1"0"0,4-2 0,11 13-15,16 34 22,19 12-22,47 19 0,35 11 0,6-12-3,-36-23 1,-7 0 7,-14 16 1,-44 5-40,-12-20-391,-40-15 425,46-74 0,-1 41 0,28-42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6.86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22 128 28378,'-6'61'11,"0"0"0,-1-5 1,5-10-1,14-17 17,6-13 45,31-19-17,0-35-34,-4 7 18,-12-16-40,-20 45-6,-1 4 0,11 16 6,5-17 0,3-36 0,-10-4 0,-11-46-84,-12 25 84,-6 11 0,3 22 0,-3 26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7.28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229 0 28569,'-60'23'11,"1"1"0,4-4 0,13 5-11,30 31-5,27-16-1,31-4 6,7-35 0,23-29 45,-44 0-45,-3 9 0,-24 31-78,4 41 78,67-9 0,-48-1 0,46-27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7.69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1 141 28367,'2'74'5,"1"0"1,-2-6 0,0-6-6,2 1 6,-3-7-1,0-7 1,0-13-6,0-31 0,0-23 0,0-36-6,0 2 1,0-6-68,4-7 0,3-2-81,7-9 0,5 3 103,-3 16 1,8 9-54,14 11 1,6 14-65,31 25 62,10 33 195,-31 8 426,-24 29-195,-41-30-264,-26-3-84,-22-23-62,6-19 90,-5-11 0,40 5 0,-4-3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8.62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343 42 28535,'-59'-11'20,"0"-1"1,3 0 0,8 6-16,18 11 1,-13 28-12,18 18 6,2 24-16,52-10 16,1-27 5,50-25-5,-16-47 0,6-8 0,-28-3-5,-19 15-7,-7 43-105,15 24-208,15 1 325,32 5 0,-39-29 0,7-6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39.00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318 343 28406,'-60'-22'41,"0"0"0,6-2 1,8 13-42,8 40 11,8 32-17,6 12 3,19-18 1,10-2-77,44 5 57,28-16 24,-26-53 1,-1-13 31,28-26-6,-46-6 0,-10-7-20,-11 12 1,-6-2-15,-3-10 1,-4 1-63,-5-28 68,-5 20 0,7 47 0,1 4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2.16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401 457 28272,'-53'-51'31,"0"-1"1,6 5 0,4 13-15,8 27-6,1 5-11,1 6 11,-13 35-27,14 30 10,16-17 0,7 2-22,20 35-28,50-11 56,17-55 23,8-42 22,-29-42-23,-31-18-17,-20 19 1,-4-3-3,-2 8 0,0-1-3,0-10 0,0 2-45,0-27-1041,0 34 1086,3 64 0,-2-6 0,2 22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2.50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27802,'18'68'93,"0"-1"0,-1-6 1,-3-4-55,-5 20 196,-3-23-224,-3-17-11,-3-38 39,-3-51-11,0-15-28,0 0-11,14-8-22,14 27-208,18 5 241,16 20 0,-26 16 0,-1 7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2.84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163 367 28496,'-45'-66'2,"0"1"0,0 6 0,17 6-8,50 0-11,3 19-28,42 0-145,-10 31 168,-6 15 22,-22 31-101,-46 5 101,7-5 0,-11-17 0,16-22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3.15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194 1 28378,'-50'12'-3,"0"0"1,-30 16 2,102 23-6,-2-1 17,6-3 57,-14 2-52,-36-18-16,-1-1 0,-2-13 0,9-11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3.49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128 1 28518,'-28'70'-2,"0"0"0,6-6 1,17-7 1,61 8 17,-12-10-17,-51-20 0,-34 1 0,-3-16-499,-9-7 499,77-40 0,-22 21 0,40-21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3.77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207 357 28530,'-58'-58'11,"0"-1"0,1-1 0,24 6-11,61 4-11,29 3-34,8 19 40,3 33-1,-52 43-22,-37 19-45,-8-2-9758,-13-17 9051,42-41 0,-3-2 1,18-11-1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4.07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258 0 28384,'-61'4'45,"1"0"0,-35 13-51,79 39 12,56 19-12,-13-24 0,3 0 6,3-10 0,-1 1 8,-5 6 1,-16-3-3,-52 12-6,1-6-364,-40-33 364,48-48 0,3 15 0,26-17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4.99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33 0 28524,'-9'66'-40,"0"0"1,-2 7 0,7-7 39,26-6 0,-18-6 0,24-36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5.39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28317,'7'86'29,"-1"-1"1,0-6 0,-2-7-13,-2 8 6,-2-15 21,0-8-16,22-40-16,3-18-12,28-33 0,-11 7 0,5 3 0,3 6 0,2 7-3,5 8 0,-2 7-3,15 25 12,-58 51 0,-80-16-6,24-32 0,-4-6-12,-7-9 1,2-12-230,-13-28-201,53-9 442,69-21 0,-23 30 0,22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5.66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134 334 28574,'-47'-66'0,"0"1"0,16-2 0,22 9 0,61 15-33,21 8 33,-26 59 0,-49 20 0,-19 21 0,-10-27 0,18-21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5.93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167 0 28552,'-48'68'-2,"0"0"0,4 7 0,17-4-37,46-7-151,43 11 190,12-75 0,3-11 0,6 18 0,-23-25 0,0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6.55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223 0 28418,'-57'26'44,"-1"-1"1,5 0 0,13 3-28,27 27-12,11 16 7,47-27-12,25-14 8,-21-42 0,0-10 9,25-17 6,-29-35-12,-33 31-11,-16 7 0,-2 31 0,-9 26 0,-4 47 0,8 7-11,1 5 11,27-31 0,9-49 0,5-23 0,1-22 0,-4-10 5,-12 20-5,-1 8 0,-9 59-11,23 19 5,4 3 6,44-17 0,-19-70 0,-3-23 0,-27-18-5,-33-9-7137,-4 43 7142,5 9 0,-1 22 0,11 12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7.04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359 54 28474,'-74'-19'26,"1"0"0,5 4 0,9 14-20,4 56-1,26 2-2,30-6 0,15 2-6,11-11 0,8-2 3,7 8 0,0-2 0,21 21 6,-36-28-1,-61-19-189,-5-16-634,-1-18 818,56-14 0,-7 7 0,29-3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7.31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203 390 28614,'-57'-31'0,"0"0"0,2-12 0,21-5-6,67-34 6,-2 0 0,7 45 0,3 11-6,-2 16 1,-15 42 5,-40 8-11,-38 34 11,18-44 0,-1 0 0,29-27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8.28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27 0 28395,'-7'83'7,"1"-1"1,1-5 0,1 0-36,-1-1 0,5 0 28,16 6 0,1-3 0,-14-20 0,3-4 0,28 34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8.59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20 409 28328,'-8'-65'15,"0"0"0,4 5 0,7 6-10,19 3 1,37-11 11,5 27 5,0 18-22,-25 40-33,-42 53-12,-28-3-969,2-4-8817,1-51 9586,30-30 0,0-12 1,6 10-1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9.03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262 285 27516,'-13'-62'123,"1"0"0,1 6 1,-5 9 88,-25 9-111,-8 19-56,-9 40 33,18 46-50,19 19-3,23-11 1,8 6-26,6-7 0,4 3-412,2 18 1,1-1 416,-2-21 1,-2-3-20,-2-2 0,-11-8-506,-30-3-2029,-7-18 2011,-16-74 1905,15-13-726,21-2 1,7-3 494,12-12-1091,27 4-45,7 33 0,23 19 0,2 7 0,-22 1 0,49-3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9.23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28177,'0'78'20,"0"0"1,0-5-1,0-5-20,0 18-67,2-8 67,7-25 0,1-4 0,-4-3 0,13 11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9.35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13 26256,'70'-3'0,"1"-1"0,-15 2 0,0-1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49.84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241 34 28457,'-57'-12'53,"-1"-1"0,-37 4-53,75 74 6,9 19-9,14-33 0,7-1 9,29 29 11,26-40-17,-2-42 0,6-49 22,-34-4 0,-6 2-27,-20 35-23,-4 29-67,10 19 95,23 2 0,-16-13 0,7-2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0.27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27 330 28289,'-8'-64'48,"0"1"1,1-2-1,3 9-20,6 19-39,10-1 11,7 31 23,13 45-23,-2 36-79,-18-19 1,-3 1-236,2 35 314,-7-22 0,-2-48 0,1-9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0.68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319 578 28384,'-53'-35'0,"0"1"0,2 0 0,11 9 101,26 18-84,-13 8 5,5 19-22,-16 45-6,21 24 6,13-38 0,7-1 0,19 17-16,44-33 16,-7-65 28,-2-26-17,-27-17-6,-23 19 1,-6-4-20,-2 4 0,-4-1-129,-2-14 0,-3-3-546,-2 3 1,0 4 688,-12-23 0,8 36 0,12 42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1.19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41 28356,'13'69'13,"1"0"0,-1-6 0,-2-8 10,-1-7 145,-2-12-157,-4-28-11,-18-43 0,-4-36 0,6 22 0,1-1-34,-4-41-11,20 33-162,25 24 207,57 61 0,-40-21 0,25 29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1.35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21 0 28446,'-6'58'-3,"1"1"0,-5 39-1016,12-65 1019,6-27 0,-5 0 0,5-18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1.59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27771,'0'0'0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2.11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248 118 28574,'-60'-36'7,"0"-1"1,6 8 0,10 13-8,25 29 0,9 34 0,13 4-6,27 10 6,14-21 0,6-18 0,2-34 0,-28 5 6,2 9-6,-15 14 0,4 21 5,-4 12-5,-3-16 0,-30 8 0,-4-29-11,-39-1-106,25-11-298,-3-14 415,37-12 0,4 6 0,10-2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2.44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28317,'12'77'11,"1"-1"0,0-3 0,3-7-11,17 14 0,-9-31 0,0-1 34,6 14 72,2 3-44,-17-52-62,2-46 0,0-3 0,12-38 0,-15 68-17,1 26-50,-12 31 67,21 20 0,-19-46 0,19-1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2.71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28485,'35'67'3,"1"0"1,-4-4 0,-4-3-4,-4 17-6,-9-3-27,-7 15-1518,-6-33 1551,-2-14 0,0-31 0,0-18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2.83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86 27914,'71'-13'-51,"1"0"1,-1 0-1,29-5 1,-13 4 0,-22 5-1,-20 3 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3.82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447 186 28378,'-59'-48'7,"1"0"1,4 3 0,8 11 14,17 28 96,-4 1-113,-1 12-5,-1 12 6,-12 41-6,22-8 0,-2 33-6,38-33 6,36 4-5,36-19 5,-26-26 0,1-3-6,37 4 1,-11-27-1,-17-42 6,-35 13 0,5-42 39,-34 53-39,-3 9 0,0 52-5,0 5-214,14 39 219,4-31 0,-1-5 0,-3-22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4.11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78 27874,'3'71'97,"1"-1"0,-1-7 1,-1-8 154,1-7-224,-2-35-28,0-15 22,1-36 23,3-42-40,2-5-16,4-11-90,-2 34 101,43 34 0,-37 21 0,32 8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4.36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201 478 28518,'-57'-49'5,"1"0"1,3-11 0,19-3 0,52-31-9,0 43 0,4 4-19,24-13 11,-4 56-79,-32 56 90,-8 27 0,-3-21 0,-2-11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4.88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18 45 28311,'0'64'2,"0"-1"0,0-3 0,0-4 3,0 11 7,0-3 27,-3 7 56,1-28-56,-4-7-28,5-45 17,-3-49 0,4-41-25,-1 47 0,0-2-6,5-17 0,5 2 3,18-16-5,18 13-1,8 78 6,-12 30 0,-24 13 0,-9 6-17,-20 38 1,-12-6-74,-30-24-940,21-65 1030,9-41 0,18 11 0,12-16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5.14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4 191 28093,'69'24'80,"1"0"0,-8-3 1,-9-16 53,-8-73-61,-26-5-56,-20 4-6,-58 17-22,-25 50-73,37 21 0,3 12 84,-16 49 0,33-12 0,27-16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5.47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28401,'5'55'16,"-1"0"1,3 41-17,-3-45-5,-3-5-34,-1-10-454,-4-8 493,1-36 0,-2 10 0,3-24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5.72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17 28294,'59'32'43,"0"-1"0,-7 0 0,-13-18-26,-27-56 33,-42 8-50,2 3-106,-30 19 106,51 57 0,-10-31 0,31 32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6.03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1 523 28177,'2'-61'80,"0"0"0,1 4 1,2 1-70,4 5 0,2 1-17,16-42 18,4 11 4,1 68-16,-11 47 0,-8 19 0,-2 7-28,-2-3 0,0-1-8,1-2 0,0-1-323,5 26 359,19-54 0,-22-11 0,14-12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6.36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28479,'4'73'17,"0"1"0,3 20 0,0 1-15,2-19 1,0-3-14,1 1 0,3-2-115,3-4 0,2-10 126,1-12 0,-2-6 0,-12-33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6.47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45 27046,'64'-13'0,"1"1"0,-13 2 0,-1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6.74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157 466 28378,'-42'-74'13,"-1"0"0,3 6 1,12 6-14,24 2 0,9-9-12,17 28 29,5 24-11,0 38-34,-10 57-448,-14-4 476,-3-4 0,0-31 0,0-31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7.03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1 293 28602,'8'-59'-4,"0"0"1,6-2-1,7 9-46,21 16-12,-1 10 62,-6 73 0,-26-29 0,7 30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7.59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198 0 28446,'-52'46'5,"-1"0"1,5-12-1,14 4-5,36 18 0,15 2-5,5 20 94,5 1-77,-23-30-40,-27-27-23,-3-17 51,3-42 0,14 25 0,8-25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7.80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88 1 28401,'-4'70'-40,"-1"0"1,1-16 0,-4-3 39,-24 23 0,16-49 0,-3-4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9.11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45 28546,'16'66'0,"0"-1"0,0-5 0,3-6-11,22 2 22,21-26 6,17-18 0,-17-28 28,-18-30-40,-32 9-5,-6 14 0,-6 25-5,7 39-23,16 0 11,3-3 17,20-22 11,-19-50-5,-5-25-6,-27-36-174,-6 3 174,-3 22 0,6 32 0,8 22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0:59.38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106 486 28530,'-23'-72'3,"-1"1"1,3 4 0,9 3-4,20 12 0,6 5-6,8-24 6,3 29 6,-15 71-135,-34 47 129,-6 7 0,0-31 0,9-25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0.59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286 500 28367,'-65'-32'17,"0"0"0,6 3 0,10 20-17,16 80-6,18 13-50,42 7 28,12-35 28,60-66 22,-62-22 1,-5-10 7,3 1 1,-6-5 8,-9-27 1,-9-3-35,-5 14 1,-5 1-6,-4-9 0,-2 3-538,-2-22-6601,-5 58 7139,6 46 0,3 8 0,3-2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0.86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1 294 28233,'63'-8'69,"1"0"0,-5-11 0,-12-10 21,-28-47-74,-23 2 1,-37 10-11,-19 49-6,5 19-95,15 54 95,66-15 0,10 1 0,-21 18 0,57-5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1.18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1 147 28552,'47'-47'-3,"0"0"0,37-5-25,-57 79-22,12 40-583,-11-9 633,1-1 0,-14-27 0,-10-19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1.47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27908,'36'61'-113,"0"1"0,6 1 0,-4-9 0,-8-22 0,3 1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1.68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18 1 28143,'-5'79'9,"1"0"1,0-4-1,1-6-87,1 14-370,4 6 204,4-36 1,1-3 0,-2 5-1,7 1 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1.84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8 28188,'79'-4'-59,"-1"1"0,4 3 0,-12 3 1,-26 1-1,2 6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2.74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286 39 28087,'-62'-15'91,"-1"0"1,-1 6 0,13 14-53,28 32-39,1 11 0,45 34-11,23-7 13,-17-29 1,0-1 3,16 23 5,-28-8-50,-46-33-314,-8-5-3153,-4-27 3506,10-19 0,23 7 0,4-4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3.15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 39 28468,'-1'73'0,"1"-1"0,-1-6 0,0-7 0,1-3-6,28-16 34,12-32-11,11-20 56,1-32-95,-33 37-51,5-8 67,5 35 1,-4-18 21,18-36 7,-25-21-23,-1-9 5,-14-17-2155,-3 30 2150,11 6 0,-8 23 0,8 18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3.55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216 1 28535,'-58'49'3,"-1"0"1,7-4 0,14 4-4,29 2 0,16-2-16,37 20 10,-1-11 12,44-71 27,-38-44 23,-6-21-56,-27 8-22,-15 46-34,-1 36-224,2 35 280,11 23 0,-9-32 0,9 5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3.94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27 102 28356,'-7'75'-2,"0"0"0,1-6 0,1-1 2,4-8 0,2-3-16,8 41-119,2-13 135,12-43 79,-4-76 49,-4-36-103,-10 5 1,-2-5-26,-4 8 0,2-2 2,5-24 1,6 3-9,2 29 1,5 7 2,6-4 1,6 18 2,25 56 0,-20 35-6,-20 11 0,-11 7-14,-15-20 1,-5-3-275,2 4 0,-4-6-2210,-27-9 2504,18-41 0,15-17 0,11 2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4.52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28468,'7'87'13,"1"0"0,-1-7 0,-1-4-13,-6-14 0,0-3-5,-2 36 5,6 2-28,32-45 22,1-29-140,57-14 146,-28-24 0,-7 12 0,-29-11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4.66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27449,'72'20'-137,"-1"0"0,-15-6 1,-11-2-1,-21-2 1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5.05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28233,'0'70'25,"0"0"0,0-1 0,1 13 1,1-6 21,1-7 1,0-10 19,3-4-39,8-5-11,-4-57 5,20-54-19,-11 13 0,1-6-1,9-13 1,1 0-3,-6 14 0,3 5 6,33-22 0,-26 86-6,-1 55 0,-17 18 2,-12-18 1,-2 0-48,1 20-263,18-10 308,16-46 0,-10-28 0,1-13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5.30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81 410 28406,'-22'-71'24,"0"0"1,3 6-1,4 7-18,12 5-12,17-3 17,16 24-11,4 28-143,-32 61 1,-12 18 142,5 0 0,-14-3 0,-1-10 0,12-44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5.49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32 0 28345,'2'63'3,"0"0"1,0-3 0,-1-5-4,-1 14-11,-3-7-1333,-5-3 1344,-4-26 0,3-6 0,2-23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5.75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52 34 28171,'28'91'45,"4"-17"-39,11-83 106,-7-27 44,-31-10-88,-44-11-57,-25 22-28,0 19-257,36 37 274,73 8 0,-22-1 0,27-6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6.13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14 34 28496,'-6'69'-2,"0"-1"0,4-3 0,4-7 8,10 3 0,6-5 78,-6-13-84,-6-38 0,-3-26 0,-3-76 2,6 41 1,0-1-34,-4-5 1,3 2-105,17-19-397,2 53 532,30 45 0,-26-5 0,12 8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6.42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91 0 28502,'-28'63'0,"0"0"0,4-6 0,14-2 2,34-10 1,9-3 3,0 25-6,-14-14 0,-8 1-515,-25 11 515,5-17 0,-9-23 0,15-30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7.21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28479,'17'71'3,"0"0"1,-1-4 0,3-4-4,3-9 0,2-4-5,16 29 55,-3-14-22,-7-65-28,-9-60 0,1-10-11,-8 14 0,-2-1-2117,4-19 2128,3 2 0,-11 37 0,0 23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7.87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257 557 28558,'-57'-12'8,"0"0"0,-40 4-8,75 55 0,5 31 0,11 6 6,16-7-6,33-21 17,19-52-12,7-35 23,-17-1-28,-26 7-16,-14 36-141,15 35 0,5-18-106,53-13 201,-6-62 112,-34 12 1,-5-7 8,-10-16 0,-9-5-57,-10 13 1,-7-2-6,-9-20 1,-6-1-1,2 9 0,0 0 64,-4-8 1,-1 4 157,-5-24-214,-3 61 1,2 99-4,11-10 1,3 8 3,3 23 0,6 3-6,3-16 0,5-1 0,7 5 0,6-6-124,21 6-184,8-12 308,-9-51 0,-22-16 0,-6-15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8.18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18 48 28558,'-5'65'-2,"0"0"0,0-4 0,3-4-4,19 27 6,11-33 6,4-8 5,11-74-5,-16-31-12,-12 13 1,-2-4-233,-3-1 0,-1 0 238,6-36 0,-9 39 0,1 21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8.47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168 451 28574,'-49'-68'-2,"0"-1"0,5 6 1,19 3 1,60-20 5,14 22-10,3 8-18,-10 48-27,-34 49-124,-31 19-106,-2 0 280,-14-17 0,25-35 0,8-9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8.81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282 1 28378,'-72'17'11,"0"0"0,8-1 1,13 7-6,28 26-6,29 22 0,46-4 0,-1 13 5,1-26 1,-49 10-12,-42-21 6,-12-5 0,11-17 0,16-19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9.39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115 0 28451,'-32'63'7,"0"0"1,2-7 0,9-4-8,26 1 0,17-14-12,38-15 12,15-36 12,-4-10 66,-22-51-44,-58 1-29,-38-7-5,-10 30-61,-29 31 61,60 84 0,-7-42 0,39 42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9.64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85 340 28530,'-27'-69'1,"-1"1"1,6-2 0,14 10 4,37 22-6,4 4-11,17 72-23,-13 27-14,-17-16 1,-1 2-4,6 28-917,-5-17 968,-3-45 0,-8-3 0,4-15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09.89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 1 28518,'-1'64'7,"0"1"1,0-2 0,3-3-8,12 32 2,-2-29 1,2 2 0,-2-5 0,0 0-9,0-2 1,-2-4-757,-4 25 762,-20-57 0,11-9 0,-11-16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10.29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174 1 28457,'7'52'19,"1"1"1,10 31-3,18-68 112,-2-8-124,-14 5-5,-2 12 0,-12 44-5,0-8 5,0 33 0,-17-45-6,-30-10-5,-2-23-56,-35-24-370,23-13 437,-3-9 0,27 8 0,16 6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12.10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3279 27998,'91'-7'13,"0"1"0,-7-1 0,-7 2-2,7-2 36,-33 0 1,-2-3-9,19-9-28,-18-6 1,-1-7-12,-11-2 0,-3-5 11,9-14 0,-1-2 11,-9 11 1,-2-2-1,2-11 1,-2-2-9,-6 7 0,0-3-17,10-19 0,2-5 5,-10 18 0,1-1 0,-1 2-153,8-17 0,0-1 145,-7 11 0,0-3 1,-3 2 2,0-15 0,-3 0 1,-5 15 0,-1-2 1,-2 3 1,0-10 0,-2 2 0,1-12 0,2 1-12,-1 16 1,1 1-42,-2-17 0,-1-3 44,-1 6 1,-3 4 2,-8 18 1,-3 2-6,-5-4 0,-1 2 11,-1-32-42,12 35 0,5 0-3,15-28 25,4 40 1,4 8 7,14 4 29,-3 4 6,17 29 279,-25 6-302,44 3 0,-26 3 252,-1 0-275,-31-11 23,-29-4 0,-18-16 0,-11 0 45,-28-9-17,-7 3-62,-3 1 34,51 10 17,31 17 0,67 21 39,-5 19-22,-3 5 16,-25 21-44,-29-16-6,-30 15 0,13-35 0,-16-5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13.42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300 2 27908,'-66'-1'22,"-1"1"1,7 2-1,9 4 17,19 8-44,12 22 5,32 7-11,47 20 11,-12-27 0,3-3 5,-1-6 1,0 0 75,0 2 0,-10 2-2,-23 14-68,-58 4-11,-14-16-9,1-21 1,-2-6-26,-12-5-341,7-9 375,34-7 0,24 5 0,4-2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13.69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40 76 28222,'33'48'22,"0"0"0,33 25 1,-15-67 22,-3-16 89,-9-28-61,-27-19-62,-46-13-33,-37 21-57,-10 23 79,-1 77 0,54-38 0,3 42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14.48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75 0 28507,'-3'57'-20,"0"-1"1,-5 41-244,-4-67 263,-10 0 0,9-16 0,-1-3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15.05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28580,'7'73'3,"0"1"1,-3-14 0,7-11-4,32-9 11,0-34 34,3-14-45,-15 4 0,-15 6-5,-5 17-7,20 13 1,16-15 11,4-8 6,2-48-6,-34-18 0,-10-16-9831,-16 19 9521,15 17 1,-11 28 0,17 1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15.42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28541,'3'72'7,"-1"0"1,2-4-1,1-4 4,2 22-3,1-32 1,1-3-3,3 16 33,5 3-39,-5-59 0,-1-22 0,18-48 0,10-12 0,2 3 0,19 33-17,-30 72-56,8 8 73,-13 11 0,-3-1 0,-8-15 0,21 19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15.66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141 358 28591,'-39'-70'0,"0"0"0,0 7 0,15 7-11,41 9 11,38 10 6,17 23-6,-2 46 5,-39 38-5,-40-21 0,-9 1 0,-14 29-235,-5-23 235,57-44 0,-14-5 0,24-11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16.76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39 368 28087,'-13'-63'81,"0"1"1,1-38-82,43 28-28,16 32 11,13 9 50,-17 40 7,-12 58-91,-18 23 51,4-31 0,0-2 0,-6 9 0,14-21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17.60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309 16 28238,'-56'-7'67,"1"0"1,-32 6-40,82 48 5,17 16-21,26 17-12,4-18 5,19 1 46,-37-19-46,-46 12 1,-15-17-6,-9-20 0,-4-5-135,-10-3-514,7-17-3065,39-8 3714,25-3 0,0 5 0,0 9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18.01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 1 28429,'-1'58'26,"0"0"0,0-4 0,1-5-20,0 4 16,17-3 6,12-24 6,20-26-17,-10-19 16,-6-29-33,-23 23-11,4 8-6,0 22-5,14 8-1,32-5 12,3-26 22,1-23-5,-25-9-6,-26-18-4341,-15 30 4341,12 7 0,-10 18 0,10 13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18.40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224 0 28569,'-63'24'7,"1"0"1,4 6-1,18 5-7,40 19 6,42-7-1,7-24-5,37-43 34,-42 6-45,-1 1-40,-33 22 51,29 28 0,-30-19 0,26 5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18.80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15 87 28457,'-4'79'11,"1"-1"0,0-5 0,0-8 1,2 4-12,1-12 56,0-7-45,6-39 6,-1-18-1,7-64-10,-8 7-6,-2 5 0,1-2 3,2 9 0,1 2-3,6-45-6,25 12 0,5 56 6,7 44-16,-13 41 4,-16 14-16,-38 16-22,-20-42-2660,-13-8 2710,7-39 0,22-4 0,16-12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19.76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3 28569,'0'61'3,"0"0"1,0-3 0,2-10 7,5-24-5,-3-15-17,8-19 11,-10 6 5,2 37-10,-8 34 5,2 10 0,-1 9 5,3-33-10,0 8-35,0-14 29,-2-39 0,0-17-11,0-38-62,-1-40 42,2 37 0,0-3 36,0-15 0,0 1 0,-1 14 1,2 2 8,6-2 0,6 4 8,16 1 6,21 7 5,19 35-11,-10 23-5,16 33 33,-39 16-22,-9 1 11,-70 15-11,-19-39-12,-10-4-184,15-34-3713,67-31 3892,2 3 0,17-3 0,-14 18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19.95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 0 28434,'-2'57'6,"0"0"0,9 38-29,1-62-4026,6-1 4049,-21-15 0,7-1 0,-14-15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20.09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23723,'0'0'0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20.37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1 356 28154,'0'-56'179,"-1"-1"1,2-41-169,9 36-11,8 18 0,-1 7-6,19 35 12,1 48 0,13 25-15,-26-26 1,0 0-524,15 28 532,-3-33 0,-20-23 0,-2-17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20.96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430 127 28502,'-57'-37'14,"-1"-1"1,7 5 0,7 15 2,15 33-6,-6 32-11,15-5 0,-2 34-5,44-22 5,29-8 0,7-21 5,14-33 46,-41-1-51,-5 10 0,-17 13 0,-2 22 0,3 22 0,-4-7 5,-6-1-5,-33-11 6,-18-23-12,-31 0-72,-2-7-196,19-3 274,9 0 0,37-5 0,3 1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22.56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28373,'2'55'25,"0"0"0,0 40-25,-3-46 6,0-8-1,8-2-5,19-6-168,14-12-274,12-4 442,-12-8 0,-16-7 0,-16-2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22.76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184 1 28502,'-17'82'0,"0"0"0,-3 11 0,-1-4 0,5-31 0,0-5-40,0 1 1,1-2 39,-12 31 0,17-58 0,2-4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23.46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92 0 27981,'-6'72'28,"-1"0"0,2-4 0,-2-4 5,-5 24-16,4-34 0,-1 1-17,-6 37 0,0-11 0,9-40 0,4-30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23.77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32 351 28524,'-9'-54'11,"0"-1"0,-5-43-16,32 38-23,11 15 11,5 7 0,4 46-56,-27 43-50,-31 24-39,-2-7 162,-14-20 0,23-34 0,10-10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24.10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108 0 28457,'-20'69'22,"1"0"0,-1 0 1,-7 31-1,7-6-22,19-32 0,4-2 0,-2 3 0,1-5 0,2 8 0,0-14 0,-3-27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24.24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35 27852,'65'-9'-396,"0"-1"0,-4 2 1,-5 2 395,13 5 0,-32 1 0,-5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25.22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28059,'0'64'61,"0"-1"1,0-3 0,0-6-34,0 2-17,0 15-39,0-24 28,0 11 0,0-41 0,0-3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25.37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39 28026,'71'-11'-168,"0"1"1,-5 1 0,-12 2 0,-22 6 0,-12 1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32.77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22824,'0'0'0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34.31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40 1 28479,'-9'60'11,"1"0"1,-6 38-12,9-76 0,2-11 0,3-5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34.79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53 0 28423,'-14'58'5,"-1"-1"1,1-2 0,4-6 5,12-15-11,5 4 0,0-13-67,10 0-319,17-16 386,18-4 0,-16-5 0,0-6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35.02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191 0 28401,'-28'81'29,"-1"0"1,2-6 0,3-2-30,7-14 0,3-3 0,-5 29-11,10-27 0,2-3-123,3-8 134,-2 1 0,5-36 0,-4-5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35.35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26692,'0'0'0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35.83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61 91 28334,'-4'56'9,"0"-1"0,0 1 1,2-8 124,2-13-145,-8-7-6,0-34 0,-5-25 12,3-28-7,6-12 12,1 12 0,11-4-39,14 27-157,2 7-5,18 15-578,-1 21 779,10 5 0,-19-1 0,-5-1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36.13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36 0 27897,'10'56'100,"1"0"1,6 37-409,-23-68-9523,-9-9 9249,-8-4 0,6-10 0,4-2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36.36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27231,'0'0'0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36.98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185 214 28026,'-24'-52'16,"-1"0"1,-18-33 134,27 70-61,-4 6-62,5 21-6,-3 11 6,3 45-33,7 4-68,25 5 28,27-28 28,6-30 12,14-40 307,-34-5-296,0-2-6,-11 22 0,2 28 0,19 38-6,-6 4 6,-3 0 6,-23-4-6,-53-31 0,-15-6-23,-9-13-167,7-29-829,41-10 1019,5-7 0,15 10 0,1 16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37.39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28401,'2'70'22,"-1"1"0,1-5 1,2-5-6,5 11 11,3 10 61,-3-25-83,2-18-6,-6-38 6,3-44-1,-2 7-10,3-10 5,3 25-6,11 29-11,1 26-168,5 21-167,-2-3 352,-6-21 0,-4-19 0,-8-12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37.69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28390,'32'71'48,"-1"1"1,-2-4-1,-6-5-31,-14 12-17,-4 0 0,-3 11 0,-2-29-1450,0 3 1450,12-52 0,-9 0 0,10-17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37.81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36 28110,'86'-9'-95,"0"-1"1,-29 4 0,-7 0 0,6 2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41.84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197 1 28636,'-49'67'-2,"0"1"0,2 2 0,12-4-14,19-4 10,52-9 6,12-33-14,4-16 0,2-5-154,15 1-566,-2 0 734,-13-17 0,-39 13 0,9-13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261 1 28440,'-25'62'11,"1"1"0,0-1 1,4-2-10,6-11 1,3-1 3,-12 48-23,12-35 0,-3 1 17,-8-3 0,1-3 0,-1 26 0,-8-24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43.6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0 138 27029,'75'-18'212,"0"-1"1,-5 1 0,-6 2-90,5-2-39,7-4-33,-26 10 33,-6 2 285,-18 5-335,-9 13-17,-5 7-6,-9 17 6,-27 43-17,6-25 0,-2 3 0,-2 14 0,1-1 0,4-11 0,2-3-459,-1 27 459,40-43 0,-18-20 0,19-6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43.84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0 134 28334,'69'-25'-79,"-1"-1"1,0 2-1,-6 4-1393,11 6 1472,-5 1 0,-32 6 0,-14 3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44.7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100 115 28496,'62'-32'-2,"1"0"0,-6 1 0,-6 12 19,1 40 11,-24-2 23,-5 38-29,-49 4-11,-27 17-8,8-35 0,-6-3-1,8-10 1,-1-2 0,-9 2 0,5-5 3,2-6-6,19-2 0,46-19 0,29-2 0,2-2 0,6 1 2,4-1 1,1 0-6,9 1 1,-3 0-26,25-1-504,-30 5 532,-37-1 0,-7 2 0,-7-1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46.7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 0 26777,'-12'58'371,"1"0"1,1-5-1,2-1-186,6 33-23,2 2-139,15 9 38,18-30-38,7-32-23,29-24 11,-13-33-17,1-14 6,-22-11 6,-18-25 5,-14 12 17,-30 2-11,-25 30-17,-8 40-45,16 15 0,6 11 45,13 53 0,-5-27 0,34-7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47.3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321 196 28171,'-23'-51'78,"-1"-1"1,-19-29-62,19 73-6,-22 5 0,-5 21 17,-1 2-22,6 42-12,34 1 1,19-2-46,43-9 1,22-36 44,14-26 6,-18-22 6,-28-7 123,-22-1-118,-15 46-11,0 15 0,-2 33-6,0 35-179,-1-5 185,-6-32 0,0-4 0,3 2 0,-10-17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48.7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221 0 28468,'-48'62'2,"0"0"0,5-5 0,7-7-8,11-4 0,11-10-22,7-12 40,14-15-12,5-19 0,24-38-6,5-19-11,10-18 6,-14 24 11,-4 18 11,-21 49 0,1 13 29,-10 60-24,-1 19-13,-1-48 0,0 1 2,-1 9 1,-2-2-6,-6 11 0,5-15 0,-5-27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49.3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75 133 28367,'71'-40'17,"1"1"0,3 3 0,-9 18 39,-16 47-12,-6 5 12,-40 35-28,-44-10-16,-11 7-12,-1-25 0,28-20 0,33-18 0,22-6 0,35-2-6,-12 1 0,28 11 6,-47 20 0,-37 21 0,-35 0 0,-19-15 0,-11-3-22,7-8 0,-2-4 22,-14 1 0,3-2 0,-8 2 0,29-14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50.0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455 1 27919,'-53'70'7,"0"0"1,2-3 0,4-5-48,-8 12-66,0 0 106,19-22 0,2-3 0,2-3 0,-7 15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50.4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28205,'40'56'-28,"0"1"0,-4-2 0,-7-5-706,-14-2 734,-7 0 0,-3-24 0,-5-7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51.0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332 0 28367,'-49'63'-4,"1"-1"0,4-4 1,3-3-383,-14 27 386,12-13 0,9-15 0,16-24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51.4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28474,'46'58'5,"0"0"1,-3-4-1,-4-5-5,7-2 0,4 19-117,-6-9-253,-6-3 370,-11-21 0,-18-23 0,-2-4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53.5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561 1 28171,'-67'38'15,"1"0"0,3-3 0,9-2-15,10 3-22,-4 3-404,-19 19-67,18-17 493,-13 12 0,40-35 0,3-4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1:54.6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28082,'61'43'-23,"-1"-1"1,-3-4-1,-13-3 23,-26-8 0,-7-12 0,-5-5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03.5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1305 0 28647,'-58'13'0,"0"0"0,5-1 0,8 1 6,14 5-6,2 0 0,-11 14 5,-10 17-5,-4 5 3,14-9 0,-2 3-3,6-4 0,0 0 0,-7 10 0,1 1 0,4-6 0,4-4 0,-13 21 0,1-6 0,8-9 7,-16 25-7,10-12 0,16-19 0,2 0 0,-7 21 0,-7 8 0,11-10 0,5-17 0,-6 22 0,6 0 0,-1 1 0,3 16 0,9-21 0,1 17 0,1-2 0,4-18 0,-3 24 0,4-9 0,1 18 0,3-23 0,5-18 0,14-4 0,-1-11 0,10 15-80,-7-24-1527,-3-20 1607,-6-21 0,-4-3 0,-6-1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08.1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261 191 28518,'-21'-50'8,"0"-1"1,-18-29-9,9 74 0,-11 3-5,1 24 5,0 19 0,17 12 0,17 32-17,44-20-34,25-5 40,31-36 11,-20-34 17,-18-38 50,-41 4-67,-6 20 6,-9 32-1,0 77-5,0-34 0,-3 1 0,-6 9 0,-3-1 0,-10 23-5,-32-32-29,4-42-162,-2-39-162,20-14 358,24-48 0,10 50 0,6-6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08.4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168 455 28412,'-47'-61'7,"0"1"1,3 5-1,14 2-7,43-22-11,28 10 0,1 7-51,19 30 62,-37 63-5,-29 20-594,-10 12 599,-14-8 0,19-39 0,6-7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08.6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28294,'7'88'17,"0"1"0,0-6 0,2-7-12,10 7-5,1-4-436,11 2 436,-10-26 0,-1-12 0,-13-29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08.7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60 27802,'76'-16'-243,"0"0"1,18-6 0,-43 16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09.3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282 128 28216,'-56'-36'63,"-1"-1"1,5 2-1,9 15-57,15 38-6,8 10-11,10 44 0,24 8 5,15 13 6,3-25 22,-4-24-27,-31-17-118,-20-15 123,-16-23 0,10 5 0,4-18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12.8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102 0 27807,'-33'54'-9,"0"0"1,-2 38-8,61-62 16,20 0 56,21 9 16,-19 6 1,-4-2-28,-49 13-51,-34-24-184,-10-4-488,3-17 678,20-22 0,20 8 0,4-8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13.4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 74 28238,'-5'55'28,"-1"0"0,-4 42-22,10-48 11,22-8-17,1-19 0,35-23 11,-13-33 241,-4 1-252,-19 22-50,-18 21 16,15 26 23,19-24 11,1-18 17,7-45 5,-33-16-28,-24-13-212,-2 23-314,-9 10 532,44 18 0,-15 9 0,21 6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13.8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193 1 28339,'-53'19'36,"1"1"1,-30 23-37,76 29 0,19-21 22,30 6-22,20-56 17,12-37 84,-24-9-51,-22-15-50,-24 56-16,-3 14-214,4 61 230,15-2 0,-10-11 0,7-22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14.2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1 123 28126,'2'77'20,"0"0"1,0-5 0,2-6-21,5 17 0,15 8 6,-6-34 162,6-2-163,-16-56 6,-4-48-11,-4-11 0,-3-4 0,-1-6 8,2 6 1,0-1-12,-3-10 1,3 1-1,5 15 0,3 6-8,8-8-6,19 55 17,-13 61-45,-9 31-28,-23 2-4553,-25-4 4626,16-74 0,-3 8 0,22-36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14.6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68 28300,'4'80'18,"1"1"1,0-6 0,-2-8-8,0 3 0,4-8 40,6 0-40,-2-47 11,-2-14-22,-6-50 0,-15-47 0,9 40 0,1-2-6,-4-11 1,2 1 5,16-30 0,27 28-11,16 54-17,5 36 22,-20 36 6,-37 11-16,-38 16-1351,0-44 1367,1-13 0,23-19 0,11-16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14.9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190 403 28524,'-52'-61'3,"-1"0"1,3 14 0,15 0-4,52-45-5,3 44-7,6 8 12,-7 33-5,-14 43-57,-15 10 62,17 6 0,-16-19 0,19-23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15.3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304 428 28362,'-63'-12'61,"0"0"1,-1 12-1,10 11-55,22 22 0,4 61-12,58-12 0,-1-38 1,9-6 2,10-13 0,3-12 3,35-21 11,-21-66-5,-52 21 0,-7-7-6,-1-16 0,-4-2 0,-4 13 0,-5 1-59,-4-5 0,-5 7 59,-16-2 0,8 11 0,6 35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16.24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296 34 28082,'-60'-12'76,"0"0"1,5 2-1,8 12-59,11 43-11,12 28-6,10 22-28,54-20 16,4-31 7,53-55 33,-35-41 5,-1-27 29,-34 7 56,-19 15-124,-8 41-5,0 21-191,6 31-268,3-2 470,12 11 0,-10-29 0,2-3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16.70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233 1 28289,'-58'11'11,"0"1"0,3 8 0,12 5 1,24 13-12,22 31 0,38-20 0,13 5 33,-8-6-22,-18-13-5,-55 10-56,4-20-1093,-23 3 1143,28-36 0,6 7 0,12-15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17.20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278 1 28244,'-58'14'71,"0"0"0,-3 12 0,12 10-60,23 46-11,1-1 0,31-12 0,38-52 11,24-43 0,0-9 96,-5-27-107,-40 48-6,-2 14-16,-9 31-337,34 7 359,14-18 0,-10-3 0,-8-17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18.0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89 28558,'-2'58'-2,"0"1"0,5-1 0,5-10-9,12-22 11,32-12 5,2-54 29,4-11 22,-23-2-56,-19 43 0,-14 34-22,-1 49-12,39-29 17,-5 1 12,44-64 5,-41-29-6,-3-28-44,-37 11-135,-8 4 185,21 8 0,-12 25 0,21-6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18.41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28384,'4'62'13,"1"0"0,-1-4 0,2-4 15,12 30 6,-5-29 27,4 3-44,-9-45-11,1-45-6,10-34 0,0-8 0,23-5 0,-6 52 0,0 47-6,-14 17-83,-13 59 89,-3-32 0,-5-11 0,4-28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18.6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3 179 28255,'62'17'59,"-1"0"0,38-3 19,-78-88 12,-46 11-62,-30 3-23,-11 31 1,-9 58-152,51 27 146,46-12 0,7 1 0,-10 12 0,54-15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18.90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28418,'18'77'29,"1"-1"1,-1-6 0,2-4-30,25 23-330,-10-11 330,-1-6 0,-22-34 0,-5-27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2:19.20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218 404 28546,'-59'-45'2,"1"0"0,6 5 0,14-3-8,28-30 1,43 8 5,13 5 5,12 28-5,-9 60-5,-39 25 5,-23 18 0,2-20 0,-8-25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12.01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73 1 28602,'-12'62'7,"1"0"1,1-3 0,0-4-3,-8 12-5,9-7-5,6 8 5,15-27 5,25 8-5,24-32-5,20-2-74,-8-10-38,-21-4-124,-14-1 241,4-9 0,-20 6 0,7-7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12.01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 0 28541,'-2'80'18,"-1"-1"1,1 17 0,-1-7-19,-1 8-3,2-25 0,1 1 3,4-17 0,0-6 0,-1 21 0,4-15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12.01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24 277 28378,'32'-54'-2,"0"0"0,6-1 1,1 8 1,20 14-6,13 6 1,-18 21-1,7 32 17,-21 24 42,-22-4 1,-4 4-10,0 42-27,-26-20 0,-11 3-9,-2-14 1,-7 0 5,-16 14 0,-7-2-12,-2-12 1,-1-7 0,12-15 0,1-6 8,-33 9-16,60-29 5,28-13 0,36-7-3,9-2 0,7-1 6,8 4 0,4 1-3,10-2 0,1 2 0,-14 4 0,-6 1 0,14 0 0,-29 0-23,-16 0 23,18 0 0,0 0 0,-9 0 0,40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12.02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64 27790,'75'-5'24,"0"-1"1,-7 1-1,-7-1-24,-2-5 39,1-2 62,-25 5-11,4-1 44,-19 21-5,-8 7-34,-1 21 0,-11 42-87,-1-30 1,1 3-9,-1 16 0,0 3 3,-1-3 0,2-3-9,4-9 1,3-5 5,0 17 0,7-35 0,-9-26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12.02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48 28362,'72'-4'-106,"1"1"0,0-1 0,9-1 0,2-1 1,-12 0-1,22-2 0,-43 2 0,0 0 1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12.02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196 1 28205,'-38'62'0,"0"-1"0,3-4 0,5-5 0,12 4 5,3-9-16,4-10-157,1-9-17,17-53 129,6 2 50,8-19 1,4-5 257,19-21 45,-3 5-275,-16 31 29,-18 43 5,-3 25 5,2 60-50,-1-34 1,0 1-4,2 1 1,0 2 13,0 15 0,0-2-11,-2-23 1,-3-2-10,-3-2 1,-4-2 3,-23 31 0,-17-51 5,-11-6-6,6-26-10,22-5 5,30-1 0,26 0 0,27 4 0,12-1 5,28-6-212,-25 5 207,-2-11 0,-44 13 0,-16-6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12.02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1 274 28513,'25'-54'0,"1"0"0,-1 4 0,2 9 0,16 14 0,8 6 0,2 3 5,24 9-16,-12 16 39,-7 34-17,-28 4 29,-36 45-7,-27-19-16,-20 6-6,3-29-5,-2-24-6,53-18 0,8-5 0,38-1-6,27 20 1,-14 20 5,-7 31 5,-70 13-5,-20-18 0,-11-34 0,-8-7-5,-32-6 5,3-3-208,10-19 208,50-22 0,1 15 0,23-14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12.02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386 1 28434,'-65'32'17,"-1"0"0,7-3 0,7 5 0,3 48 5,17-18-17,9-6 1,3 5-1,11-10 1,4 2-12,0 12 1,8-2-4,15-8 1,9-7 8,25 10-3,4-44 1,6-16-12,-8-19 0,-2-10 5,7-6 1,-6-6 5,-13 0 0,-11-4 3,-10-8 0,-17 1 28,-52-9-11,-27 10-23,24 53 1,1 11-57,-23 17 62,62 23 0,13 2 0,0-17 0,31 28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12.02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337 387 27796,'13'-59'147,"1"1"1,-2 3-1,-3 8-40,-9 10-57,-13 3-11,-28-5-27,-1 14-12,-37 0 0,23 18 5,-9 25-5,24 9 0,6 56-11,22 10-3,14-37 0,9-1-25,40 31 39,10-40-45,38-41 34,-28-40 28,3-15 55,-35 1 52,-22 10-124,-14 48 0,-1 15 0,5 63 0,-2-16-6,-1-9 0,-1 2-150,0 29 156,-2 2 0,0-40 0,0-30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12.02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1 683 28502,'71'-58'16,"0"1"1,-5 3 0,-8 2-6,1-13 0,-10 0-5,-7 3-6,-4-12-11,-8 16-152,7-4-217,-9 27 380,2 10 0,-16 15 0,-4 4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12.02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28524,'45'69'2,"1"0"0,4 6 0,-1-8-131,11-2 129,-4 0 0,-24-34 0,-21-18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12.0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1 413 28210,'46'-62'74,"1"-1"1,-1 0 0,-8 8-69,-19 19-68,8-12-66,-4 26 128,29-12 0,-28 21 0,13-4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12.02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28395,'64'65'2,"0"0"0,-5-6 0,-9-7-47,-20-6 45,17 12 0,-27-33 0,10 8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12.03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1 635 28126,'57'-38'32,"0"0"0,0 1 1,23-18-1,-7 4-10,-29 17 1,-5 2-12,1-1 0,0-2-5,4-9 0,-3-1-1,16-24-262,-3 0 257,-32 34 0,-11 21 0,-4 8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12.03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28490,'77'59'4,"0"0"0,-5-4 0,0-2-4,4-8 0,-2-3-3,-20-10 0,1 0 3,28 16 0,-1-2-42,-30-17 0,-2-3 42,4-2 0,-4-2 0,5 2 0,-26-20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19.76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473 17 28244,'-69'-6'28,"0"0"0,6 2 0,5 5-17,-21 27-16,15 14-1,8 15-28,41-11-5,78-1 36,-10-30 1,8-5-4,19 7 0,2-2-5,-14-4 0,-4 1-3,-7 5 0,-14 7 31,-33 22 44,-59 12-41,6-31 0,-5-4-20,0-6 0,-2-4 5,-3-3 1,3-5-57,-4-12-682,9-18 733,57-9 0,-6 7 0,26 7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20.03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28356,'0'83'74,"0"-1"1,1-3 0,0-1-72,0 1 0,1-1-3,2-3 0,-1-2-6,0-3 0,0-4-554,5 28 560,0-100 0,-4 13 0,1-40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20.17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28110,'73'7'-190,"0"0"0,0 0 0,9 1 1,-7-2-1,-18-5 0,-10-2 1,-12-2-1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20.47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28261,'17'74'61,"1"0"1,-2-8 0,-2-6-34,2 8 112,-9-30-129,0-10-6,-12-39 12,-6-44-17,1-17 0,0-21-5,15 26-12,25 12-252,26 37 269,21 2 0,-26 14 0,-12 2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20.72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21 1 28462,'-10'69'18,"0"1"1,12 1 0,14-11-13,39-20 0,5-5 33,-9-42-6,-36-36-33,-9-25-201,-16-13-4457,3 15 4658,7 28 0,2 21 0,7 14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21.20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315 275 28546,'-62'-25'17,"-1"-1"0,6-1 0,8 13-17,4 47 0,19 23 0,14 40 0,35-43 0,10-4 0,33 23 0,6-41 0,9-14-3,-14-19 0,-2-9 3,1 3 0,-4-8 0,-6-22 0,-12-12 0,-23 0 0,-10-4 0,3-13 0,-5-2 0,-11 6 0,-4 4 6,-1-20-6,-7 56-6,9 44 6,6 69 0,11-14 3,4-6 0,6 0-6,2-17 0,3-3-3,4 6 1,1-3-9826,15 12 8912,-14-46 1,-23-16 0,-4-15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21.33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28356,'68'0'-268,"1"0"0,0 0 0,-3 0 0,-8 0 1,17 0-1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27.46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28563,'19'80'0,"0"1"0,-1-7 0,-3-2 0,-7-9 0,-2-3-48,0-7 1,1-2-115,2 44 162,-3-42 0,-6-42 0,0-6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27.66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48 28233,'86'-6'15,"-1"-1"0,-13 2 1,4 0-1,-4 0-315,14 0 1,-3 2 116,7-1 0,-6 1 0,14-1 1,-59 4-1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27.96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6 175 27852,'10'70'100,"0"1"1,-1-8 0,-2-9 95,-7-15-117,0-8 33,-3-15-101,-11-43 0,6-11-6,0-11 1,2-7 6,4-41-12,4 42 0,2 2-23,9-19-139,27 24 162,11 39 0,2 6 0,-3-9 0,35 12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28.28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283 410 28569,'-60'-23'22,"0"-1"0,5 2 1,9-5-23,8-34 6,14-10-18,25-13 12,24 26-28,53 18 6,-2 44-6,-8 33 22,-62 19 6,-35 0-980,-42-11-201,66-34 1181,5-7 0,32-7 0,-8-3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28.56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419 416 28591,'-81'-26'17,"0"0"0,8 2 0,10-4-12,-1-29-5,27-8-22,17-17 5,39 24-17,52 13 1,-7 40 10,-5 31 12,-43 6-258,-52 23 269,4-29 0,-6-5 0,27-15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29.11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20 3 28423,'25'83'3,"0"0"1,-1-5 0,-1-3-4,-1-9 0,-2-4 0,2 29 42,-9-34 0,-9-6 26,-23-16-57,4-25-6,-30-76-2,26 14 0,2-7-3,-5-19 0,2-4 0,5 4 0,4 3-3,1 13 0,6 6-2,18-9-1,4 45 6,32 71 0,-11 6-3,-3 10 1,3 7-10,-2-8 1,2 0-3,12 10 0,4-4 11,-3-18 1,1-11 18,29-8 1,-35-56 11,-35-70-23,-24 32 1,-7-1-6,7 0 0,-2-2-8,-12-11 0,0 4-1028,3-15-5863,21 20 6899,17 46 0,7 25 0,-8 8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29.43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98 28194,'19'60'24,"-1"-1"0,17-3 0,7-13-29,28-28-1,-10-11 1,-3-10 10,1-37 124,-12-31-17,-82-18-73,-16 21-31,-3 41 1,-6 12-15,-19 21-106,12 32-84,61 12 196,37-9 0,10-3 0,2-4 0,23 1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29.80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414 569 28390,'-33'-64'41,"-1"1"0,-6-3 0,0 13-13,-3 22-17,-37 3-11,19 55 6,7 33-6,26 14-20,40-21 0,16-2-41,44 7 55,-22-29 1,2-14 21,29-47 35,-35-20-23,-40-10 0,-12-7-17,-8 7 0,-3 1-17,-3-11 1,0 4-359,-2 17 0,6 6-487,16-10 851,19 54 0,8 1 0,-8 13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30.14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209 482 28619,'-35'-72'11,"0"-1"0,-6-7 1,2 5-35,-5-2 7,30 2-7,28 45-44,67 51 11,-18 29 28,-5 2 28,-50 3-1282,-32-33 1282,1-21 0,3-3 0,18-16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30.80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303 254 28507,'-5'-58'3,"0"0"1,-5-1 0,-8 13-4,-30 24-11,-15 11 11,7 46 6,18 32-6,17 8 0,24-18 0,9 3 0,3-4 0,2-2 0,0 1 0,2 0 2,4 10 1,-3-2 3,1 15 0,-5-8-1,-19-29-5,-34-35 0,0-13-17,-27-30-5,31-17 5,6-5-39,36-7-5,38 34 55,23 9 34,13 58 0,-24 8-9,-34 5 1,-7 6-14,5 32-23,-7-37 0,4-2-190,20 12 207,28-24 0,-34-28 0,7-4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32.79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27555,'4'67'-11,"-1"1"0,0-7 0,3-6-275,11 9 286,-3-24 0,0-5 0,-8-25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33.14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18 90 27443,'18'51'8,"-1"-1"1,31 29 193,-7-107 128,-5-25-173,-14-14-40,-32-13-66,-29 44-85,-22 31-419,5 67 453,30 34 0,18-20 0,22-21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33.45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19 432 28395,'-7'-75'7,"-1"1"1,5 4 0,4 8-8,16-2 0,5 12-12,-3 18-4,10 45-29,3 55-65,-7-13 1,1 3-90,-6-2 1,-1 0 198,5 8 0,-3-7 0,-4-17 0,0 7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33.67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28238,'1'85'28,"0"0"0,5 14 0,4-3-64,1-32 0,2-4-113,1 3 1,0-3 148,-1-7 0,-2-8 0,-2-12 0,-6-5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33.82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27751,'79'6'-1,"0"0"0,0 0 0,-9-10 1,-8 4-1,-9 17 0,1 0 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34.19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13 28306,'29'69'16,"-1"0"1,7 7 0,-2-7-17,0-9 39,17 10 40,-29-50-63,18-48-16,-23-8 0,-2-12 0,-3-6-184,-6-32 184,1 34 0,-1 2 0,-3-5 0,6 18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34.83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310 556 28098,'-13'-49'140,"1"-1"0,-22-31-117,11 75 38,-22 3-38,17 15 22,-25 30-23,12 37-22,21-23 0,3 1 0,2-7 0,7-1 5,11 4 1,13-7 0,33-7 5,33-18-5,-6-35 33,-1-31-34,-45 11-10,0 12-1,-17 27-11,9 18-22,30 2 17,23-16 22,-26-23 0,0-8-6,29-26 6,-39-13 0,-10-13 5,-15 1 1,-6-4-437,1-19 1,-4 0 432,-6 19 1,-7 5 19,-3 9 1,-8 19-23,-29 50 0,17 32 0,6 16 3,4 29 0,10 7-155,6-4 0,13 1 122,10-18 0,10 2 0,9-10 30,12-14 0,9-8 0,-5-2 0,-2 12 0,-2-6 0,10-16 0,0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36.17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205 1 27757,'14'56'190,"0"-1"1,8 42-63,-24-56-55,-27 9-73,5-18-22,-36 4-292,18-26 79,0-6 235,10-22 0,20 11 0,1-10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36.42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21475,'0'0'0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38.59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 0 27695,'-1'63'11,"0"-1"0,-1-2 1,2-5-433,3 6 421,1-1 116,2 6-116,-3-16 0,-1-11 0,-2-22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38.81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0 109 27510,'91'-15'17,"0"1"0,-5 1 0,-2-1-51,-4 2 1,-5 1-130,-22 4 1,-2 0 162,11-1 0,-9 2 0,-20 5 0,-16 1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39.15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0 156 27774,'10'57'361,"0"0"0,6 37-333,-16-87-22,0-18-1,0-25-5,0-28 0,0 14-5,12-24-79,13 28-269,34 0 353,15 18 0,-22 15 0,-10 10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39.45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375 312 28468,'-64'-5'37,"-1"1"0,7 0 1,5-5-32,-8-23-12,23-16 0,2-1-22,57-19-11,41 25-123,27 8 50,-12 20 45,-29 43-426,-56 7 493,-6 5 0,-7-13 0,12-20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39.77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246 408 28524,'-64'-40'22,"1"0"1,11 9-1,10-4-27,17-55-7,44 20-32,29 6-7,5 27-78,15 44 73,-44 34 23,-26 16-85,-16-3 118,-12-20 0,16-24 0,10-9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40.31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27 1 28278,'4'71'29,"-1"1"1,3 15 0,-2-5-24,-1 9 30,-1-24 1,1-4 58,-3-5-39,-10-15-56,-5-77 0,1-17 0,6-11 0,3-8-6,6 8 1,1 0 5,2-9 0,0 4-40,5-26 40,6 58 0,-2 51-5,19 65 5,-8-26 0,3 3 0,-2-1 0,5 0-3,14 10 0,4-8 9,19-4 27,-3-7-27,-21-60 0,-29-51-4,-7 14 1,-3-5-3,-2-10 0,-4-1-25,-3 6 0,-2 3-608,-2-23 633,-3 29 0,11 35 0,1 7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40.63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1 100 27740,'30'57'31,"1"0"1,10-3 0,5-13 41,29-24 325,-4-32-326,-27-12 40,-58-51-67,-38 7-40,13 32 1,-4 4-6,-34-10 0,1 30-112,45 42 112,72 37 0,-29-24 0,56 13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41.06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340 665 28210,'-33'-57'67,"0"1"0,-7 3 1,-3 14-46,-20 30-27,-8 38 5,29 34-6,28 8-42,31-22 1,15-6-54,44 5 90,10-8 45,5-49 106,-55-50-76,-18 11 0,-9-6-53,-17-15 1,-10-3-10,0-5 1,-5 3-14,-2 14 0,-1 3-54,1-4 1,5 7-1011,4 5 1075,22 8 0,-1 32 0,14 10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41.42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308 423 28558,'-63'-40'16,"0"0"1,5 3 0,9-3-17,2-32-11,24-2-12,19 7-66,63 20-46,19 42 74,-2 32 83,-27 5 51,-79 28-62,-12-24-2038,-12-4 2027,20-25 0,27-5 0,7-8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42.17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27930,'67'43'39,"1"0"0,-6-3 1,-6-3-29,1 6-5,-6-5-6,-4 0 0,-24-20 0,-2-1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42.38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223 1 28009,'-42'67'20,"1"1"1,2-6-1,7-5-20,9 8-806,1 8 806,10-24 0,2-8 0,9-28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42.59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28009,'2'69'29,"-1"-1"1,1-6 0,5-7-52,19 9 22,-4-24 0,-1-5 0,-13-25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42.74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10 28098,'76'-1'-49,"1"0"1,15-1-1,-8 0 1,-10 1 0,9-1-1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0.45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28233,'9'70'63,"0"0"1,4 20-1,1-1-55,-1-18 1,1-1-9,0 0 0,-1 0 0,0 0 0,-1-4 0,-4 18-129,-2 0-677,-6-30-561,12-29 1367,4-24 0,0-3 0,-4-6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0.78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317 411 28502,'-69'-30'20,"1"0"1,4 2-1,13-1-20,22-11 0,5-21-5,12 0-12,22-4 6,10 23-118,31 19 78,-17 22 23,-2 24 28,-44 14-33,-4 5 33,-20 1 0,23-29 0,2-1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1.16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122 578 27141,'9'-77'162,"0"0"0,0 6 1,-4 4-130,-10 16 1,-4 2 117,-14-37 68,-3 10-225,-12 53 152,16 78-90,1 16-3,13 6 0,6 8-31,4-9 1,4 2-18,6 17 1,5 1-12,3-11 1,3-5 5,2-16 0,0-8-661,11 15-280,-29-39 941,-39-51 0,12 11 0,-14-19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3.16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27942,'81'9'-267,"0"-1"0,-8 1 0,-7-2 267,1-7 0,-31 2 0,-17-2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3.60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28104,'26'86'72,"0"0"1,-3-3 0,-5-5-65,-13-26 1,-2-2-4,-1 0 1,1 0-6,6 45 3,-1-38 0,1-1-3,10 34-4973,1-5 4973,-8-49 0,-8-21 0,-4-20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3.79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55 27841,'85'-13'-848,"0"0"0,5-1 1,-12 5-1,-25 7 1,0-1-1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4.16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71 1 27919,'13'61'84,"0"1"0,-2-5 0,-2-7 11,-4-5-33,-4-6-34,-15-1-123,0-17-135,-12-13-319,4-32 549,-1-34 0,12 23 0,-2-7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4.33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27861,'0'0'0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5.40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28300,'4'61'56,"0"1"0,0-4 0,-2-3-45,-2 15-11,0 0-5,0 18 5,0-14 0,0-16 0,0-26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5.61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0 102 28177,'83'-18'5,"-1"1"1,-4 0 0,-5 2-12,20 2-5,-38 7 0,-1 0-897,34 1 908,-4 1 0,-45 4 0,-20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5.99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68 27986,'11'58'20,"-1"0"1,4 2 0,1-7 449,7-9-464,-3-22-6,-14-29 6,-14-54 5,1-9-17,-1-12 6,9 22-73,26 14-307,21 26-242,21 5 622,-15 13 0,-3 3 0,-2 0 0,10 1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6.31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377 356 28490,'-68'4'39,"1"-1"0,5-2 1,10-5-29,17-9 6,-6-26-17,13-15 0,4-1-22,32-21-23,46 25 6,1 4-197,40 22 220,-55 41-1,-23 23 17,-47 14-1378,-9-7-4632,21-18 6010,31-22 0,5-3 0,1-3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6.60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284 366 28546,'-67'-14'20,"0"-1"1,6 3 0,12-7-21,23-38-6,13-13 1,24-14-12,9 25-84,36 23-117,-17 43 117,-4 26 34,-31 3-163,-36 13 230,-3-30 0,3-5 0,16-12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7.17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74 92 28110,'5'86'18,"0"-1"1,1-5 0,4-5 37,19 20-28,1-10-12,0-13 236,-11-22-246,-17-37-6,-34-55-6,-3-16 3,2-4 1,1-6-15,12 11 0,4-2 14,-1-10 1,3 0-7,7 13 1,3 5-3,6-14-34,3 34 28,32 50 11,14 41 6,13 12-6,-21-10 1,-1 4 8,-7-16 0,-1-1-1,4 5 1,-1-3 14,13 9 28,-17-52-17,-25-34 17,0-59-31,-13 33 0,-3-2-14,4 2 0,-1-2-14,-6-10 0,0 4-625,1-7 639,7 10 0,2 33 0,6 22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7.52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1 120 27432,'37'59'59,"0"0"1,-4-6 0,1-12-37,10-29 10,-1-6 12,11-11 224,-12-24-34,-8-20-168,-21-6 12,-47-23-40,-20 22-28,-8 7-11,-12 21-45,47 54-610,33 26 655,52 24 0,-12-24 0,6-18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7.92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390 388 28395,'-66'-22'22,"0"0"1,5 0-1,6 10-22,-11 33 0,22 31-5,12 32-29,45-36 1,12-2-7,25 20 32,5-39 0,6-15 13,24-30 68,-9-11-51,-49-14 1,-12-9 19,-17 1 0,-10-2-34,-4-14 1,-6-1-26,-4 7 0,-3 4-353,-19-24 370,20 26 0,22 37 0,6 6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8.23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135 415 28608,'-37'-59'2,"0"-1"0,2-7 0,11 4-8,23-7-22,9 7-67,16 31-17,6 40 61,-2 25 29,-12 5-45,-38 22 67,-1-21 0,-5-10 0,12-12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8.57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27628,'41'61'-19,"0"1"0,18 3 1,4-9 18,-12-28 0,-1-7 0,35 19 0,-27-24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8.79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262 0 28250,'-41'68'9,"1"-1"0,1-4 1,5-5-10,4 13-62,-8 19-952,19-14 1014,0-12 0,18-30 0,1-28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8.97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7 0 28328,'-4'68'-13,"1"0"0,3-5 0,5-5-183,22 21 196,-5-27 0,2-5 0,-18-34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9.11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75 28350,'72'-13'-257,"0"1"0,0-1 1,1-9-1,-10 7 1,5 26-1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9.47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3 28054,'16'66'26,"-1"-1"0,-2-3 0,-1-6 24,2 11 1,-7-9 257,-6-10-303,-1-45 1,-1-17 11,-1-72-17,0 17 0,1 14 0,0 0 0,1 1-129,9-9-5,9 43 134,74 9 0,-57 12 0,44 3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9.64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28283,'12'67'13,"0"0"0,-1-6 0,0-9-209,2-18-1327,-4-28 1523,-11-15 0,1-8 0,-4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4:59.78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27411,'0'0'0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00.27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345 134 28367,'-56'-37'30,"1"0"0,6-1 0,6 16-13,6 44 22,-7 45-28,12-5-11,4 29 0,43-23-28,29-21 22,30-7 1,2-37 5,18-29 0,-39 4-6,2 10 6,-29 30 28,-14 43-17,-19 10 17,-30 9-16,-3-27-12,-38-24-51,17-29-425,0-41 476,22-25 0,21 14 0,12 4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00.75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28334,'13'89'35,"-1"0"0,-1-18 1,-3-3-33,-1-3 0,-2-5 8,1 18 129,-3-11-140,7-45-6,1-32-11,12-23-27,25-15 21,-7 16 6,32-1 6,-24 56 6,-6 5-1,-16 53-526,-22-14 532,8-6 0,-11-25 0,7-29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00.96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28345,'2'68'26,"-1"0"0,2-4 0,3-5-26,12 14 0,4-6-5,0-7-488,3 5 493,-10-27 0,-1-4 0,-11-27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01.11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22 28272,'70'-4'-589,"1"0"0,-1 0 0,1-2 0,-10 2 0,5 4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01.67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39 28378,'31'48'17,"-1"1"0,32 26-6,2-72-11,-7-12 39,-1-18 23,-29-19-40,-40-13-22,-19 15-5,-63 15-57,16 35-201,2 22-3742,56 23 4005,39-7 0,12-10 0,-7-24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02.35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100 0 28076,'24'56'86,"0"1"0,-3 7 0,-5-4-81,-13-5-5,-19 28 11,6-46-55,-29 1-1,10-40-45,-5-9-750,3-39 840,18-7 0,1 13 0,9 9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02.51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19226,'0'0'0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04.36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27874,'61'2'93,"1"-1"1,-6-1-1,-9 6 31,-15 22-40,-16-6 28,-5 34-68,-28 6-32,3 29-12,-5-16-6,9 19 6,21-27-6,11 8 6,17-23 0,0-23-16,24-18 10,-2-31-5,9-20 11,-21-8 11,-23-27-11,-32 23-11,-22 0 5,-2 24-5,-17 16 17,22 11 27,-19 40-10,16 9-12,-5 24-6,9 16 18,16-3-9,4-29 0,5 4-3,8 7 0,5-1-11,-3-12 0,2 0 3,11 16 0,0-2-1,-10-17 1,-1-3 0,0 6 0,-2-2 3,-3 15-1,-14-27-5,-26-24 0,-3-8-890,-10-4 890,14-21 0,20 13 0,5-13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14.7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1 518 28373,'3'-67'22,"0"0"0,-1 4 1,0 5-29,-2-6 6,0 2 0,0 8-28,14 1 17,6 26-17,20 24 17,-7 26-17,16 49 17,-18 10 11,-16-34 0,-2 1 151,0 31-151,-15-58-6,2-50 12,-4-26 5,4-32-16,18 33-7,13 6-4,21 41-18,-8 30 34,-3 52 0,-28 15-104,-11-36 1,-2-2-340,-7 22 443,-4-30 0,6-35 0,4-7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15.0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77 28076,'2'62'30,"-1"1"0,11 2 0,5-7-14,11-10 63,34-7 78,-23-56-96,-6-39-61,-19-8-62,-16 11 1,-4-1 61,0-27 0,-3 20 0,4 18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15.2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28082,'11'82'33,"1"1"1,-2-3-1,-2-3-27,-6-19 0,-1-3-217,1 2 0,-1-1 211,0-4 0,0 0-112,2 5 0,1-3 112,0 9 0,1-7 0,-3-46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15.4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28065,'3'92'43,"0"1"0,-1-18 1,-1 3-1,1-9-43,-2-8 0,0-2-31,0 33 1,0 1 30,-1-30 0,0-5 0,1 30 0,-2-32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16.0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0 104 28300,'3'60'2,"-1"-1"0,0-2 0,2-4-8,4 17 0,0-5 12,0-9 95,-2-2-101,-3-41 0,-3-12-6,-2-73 23,1 23 0,-1-4-1,1-15 1,0-2-11,-1 13 0,2 2-12,2-3 0,7 7 6,24 8-16,26 28 16,0 39-17,-23 13 0,-8 10-17,-14 50 34,-24-40 0,-10-2-8,-9-13 0,-6-7-82,-35 7-537,17-70 627,38-28 0,7 6 0,8 4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16.3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28255,'3'78'50,"-1"1"1,0-3-1,0 1-50,-1 4 0,1-2 0,-1-20 0,1 1-36,5 29 0,3-5-698,6-8 734,13-8 0,-17-49 0,1-18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16.4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 26928,'80'0'-349,"-1"0"1,-23-2-1,-8 1 1,-7 4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16.7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26 28283,'9'73'54,"0"-1"0,-1 3 1,-5-17-50,-10-39-5,2-14 0,-1-67-11,22-13 11,5-6-90,19 24-94,-5 31 184,46 10 0,-54 13 0,31-4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17.2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1 248 28390,'69'-3'-4,"0"-1"0,-2 1 0,-1 1-24,0 1 0,-2 2 45,-10-1 0,-2 0-17,33-3-6,-60-3-50,-50-7-33,-36-26 89,15 3 123,-24-34-106,39 28-17,24 16 0,26 32 0,32 27-11,16 31 55,-24 10-24,-23-26 0,-8 0-20,-22 25 0,-29-1 0,8-43 0,3-3 0,19-20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18.50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25 434 28278,'-7'-65'7,"0"1"0,1 4 1,1 8-8,5 10-11,16-9-6,15 8-50,11 4 67,3 22 11,-19 28 11,-11 44-27,-11 23-594,-3 16 599,-1-26 0,0-30 0,0-29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18.7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28048,'0'77'50,"1"0"1,0 8-1,3-8-33,10-7 0,15 14 61,-2-59-72,14-28-96,-20-49-100,2-11 190,-13-5 0,-4 1 0,1 18 0,-1-33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18.9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27908,'0'73'72,"0"-1"1,0-4 0,0 0-73,0 4 0,0-3-22,0-18 0,0 0-312,0 24 1,0-4 333,0-12 0,0-7 0,0-42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19.20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 0 28171,'0'89'43,"0"0"0,0-5 0,0 0-52,0-2 1,0 0-118,0 1 0,0 0-239,-6 8 0,-1-5 1,6-32-1,-1-7 1,-11 8-1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19.6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31 115 27930,'-1'83'24,"0"-1"1,2-19-1,3-2-24,2-4 0,2-5 303,3 5-292,-11-29-17,-8-33 6,-11-43-5,4-42 13,10 35 0,2-2-8,-2 1 0,2 0 3,4-8 0,7 6 8,26-2-56,24 11-55,13 59 77,-20 47 23,-20 10 3,-39-15 0,-13-1-339,-27 7 336,-7-7 0,13-31 0,31-20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19.9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0 171 27830,'9'53'154,"0"-1"0,15 28-87,36-71 6,-16-23 100,19-40-66,-40-25-96,-18 28 0,-5 2-11,-18-22-39,-30 25-185,3 66 224,4 26 0,17-5 0,16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20.1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28104,'11'62'18,"-1"0"1,0 7 0,-4-7-19,-4-8-258,-11 13 258,1-44 0,-2-4 0,5-18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20.4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 78 28076,'59'2'196,"0"-1"0,27 5-129,-122-68-100,-18 38-236,-10 33 269,23 44 0,25-9 0,16 3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20.74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0 386 28266,'2'-78'22,"0"0"1,2-4 0,5 12-163,13 20 112,13 22-45,-2 48-246,12 61-964,-12 9 1283,-17-38 0,-2-3 0,1 11 0,-12-29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2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28110,'3'90'57,"1"0"1,1-3 0,1-6-47,-1-27 1,3-1-10,7 19 1,3 1-82,1-10 1,2-2 78,1 1 0,-1-5 0,6 4 0,-15-39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21.1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27617,'83'10'-156,"1"0"0,-21-2 1,-12-2-1,-18-2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21.4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321 491 28507,'-65'-33'9,"0"0"1,4 1-1,11-4-9,11-55-5,16 22 2,11 16 0,6 2-31,20 0 18,19 10-35,8 57 29,-5 9-23,-18 44 45,-15-24 0,-3-6 0,0-19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5:21.7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45 27874,'27'60'157,"0"-1"0,0 6 0,-5-5 117,-6-10-268,-4-5-6,-16-52 0,-5-54 0,1-23-6,1-2-33,33 6-342,26 47 381,24 8 0,-21 18 0,-15 7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45.02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1 570 28378,'79'14'17,"-1"1"0,-6-3 0,-8-14-12,6-63 7,-25-22-7,-22 30 1,-7-1-6,-16-38-31,-14 41 0,-9 3-30,-30-12-46,-11 6 107,7 41 34,22 38 27,5 67-39,22-22 1,6 7-16,0-7 1,2 5 0,2-2-8,2 21 0,4 0 3,0-14 1,3 3 0,-1-4-435,1 10 1,-1-4 430,0-1 0,-1-1-67,-3-4 0,-4-7 11,-10-7-280,-9 5-151,-11-50 487,-3-51 0,0-12 0,5 20 0,5-20 0,0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45.32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0 296 27214,'92'-13'18,"0"1"1,8-1 0,-9 0-19,-12 2 509,16 7-380,-54 31-129,10-4-17,-17 5-39,21-38 51,-26-33 150,-6-24-44,-58-10 0,-24 16-34,-4 27-67,9 19 0,35 67-101,16 2 101,14 9 0,5 0 0,-1-7 0,15 8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45.62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28020,'28'77'80,"1"-1"0,-3 9 1,-6-7 104,-13-2-101,-11-11-79,-10-57-5,2-75-17,10-31-22,12 36 0,7 2-135,23-27 174,33 30 0,-39 42 0,6 5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46.01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220 407 28608,'-60'-11'5,"-1"0"1,7-9 0,13-8-23,38-43 17,17-5-11,7 24 0,9 5-57,41-5-27,6 14 28,-25 68 56,-38 13-12,-48 50 23,4-42 0,-4-5 0,23-30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46.38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261 23 28518,'-64'-8'5,"0"0"1,5 2 0,13 13-6,25 69-5,15 9 5,18-5-12,44-18 12,29-63 6,-33-15 0,-2-8 61,29-33-84,-38 23-61,-31 30 78,30 69 0,-30-34 0,34 12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46.94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151 185 28311,'-47'73'-2,"0"0"0,9-7 1,20-6-27,74 7 16,32-28 29,-34-24 0,-1-12 5,29-46 23,-35-41-34,-31-9-11,-17 28 0,-3-1 6,-1-30 61,-2 8-50,4 42-6,3 59 0,0 62-17,0-24 1,0 3 13,0 9 1,0-1-9,0 28 78,0-33-78,11-53 0,11-19-11,18-24 5,-1 9 1,4 2-6,37-6 11,-1 9-6,-21 65 1,-33 22-91,-2 3-72,7-13 168,15-64 0,-17 14 0,6-29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47.84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0 436 28546,'0'-72'4,"0"0"0,4-6 0,3 9-4,12 6-12,5 8-10,5 28-51,11 73 62,-15-10-132,-4 12 0,0 4 143,1 10 0,-7-8 0,-2-27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48.10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81 27863,'19'48'123,"0"-1"1,39 27-63,-14-74 79,13-36 45,-37-16-118,-24-21-50,-13 19-90,-30 20-39,13 46 112,16 47 0,5-24 0,24 21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48.46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331 582 28339,'-61'-33'17,"0"0"0,5 0 0,6 14-23,-3 46 0,21 32-27,15 37-12,35-6-31,13-41 1,10-8-20,46-11 195,9-52 18,-60-16 0,-8-10-93,-8-3 0,-9-7-3,-18-23 1,-8-2-29,2 18 1,-3 0-149,-6-11 0,-1 1 154,9 18 0,2 6 0,-1-9 0,11 35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48.77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221 593 28518,'-59'-65'2,"1"0"0,6 4 0,12 0-16,29 3 0,12 1-53,9 6 0,7 3-101,20-41 117,6 52-106,-11 83-263,-56 31-1000,13-24 1,-1-2 1419,-22 24 0,19-33 0,15-32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49.30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408 161 28345,'-50'-46'56,"1"-1"0,-12 4 0,1 18-51,-21 60-5,8 15 0,40 10-11,81 17-9,-11-43 1,4-2 2,9 10 0,-1 2-14,-12-3 1,-8 1 30,-12 17 0,-60-10-135,-10-35-4550,0-47 4685,21 0 0,26-15 0,6 27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49.70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36 1 28294,'-13'59'8,"0"0"1,4 38 2,27-69 6,14-10-17,6-7 224,5-7-207,-14 6-11,-5 6-1,-20 33-33,15-8 11,31-1 12,2-36 5,28-48 28,-46-25-17,-5-22-33,-23 22-180,-6 8 202,0 38 0,0 2 0,0 17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0.12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294 58 28485,'-63'-20'20,"0"0"1,5 4-1,9 14-20,18 50 0,13 0 0,7 36 0,49-36 12,21-7-12,11-30 11,6-35-28,-43 6-78,11 1-342,-17 19 437,26 11 0,-27-5 0,7-4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0.50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 70 28205,'-1'67'39,"0"-1"0,2 11 0,0-4-27,0 22-12,2 4-62,-3-39 62,6-43 28,0-35 11,5-55-25,-6 20 0,0-3-14,-1 2 0,1-3 3,5-18 0,6 4 2,27-15-5,-11 43 0,7 11 0,47 27 51,-15 63-34,-24 12-15,-40-17 1,-15 1 8,-36 9-78,-13-8 67,-33-29 0,52-25 0,-5-1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1.61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280 319 28496,'-60'-13'5,"-1"0"1,6 4 0,8 12-6,12 53 0,13 6-11,25 23-57,60-15 34,-12-36 1,6-7 22,0-8 0,4-10 8,13-19 0,-7-15 26,-1-41-12,-32 13 0,-10-6 6,-18 9 0,-8-1-12,-5-14 1,-6 1-1,-13-31 7,5 9-1,9 61-11,11 47 5,0 27 1,2 7 5,0 27-11,4-4 0,0-1 0,2-11 95,8 20-89,7-89 0,-4-9-6,34-48 0,5 0-6,19-3 6,-8 25 0,-23 25 6,-10 44-6,-13 16 0,1 17-12,-7-17-318,-2-12 330,6-28 0,-12 0 0,8-9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1.87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28378,'0'51'3,"0"0"0,0 35-3,1-51-28,5-8-140,-1-6 168,4-6 0,-5-8 0,-1-1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2.18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0 158 28132,'63'-17'41,"-1"1"0,-6 1 0,-12-2 133,-21-6-23,-13 1-134,-29-1-6,-30 10-17,-20 1-33,4 22-185,26-1-162,53 13 386,38-8 0,-14-3 0,7-5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2.49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28429,'6'89'24,"-1"1"0,1-3 1,-2-6-25,-2-27 0,0-3-506,-1 2 1,1-1 511,5 45 153,-2-43 1,2-2-652,8 19-6516,7-19 7008,-6-43 0,-4-15 0,-8-4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2.88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308 568 28429,'-31'-60'41,"0"0"0,4 7 0,-3 11-30,-24 26-5,-1 46-12,7 40 6,17 14 0,37-22 0,13-2-33,37 16 27,-12-40 0,4-8 6,34-9 0,1-73 0,-60 10 0,-7-7 3,4-19 0,-8-5-3,-13-4 0,-7 2-3,2 15 0,-6 4-87,-11-4 1,-4 6 89,-11 2 0,7 8 0,12 32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3.21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0 130 27975,'9'61'43,"1"0"0,-3-7 0,1-7-32,0-13 196,-2-11-190,-2-16-11,-3-32 11,-1-27-1,0-5 12,0-22-78,0 17-342,5-8-588,40 24 980,22 25 0,-10 17 0,-5 9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3.49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170 421 28586,'-47'-59'1,"0"-1"1,1 5 0,16 3-2,51-21-5,14 13-12,10 7 6,-10 44 11,-20 29 0,-47 39 0,-3-4 0,-4-10 0,16-18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3.77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22 385 28502,'-6'-72'11,"0"1"0,0 5 0,3 8 0,10 4-11,13 5-5,11 34-1,14 53 6,-6 18-11,-16 4 0,0 4-107,-3-17 1,-1-1 117,14 41 0,-10-38 0,-14-35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5.76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212 1 28362,'-12'60'-10,"0"-1"1,2-4 0,-7-5 9,-19-8 0,-2-7 0,9-2 0,-29 17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6.83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25 1 28518,'-6'82'13,"1"0"0,1-5 1,1-5-14,-2 14 0,3-10 0,2-12 0,8-17 11,24-16 6,24-43-17,10-6 0,-12-9 0,2-1 0,-6 13 0,1 6-6,8 4 0,-2 7 6,17 21 6,-36 50 0,-83-2-9,11-30 0,-7-4-3,-13-10 1,-1-8-34,-30-5-73,30-47-415,39-16-1237,44-21 1764,-3 20 0,15 18 0,-25 24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7.08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0 124 28362,'10'55'8,"0"0"0,32 34 99,4-78-51,-2-14-23,-21-26-38,-18-13-34,0-2-684,21-21 723,13 2 0,-8 16 0,-1 6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7.32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28406,'5'68'22,"-1"0"1,1-2 0,-2-2-23,-3-14 0,0 0 2,5 19 1,3 2-6,-1-7 1,1-1-234,2 3 1,-1-6-2952,3 7 3187,-20-51 0,4-18 0,-7-10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7.45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61 27886,'94'-15'-371,"0"1"1,-23 4-1,0 1 1,-9 3-1,15 2 1,8 2-1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8.31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28485,'4'70'18,"-1"0"1,2 0 0,1-3-17,-1-16 1,1 1-3,3 19 0,0 0 8,-1-12 1,0-2 33,-2 2 0,0-7-42,0-12 0,-2-45-5,9-59 5,6 10-6,20-29 6,-2 47-6,4 22 1,-10 58-18,-13 8-262,10 33 285,59-47 0,-50-1 0,43-30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8.56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94 1 28530,'-24'52'-17,"1"0"0,-1 32 17,108-70 6,-23-10 5,25-33 45,-61-12-39,-50-19-17,-21 18-17,-6 24 0,-3 8-280,-3 3-7012,15 34 7309,53-10 0,7 15 0,4-22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8.97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71 1 28479,'-20'69'11,"0"0"0,2-6 1,5-8-7,18-8-5,10-9 6,25-10-6,-3-14 45,20-14-6,-29-12-50,5 7-12,-9 0 7,36 11 10,9-33 45,0-22-28,-25-9-5,-31-10-40,-13 37 34,37 7 0,-27 15 0,27 9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7:59.84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276 54 28462,'-58'-17'5,"0"0"1,5 1 0,7 13-11,6 54-7,20 20-19,30-23 1,10 0-121,27 27 151,12-49 0,17-9 0,-11-2 0,6 3 0,2-14 0,0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0.36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290 1 28076,'-62'5'87,"0"-1"1,5 1 0,10 10-71,14 61 11,17 12-28,3-3-6,50-5 1,22-55 10,33-32 74,-12-37-6,-28-9-1,-29-1-72,-23 46-5,-4 14-34,0 27-141,3 22 46,25-15 190,0-4 22,9-35 23,-7-42-84,-4-29-12,-1 23 1,3 0-6,22-27-11,34 22 0,-17 67-17,-4 44-96,-39-10 1,-8 5 123,-5 1 0,-5-2 0,-2 15 0,0-31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0.99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68 0 28602,'-19'69'0,"0"-1"0,0 8 0,9-4 6,29 11-6,16-2 0,7-39 0,6-25 34,-28-20-34,-2 8-6,-8 5-44,28 17-6,30-8 50,20-19 45,-12-45-16,-32-8 5,-38-45-23,-23 27-145,1-4-112,28 19-1573,10 28 1825,33 7 0,-30 15 0,-4 1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1.37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287 439 28558,'-69'-40'22,"0"1"0,2-5 1,15 1-18,28-3-10,18-32-23,55 18 22,-3 5-22,31 21 28,-48 52 6,-34 26-51,-31 20 45,-7-11 0,13-23 0,26-22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2.20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28222,'3'58'39,"0"0"0,-1-4 0,0-5-22,-2 10-17,-1 2 0,0-32 0,0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2.49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64 27790,'50'8'218,"0"0"1,30-14-112,-88-25-163,-2-5-275,1 30 331,26 26 0,-11-8 0,19 13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2.76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28272,'0'83'47,"0"1"1,0-15 0,0 3-1,1-3-47,1 14 0,1-1-14,2 14 0,1-4-297,-1-26 1,1-7 310,13 15 0,-12-52 0,2-15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2.88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19 27348,'88'-7'-430,"0"0"1,16 3-1,-11 4 1,-16 1 0,9 6-1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3.14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45 363 28474,'-13'-57'-2,"0"-1"0,1 5 0,5 5 2,17 4-11,15-6 11,-2 20-17,13 7 11,-24 31 6,-7 30-190,-16-1 190,-1 17 0,2-34 0,8-1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3.43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1 124 28138,'12'66'56,"0"-1"0,-1-6 0,-2-9 263,-2-15-314,-3-26-5,-3-19 0,-1-52-5,8-16-18,10-20-105,12 19-606,24 29 734,10 27 0,-22 16 0,-4 7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3.80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244 1 28507,'-61'28'22,"0"1"1,1 9-1,15 7-27,29 38 5,41-2 11,40-33-11,11-42 0,10-32-22,-52 2 16,-6 10-156,-18 18-583,24 16 745,-3-11 0,5 0 0,-17-9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4.07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28502,'27'86'24,"0"1"0,-2-6 0,-1-2-24,-5-8 0,-1 0 3,-1-2 0,-2 0-34,3 7 0,-2-3 31,3 20 0,-10-45 0,-6-37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4.22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28076,'78'0'-268,"0"0"1,-1 0-1,-3 0 1,-2 1 0,-13-1-1,8 0 1,-18 2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6.72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504 252 28037,'-75'29'71,"1"0"0,7-4 0,10-4-38,17-11 23,12-5-50,-1-9 16,-1-24 1,2 0 27,-11-37-44,21 10-6,-1 0-62,74-15 34,-13 41 0,8 6 0,1 9 39,-15 27 6,-29 24-17,-31 4-1193,-31 10 1193,38-33 0,-3-2 0,28-16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8.55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 0 28328,'1'80'35,"0"0"1,-3 19-1,-2-1-38,0-20 1,0-4-46,-1-1 1,0-1 47,1 1 0,2-11 0,2-20 0,0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8.68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27421,'73'3'-385,"1"1"0,11 0 1,-8 0-1,-13 2 1,7-2-1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9.02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28210,'0'91'28,"0"-1"0,1-19 0,1-4 42,-1 2 0,0-5 3,3 8 34,-3-8-102,-1-38-5,22-59-5,25-31 5,-11 21 0,4-1 0,27-22-6,-2 38 6,-39 80-62,-5 32-134,-10 12 196,-1-7 0,-3-58 0,1-8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9.31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43 95 28003,'-10'69'232,"-1"-1"1,-1 28-216,3-69-6,9-42-5,12-63-1,7 5-5,5 0-56,16 15-319,3 32-3114,37 5 3489,-18 13 0,-6 5 0,-36 3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9.54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98 22 28205,'-27'56'35,"-1"1"1,-1-5-1,16-8-24,52-4-5,-1-19-3,12-22 0,3-11 13,20-35 48,-35 12 1,-8-4-9,-8-38-50,-38 26-62,-45 21-325,2 56 381,3 16 0,25-2 0,26-6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09.80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63 1 28406,'-19'56'4,"1"0"0,-1-4 0,13-5 7,44 2 11,17-23-11,10-12 51,1-46-51,-41-18-39,-4-6 28,-13-31 0,-7 60 0,4-21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10.28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325 117 28462,'-58'-33'2,"0"-1"0,4 3 0,8 13 15,17 30 16,-1 11-27,7 10 0,3 30-6,19 1-17,35 4 11,20-27 12,4-28 55,-3-38-16,-38-3-45,1 7 0,-12 26 0,4 60 0,-6 18 0,3 1 0,-36-3-11,-17-46-34,-31-6-33,16-28 78,18-66 0,31 42 0,12-40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10.63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14 0 28474,'-4'73'9,"0"-1"0,1-5 1,0-9 18,3-5 11,0-9 22,0-13-55,6-24-6,12-19-6,31-36 6,9 11 0,2 12 0,-22 40-28,-25 48-173,-12 10 201,6 6 0,-6-32 0,5-23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11.50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355 262 28535,'-63'-5'11,"-1"0"0,4 2 1,10 11-1,15 45 0,-6 37-11,21-1 0,-1-2 6,46-24-1,16-50 1,33-44 0,1-25 5,-23-7 0,-19 15-11,-26 43-6,-6 42-10,-1 2-52,22 32 12,42-41 45,-14-25 0,4-8 5,-2-7 1,0-8 7,10-19 1,-7-11 14,-21 2 0,-7-6-17,3-11 0,-5-2 17,-10 6 0,-6 3-1,-5-18-10,-21 45 0,-41 92-6,23-11 0,0 5 0,-1 2 0,4 2-3,3 12 0,15-4-8,39-1 11,37-14 2,-9-58 1,6-17-3,8-11 0,-3-10 0,-11-2 0,-3-6 0,5-19 0,-7-4 0,-23 16 0,-5 1 17,3 2 0,-7 2 0,-23-20-17,-46 91-3,17 14 0,1 12 0,-3 17 1,7 7-46,12 5 0,11-2-14,9-17 1,14-6 61,35-5 0,6-11 0,-13-10 0,42-3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27.54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1 423 28300,'17'-58'3,"1"1"1,0 2 0,0 6 2,11 5-1,22-21-5,-11 22-56,14-8 56,-32 61 12,-5 8 10,-15 36-22,-19 24 0,4-19 0,-9 27 0,15-56 0,2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27.8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20 56 28065,'-3'57'53,"0"0"0,8 35-19,13-75-1,34-8-33,13-38 12,6-22 49,-26-10 74,-36-14-107,-59 35-12,-24 9-44,-14 36-44,27 16-556,56 33 628,63-12 0,-21-6 0,18-18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28.26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288 496 28272,'-11'-50'59,"-1"-1"0,-26-31-48,-8 74-6,-18 26-5,14 9-11,0 58 6,34 5-18,19-36 1,11-2-6,51 19 11,11-38 14,-19-46 0,-3-17 14,-19-6 1,-6-7 7,1-15 1,-6-4-17,-10 11 0,-6 0-12,-9-6 1,-3 1-384,3-29 392,5-13 0,-1 42 0,8 18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28.76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375 382 28406,'-60'-3'28,"0"0"0,3 0 0,9-6-22,18-23-6,-15-23 6,9-6-6,4-12-28,25 12 5,27 19-66,43 11 55,10 22 45,-2 41-11,-27 5 6,-45 55-12,-22-26-1831,1-6 1837,14-34 0,7-23 0,12-10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29.23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329 109 27802,'-68'-35'121,"-1"1"0,-1 5 1,12 18-106,25 48-4,3 5-7,61 31 6,37-13-11,12-1 0,-27-28 0,-4-1 28,-5 14 56,-4-4-78,-72 0-241,-1-27-118,-16-9 353,11-42 0,29 20 0,-4-17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8:29.61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26872,'0'0'0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9:57.14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0 138 28423,'69'-28'26,"-1"0"0,-5 2 1,-5 5-11,0 6-10,0 6 5,35 3-16,-24 4 5,-12 0 0,-2 3 0,10 16 11,-4 6 6,-33 11 16,-19 12-16,-18 0 0,-17 18-17,-13 13 0,0-14 5,9 17-5,24-22 6,46 3-6,7-23 0,10-24 0,8-7 0,-4-3 0,3-5 0,14-3 0,3-2 0,1 0 0,-3-2 0,-19 0 0,-2-1 0,5 1 0,-5 0 6,5 0-6,-14-6 0,-43 2-6,-50-9 6,-16-4 0,-10-8 0,23 8 0,37 4 0,29 16 0,23 1-6,8 5 6,16 15 6,-29 19-6,-16 30 0,-46 18 0,-7-14-370,-2-1 370,33-43 0,-1-3 0,13-19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9:57.72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28227,'8'74'67,"0"0"0,-2-4 1,-1-1-63,-4-3 1,0-2-174,0-1 0,1-1 168,0 3 0,1-5 0,2 10 0,-1-39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9:58.10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0 312 27594,'20'-60'220,"-1"1"1,0 5-1,7 7-198,15 15 1,8 8-15,7 7 1,2 7-4,1 1 1,0 11 8,12 22 0,-9 17 0,-25 8 0,-10 10-14,1 16 0,-15 4 3,-29 0 0,-14-5-3,4-15 0,-9-8 30,-26-3 1,-6-11 53,-15-10-78,7-25-6,46-25-6,78-38 1,25 20-1,22 17 6,-25 41-17,-21 57 17,1-29 0,-2-1 0,-10 21 0,5-39 0,0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9:58.35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66 502 28468,'-23'-77'15,"-1"1"0,9-11 0,11 8-15,26 7-6,30-13 6,-19 59 6,4 42 5,-26 10-11,-22 47-314,-14-28-1422,5-11 1736,15-28 0,11-13 0,9-4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9:58.82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293 1 28552,'-66'15'13,"-1"-1"0,5 2 0,12 7-2,22 37-5,8 32-6,21-27 0,22-21 0,13-6 0,56-14 8,-31-26 1,1-7 2,26-17 17,-30-36-28,-45 48-6,-5 2 1,-7 38-1,36 1 6,8-11 0,16-33 0,-19-7-17,-20-36-302,-3 16 319,13-3 0,-10 23 0,3 10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9:59.12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32 3 28233,'10'57'80,"-1"-1"0,-1 2 1,-3-5 53,-2-3-128,-15-10-6,2-34 0,-10-27 5,7-38-5,6-7 0,2 4-11,23 8-79,27 32 90,21 9 0,5 3 0,-3 1 0,-13 6 0,0-1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9:59.47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262 18 28485,'-62'-8'22,"-1"-1"0,3 11 1,12 13-17,25 54-6,18 3 0,43 11 5,0-37 1,-12 1-6,-29-26-23,-26-11-357,1-9 380,19-13 0,1 9 0,15-10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9:59.68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109 1 28513,'-31'72'-55,"1"-1"1,3-14 0,8-7-3547,18-5 3601,16-58 0,-7 15 0,6-29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29:59.80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27591,'0'0'0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0.28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0 109 28026,'9'51'58,"0"1"1,15 29-42,34-68 22,8-21 73,9-29-22,-24-30-57,-23-3-10,-49-15 10,-29 48-21,-27 36-24,8 66 7,24 12-4,43-20 1,15-3 2,41-5 18,22-11 10,-4-50-11,2-49-8,-40 22 0,0-2-1,12-5 1,4 4-6,0 10 1,2 7 2,26 8 0,-17 64-6,-43 23-16,-7 21 22,-11-26 0,0-29 0,0-28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2.49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1 132 28496,'74'0'20,"0"0"1,26 0 0,-3 0-19,-34 0 1,-1 0-3,4 0 0,4 0 0,-5 0-3,0 2 1,-4 1 2,-2-2 0,-4 1 33,15 5-38,-66-12 5,-17-5 0,-50-21 5,1-3-10,4 1-1,32 4 6,41 25 6,46 19-6,5 20 0,-7 8 0,-33 21 0,-67-8 0,-13 5 0,2-25 0,16-18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2.75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19 1 28586,'-6'76'-60,"1"0"0,0-8 0,3-9 60,9-4 0,-4-25 0,5-23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3.21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1 226 28222,'50'-55'78,"0"1"0,10 0 1,3 13-40,31 23-36,-37 15 0,-3 9 41,22 37-21,-36 8-6,-78 40-6,-24-26 22,-13-6-33,42-33 0,46-26 0,42-13 0,-5 8 0,2 0 0,30-1-8,-19 7 0,-4 7 2,-11 20 6,-59 16 0,-36 1-6,-15-18 1,-7-5-62,-18-4-460,5-1 527,46-24 0,28 5 0,8-6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3.61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295 0 28339,'-66'20'43,"-1"0"0,7-1 0,11 6-37,14 47-6,18-15-12,32 36 29,42-48-11,34-9-6,-9-44 5,-5-40 40,-50-10-11,-4-1-34,-31 25-6,4 33 1,-9 17-113,11 24 118,20 8 0,-12-16 0,14-4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4.18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258 1 28233,'-66'13'35,"1"0"1,4 4-1,14 3-35,29 9 17,34 22-17,47-7 0,-19-16 0,3 0-6,34 13 6,-23 4 28,-69-18-28,-30-4-5,-10-10-79,-9-20-896,37-2 980,22-18 0,2 15 0,17-5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4.55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349 341 28580,'-67'-29'15,"-1"1"0,8 3 0,8-2-10,4-19-10,20-3-1,3-10-5,33 19-6,36 9-5,11 24 16,-3 28 1,-34 13 5,-32 9-96,-20 0 96,37-27 0,-14-2 0,33-12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5.17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478 207 28250,'-3'-52'100,"-1"1"1,-19-37-67,-30 72 22,-34 26-23,5 20-22,25 11 1,6 10-12,18 2 0,6 4 0,-2 0 0,8 1-3,14 11 0,16-4-6,16-20 1,10-7-40,8 3 1,9-10 47,33-20 0,0-11 0,0 2 0,-35-16 0,0 1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5.58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288 0 28507,'-67'22'2,"0"0"0,5-2 0,13 5 3,22 27-5,11-2 0,16-2-22,47-2-40,22-19 40,10-7 0,0-45 22,-52-16 11,-6-31-11,-19 15 0,-2 6 28,0 22-23,-2 28 12,2 33-6,-2 11-16,21 35-113,17-28 118,39-8 0,-31-20 0,4-21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5.99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 0 28328,'8'51'-6,"1"0"1,9-1-1,5-7 6,24-6 17,-23 6-6,-42-8-5,-48-6-325,23-19 319,20-28 0,17 11 0,26-18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6.32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174 272 28597,'-48'-53'1,"0"-1"1,0 6 0,19 5-7,51 7-6,2 18-29,42-1 1,-23 25 34,-1 29 5,-70-1 0,-9 12 0,-12-26 0,22-13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6.70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14 28082,'97'-7'13,"0"0"0,-6 8 0,-24 16 295,-60 47-230,-25 5-53,-19-23 1,-8-1-24,8-9 1,1 1-9,0 2 1,6 2-12,7 24 0,36-24-179,41-4 196,-2-16 0,2-4 0,7 5 0,21 3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6.87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26242,'0'0'0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7.83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32 83 28317,'-7'88'48,"0"-1"1,1-5-1,1-2-45,2-13 0,1-4 92,0 32-84,2-32 1,0-63-12,0-54 0,0 1 0,0-4 0,0-34-3,2 12 0,3-1-3,1 25 1,2 3 2,-3-4 0,5 12 3,19 25-5,-15 47 5,6 55-3,-9-22 0,1 3 3,7-4 0,2-2 3,0 1 0,4-6 8,44 15 11,-18-72 1,-2-53-26,-32 9 0,-6-8-3,-1-13 1,-2 0-18,-4 12 1,3 3 22,10-5 0,2 7 0,-6 15 0,15-2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8.11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0 115 27650,'69'37'173,"0"0"1,-6-2 0,-6-17 22,1-53-89,-27 0 5,-22-41-96,-51 26-16,-12 8-11,1 38-224,33 56 235,62 15 0,-20-9 0,23-19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8.90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213 304 28446,'-61'14'16,"0"0"1,-30 8-6,108 75-16,46-35 13,-18-30 1,5-8 2,3-14 0,-1-11 6,22-20 16,-16-55-30,-44 29 0,-4-4-3,2 2 0,-1-2 3,-4-12 0,-2 2 25,-2-9-17,1 5-11,-4 41-6,0 62 6,0 5 3,0 10 0,0 7-3,0 34 0,0-40 0,1-3 46,1 11-53,6-53 7,0-22 0,7-24 0,19-9 0,15 5 0,13 2 0,-13 20 0,-8 50 0,-23 23 0,6 26-11,-9-18-28,4-20-135,-6-35 174,-2-26 0,-5 8 0,-4-13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9.11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28569,'2'71'0,"0"0"0,1-7 0,3-8-23,9-11-72,6-12-196,-11-16 291,-2-40 0,-9 13 0,-2-22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9.25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 1 28490,'4'40'-56,"-9"-18"0,20-5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9.47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28468,'5'82'35,"1"1"1,-1-6-1,2-5-23,10 17-7,-3-4-5,-7-34 0,-1-2-5,4 22-85,4-13 90,13-40 0,-14-19 0,7-3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09.83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247 585 28412,'-21'-60'44,"0"1"1,-5 4 0,-3 13-45,-8 28 0,-20 34-5,26 38-1,6 38 6,32-8 3,12-39 0,10-9 2,41-7-5,19-43 0,-48-22 0,-7-12 0,-9 2 0,-7-7 20,-2-27 0,-11-3-20,-15 17 0,-6 1-12,2-12 1,-3 5 11,-21-19 0,14 39 0,19 41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10.16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54 28328,'9'58'28,"-1"1"0,0-4 0,1-8 6,7-7 122,-6-9-150,-5-24 0,-3-16-6,-8-23 5,-8-28 1,-1-5-17,3-10-73,44 17-17,5 23-258,15 23 1,8 8 358,-7 7 0,-3 2 0,34-2 0,-24 10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10.46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217 372 28630,'-56'-25'7,"0"0"1,2-7 0,14-5-8,30-26 0,13-14-6,34 14-5,2 28 0,20 21 16,-35 44-5,-22 7-5,-18 11-90,-17-12 95,46-17 0,-17-10 0,33-4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10.76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85 443 28608,'-24'-62'9,"0"0"0,1-8 1,9 5-10,22-7 0,21 0 0,3 32-6,30 54 6,-14 53 3,-18-17 0,-3 5-3,-8-5 0,-2 0-9,-3 5 1,5-8 8,35-10 0,-29-3 0,22-31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20:30:11.00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22104,'0'0'0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4:54.2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27930,'24'68'119,"0"-1"1,5 17 0,0-2-104,-4-21 1,-1-4-14,-1 1 0,1-2 22,0-7 0,0-9 26,0-14-12,4-35-11,-12-54-17,-5-9 0,-5-28-151,-6 53 140,-5 5 0,4 30 0,-3 10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4:54.6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87 27762,'35'47'134,"0"-1"1,29 27-62,-25-71 5,-4-14 107,-6-24-67,-14-20-73,-34-13-34,-6 19-17,-40 19-134,19 36 140,7 42 0,18-23 0,19 21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4:54.82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28278,'20'62'5,"-1"1"1,-2-7-1,0-8-5,-1-13-677,-4-8-1771,-15-2 2448,-3-23 0,-4 6 0,2-16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4:54.95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26512,'0'0'0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4:55.34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216 559 28166,'-34'-53'78,"1"1"0,0 2 1,3 14-68,6 29-11,-6 49 0,11 41-11,6 8 8,25-37 0,11-8 9,36-9-1,38-33 17,-52-28 1,-6-11 11,15-40-15,-37 13 1,-11-5-15,-13 13 1,-4 1-6,6-1 0,-2 1-93,-10-4 1,-1 5 92,-3-8 0,5 11 0,6 26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4:58.9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11 28468,'6'63'5,"1"0"1,-2-6 0,4-3-6,26 26 5,-12-31 51,2 0-56,-28-51-5,-15-28 5,-4-10 0,-2-40-6,16 6 1,24-12-12,-2 25-106,15 21-286,7 28 409,30 12 0,-28-1 0,14 6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4:59.2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270 518 28384,'-59'-48'33,"0"0"1,5 2 0,10 3-34,15-10 0,13-1 0,7-18 0,34 7-11,21 5 5,22 32 0,-15 38-33,-20 48-50,-45 19 16,-4-2 73,-12-18 0,16-39 0,5-11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4:59.5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133 0 28300,'-41'59'-8,"0"-1"1,6 5 0,20-6-10,61-1-50,5-8 67,13-40 0,-1-9 0,-18 1 0,33-14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00.0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217 18 28166,'-57'-9'28,"1"0"0,-37 17-34,83 40 6,34 22-6,2-12-5,40 11 28,-32-16 5,-5 5-27,-49-18-79,-2-18-2582,-29-18 2666,29-23 0,2 10 0,16-10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00.6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256 1 28070,'-62'72'60,"1"0"0,20-11 1,4 4-1,8-4-57,13-4 0,9 0-6,5 36 0,15-2-95,15-29 0,14-6 98,6-7 0,8-1 0,-3-7 0,-8-5 0,0-7 0,11-4 0,-1-1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01.6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 27628,'22'67'115,"1"-1"1,-4-5 0,-2-7-77,-5-2 353,-6-18-375,-3-13-6,-11-29-5,0-18 0,-14-31 5,3-5-11,1-8-23,8 20-21,8 13-147,32 17-867,26 2 1058,30 9 0,-28 4 0,-14 5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01.9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43 27477,'1'57'140,"0"0"0,13 39-67,30-51-6,20-23-11,12-35 5,-18-14 175,-24-52-119,-47 12-94,-12 2-40,-48 13-129,6 35 146,9 41 0,24-15 0,29 26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02.2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0 132 27393,'17'63'35,"0"-1"1,13-4-1,8-19 32,43-57 124,-4-9 307,-27-50-347,-60 4-123,-30-14-28,-23 30-173,-1 42 173,21 54 0,23-10 0,14 13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02.4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28138,'15'65'16,"1"-1"1,-2-2 0,1-4-17,7 16 0,-2-3 0,1-9 0,-10 17 0,-2-44 0,-8 11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02.5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26312,'100'0'0,"-20"0"0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02.8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28300,'47'70'14,"0"-1"0,-12-8 0,-1 4 0,-6-5-11,-7-2 0,-4 0-3,7 39 0,-15 2 0,-33-23 0,-6-6 0,22-15 0,-2-6 0,-50 29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09.2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 1 27919,'0'60'30,"0"1"0,0-5 0,0-9-8,0-17-22,0-3-95,0-5-275,-2 3 370,-13-10 0,10-1 0,-9-10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09.5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 42 27494,'49'19'151,"0"0"0,28 6 107,-66-60-146,-9 10-62,-28-8-39,-13 22-22,-17 15-336,9 31-168,21 5 515,37 18 0,-6-34 0,17-1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09.91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214 38 27572,'-57'-19'266,"0"0"0,-30 33-193,74 78-54,15-17 1,6 2-6,4-13 0,2-1-17,2 10 0,2-1-4881,1-13 0,-2-6 4884,-1 6 0,-9-29 0,-10-28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10.03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36 27762,'88'-9'-110,"0"0"0,-21 3 1,-13 0-1,-19 1 1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10.5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97 57 28222,'-5'63'1,"-1"1"1,1-7 0,2-9 71,1-13 0,-4-14-34,0-23-28,-14-38 17,2-25-22,2-15-12,6 21-72,27 13-437,29 24-1849,28 1-1221,13 12 7159,-24 20-2375,-26 13-275,-32 43-656,-11 13-200,3 17-52,13-28 63,33-23-29,16-47-11,7-38-16,-24-7 66,-29-48-49,-58 29-57,-26 7-17,-10 31-302,10 71 336,47 18 0,10-4 0,16-11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10.83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0 135 27774,'71'34'20,"-1"1"1,-7-5-1,-8-16 199,-6-57 122,-22-25-246,-54 10-72,-11 5-23,-9 34 0,-5 13-123,-18 31 123,38 42 0,12-23 0,49 14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11.04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28334,'0'63'3,"0"1"1,0-4 0,3-4-4,7 22-11,3-5-359,6 9 370,-9-23 0,-2-13 0,-8-27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11.17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10830,'60'5'0,"-1"-1"0,37 3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13.9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28098,'67'5'-4,"-1"0"1,-5 0-1,-8-1-125,-4-1 129,0 0 0,-23-1 0,-2-1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14.10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27393,'77'4'-778,"1"-1"1,-18 0-1,-11-1 1,-21-1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2.1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29 509 28115,'-8'-60'61,"0"0"1,1 5 0,2 4-17,5-1 22,0-16-67,0 21 0,0-15-11,8 33 0,11 7-6,15 19 0,-2 19 0,3 34-11,-23 19-162,-1 23-118,-11-23 308,-4-16 0,2-37 0,-2-6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2.4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 17 27852,'-9'72'31,"0"0"1,-2-6 0,10-8-26,35 3 111,14-29 29,21-26-56,-20-28-1,-21-42-89,-23 1-213,-8-12-414,1 17 627,-2 2 0,4 35 0,0-3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2.7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27958,'18'76'74,"-1"0"1,0-2 0,-2-4-47,4 23-5,-2 2-9,-10-33 0,0-1-14,0 27-2563,-4-26 1,-3-5 2562,-11-7 0,8-7 0,-8-33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2.9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27824,'4'72'89,"0"1"1,0-3 0,0-3-82,-4-15 1,0-3-9,2 1 0,-1 0-17,0 42 17,-1-24 0,1-5 0,-1-7 0,0 23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3.4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1 190 27695,'0'73'102,"0"1"1,0-9 0,0-5-86,3 19 341,2-22-341,1-55-11,-1-13 5,-3-62 0,-4-25-20,1 34 1,0-2-6,0 2 0,1 3-8,6-25 0,19 26 16,14 43-33,10 37 0,-16 23 11,-14 10-79,-36 12-895,-10-32 1002,-15-5 0,16-16 0,11-12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3.7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28194,'8'68'72,"1"1"1,-1-2 0,2 1-56,1 6 0,0 2-15,1 0 1,1 0-26,-1 11 1,-1-4-328,-2-21 0,-1-9-9481,-3-7 9659,-1-45 0,-4-18 0,0 0 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3.8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27085,'69'9'-436,"0"0"1,22 1-1,-55-3 1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4.2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0 155 27858,'0'60'249,"0"0"0,0 21-243,0-92-1,0-52 46,8-17-40,-3 1-45,8 7-173,3 42-795,37 9 1002,5 29 0,-4-4 0,-18 9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4.4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27771,'0'0'0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4.5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28131,'0'0'0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5.3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76 32 28222,'2'74'24,"0"1"0,0 2 0,-1-10 83,-1-20-96,0-8 0,0-44 12,-8-45-7,0 1 7,-14-47-23,3 27-17,3 2-252,6 18-89,30 34 358,27 4 0,-15 11 0,9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5.6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215 358 28446,'-54'-23'16,"0"-1"1,-32-25-22,79-32 5,16 4-40,16-1 1,-2 52-34,-8 31-78,-24 34 151,-26 2 0,17-19 0,-6-2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5.8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28418,'1'91'33,"0"-1"1,-1-4-1,2-7-21,7 18-12,3-3 0,2-36 0,1 1-14,-2-9 0,-1-2-434,8 40 448,-11-37 0,-9-37 0,-2-8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6.0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55 27191,'76'-15'-173,"0"1"1,-17 2-1,-11 3 1,-22 5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6.2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1 114 28093,'2'61'48,"0"-1"1,7-3-1,9-14 31,22-29-62,16-32-6,-14-10 0,-14-47-11,-20 10-28,-7 1-3657,-11 8 3685,2 34 0,-3 5 0,6 13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6.6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97 28115,'1'60'112,"0"-1"0,1 3 0,1-17-95,-1-36 0,3-33-17,-5-51 5,19-18-5,3 16-5,12 33-174,11 25 179,-6 32 0,-8-10 0,-9 11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9.04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0 408 28087,'9'-66'26,"-1"0"0,4-4 1,4 8-16,17 4-34,8 2 1,-2 28 0,-7 27 5,7 40-11,-12 25-476,0 29 504,-13-5 0,-8-36 0,-6-22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9.2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131 0 28322,'1'68'26,"0"0"0,0-6 1,-1-7-27,-6-6-11,-4-18 11,-43-9 0,34-17 0,-27-9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39.4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27411,'0'0'0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2.4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286 1 27869,'-29'72'-4,"0"1"0,7-6 1,17-7 31,72 3 16,-22-9-38,-25-13-6,-31-15-39,-29-9-34,-11-13 39,-2-6-274,-9-6-112,18 2 420,4-2 0,16 8 0,16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2.9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 0 28283,'0'82'54,"0"0"0,-1-6 1,2-5-53,2-18 1,3-5 3,11 21 11,27 10 27,9-54-4,7-31-7,-19-28-16,-20-6-11,-16 2-18,-2 27 7,12 3-6,1 8 11,18-16 0,-16 0 5,2-33-5,-15 15-11,-3-26-79,-8 15 90,2-17 0,-2 31 0,4 1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3.5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191 1 28199,'-53'44'46,"-1"0"1,6-3 0,12 1-47,38 34 0,12-25-11,28 2 45,12-45 38,11-41 24,-22-21-68,-20-4 0,-18 13-34,-5 42-5,0 17-28,0 18 39,20 39 0,-15-40 0,16 17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3.9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 44 28205,'-5'82'15,"0"0"0,1-7 0,4-5-15,11 7 0,8-8-12,6-11-16,4-4 23,-11-25 89,-3-27-39,-14-27 5,-14-61-45,8 32 1,0-4-9,-3-16 1,1-2 2,5 6 0,3 4 0,8-24 0,15 47 0,7 76 5,-6 4-10,-6 57 5,-31-22-68,-12 1-6771,-3-31 6839,5-35 0,15-8 0,7-7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4.2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121 0 28418,'-33'66'1,"1"0"1,3-4 0,8 1-5,15-3 1,9-2-10,10 29-69,1-22 0,11-4 81,14-25 0,3-7 0,7 24 0,10-29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4.5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29 118 28199,'-8'50'81,"-1"-1"1,-2 39-66,12-81-16,2-11 6,-3-23-6,0-11 6,0-19-12,3 13 0,13-21-358,10 31-352,23 4 716,3 19 0,-17 9 0,-8 2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4.81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47 126 27953,'-3'51'114,"1"1"1,22 29-92,28-90-1,10-30-11,-17-28 40,-18-2 27,-37-10-72,-28 45-51,-24 22-28,8 32 73,18 65 0,29-48 0,11 25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5.0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54 28076,'5'51'-3,"-1"-1"0,15 29 20,33-73 11,20-24 79,-23-23-7,-3-4-4,-57-23-46,-36 31-67,-19 6-117,3 40 134,27 23 0,21-4 0,13-2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5.3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28339,'17'69'30,"0"0"0,-2-3 0,-1-5-25,0 14-5,-6-25 0,-2 0 0,7 32 0,-6-17 0,-2-30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5.4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27914,'87'0'-185,"0"0"0,-32 0 0,-7 0 0,17 0 1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5.6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27501,'0'0'0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5.9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0 28384,'-1'73'16,"1"0"1,-1 0 0,-1 13 0,2-3-20,4-2 1,3-5-250,15 18 252,11-5 0,-10-45 0,-6-29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6.2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36 255 28406,'-12'-60'7,"-1"1"1,2 2 0,12 12-14,29 27-16,0 3-62,11 36-140,-26 12-23,-20 15-3612,-22-13 3859,-4-15 0,5-19 0,17-1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6.5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94 195 28059,'-16'-54'143,"0"0"0,-16-32-143,23 92 22,-4 21-5,9 19 0,4 10 13,-2 16 1,1 3-23,3 1 1,3 3-2,3-11 1,1 3 0,2-4-6,7 8 1,2-3-6,0 9 1,-1-4-1001,7 19 1003,-30-49 0,2-37 0,-12-12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6.7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51 27835,'71'-13'-101,"-1"0"0,27-5 1,-70 11-1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6.8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28339,'0'77'2,"0"0"0,0-6 0,0-5-36,3 7 34,1-21 0,1-3 0,0-5 0,2 15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7.01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28132,'76'2'-138,"-1"-1"0,-16-2 1,-12 1-1,-19 5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7.21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0 28395,'0'66'-17,"1"0"0,2 5 1,-2-6 16,-5 0 0,5-13 0,-7-21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8.1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70 28294,'4'64'9,"0"-1"1,-1-4-1,0-7-9,-1-4 208,1-10-197,-1-24-6,2-22 1,-8-23-6,0-17 0,-6-22 0,6 3-6,4-6-139,29 20-46,5 22 191,23 18 0,2 7 0,-17 1 0,41 2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8.3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25 330 28059,'71'-13'52,"0"0"0,-7 2 1,-13-10 65,-21-56-23,-18 22-34,-50-28-49,-28 52-12,-14 6-157,-5 70 157,56 20 0,4-5 0,25-12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8.6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 82 28154,'19'98'107,"39"-25"-62,8-84 83,22-35 7,-60-17-113,-24-1-16,-62 9-12,-17 42-218,-2 39 224,31 22 0,30-2 0,18-12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8.8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28434,'3'83'4,"0"0"0,1-5 0,0-7-10,3 17-25,-1-33 0,-1 1 31,1 34 0,-1-19 0,-5-32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17 28289,'90'-4'-574,"-1"0"1,-35 1-1,-6 1 1,27-1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5:59.1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27771,'0'0'0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0.65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28104,'5'67'50,"-1"1"1,0-6-1,1-5-39,2 5-11,-2-9 34,2-9 0,-3-38 38,-1-41-21,-1-41-34,-4-3-29,0 2-16,18 44-280,26 6-235,10 16 543,26 4 0,-45 4 0,0-2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0.8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28132,'8'70'44,"0"0"1,-2-8 0,4-5-39,14 11-2604,-5-20 2598,-5-13 0,-6-19 0,-10-20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0.9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25792,'0'0'0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1.41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266 80 28266,'-62'-24'80,"0"1"1,7-1-1,11 16-63,13 83-11,20 9-6,16-32 0,5-1 5,17 28 1,42-26 11,-7-49-1,4-28 1,-23-7-11,-11 18-6,-18 23 0,1 34 0,-11 20 0,-8-15-6,-22 16-39,-13-37-156,-12-6-1955,18-44 2156,14-2 0,17-9 0,2 16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1.7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28418,'0'67'28,"0"1"0,3-3 0,2-2-23,9 31-5,10-3 17,-6-37 0,2-3 67,4 14-79,10-21-5,-17-51-5,13-43 5,-3 18 0,9 32 0,-10 31-3,-10 17 0,-2 7-131,11 34 134,0-44 0,1-3 0,-4 7 0,13-35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2.5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28418,'13'69'22,"0"0"0,-2-4 1,0 0-21,-2-2 1,0-2-11,0-5 0,-1-1-32,1-2 1,0-3 39,4 9 0,-8-43 0,-4-12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2.6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17 28132,'95'-5'-552,"0"1"1,-29 0 0,-9 1 0,-4 3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2.92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28524,'38'66'10,"-1"0"0,0 1 0,1 15 0,-3 4 0,-8-2-10,-15-16 0,-7-2 0,-2 2-655,0 11 0,-2 2 0,-4-5 635,-2 9 0,-6-8 20,-5-15 0,-1-10 0,1-20 0,4-8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2.1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28121,'40'74'11,"0"-1"0,-3-2 0,-6-4-27,-2 20 4,-11-2-192,-10-30 0,-6-1 204,-24 36 0,16-18 0,-19-32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4.2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53 0 28429,'5'66'-2,"-1"0"0,0-7 0,-6-10-87,-13-17 89,-8-12 0,11-10 0,-2-7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4.42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27321,'0'0'0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5.5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167 1 28166,'-42'68'63,"0"0"0,3-4 1,9 0-64,21-1 0,7 1 0,-1 3 0,4 1-9,1-2 1,7 0-295,14-1 1,10-9 302,37-5 0,-11-10 0,-15-30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5.8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8 108 28149,'1'59'-6,"0"0"1,1 38 133,-2-72-105,0-21 22,-7-32-6,6-28-39,-3-26 0,15 17-11,16-1-594,15 39 605,10 4 0,-20 18 0,-8 5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6.0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1 173 27522,'59'6'175,"1"0"0,-3-11 1,-11-10 3,-27-36-39,-16-21-112,-43 43-50,-20 17-62,-1 30 84,17 58 0,29-43 0,12 25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6.3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61 27617,'24'93'-45,"7"-21"84,21-73-33,-1-14 386,-2-27-11,-27-9-320,-42-8-55,-13 22-17,-38 16-2985,37 25 2996,13 14 0,16-5 0,13 3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6.5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28306,'1'77'11,"0"1"0,-1-5 0,2-5 0,3 20-22,-2-35 0,2-1 11,11 30 0,-7-18 0,2-33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6.7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32 28009,'95'-9'-222,"1"0"0,-33 1 0,-8 2 1,9 6-1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6.8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27231,'0'0'0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7.3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23 28098,'6'57'4,"-1"-1"0,1 2 0,-1-7 102,-1-8-72,-3-18-6,-6-27 39,1-50-45,-1 6 1,5-39-23,17 32-6,11 2-291,26 27 297,6 34 0,-22-6 0,-8 11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7.5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 1 28037,'-4'57'39,"-1"0"0,-2 42-39,2-56-33,3-8-802,1-12 835,1-24 0,0 3 0,0-16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7.6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24803,'0'0'0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8.1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205 55 28272,'-55'-18'22,"0"0"1,-34-1-18,83 77-5,8-14 6,29 15 0,15-40 16,21-16-22,-15-15 22,-8-7-22,-25 26 12,-6 36-18,-28 25-5,-6 1-96,-38-2-929,11-42 1036,3-28 0,21 1 0,19-24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8.5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28294,'5'68'18,"0"0"1,-1-5 0,0-6-19,-1 4 6,4-7 16,2-11 118,5-6-134,0-43-17,8-9 16,13-19-5,13 25 0,-3 25 0,4 39-184,-24 2 184,-6-1 0,-13-22 0,-6-23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8.7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28345,'2'68'24,"0"-1"0,-1-5 1,1-4-25,4 15 0,2-9-28,11 5 28,-10-20 0,2-11 0,-11-21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8.8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52 27841,'80'-14'-127,"-1"1"1,-17 3-1,-12 1 0,-21 4 1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9.1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28334,'39'77'16,"1"1"1,-4-5 0,-6-5-6,-12 10 0,-11-25 1,-4 0-12,-8 34 0,-1-7 0,-3-39 0,4-31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29.4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85 0 28283,'2'63'13,"-1"0"0,0-6 0,0-8-1,1-12-68,-2-3-230,-13-16-319,-1-15 605,-18-28 0,17 7 0,-3-6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31.46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26242,'0'0'0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4.6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80 28009,'4'72'41,"0"1"0,-1 3 0,1-9 4,-1-10-6,1-16-5,-2-42 10,-1-33 74,-1-38-68,-3-5-44,1-16-6,-2 27-73,7 6-302,27 31 375,55 5 0,-38 15 0,26 9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5.0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88 381 28367,'-26'-62'13,"1"-1"0,1-4 0,12 8-24,26 14-6,25-14 1,14 40-24,7 13-21,-19 34-46,-23 17-436,-25-2 543,-11-10 0,6-22 0,-1-6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5.3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265 1 28171,'-60'1'48,"0"0"1,2 16 0,11 9-38,26 31-5,3 28-18,28-32 1,8-3-106,10 8 117,25-18 0,4-8 0,-18-19 0,34-12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6.1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127 1 28289,'-35'76'26,"0"1"0,3-5 0,9-4-26,22 15 0,7 0-5,11-7-18,4-29 1,7-2 22,17-1 0,2-5 0,8 21 0,11-21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6.40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 93 28222,'-4'62'42,"0"1"1,2 4 0,-3-25-37,1-43 11,-1-3-17,0-41 0,2 2 5,3-18-27,20 2-40,-1 7-582,43 12 644,-3 29 0,-12 1 0,-11 10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6.6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 81 28020,'-8'56'106,"0"1"1,13 37-68,33-78-5,23-37-34,-6-9 44,-9-50 7,-33 14-51,-34 0-17,-17 27-28,-9 37 45,13 52 0,23-24 0,9 20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6.9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1 142 27891,'25'46'47,"1"0"1,36-10 92,-17-54 0,-2-18 118,11-47-224,-50 16-18,-51 17-32,-13 35-292,-3 35 308,25 20 0,23-1 0,14-7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7.1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 1 28373,'-4'72'1,"-1"0"1,0-3 0,2-5 15,3 16-17,4-1-218,2 15 218,-1-17 0,-1-17 0,-6-29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7.2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74 28048,'92'-20'-355,"0"1"0,-22 3 0,-13 4 0,-19 6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7.4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27321,'0'0'0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09.8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0 121 27527,'22'-76'795,"-6"32"-727,-8 93-68,-3 51 0,-1-47 0,1 2-14,2 10 0,5-1-2108,3-10 0,3-6 2122,13 11 0,-5-28 0,-15-26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10.0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107 255 28446,'-32'-56'-2,"-1"1"0,5 4 0,14 8-9,33 16-213,22 4 173,-9 24-201,-3 11-890,-49 34 1142,-13-7 0,-5-6 0,13-17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10.4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197 8 28188,'-53'-4'50,"-1"1"1,-30 9-18,79 74 7,10-7-1,7-2 0,5 4-25,2-11 0,2 0-14,7 13 0,-2-1-3,-7-12 0,-3-6-176,3 20-834,-33-36 1013,-23-55 0,11 11 0,-7-23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10.5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1 106 27460,'84'-26'-186,"1"-1"0,-30 13 0,-7 0 0,11-10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10.6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 1 28182,'-8'73'7,"0"0"1,1-6 0,5-5-19,16 19-230,-4-23 241,7 10 0,-14-45 0,-1-5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10.8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51 27852,'93'-13'-171,"0"0"1,-34 2 0,-8 3 0,20 3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44.3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315 44 28009,'-56'-13'0,"0"-1"0,-37-3 0,75 39 0,-2 9 0,6-7-11,1 6 11,9 0-12,3-9 1,1 15-11,1-12 22,12 0 17,0-11-12,28-8-5,-17-5 11,17-7-5,-17 1-6,-4-2 0,14 4 0,-5 8 0,5 1 11,-8 6 45,-13 19-56,-7 1 23,-1 5 38,-8-2-38,-14-18-7,-21 3-16,-4-13 0,-35-1-22,17-5 22,-9-5 0,32 4 0,17-3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45.4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536 108 27998,'-57'-30'-4,"-1"0"0,6 0 0,8 12 4,17 30 0,9-1 6,-7 18-12,17-8 6,-2 23-16,8-20 10,0 20-22,2-22 28,14 0 17,-1-11-12,24-6-5,0-4 6,10 2 5,-10 2-11,14 9 0,-29-4 0,10 16 11,-25-9 12,-23 26-23,-6-20 5,-43 15-5,-12-24-22,-21-3-129,3-7-62,29-10 213,10-13 0,39 8 0,0-7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47.7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67 75 28171,'-3'63'2,"1"1"0,-1-7 0,1-5-2,2 4 17,0-15-29,-6-19 1,-2-20 6,-5-30-1,-1-22-5,7-16 11,0-15 0,5 16 0,10 7-6,16 24 6,0 5-17,10 13-55,-5 11-684,5 15 756,3 3 0,-13 0 0,-8-3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48.3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298 417 28266,'-58'-9'15,"0"0"0,4 0 0,9-5-15,17-23 0,0-25 0,13-2 0,3-1-11,29 2 11,15 26-11,23 6 5,-8 15 6,0 28 0,-30 26-28,-13 21-67,-26 10 95,-2-21 0,2-21 0,14-20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6:48.6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274 1 27830,'-71'23'72,"-1"-1"1,12 4 0,13 3-73,24 25-11,40 17 0,31-25-5243,41-7 5254,-14-18 0,-14-19 0,-42-2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23.4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 1 27947,'-5'74'48,"0"-1"1,-1-1 0,1-3-21,3 31-840,0-41 1,0 3 816,0 9 1,3 8-1,3 11 1,3 11 0,0 3 17,-2-18 1,0 2 0,-1 4 0,1 3-655,0 0 0,0 5 0,0 2 0,0 0 0,-1-5 633,0-14 0,-1-3 1,0-1-1,-1 1 0,1 3 1,-2-1 1,-1 3 0,0 2 0,1 0 0,-1-2 0,2-3-174,1 3 1,2-2 0,-1-2 0,1-1 0,-1 1 169,0 0 0,-1 0 0,1-1 0,0 1 0,1 0-75,1 5 1,2 2-1,0-1 1,-1-2-1,-1-7 75,0 14 0,-1-7 0,-2 0 0,1 6 0,-2 1 0,-3-6-4,-6 17 0,-2-13 4,-2 9 0,-3-37 0,14-45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24.82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1 518 24934,'71'-8'519,"0"-1"0,20 1 0,5 0-329,-22 3 1,2 2-1,7-2-942,-8 1 1,5 0-1,5-1 1,3 0 0,0 0 779,-1 1 0,3 0 0,1-1 0,2 1 0,-1-1 0,-2 1-14,-6-1 1,-2 1 0,0-1 0,0 1 0,2-1 0,3 0 4,2 0 0,4 0 0,2 0 1,0 1-1,1-1 0,-3-1 1,-3 1-6,1 0 0,-3 0 0,-1-1 0,0 1 0,1 0 0,4-1-3,1 0 0,4 1 0,2-1 0,1 0 1,-1 0-1,-2 0 0,-5 1-5,-2-1 1,-3 1-1,-2 0 1,-1 0 0,1 0-1,3-1 3,7 1 0,3 0 1,1-1-1,-1 1 1,-2 0-1,-5 0-147,-1 0 1,-5 1-1,-1-1 1,0 1 0,4 0 142,-2-1 1,4 1-1,1-1 1,-1 1 0,-1 0-1,-5 0-4,18-1 1,-5 0-1,-1 1 1,3-1 4,-11 2 1,3 0 0,0-1 0,-2 2 0,-6 0 63,18 0 1,-7 1 0,5 0-67,-6 0 0,4 0 0,1 1 1,0-1-7,-1 1 1,1 0 0,-1 0-1,-3 0 2,-15 0 0,-4 0 0,1 0 0,4 0 0,-1 0 0,4 0 0,1 0 0,0 0 0,-5 0-2,4 0 1,-3 0 0,-1-1 0,2 1 1,9-1 0,2 1 0,-2 0 0,-4-1-2,4 1 0,-5-1 0,0 0-13,-1 0 0,0 0 0,-2-1-153,-11 1 1,-2-1 0,3 0 141,19 0 0,4-1 0,3 0-7,-20 1 1,2 1 0,0 0 0,1 0 18,1 0 0,1-1 0,-1 1 0,-3 1 10,5-1 0,-3 1 1,4 1-7,-4-1 0,4 2 0,1-1 0,-1 1-45,-3 0 1,-1 0-1,-1 0 1,0 1-23,-2-1 0,-1 0 0,-1 0 0,2 0-49,7 1 0,1-1 0,-1-1 0,-6 1 38,0-1 0,-6-1 1,3 0-875,12 0 1,4 0-1,-1 0 827,1 0 1,-1 0 0,-2 0 18,-14 0 0,-3 0 1,2 0-2768,6 1 0,3 0 0,-4 0 799,-11 0 1,-3-1 0,4 0 3813,24 0 1,4 1 0,-2-2-1731,-17-1 0,-2-1 0,2-1-2468,20-3 0,3 0 0,-9-1 7383,-12-1 0,-3 1 0,19-3 0,-4 1-3826,-30 5 1,-6 1-860,38-1 676,-29-1 1,2 0-854,-8 1 0,2 1-28,21-1 1,1 0 568,-16 2 0,-1 0-519,14 2 1,-4 1 747,21 0-807,-42 0 1,-2 0-53,26-3 36,-30-3 0,-18 1 0,-22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28.33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211 0 28345,'-53'70'15,"-1"-1"0,5-5 0,11-2-15,23 32 0,14-26-34,43 19 12,30-55-12,-19-25 0,3-11-33,-3-16 0,-5-13 61,-10-13 1,-8-7 5,-8 4 0,-10-2-6,-17-15 1,-13 3-214,-35-12 219,15 40 0,-1 6 0,-16 2 0,19 25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28.65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0 274 28093,'26'-60'-122,"0"1"1,-2 1 0,0 11-7662,7 21 7783,8 7 0,-12 15 0,-5 4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29.18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 1 28126,'10'50'25,"0"0"1,4 25-4,40-73 73,-24-25 62,-2-2-157,-15 18 0,-4 22 0,-4 33 0,5 31 6,-5-8-6,1-2 0,-34-12 5,-9-31-111,-20-4-124,14-24 230,17-27 0,18 12 0,6-9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29.53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0 216 27774,'72'33'93,"0"1"0,-8-6 1,-7-17-22,-5-52 12,-21-31-16,-12-19-52,-34 22 1,-43 21-34,-13 57-515,3 38 532,24 21 0,32-12 0,12-21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29.76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39 27992,'6'54'65,"0"1"0,14-6 1,10-11 52,42-31-51,-1-16 56,-18-40-112,-41-5-5029,-12-6 5018,15 18 0,-16 23 0,16 11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30.35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211 0 28390,'-58'30'13,"0"0"0,5-4 0,15 6-13,34 36 0,33-14 5,-1-5 1,39-22-6,-13-14-11,20-8-6,-15 1-73,33-26 23,-9-17 61,-37 9 1,-3-3 11,15-31 27,-32 18-33,-45 8 0,-13 20 28,-22 2-22,10 14-6,1 27 0,25 14-286,1 18 286,35-12 0,-13-19 0,15-18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30.71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 1 28082,'0'56'33,"-1"0"1,7 42-12,35-45 34,22-25-28,6-5 23,3-51-18,-44-12-89,-5-24 56,-20-1 0,-3 32 0,0 6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30.93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28177,'23'79'31,"0"0"1,-1-6 0,-2-7-32,5-1 0,-3-6-258,-8 12 258,-7-18 0,-4-10 0,-3-22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31.27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189 407 27830,'-27'-46'154,"1"1"0,-27 5-143,3 73 0,18 56-17,49-19 6,8-7 6,40-31 56,-19-61-1,-4-31-42,-28 11 1,-5-4-20,-4-35-45,-3 33 1,-1 1 44,-2-22 0,1 17 0,-2 20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32.10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28367,'10'81'5,"1"1"1,8 6 0,8-10-6,28-11 0,26-10 0,-9-54 6,-21-56-1,-36-26-50,-12-14-6564,-9 17 6609,2 35 0,-1 22 0,7 16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32.53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214 0 28199,'-58'8'73,"0"-1"0,-32 16-68,82 49-5,36 10 0,-1 4 3,3-39 0,1-4 8,-3 11-11,-14-2-22,-45-25-309,-6-21-240,4-21 571,31-22 0,5 15 0,12-5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32.81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172 338 28485,'-49'-55'1,"0"1"1,2-7 0,21 5-13,61 1 11,12 7-5,11 40-7,-21 28-4,-34 44-46,-39-3-50,4-2 112,-8-20 0,28-28 0,7-7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33.95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307 31 27897,'-60'-10'125,"-1"-1"0,4 2 0,11 10-75,21 35-16,1 10 11,2 38-34,11-14-6,11-14 1,9-2 5,41 1-5,30-16-3,-30-49 0,-2-12 30,29-41-16,-31-7-90,-29 14-168,-1 52-4114,-4 7 4355,11 24 0,-12-15 0,-3-2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35.94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181 362 27225,'19'-66'164,"1"-1"0,-2 5 1,-5 8-25,-13 9 11,-12 9-56,-28 10-84,-19 21-11,-2 19-5,2 46 5,39 21-6,22 18-11,18-29 17,36-25 6,-4-50 95,8-27 117,-22-4-218,-13 11 6,-19 46-6,-3 36 0,-3 1 0,0 4-6,0 30-112,-1-22 1,-6-2 117,-25 12 0,17-21 0,-15-25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36.27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0 572 27118,'68'-28'-347,"0"1"0,0-9 0,-13-2 347,-26-7 560,4-40 812,-23 20-1367,9 22 1,-5 27 5,13 39 23,18 7 100,0-14-72,-2-12 5,-11-40-56,-23-16-89,-2-5 78,-7-10 0,0 46 0,0-7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36.54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102 238 28507,'-35'-59'0,"0"1"0,11 1 0,16 12-45,43 27 23,3 19-34,-14 17-134,-43 30 190,1-16 0,-9-3 0,15-19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37.02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45 1 28373,'-14'59'11,"1"1"0,-1-5 0,11-5 1,40 9-7,11-19 12,19-8 5,-20-46-22,-21-6-22,-12-38-577,13 0 599,15-6 0,-11 21 0,-1 18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37.29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61 301 28518,'-19'-63'2,"0"0"0,2 6 0,12 7-13,41 6-40,-4 20-61,-5 31-313,-21 13 425,-18 27 0,1-29 0,0-3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37.92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158 358 26922,'10'-63'213,"-1"1"0,-3-5 0,-7 7 229,-13 10-195,-29-6-169,6 60-22,-6 16-25,25 23 0,6 12-12,5 9 1,4 2-15,-1 0 1,3 3-1,10 21 1,4-3-3,-2-28 0,2-5-1,0 2 1,1-8-25,1-11-17,-12-45-51,-5-50 51,2 2 33,-2 4-5,4 17 6,23 33 5,15 19 0,39 0 0,19 4 0,-12-24 5,7-25 1,-56-12 5,-4-2-5,-41 0-2515,-8 20 2509,-1-2 0,4 13 0,11 4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38.25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36 28110,'30'51'53,"0"0"0,33 23 48,13-84-51,-30-10 34,-31-38-73,-55 9-67,-17 2-487,-7 19 543,11 52 0,36-16 0,10 25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38.52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11 166 28042,'0'56'238,"0"1"0,0 34-226,2-89-7,-5-18-5,0-31 0,-2-10 0,4-2 0,23-18 0,-1 27-61,34-4 61,17 49 0,-30-1 0,7 16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44.10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302 328 28412,'-76'19'5,"1"0"1,15 6 0,11 8-6,8 47-6,64 11 6,45-54 0,-16-22 0,3-11-3,3-20 1,-3-10 2,21-28 0,-49 2 0,-11-7 0,-9 7 0,-5-2 0,0-13 0,-1 1 0,-1 14 0,0 3 0,0-37 0,0 68 5,0 20 6,0 73 1,0-1-12,0-7 0,1 1 5,9 29 18,-4-9 77,7-32-88,-3-49-12,3-13 0,21-29 0,4 6 0,4 1 0,0 38 0,-16 30-308,-2 15-600,6-6 908,-13-24 0,2-19 0,-13-11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44.28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28222,'9'68'14,"-1"0"1,1-7 0,-2-9-31,-1-15 16,1-8 0,-5-14 0,0-5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44.41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25972,'0'0'0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44.66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28294,'48'52'5,"1"-1"1,0 1 0,20 18 0,-18-7-6,-40-7 0,-2-11 0,-4-21 0,-4-8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45.02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190 457 28210,'-25'-57'73,"0"-1"0,-14-28-73,-6 92 6,16 43-6,2 28-12,31 18 7,15-27-6,40-27 11,-6-54 0,4-38 5,-24-10-5,-24 10 0,-5-4-123,-3-35 123,0 21 0,-2 3 0,1-1 0,0-2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45.34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28132,'4'75'33,"0"0"1,0-6 0,1-9-29,6-12 46,-2-8-51,0-30 5,-4-38-5,0-12 0,2-40-5,7 25-482,17-3 487,0 25 0,-4 16 0,-13 11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45.60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148 412 28485,'-41'-67'7,"0"1"1,2 5-1,12 4-7,40-13 0,3 24-5,18 1 5,-14 47-12,0 31-60,-17 6-740,2 28 812,23-22 0,-17-12 0,16-11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45.81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0 316 28216,'39'-55'8,"-1"0"1,1-1-1,12-19 1,-8 18 13,-17 40 12,4 45-29,0 8-5,-7 9 0,0 5 0,21 30-356,-11-40 1,0-4 355,15 7 0,-10-29 0,-26-14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46.49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1 404 28412,'5'-67'28,"0"1"0,2-6 0,5 8-28,15 5 0,-1 8-6,3 27 6,-7 80-5,-9 22-29,-6-28 1,-2 2-309,-3 2 0,6-8 342,30-10 0,-19-6 0,17-29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46.73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0 189 27964,'64'18'106,"-1"-1"1,-5-2-1,-11-12-39,-18-40 17,-14-4-33,-9-4-23,-35-9-23,-18 17-5,-21 9-22,14 36-275,29 49 297,57 11 0,-17-10 0,24-18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47.08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325 375 28322,'-80'-7'17,"-1"-1"0,14 10 0,12 13-17,14 48-11,46 19 11,37-46 16,18-18 68,1-61-33,-25-12-40,-24-1 0,-7-6-11,-4 11 0,-1 1-53,-1-9 0,2 2-261,10-20 314,22 30 0,-15 34 0,12 8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47.39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145 317 28546,'-48'-61'0,"0"1"0,13-2 0,22 8 0,56 15-5,17 5 5,-15 28-6,-23 23-50,-51 34-95,-4 1-779,-1-3 930,47-20 0,-1-22 0,23-7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47.64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64 1 28317,'-14'66'7,"0"0"1,7 3-1,9-7 21,23-5-11,-1-4 5,-48-9-22,5-29 0,-8-1 0,17-13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48.13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244 0 28418,'-62'21'37,"0"1"0,4-3 1,13 6-33,28 38 12,18-9-11,35-8 10,21-34-4,5-26 32,-7-22-44,-34 25 0,-7 5-16,-12 29-91,11 6-654,34-12 761,15-14 0,-8-5 0,-15-9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48.61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1 215 28507,'13'-51'0,"-1"0"0,15-30 0,-4 63 0,4 9 6,15 4-6,-4 28 0,0 2 0,-15 49-23,-15-3-727,-5 7 750,23-30 0,-19-25 0,20-20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48.95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203 442 28395,'-55'6'3,"0"0"0,-31 15-3,79 27 0,26 11 0,17-22 11,18-8 6,0-58-6,-18-10-3,-18-8 1,-5-6-4,8-41 1,-1 0-9,-10 43 0,0 3-377,3-17 380,-4-3 0,-3 31 0,-6 15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55.74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278 206 28026,'-15'-54'39,"-1"1"0,-15-33 6,-9 75-28,5 10 67,-24 37-12,22 26-64,19-14 1,3 3 8,4 32 22,43-6 34,21-52-23,32-21-10,-6-36-1,-27-1-39,-23 6-67,-24 47-90,3 4 157,17 22 0,-13-28 0,12-3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56.36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128 55 28597,'-35'62'3,"0"-1"1,4-4 0,8-8-4,20-13 0,9-9 0,30-9 6,15-18 10,16-17-4,-20-2-12,-23 9 0,-19 17-6,-5 17 0,19 1 6,17-12 0,16-33 0,-2-27 0,-20-12-16,-13-15-281,8 18 297,18-10 0,-13 29 0,3 9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56.73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98 1 28115,'-12'79'87,"0"1"1,0 10 0,0-4-29,3-33 0,1-3-25,-7 48 33,1-32-62,10-55-5,17-25 0,10-22 0,36-33 0,-7 18 0,-2 25 0,-24 37 0,-21 41-39,-13 22 39,3-15 0,-4-9 0,6-28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56.89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64 0 28194,'-13'72'7,"0"0"0,3-8 1,0-8-8,0-10 0,6-22 0,1-9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57.02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26152,'0'0'0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57.26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81 1 28020,'-10'65'91,"0"1"1,-1 17-1,0-2-68,0 16-18,3-20 1,1-2-6,1 13 0,1-18 0,3-36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57.54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39 352 28462,'-9'-63'22,"1"0"1,0-4 0,8 6-29,20 7 6,7 10 0,-1 45 6,-10 51-12,-27 25-61,-5-2 67,-22-6 0,21-48 0,-4-2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58.5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336 0 28446,'-36'66'11,"1"0"0,0-3 0,2-4-5,-15 28-9,16-29 0,-1 1-42,6-6 1,2-1-1239,-6 40 1283,58-56 0,-4-29 0,22-22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58.75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81 0 27824,'-30'64'0,"1"1"0,11-8 0,14-12 73,34-27-28,24-18 72,12-38 158,-26-18-203,-2-6-10,-52-3-62,-18 40-252,-12 25 252,10 38 0,17-6 0,14 3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59.02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 43 28210,'60'29'101,"-1"0"0,-2-9 0,-11-16-56,-22-38-6,-23-21-39,-54 32-56,-24 10-90,6 30 146,19 24 0,42-16 0,9 2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7:59.46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228 0 28266,'-32'76'15,"0"1"0,2-6 0,3-4-9,-4 15-1,5-5-5,2 6 23,10-31 10,3-16 57,16-73-56,6-11-20,2-9 0,4-6-12,6 6 1,4 0-3,9-13 0,3 3 0,-6 15 0,4 6 0,9 7 0,1 15 6,6 28-6,-9 45-23,-73 35-21,-11-2 44,-5-44 0,-2-8 0,12-8 0,-4-8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02.32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339 47 28143,'-64'-15'0,"-1"0"0,6 2 0,7 9 0,10 23 0,8 8-5,11 16-12,27 5 17,15 0-6,49 6 17,7-13-5,4 8 28,-30-11-18,-28 1-16,-54-12-11,-15-3-6,-22-10-251,17-23-63,25-14-318,26-4 649,29-11 0,-15 24 0,13-1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02.87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171 1 28384,'-6'90'24,"-1"1"0,2-8 1,2-3-25,1-14 0,1-6 0,1 29-59,0-29 0,0-5-512,-2-3-342,-6-12 230,-16-34 1103,-9-37 336,-9-5-414,15-3-320,17 15 0,25 18-5,48 4-17,23 12 11,5 0-11,5 15 12,-44 0 10,3-5 12,-13-13 27,-8-43-38,-12-3 49,-19-45 1,-47 25-50,0 6-35,-51 29 1,31 61-487,9 30 498,58 26 0,3-30 0,25-23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03.19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58 27874,'26'52'87,"1"0"0,17 33 137,-37-63-185,-5-12-11,-19-11-17,1-24 6,-2-23-17,9-1 0,27-24-11,-2 35-151,20-4-3961,-8 39 4123,2 23 0,-12-5 0,-6 8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03.38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28098,'4'52'0,"-1"1"0,7 40-1131,-3-71-4605,4-13 5736,-7-16 0,1-4 0,-3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03.62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 10 27807,'-1'51'36,"0"1"1,14 30-3,45-68 5,6-29 84,-3-8 118,-25-36-208,-62 11-66,-19 5-113,-7 23 146,3 44 0,35-13 0,5 17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03.91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0 416 28082,'1'-68'67,"-1"1"0,3 5 0,3 6-56,10 1-5,7 7-6,2 11 0,9 15 0,3 35 0,5 38-168,-8 30 168,-8 8 0,-15-36 0,-5-24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04.35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363 59 27942,'-64'-21'125,"-1"0"0,-1 7 0,11 11-80,23 23 11,-3 39-34,25 5-16,20-2 22,36-4 5,27-41-27,22-3-1,-6-12 1,-33 12 0,-23 35-6,-77 22 5,-1 3-8,-11-35 1,-8-8-32,-24-7 34,4-39 0,40 8 0,31-27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07.58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250 0 27516,'-43'65'212,"0"0"1,2-3 0,5 3-196,11 8 0,5 1-12,7-17 1,2 1-17,-6 38 0,16 3 11,41-10 0,6-7 0,-33-25 0,2-4 0,28-1 0,0-1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0.97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326 62 26906,'-66'-24'285,"-1"0"1,-1 10-1,12 15-139,26 35 33,-4 38-179,30-14 34,40 0-23,24-25 6,25-45-6,-20-9 45,-22-18 129,-27 8-185,-15 27 0,-9 10 0,-12 34 0,-16 34-23,-5 8-77,0-4-830,-12 0 930,15-45 0,8-4 0,10-21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1.10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0 163 27622,'74'-28'-466,"-1"-1"0,1-3 0,-14 3 1,-29 9-1,-1-4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1.33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 23 28216,'-9'58'-6,"0"1"1,-5 37 5,14-66 11,41-13-11,6-34 0,32-24-34,-25-12-716,-5-19 750,-22 28 0,-5 8 0,-10 16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1.67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197 306 28384,'-53'-26'22,"0"-1"1,-31-23-18,79 15-5,3-1 0,30-17-16,9 15 4,14 3 12,-15 29-56,-20 38-1232,-27 11 1288,1 5 0,-4-19 0,8-18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1.98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79 32 28110,'-23'64'42,"1"0"1,0-7 0,11-8-9,27-14 0,9-11 38,26-11-4,-7-22-57,4-28-11,-15-25-375,3-21 375,3 8 0,-12 29 0,-4 21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2.29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47 304 28546,'-13'-70'0,"1"0"0,-4 14 0,11 8-28,45-2-16,-12 41 10,-14 19-218,-9 35 252,-18 4 0,3-7 0,-1-18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2.66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1 296 28216,'5'-60'16,"1"0"1,-1 5 0,4 8-17,14 8 17,7 11 0,-7 21-6,0 44-16,-13 4-74,0 42 79,37-36 0,-30-8 0,29-22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2.89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0 178 28210,'61'-7'62,"-1"-1"0,34-12-18,-83-16 7,-26-10-46,-27 14-16,-6 4-45,-19 31-330,37 39 386,18 15 0,11-9 0,15-14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3.19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21 0 28423,'-4'62'24,"-1"0"0,0-3 1,2 1-25,1 5 0,2-2-6,-2 28-36,2-28 0,0-5 42,0-10 0,0-8 0,0-32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3.31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29 27555,'86'-8'-192,"1"0"1,-33 1-1,-7 1 1,21 6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3.63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46 312 28535,'-18'-56'0,"1"-1"0,6-2 0,11 6-5,31 9 5,-1 7 0,-17 31-101,-8 35-3633,6-1 3734,16 16 0,-22-34 0,3-2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4.16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1 454 28166,'5'-61'39,"0"1"0,0 3 0,2 6-5,9 0-1,8-15-27,3 17-6,9 7 6,-7 26 5,9 49 17,-13 22-23,0 28 7,-12-19 105,-8-11-94,-1-41-18,7-25-5,0-10-5,15-33 10,-3 18-5,7 23 0,-13 19 0,-3 48 11,-12-17 6,11 7-17,13-54 0,6-4 0,15-33 0,-9 12 0,1 8 0,-17 36-5,-4 10-197,-17 46 202,-1-15 0,0-8 0,0-19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4.54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52 78 28110,'-7'62'46,"1"0"1,0-4 0,0-5 3,-1 4-5,-2 14 140,3-15-180,1-28 6,10-31 1,3-47-12,22-44 0,-12 39 0,2-1 0,1 2 0,2 1 0,6-3 0,3 8-6,17 13 6,-6 14-6,-13 70 6,-47 33-3,-3-28 1,-7-1-113,-4-4 0,-3-8-1072,-18 4 1187,20-37 0,31-16 0,1-5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4.80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93 1 28474,'-12'73'18,"0"1"1,2-5 0,1-4-19,6 11 5,-2 2-2,-1-28 0,0 0-3,-6 21-1848,-5 19 1848,23-83 0,-9 14 0,18-44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4.97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13 26054,'69'-1'-148,"-1"0"1,-7 1 0,-9-2 147,-15-2 0,-20 3 0,0-3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5.48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43 1 28395,'-5'63'9,"1"0"1,0-6-1,9-13-3,25-25 5,14-12-11,12-31 6,-16-3 78,-11-34-62,-22 27-22,-4-6 0,-3 33 0,0 11 0,0 20 6,0 27-6,-2-10 0,-9 29 0,-11-15 0,-15 9 0,5-19 0,-5-7 5,20-21-10,-8-5-516,4-8 521,1-12 0,5 6 0,10-6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5.77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28322,'44'70'28,"0"0"0,1 0 0,6 12 0,-8 0-6,-11 18 1,-16-6-17,-25-1-37,-18-13 0,-12-6 31,-39-14 0,10-11 0,28-28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18.56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155 1 28098,'-33'61'7,"1"0"1,2-5 0,5-7-31,3-4-397,10-12 420,39-15 0,-20-8 0,25-10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22.41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376 48 27970,'-63'-17'78,"0"-1"0,0 6 1,10 13-68,21 38-5,6 31-6,28 20 0,17-16 16,28 6-4,-20-33 60,-9 3-72,-34-24-5,-38-10-79,-1-17-588,3-5 672,43-30 0,7 21 0,21-14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22.87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15 0 28367,'-1'54'47,"-1"-1"1,-2 39-36,0-62 38,1-5-44,8-10-6,8-17 0,8 1 5,12 3-10,12 5 5,14 8 11,-1-32-11,-12-3 5,-19-34-5,-20 4-5,-4 4-354,-3 1 359,2 24 0,-2 6 0,2 9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23.39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256 0 28194,'-59'27'82,"1"-1"0,5 0 0,11 4-60,16 47 1,14 3-18,7 6 18,19-34-1,40-30-16,14-55 5,1 0 23,-4-43-23,-43 35-28,-6 14-45,-18 36-682,0 43 744,8-6 0,-4-5 0,8-21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25.45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82 90 27936,'-9'70'102,"0"0"1,1-6 0,0-3-103,0-10 0,-1-2-6,-4 43 6,2-7-968,5-27 144,10-34-884,13-45 1708,-5-3 997,6-66-342,-11-7-378,-2 32 1,3-3-136,4 0 1,2 3-126,-1 13 0,4 4-23,40-33 12,2 51 44,6 25 6,-20 29 90,-32 55-152,-64 7-103,16-35 0,-6-5 109,-3-13 0,-1-6 0,-13 3 0,33-27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26.29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195 255 28166,'-53'28'28,"0"0"0,4 10 0,13 3-40,32 18 12,36 17 12,26-46-12,9-5 0,25-43 0,-33-31 0,-26 8 0,-3-7 0,-5-10 0,-5-2 0,-7 11 0,-1 0-23,3-10 1,-2 4 39,1-1 11,3 18 5,-11 50 23,-9 62-39,-5 17 8,2-36 0,1-1 177,-7 37-202,3-46-6,14-30 6,4-32 0,17-6 0,6 7 0,-12 31-5,-2 33-40,-15 24-201,-3-8-174,11-19 420,18-45 0,-11 3 0,8-15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26.65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35 0 28126,'-9'60'20,"0"1"1,1-6 0,2-5-15,3 1 5,3-8-11,8-1-1495,-3-20 1495,-1-12 0,-2-10 0,-7-10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26.84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26962,'0'0'0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27.13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39 0 28166,'-6'71'52,"0"0"0,1 13 0,1-6-40,4 2-7,0-17 1,-2-3-6,-4 7 0,3-12 0,-4-30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27.52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255 258 28076,'-63'16'39,"1"0"0,9-5 1,10 8-40,21 25 0,12 8 11,9 17-11,14-9 56,37-29 0,6-67 33,9-31-72,-36 12 0,-7-3-14,-5 8 0,-3 0-6,-4-6 0,-2 2-204,-1-10 207,-2 10 0,-3 27 0,0 23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27.83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4 197 27762,'-1'99'616,"-1"-34"-593,5-109-23,6-22 0,-2-2-23,19-9-285,2 32 308,39 6 0,-36 20 0,16 16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28.07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29 389 28384,'-10'-61'13,"-1"1"0,4-7 0,7 5-13,25 0-17,3 9-5,10 30-163,-15 56 185,12 36 0,-23-21 0,7 9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28.29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1 271 27970,'26'-70'9,"0"1"0,-10 14 1,6 11 46,41 11 56,-25 67-56,0 24-45,-16 17-17,-9 15-963,0-45 969,2-7 0,-3-25 0,-3-13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29.65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138 223 28541,'-38'68'3,"0"1"1,4-7 0,9-6-10,22 3 6,28-20 0,8-7 0,11-36 0,-3-42 0,-25-22-16,-16-22-12,-13 24-40,-14 19 63,12 50 5,7 8-79,44 26 46,3-20 10,48-11 18,-19-52 27,-2-28 12,-30-5 67,-23-20-23,-13 53-78,0 30 0,0 46 0,0 45 0,1-10 0,3 4 0,5 3 0,3 0-3,-2-1 0,1 1-95,8 2 0,-4-4 98,-22 17 0,13-24 0,-26-23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29.76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1 289 27925,'62'-56'-226,"1"1"0,-1 2 0,1 8 226,-8 23 0,-5 6 0,9-5 0,3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35.3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278 165 27762,'-53'-47'82,"0"-1"0,6 5 1,3 17 29,1 43-45,13 39-56,22 17-11,18-2 28,36-14 56,16-43-11,10-29 112,-26-9-180,-23-1-5,-18 25 0,-7 27-28,-3 36-151,1 5-157,-1 1 336,3-6 0,2-40 0,0-2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35.68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0 397 27880,'69'-47'-226,"-1"0"0,-4 4 0,-9 4 154,-9 5 66,-1-16 219,-18 0 532,-7 2-745,-17 37 0,-5 27 5,0 28-16,4 10-11,24-23 27,8-6 6,11-50-307,-13-20 296,-17-17 0,-12 22 0,-3 14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36.00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183 370 28468,'-51'-60'5,"0"1"1,4 5 0,14 3-6,38-4-6,24 6 1,8 8-1,2 45 0,-14 22-89,-43 44 95,3-26 0,-9-3 0,15-29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36.28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 67 28070,'-3'61'30,"0"0"0,-1-6 0,3-8-8,6-12 158,20-11-152,7-20-17,6-16 6,-1-34-6,-20-15-90,-1 0 79,9-32 0,-18 63 0,13-21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36.55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57 376 28490,'-18'-70'0,"0"1"0,1 5 0,13 6 6,52-9-12,-6 25 12,-2 37-101,-43 44 95,-10 23 0,-12-18 0,14-24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37.03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244 1 28272,'-59'68'37,"0"-1"0,5-3 1,11 3-38,28 4 0,10 2 0,-2-2 0,5 0-3,9 9 0,7-6-238,4-22 1,8-11 240,41-10 0,-23-27 0,-11-23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37.71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278 287 27421,'-2'-56'19,"-1"-1"1,-4-41 215,-5 60 84,-15 6-246,-20 27 56,-18 53-90,9 12-25,29 6 0,8 8-6,10-13 1,6 1 10,8 13 1,6-1-17,-5-21 0,4-4-233,27 35-33,-26-64 162,-2-13 45,-16-54 342,3-5-191,-1 1-78,16 22-17,6 23 0,36 9-661,14-2-1412,20-4 2073,-23-6 2487,-14-5-2347,-32 16-95,-7 11-34,-8 15 1,-3 10 94,8-14-72,-7-20-18,7-17 1,-8-41 0,19-4-90,14-13-179,9 20 252,19 20 0,-37 22 0,5 8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38.11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0 114 27908,'19'48'176,"-1"0"1,41 27-116,2-94-5,0-21-33,-27-9-1,-29-17-27,-32 34-12,-11 10-34,-5 53-44,16 7-157,30 41 202,41-38 139,15-4 18,3-40 10,-2-43-105,-15-24-7,11-12-5,-13 26-17,4 31 17,-24 66-123,2 26-151,-12 13 274,0 5 0,-8-54 0,0-3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38.32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27835,'0'63'37,"0"0"1,0-3-1,0-4-26,0 16-139,3 19 128,4-32 0,-2-6 0,1-37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38.47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19 27925,'71'-5'-1639,"0"0"1,-8 0-1,-11 1 1,-27 4 0,-11 0-1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38.70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28014,'40'62'69,"1"0"0,-4-3 1,-7-1-59,-8 28-9,-14-26 1,-4 3-3,-6-4 0,-7 1 0,-13 11 0,-4-5 0,0 5 0,-18-23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39.83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238 56 28401,'-53'-17'28,"0"-1"0,-38-3-17,65 77-11,12 15 6,17 25-6,20-23 5,36-11 46,4-48-29,-3-16 12,-6-41-18,-35-10-10,-2 2-6,-14 28-6,-3 32-16,6 32 0,18-12 22,-2 1 0,27-47 0,-14-27 0,8-15-6,-12 11-5,-6 34-17,-8 28-191,10 30 219,19 1 0,-19-13 0,9-9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0.17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239 207 28434,'-59'0'5,"0"0"1,1 11 0,12 12-11,30 48 5,21 14 5,17-25 29,40-29 5,-8-64-28,1-28-11,-36 11 0,-7-3-5,-1-35-242,-8-5 247,7 41 0,-6 13 0,5 20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0.66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66 111 28294,'-3'63'5,"0"0"1,1-5 0,1-4 5,-4 29 1,1-28 83,-5 8-84,5-58-5,-1-15 22,5-65-23,0 11-2,-1 3 0,2-3 2,15-34 1,2 2-6,29 24-6,-5 57 1,-6 47 5,-30 37-14,-22-23 0,-8 0-25,-20 25-2448,-24-24 2487,48-55 0,-2 10 0,27-25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0.89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10 26 28222,'-5'51'53,"1"-1"0,10 28 9,40-80-6,4-31-12,-3-14-44,-22-14 0,-21 22 0,-4 17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1.23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164 1 28328,'-19'62'11,"-1"1"0,2-6 1,10-6 16,28-3-17,-25-9-17,-29-6-55,-3-16-712,-5-29 773,53-11 0,-10 2 0,23 2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1.58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50 1 28093,'-11'65'56,"-1"1"0,1 9 0,3-4 50,4 18-67,1-7 45,3-34-22,15-40-45,13-30-17,15-9 5,-4-1-5,-6 23 0,-15 46-106,-5 14-196,-5 4 302,-4-8 0,-2-33 0,-1-3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2.71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299 77 28423,'-62'-25'9,"0"1"1,1 5-1,9 11-9,19 25 0,5 38-11,51 12 5,28 17-33,-11-46 0,6-8-434,7-7 0,2-12 473,-2-18 0,-2-6 0,11-1 0,-18-20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3.09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34 1 28390,'-2'66'33,"0"1"1,-1-6-1,0-7-10,-6-5 10,0-1 35,4-20-68,7-17 5,14-23-5,15-20-5,32-13 10,-3 14-5,3 32 0,-29 23 0,-21 35 0,-8 7-67,-3-23-655,8 5-1,4-64-6953,1-2 7676,6-34 0,-13 29 0,0 5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3.38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53 0 28378,'-6'58'6,"-1"0"0,-6 41-12,5-70-9825,0-4 9286,2-16 1,3-1 0,1-11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3.51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25792,'0'0'0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3.75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60 0 28283,'-7'77'41,"0"-1"0,-1-3 0,0-7-41,-1 12-5,-1 19-12,4-31 17,3 3 0,1-48 0,2-9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4.30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221 272 28026,'-56'2'30,"-1"0"1,-35 11-20,82 32-11,5 21-5,8-21-6,26 11 11,19-43 44,22-38-4,-4-34-29,-21-10 0,-14-25-22,-19 22-17,-2-13 0,-5 26 140,-3 9-17,-7 52-50,-6 14 16,-14 75-55,6-15-3,7-9 0,4 3-26,8 21-162,15 2-195,1-50 380,13-39 0,-18-12 0,0-6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4.65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36 131 28182,'-9'51'126,"-1"1"0,-4 32-120,12-83 0,2-11-1,0-22 1,0-3-1,6-5 1,15-14-6,12 5-134,16-1-85,-7 21 219,39 14 0,-54 12 0,24 2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4.91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128 199 28552,'-36'-53'-11,"1"0"0,-18-30-1,76 73 1,-11 13-73,-10 18-162,-12 0 246,-7 6 0,8-17 0,5-4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5.19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0 152 26984,'12'-46'1081,"9"1"-1070,4 14 0,17 4 62,-10 24-11,-2 14-23,-7 37-50,-13 17 11,0 6 0,-6-25 0,-1-24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5.57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71 0 28345,'-12'65'57,"0"-1"1,1-2 0,2-4-52,-2 23-3,6-26 0,2 1-20,-1 42 17,1-9 0,3-41 0,0-35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5.87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0 133 27186,'70'4'104,"0"-1"1,4 3-1,-8 1 243,-3 5-257,-1-1 56,-9-26-12,-29-15-89,-6-18 5,-32 2-44,-8 17-1,-36 22-5,7 40-302,8 15 302,46 14 0,2-22 0,24-18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6.14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36 61 27874,'56'27'227,"0"1"0,35 6-126,-75-69-23,-8-14-67,-31 13-5,-21 7-6,-9 32 0,11 27 0,5 7 0,9-8 0,-8 34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7.46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338 72 28457,'-66'-24'-2,"-1"0"0,8 5 0,8 15 2,5 54-5,21 29 2,11-29 0,5-1-3,17 28 1,23-23 10,12-38-5,14-27 6,0-24 16,-14-5 23,-6-3-39,-26 31 5,-3 41-11,-8 7-6,0 54-397,0-21 403,3 3 0,-2-32 0,2-22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7.66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1 112 27986,'71'-8'-146,"0"0"1,-5 0 0,-10-3-449,-10-12 594,-6-2 0,-15 8 0,-9 6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7.87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9 0 27863,'-2'63'46,"-1"-1"1,0-6 0,2-6-13,11-2 128,19-21-44,9-15-73,5-36-45,-18-3-90,-11-24 90,-7 17 0,-3 6 0,1 11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8.15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106 257 28586,'-31'-58'0,"0"0"0,1 5 0,16 9 0,41 19 0,-1 9-6,-3 13-151,-10 25-145,-8 1 302,-17 13 0,5-23 0,-4-2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8.57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38 1 28121,'-11'54'14,"-1"0"0,-2 38 36,43-56 29,16-17-23,4-10 28,2-38-73,-28-11-207,-3-17 196,-9 17 0,-7 15 0,-1 18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8.88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61 284 28591,'-17'-64'-2,"0"1"0,0 6 1,8 9-5,18 16-11,-3 15 12,5 14-18,-7 21-106,-4 25-83,-2-4 212,0 14 0,0-33 0,2-1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9.24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36 1 28390,'3'57'8,"1"-1"0,3 41-8,-2-62-22,-1-7-5030,-9-1 5052,-17-15 0,11 0 0,-9-12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49.38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26872,'0'0'0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50.66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39 573 27510,'65'-55'241,"-1"1"0,-10-1 0,-13 0-208,-23-15 1,-38-18-40,-9 24 18,-16-3-12,12 24 0,1 22 28,1 49 56,-9 47-73,24-13 0,2 5-11,0-5 0,7 0 0,18 17 0,11-3-3,-1-23 0,3-3-39,9 4 0,1-3-1912,9 9 1954,-39-30 0,-7-24 0,-16-5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50.78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89 28126,'65'-24'-112,"0"-1"0,-7 2 0,-5 6 112,-1 17 0,-25 0 0,-8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51.74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39 28429,'66'-2'1,"1"1"1,-5 0 0,-7-2-18,6-3-404,-12 0 420,-7-3 0,-23 4 0,-3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51.94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29 27684,'78'-5'13,"1"0"0,-5-1 0,-7 2-259,12 3 246,6-3 0,-40 3 0,-2-1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52.14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480 0 28294,'-52'64'17,"-1"0"0,4-4 0,1 1-51,2 10 1,2 1-81,2-3 0,2-3 1,5-10-1,4-3 0,-8 16 1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52.64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4 417 28462,'-2'-55'28,"1"0"0,2-43-28,22 32 0,8 7 6,3 5-6,4 24 0,-19 64-6,2 32-38,-14 15-183,-1-26 0,2-2 227,9 9 0,-4-11 0,1-27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52.88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 0 27908,'-8'57'25,"0"-1"0,7 38 31,33-72 129,20-9 6,-16-21-152,-4-24-39,-23-3-191,-9-25-657,0 26 0,0 3 0,0 18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53.12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 1 28367,'-2'79'7,"0"-1"1,0-4 0,1-5-3,1 18-5,5-7-381,9 17 381,4-27 0,-2-12 0,-5-33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53.34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28261,'3'72'15,"0"0"0,1-5 0,-2-5-15,-3 12-219,1-3 219,0 5 0,0-37 0,0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54.01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23 28104,'3'64'3,"0"-1"1,0-5 0,-1-9 19,-2-13 5,1-3 190,1-14-201,0-14-12,0-19 7,-2-34 10,0-18-22,0 1 0,3-15-6,17 40-5,11 4 11,22 43 0,-12 13-17,1 38 1,-28-6-12,-31 6-28,-4-21-538,-36-17 594,30-15 0,1-2 0,19-3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54.28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28266,'7'61'30,"-1"0"0,1-2 0,0-3-19,0 23-11,3-2 0,-2-7-274,0 3 274,-4-28 0,-1-7 0,-3-28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54.4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10 27516,'87'-1'-203,"-1"0"0,-26-4 1,-8 2-1,-2 13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56.32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0 124 28294,'26'66'7,"-1"1"1,0 0 0,-7-8 137,-16-18-139,1-21 0,-1-36-6,3-28 5,5-32 6,6-5-16,-1-2-34,8 5-34,1 42-190,2 7-1787,33 31 2050,-30 10 0,14 3 0,-34-7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56.58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121 1 28126,'-12'50'-577,"0"1"1,-14 26 576,-8-71 0,15-6 0,2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8:56.73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27141,'0'0'0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2.49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684 145 28177,'-63'-41'20,"1"-1"1,4 4-1,5 14 3,0 38 5,-6 12 2,15 4 1,-2 9-6,0 11 1,3 8-15,-6 22 0,6 4-8,12-12 0,9 2-6,11 21 0,16-2 0,20-25 1,12-5-4,12 10 0,8-8 3,-3-18 1,6-10 2,17-9 0,1-14 2,-20-21 1,-2-10 3,5-7 0,-4-9 19,-18-8 0,-8-3 48,2-25-68,-40 36-5,5 43-5,-9 25 5,12 10-28,37 11 5,23-17 23,-15-19 0,4-8 6,43-30-6,-31-9 17,-25-49 0,-33 5-12,-31-8 1,-3 27-1,-34 24-5,11 60 0,6 23-28,22 32 0,34-19 0,34-16 28,5-36 0,-3-14 6,-11-36-6,-11-22-6,17-26 12,15 4-12,13 28 6,-11 24-5,4 61-1,-21 24 1,-3 16-231,-7 10 236,-5-44 0,-11-6 0,0-25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2.74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 28070,'16'69'24,"0"0"1,-1-6-1,3-7-1,24 6-18,-10-24 135,23-5-22,-19-47-57,1-34-55,-16-6-51,-11-35 45,17 5 0,-21 31 0,19 2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3.06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219 394 28653,'-58'-18'0,"0"-1"0,4 3 0,14-6 0,34-38 0,3 11-11,22-37-6,12 32-34,18 6 23,-8 27-28,-11 42-156,-21 10-819,-18 15 1031,-3-11 0,-4-18 0,8-12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3.37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1 289 28608,'1'-60'3,"-1"-1"0,6-37-9,19 71 6,-1 13-39,14 2-353,8 8 392,12-3 0,-22 6 0,-9-3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3.60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28485,'0'79'20,"0"1"0,0 0 0,0 0 0,0 16 1,0-2-21,1-6 0,2 4 0,-1-15-73,1 12 73,4-16 0,-6-36 0,-1-32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3.83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0 115 28233,'70'-28'-172,"0"1"0,-6 3 1,-6 4 143,-5 9 224,-4 6 100,-23 39-223,-6 29-67,-17 14-6,-2-25 0,1-2 0,7 10 0,-4-12 0,3-25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4.06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26422,'0'0'0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4.34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6 359 28518,'-3'-68'5,"0"0"1,6-5 0,7 11-11,18 19 5,25-2 0,-11 61 0,5 42-84,-7 30-68,-13-5 152,32-22 0,-41-43 0,24-8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4.80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309 75 28362,'-62'-29'35,"0"-1"0,-2 15 1,10 16-30,22 44-6,-2 44-6,33-28 0,34-7 12,5-28-17,37-30 11,-9-1 5,20 7-5,-7 35 0,-23 3 6,-22 41 39,-61-17 0,-36 6-29,-12-25-13,20-28 0,0-7-59,-17-4-90,7-34 146,40-22 0,19 9 0,16-2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5.45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319 346 28026,'1'-56'134,"0"1"0,-4-5 1,-5 6-46,-19 2-77,-2 6 4,-24 24-16,3 49 0,-15 41 0,15 14 0,28-17 0,9 2-5,22 25 5,31-4 0,27-43 5,-5-45 1,1-38 11,-38-20-6,-2 3-11,-26 29 0,-1 39-56,0 47-22,40-6 72,-3-8 6,32-36 45,-25-60-34,-5-2-6,-18-5 1,-3-5 0,12-29-12,9 5 6,-11 59 0,4 84 6,-14 13-6,-4-8 0,0 3-202,9 22 202,-2-8 0,-4-36 0,-7-32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6.24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63 919 28518,'-21'-74'2,"0"0"0,6 1 0,9 5-2,32-18 0,1 19 0,4-4 3,-4 6 0,1 0-3,6-8 0,0 4 0,12-17 0,20 38-6,0 50 6,19 49 0,-22 12 0,-34 5 0,-9 8 0,-11-10 0,-3 1-3,1 12 0,-3 0-33,-2-14 0,-2-5 36,0 15 0,0-37 0,0-28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6.42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28255,'79'8'-146,"1"0"1,13-1-1,-4-2 146,-33-3 0,-5-1 0,40-1 0,-44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6.72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1 172 27701,'17'68'274,"1"0"0,-5-11 1,-2-8-269,-1-16 5,-9-36 11,-1-64-5,0-16-11,5-2-6,10-5-51,17 39-66,5 8 117,13 29 0,0 7 0,-14 3 0,36 4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7.01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75 334 28378,'-10'57'81,"0"0"1,-7 36-26,5-74-51,2-31-5,-1-8 0,7-62 0,7 16 0,5 6 0,6-2 0,22-27-8,-9 39 0,6 6-116,35-12-1253,15 38 1377,-23 25 0,-13 3 0,-32 1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7.38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346 50 28451,'-75'-20'30,"1"0"0,5 10 0,11 18-30,27 36 0,12 12 0,0 41 5,33-28-5,42-29 12,11-51 16,11-28-12,-28-5 24,-22-12-46,-23 45 6,-2 13-39,11 46-40,5-10 79,62 14 0,-51-35 0,32-4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7.74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332 0 28418,'-12'56'-3,"0"-1"0,2 35 9,41-69 10,4-11 1,0-10 6,10-37 33,-4-10-28,-7-9-28,-5 58 0,-21 64 5,-8-8 1,-4 2 2,-2-6 1,-8-2 10,-13 3 1,-10-6-9,-44 5-8,31-27 0,-3-4-3,3-8 0,3-5-6,-19 0 6,-2-25 0,47 10 0,-10-11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8.74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101 1 28602,'0'100'9,"0"0"1,0-23-1,1-1-9,5 15 0,1-4 0,0-31 0,2-5-207,2 2 0,1-7-163,4-9 51,-9-36 118,-15-36 413,-25-35 52,0 12-12,5 13 0,0 2-174,0 1-78,9 0-6,66 31-234,53 4 91,-45 6 1,5 2-76,24-2 0,-2 2 182,-27-1 0,-5 3 193,42 9 381,-48 23-364,-38 20-134,-1 15-1,29-10 6,0-25 6,51-24 0,-14-44 89,0-21-83,-29-8-6,-49-16-40,-44 40-10,-31 7-124,2 66 129,26 24 0,32-4 0,22-12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9.21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331 109 28502,'-60'-34'11,"-1"0"0,5 7 0,7 14-5,9 39-6,-2 41-6,20 7 6,41 7 11,50-30-11,14-33 6,-22-30 0,-3-10 44,10-25-16,-7-5-34,-37 22 0,-21 38-12,0 18-128,20 33 140,16-27 0,3-1 0,-2 15 0,32-12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9.45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28502,'2'74'1,"0"0"1,2-5 0,2-6-2,3 11-134,10 11 134,-10-23 0,0-12 0,-9-30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49.89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18 259 28356,'-8'-59'5,"-1"1"1,9-37-6,58 69 0,24 12 0,-29 8 0,1 6 23,39 21 38,-35 1 57,-29 29-73,-53-11-34,3 1-6,-31-9-5,26-20 0,28 4 0,25-6 0,18 5 0,7 5-6,-3 4 1,-2 4 2,2 8 1,-4 3 2,12 24 0,-100 4 0,-3-45 0,-10-8 2,-20 3 1,-4-4-6,0-3 1,4-5-10,21-4 1,7-5-330,-9-14 341,72-7 0,-13 3 0,26 6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50.32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22 0 28406,'-6'63'11,"0"1"0,1-6 1,1-6-12,4-3 0,1 4-157,0-21-800,0-10 957,-1-49 0,0 14 0,0-19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50.59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27085,'24'48'0,"-1"1"0,15 28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50.92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1 271 28339,'11'-66'30,"-1"-1"0,2 14 0,2 8-36,10 8 1,9 34 10,-4 42 1,10 32-6,-6 10-6,-15-20 1,-4 2-12,2 31-143,-10-42 1,-1-5-301,2-2 460,9-57 0,-9-7 0,9-16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51.35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354 25 28418,'-68'-12'11,"0"-1"0,-3 16 0,10 17-3,35 23 1,10 9-6,-5-3 0,5 4-1,10 13 1,14-3-3,41 8 6,30-11-1,18-77 7,-24-20 13,-42-9 0,-8-5 42,-5-16-67,-5 20 0,-12 41-61,2 66-611,15 8 672,10-3 0,-5-25 0,-3-29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51.64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73 9 28255,'0'68'41,"0"1"0,0 2 0,0-8 144,0-12-118,-9-3-55,-7-45-7,-7-41-5,5-31 0,12-27-11,24 9-6,0 30-95,34 27-532,4 25 644,13 17 0,-24-6 0,-15 7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52.04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237 1 28104,'-12'62'48,"0"1"1,0-6 0,7-5 7,32 16 39,8-29-45,8-3 29,0-63-23,-26-25-40,-1-25-16,-12 18 0,1 56 0,-1 40 0,1 22 0,-1 10 0,-2 0 0,0 0 0,-1 0 0,-4 0 11,-7-1 1,-6-8-7,-22-2 1,-25-9-12,10-30 6,-3-28 0,2-5 0,17 8 0,-37-19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52.65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28546,'0'86'13,"0"0"0,0-6 1,0-3-14,0-14 0,0-2-3,3-5 0,-1-2-36,1 45-1154,5-38 1193,-4-66 0,-1 8 0,-1-22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52.81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1 102 28283,'79'-12'11,"-1"0"0,1-1 1,12-1-1,-2 1-51,-21 7 1,1 1 0,-6 1-54,-2-1 1,-6 0 0,40-2 0,-48 2-1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53.12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35 27863,'7'70'130,"0"0"1,4 10 0,3-5-58,14 15-39,-2-9 195,-9-37-218,-20-48 1,-16-46-12,2-7 2,3-2 1,3-4-3,5 11 0,4 2 0,0-6 0,7 3-39,27-16-28,7 37 67,42 39 0,3 12 0,-29-11 0,10 8 0,0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53.37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354 458 28468,'-62'-10'56,"0"0"0,5 1 0,7-7-56,-5-45 6,18-18-6,6-1-6,42-16-11,38 44 0,22 7 6,-3 54 11,-26 15-45,-29 36-974,-18-19 1019,16-4 0,-12-19 0,15-15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53.72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323 399 28580,'-62'-14'18,"0"1"1,6 0 0,8-4-8,15-12-5,2-22-6,15 11 0,2-31 0,31 17-17,25-1 6,5 23 0,24 22-6,-38 21 17,-1 23-23,-47-11 23,0 7 0,-12-22 0,16-7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54.17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87 28334,'18'56'14,"0"0"1,15-5 0,7-14-9,27-26 25,-15-18 0,-5-11 81,-5-32-62,-15-27-44,-61 3-1,-4 26-5,-34 24-39,32 30-1355,3 21 1394,23 7 0,10-6 0,4-11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54.48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0 173 28362,'68'13'82,"0"0"0,-8 0 0,-13-14-54,-29-58-6,-26-1-22,-28 0-22,-20 29-96,6 39 118,6 36 0,31-15 0,5 8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58.01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156 0 28474,'-35'62'3,"0"0"1,3-6 0,6-7-4,9-11 67,6-6-67,15-41 0,8-7 17,21-51 16,-5 11-27,4 0-6,-13 32 6,-7 30-1,-2 27 6,10 52-11,-7-32 0,0 3 6,2 13 0,-1 2 2,-2-8 0,-4-3-2,-16 35-6,-12-41 7,-32-16-7,16-26 0,-15-2 0,44-7 0,28 3 0,16-2 0,32 5-35,-30-5-116,13-22-4400,-27-2 4551,0-22 0,-16 22 0,-4 4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1:58.39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80 1 28558,'-23'83'7,"-1"0"0,3 12 1,9-8 3,29-3-3,5-22 1,10-5-1,9-25 1,8-10-7,19-2 1,4-11-3,-13-13 0,0-12 8,15-25 1,-11-15-4,-28-5 1,-13-7-3,-3-14 0,-17 0 0,-29 11 1,-15 9-4,1 15 0,-8 15-7,-29 20 1,-1 29 6,37 29 0,9 19 0,-1-8 0,-14-18 0,5 1 0,19 39 0,0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00.49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191 0 28552,'23'53'-2,"-1"0"0,-1-4 0,5-7 2,41-4 0,-17 9 6,-10 2-6,-24 12 0,-37-17 0,-15 2 0,-13-17 6,-34-14-51,7-12-599,-13-2 644,29-8 0,27 5 0,25-5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00.67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38 27594,'69'-10'3,"0"-1"1,26 1 0,-11 3 0,-37 7 0,36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04.86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1 511 28586,'54'-47'1,"1"0"0,-1-1 0,5-1 0,1-1 0,-4 8-32,-1 6 1,-3 5-49,4-3 1,1 2 78,5 2 0,-6 5 0,-6 5 0,3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01.40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14 0 28009,'-4'77'72,"0"-1"1,1-3 0,0-7-34,3 12-11,0-5 0,8 14-28,-5-24 0,6-12 0,-8-29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03.79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163 0 28406,'-17'64'11,"0"0"0,2-6 1,3-7-12,7-13 0,4-4 6,10-3-1,3-12 1,28-1-6,23-9 5,32 3-16,-42-1 0,-1 1 5,26 12 6,-23 20 6,-45-4 0,-46 12-1,-7-14-5,-9-15 0,-7-5 0,10-5 0,0-3-17,-9 2 1,2-3-505,-29 2 521,36-27 0,27 12 0,18-15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03.95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26 27712,'92'-3'13,"-1"-1"0,-1 1 0,-4 0-13,-20 0 0,-6 0 0,10 1 0,-1-2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05.31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28367,'79'36'24,"-1"1"0,-1-2 1,-3-2-20,-18-10 1,-2-1-6,1 0 0,3 0 0,17 6 0,1 1-177,-8-3 1,0 0 176,3 3 0,-6-2 0,8 2 0,-38-12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07.35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28423,'50'76'9,"1"-1"1,-4-4-1,-1-7 2,15 1 1,0-3-4,-23-22 0,-1 1-8,25 30 0,-2 1 0,-32-34 0,-16-21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07.82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17 27734,'81'-2'5,"1"0"1,-8 0 0,-9 0 45,-3-2 206,-14 1-122,-10 2-68,-14 9-11,-7 10 0,-1 39-11,-6 31-34,-4-28 0,-1 2-6,-2-9 1,-1 0-6,-2 6 0,0-2 0,3 17-1517,1-8 1517,3-19 0,-3-32 0,-1-2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07.98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30 28070,'81'-8'-1055,"-1"0"0,-2 1 1,-5 2 1054,-18 4 0,-7 2 0,8-1 0,-1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08.64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703 0 28070,'-33'67'67,"0"-1"0,0-2 1,0-4-40,-19 21-20,24-40 1,-2 1-4,-10 15 1,-3 2-9,-1-3 0,0-1-47,2-3 0,-2 0 50,-14 5 0,5-9 0,17-15 0,-20 10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09.12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28328,'1'86'39,"0"-1"0,-1-4 1,0-8-35,2 11 0,-2-29 1,0-2-6,0 20-392,0 24 392,8-61 0,-6-3 0,6-28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09.47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1 117 27723,'68'-34'13,"-1"-1"0,4 2 0,-11 18 307,-20 55-52,-14 33-223,-41 10-6,-13-22 1,-6-1-29,2-15 0,1-1-11,-1 6 0,3-2 6,-3 13-6,42-17 0,38-32-34,26-2-67,11-11-352,-25-1 453,-12-5 0,-37 4 0,5-3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10.06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28132,'72'54'58,"0"-1"0,-3-2 0,-4-2-58,-22-15 0,-1 0 8,15 11 0,0-1-2,21 17-9,-29-19 0,-6-2 3,-9-6 0,-11-5 0,-18-21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14.59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36 205 28350,'47'-53'9,"0"0"1,-5 4-1,-1 12-9,14 24-5,2 16 5,7 35 22,-22 3 62,-19 53-5,-42-8-65,-10-29 0,-10-1-3,-14-2 0,-4-5-8,5-10 0,-1-5-1,-2-3 1,8-5-3,14-4-5,17 2 5,32-16 0,43 2-6,18-7-25,-26-1 0,3-1-311,11-1 1,3-4 341,2-10 0,-2-1 0,21 2 0,-16-17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14.87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216 1 28518,'-42'67'11,"-1"0"0,8 4 1,16-8-1,37-18 0,41 3 1,22-47-10,-27-17 1,-2-10 14,-8-9 0,-6-5-6,16-40 6,-97-6-17,-1 62 0,-9 15 0,-24 28 0,-1 9 0,23-22 0,7 5 0,9 27 0,0 1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20.06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45 28642,'87'-9'0,"0"0"0,0 0 0,-3 2 0,-12 3 0,1 3 0,25-1 0,2 0 0,-12 2 0,-3-1-404,4 1 1,-9 0 403,2 0 0,-51 0 0,-35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20.56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39 28586,'95'-8'5,"-1"1"1,-2-1-1,-5 2 1,-28 3 0,-1 1-4,22 0 1,2 1 0,-12 0 0,-2 1-3,5 0 0,-4 0 5,27 0-5,-40 0 0,-4 0 0,-31 0 0,1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21.13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28574,'59'35'4,"-1"0"0,1-1 1,21 14-1,-5-9-1,-24-22 0,-4-4-9,27 11 12,-12 8 33,-39 8-28,-35 0-5,-27 33-6,-18-6 0,20-26 0,-1-2 0,-19 18 0,-1-8 0,29-20 0,5-8 0,13-8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22.21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267 309 28104,'72'-22'117,"-1"0"1,-9-1 0,-11-5-96,-16-32-33,-38-4-6,-23 16 12,-59 13-1,-13 29 6,37 16 0,2 6-6,-27 15 6,51 6 0,8 7 6,8 51 19,13-28 0,4 5-17,10 10 1,3 0-9,-4-14 0,1-1 5,4 12 1,-2-5-6,-5 15 62,-2-10-56,-15-38-6,-1-43 0,-20-39 0,8-29 0,13 22 0,2-2 0,1-29-6,36 2 6,17 41 0,32 7-6,-9 27 1,13 41 5,-32 32 2,-24-14 1,-4 7 5,-7 10 1,-6 2-6,-5-11 0,-4 1-3,-6 16 0,-1-1 0,2-20 0,1-1 0,-4 8 0,3-2 0,4 23-6,12-30-44,35-30 50,25-16 0,-17-2 0,-2-11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25.75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28367,'20'76'24,"-1"1"0,0 11 1,-5-2-25,-11-28 0,-2-3-28,1 12 0,1-3 28,6 28 0,-5-42 0,1-30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26.10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2 177 27438,'-1'64'177,"1"-1"0,13 7 1,12-9-78,45-1-41,-17-30 0,2-9-42,38-18 5,-41-22 1,-7-12 105,4-53-78,-28 25 1,-9-2-6,-23-37-40,-22 42 1,-12 7-9,-2 20 1,-5 7-40,-7-6 0,3 16 42,-19 76 0,35-42 0,34 56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26.33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 0 27863,'0'62'-4,"0"1"0,-1-7 1,2-9 3,5-20 0,-5-13 0,6-7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26.84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92 0 28294,'43'53'5,"0"0"1,6 5 0,-4-4-6,0 5 11,-4 3 12,-47 13 5,-41-29-23,-20-6-44,-2-19 39,-22-48 0,62 20 0,-19-23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27.01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32 27936,'90'-8'-23,"-1"-1"1,-7 2 0,-7 1-4890,4 5 4912,-3 5 0,-37-3 0,-8 3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27.2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 1 28272,'2'56'9,"0"1"0,-2 0 1,-3-8-10,-8-16 0,2-6 0,0-14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27.53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28272,'8'80'52,"-1"0"0,1-5 1,2-5-42,13 17-6,-8-31 1,-2-2 0,5 20-852,-3 15 846,-25-85 0,7 13 0,-9-40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28.04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81 1 28216,'27'65'5,"-1"-1"1,-8-10 0,4-3-9,21-3 0,3-3-2,4 29 21,-10-2 108,-23-11-74,-34-35 6,-20-6-34,-29-13-22,-12-8 0,16-4-196,9-10 196,25-5 0,10 4 0,7 3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28.22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92 28188,'94'-20'1,"1"-1"1,-24 7-1,1 1 1,-7 4-2,-8 4 0,-5 2 0,42-4 0,-52 7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28.50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28244,'15'64'26,"-1"1"0,1-4 0,-3-5-26,-1 15-246,-4 20 246,-34-14 0,20-17 0,-23-28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29.65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86 2 28429,'59'-1'-6,"0"0"1,32 14 27,-81 70 17,-30 6-17,0-34 1,-7-2-12,-9-3 0,-4-6-11,-28 21 0,6-8 0,39-22-5,15-2 5,22-13-67,35-9-393,22-9 460,14-15 0,-29 10 0,-20-11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29.85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28350,'0'68'2,"0"0"0,0-6 0,0-9-2,0-12-7774,0-8 7774,12-21 0,-9-4 0,10-13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30.21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27 27740,'91'-3'31,"0"0"1,-11-2 0,-7-1 489,15-3-476,-43 22-6,-30 16-28,-15 32 11,2-11 1,2 4-18,1 5 1,1 1-3,0 1 0,0 0-1,1 5 1,0-4-87,-1 15 84,-1-12 0,-3-31 0,-2-27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30.35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67 28194,'67'-11'-62,"0"-1"0,0 0 1,27-4-1,-14 4 1,-29 10-1,-15 1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30.52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120 0 28250,'-15'59'7,"0"-1"0,-3 3 1,2-9-282,4-18 274,-12 2 0,15-24 0,-2-7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30.79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28418,'0'86'33,"0"1"1,-1-19-1,2 0-30,-1 11 0,3-2-101,4-21 0,2-4 98,4 5 0,2-5 0,5 5 0,1-31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31.09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1 186 28233,'44'-52'0,"1"-1"0,11 5 0,1 16 11,9 36-11,-16 14 0,-4 10 73,-8 51-23,-4 12-5,-43-28 0,-11 2-29,4-15 1,-2 0-11,-6 6 0,0-2-12,-4 30-33,42-31 39,46-27 0,-24-13 0,18-13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31.27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28322,'1'57'11,"0"0"1,1 42-12,-2-51-23,0-9-245,6-10 268,0-9 0,2-11 0,-3-5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31.64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83 28177,'65'-32'0,"-1"0"0,4 13 0,-11 20 0,-17 66 61,-22-12 1,-9 3-37,-11-8 0,-9 1 34,-13 13 0,-5-1-45,3-18 0,1 0-6,0 6 1,4-1-4,2 18 1,51-8-51,22-32 45,7-20 0,3-5 0,-2 0 0,20-17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31.92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201 80 28474,'-26'66'9,"-1"0"0,6-6 1,14-9-5,40-14-5,13-12 17,24-12-11,2-40 10,-1-26-4,-28-16 21,-50-31-33,-61 33 0,17 34 0,-6 7 0,4 8 0,0 14-51,-3 25 1,10 16 50,10 50 0,8-10 0,28-14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32.55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27947,'61'30'123,"0"1"0,-9-9 1,-11 9-68,-28 33 0,-11 11-45,5-8 0,0-1-11,-1 0 0,5 0 5,14 9 1,11-9-3,7-25 0,7-9 0,13 4 0,3-12 8,-6-23 0,-3-11-11,21-22-45,-42-57-39,-55 10 51,-25-6 44,-7 34 17,-28 30 50,26 67-39,23-3 1,6 8-18,6 27 0,7 6-134,3-10 0,4 2 116,4-10 0,2 4 0,1-4 10,-1 11 0,0-2-12,1 12 1,-1-4 0,0-24 0,0-6-3,-2 20-56,0-43 56,-2-37 0,2 9 0,-2-24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34.7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124 1 28434,'-6'65'48,"1"1"1,-5 12 0,-5-3-41,1-24 1,-2-2-7,0 7 1,1-3-3,-6 15 6,15-28 5,31-16-11,27-13 6,31 0-6,-10-11 0,-11-1 0,-43 0 0,-9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35.1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80 28272,'0'65'28,"0"1"0,1-6 0,6-8 17,22-14-6,6-6-5,16-10-12,6-12-16,10-39-6,-16-5 2,-26-8 1,-7-8 42,-6-37-34,-24 37 0,-7 4-5,-21-17-12,-8 41 1,-3 20 5,11 46 0,3 9 0,-24-20 0,42 16 0,0 1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35.96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95 1 28574,'-1'77'5,"0"0"1,1-4 0,-2-5 0,-8 19-6,-1-4 11,-10 12-5,1-27-1,3-12-5,6-35-5,17-28-1,26-16 0,18 5 6,4-2 0,12 14-16,-32 6-124,13 0-202,-23-4 342,2-18 0,-15 12 0,-3-11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36.1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28457,'0'64'11,"0"0"0,0-4 0,0-6-11,0 10 0,6-7 0,10 20 0,-6-44 0,4 11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53.2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16 0 28126,'-5'71'45,"1"0"0,0-4 0,1-5-34,4 13 0,2-2-11,-1-1-11,1 8 50,1-25 68,-2 3-107,1-49-12,-1-10 1,9-28 0,6 0 5,12 6 1,-2 10-1,2 15-5,4 28 11,-11-13 0,12 23-280,-16-29-1098,8-3 1378,12-26 0,-19 13 0,6-15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53.8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1 215 28177,'11'-53'2,"1"0"1,14-35-3,3 79 0,7 1 0,24 5 0,-6 17 12,-5 8 94,-21 46-33,-42 16-57,0-30 1,-3 0 0,-23 29 22,-15-3-22,17-35-17,3-4 6,16-16-6,21-12 0,10-9 0,27 1-6,-8-5 6,10 0-95,-16 0-79,3 0 174,26-5 0,-28 4 0,13-3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56.97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1 346 28306,'29'-58'-4,"-1"0"0,-1 6 0,0 7 4,4 10 0,2 7 12,12-4-12,0 13-12,-2 4 1,2 11 11,-17 18 6,1 2 16,-7 30 1,-13 6 16,0 21 6,-17 7-17,-20 5-17,-1-17-3,0-27 1,-2-1-4,-21 19 1,2-4-1,2-7-21,27-24 16,15-5-6,15-11 0,36-2 12,7 2-6,1 2 0,13 6 0,-9-9-6,12 2-156,-13-7 162,-13 0 0,-27-1 0,-6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2:59.06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279 1 28434,'-47'78'-6,"0"0"1,5-6 0,2-4 2,11-18 0,3-5 3,-6 15 0,18-31 0,12-21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03.2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1 274 28378,'67'-44'0,"-1"0"0,-4 3 0,-7 8 0,-9 13-16,12 3 10,-17 9 6,17 2 6,-20 16-1,-6-3 6,-6 12-5,-6-13 0,20-3-6,-1-10 0,38-11 0,-9-1 0,11 0-2184,-27 6 2184,-17-2 0,-27 11 0,-2-6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03.9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128 0 28390,'-8'71'26,"0"0"0,-3 6 0,0-8-9,-6-9 28,-14 24-40,13-45-10,-5 4 5,28-29 0,26-4 0,9-8-6,32-2 12,-26 0-163,-1 0-241,-5-4 398,-7-14 0,-9 9 0,-4-8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04.3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1 209 27964,'12'56'106,"1"1"1,16 36-90,10-75 11,1-9-17,3-4 34,16-21-6,-3-23 6,3-29-29,-27-1 63,-18-23-29,-45 28-44,-23 0-17,-13 30-101,-29 38 112,62 52 0,5 8 0,-23-17 0,39 11 0,0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05.3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0 239 28048,'67'-9'56,"0"1"0,-5 0 0,-6-2-22,0-14-18,37-7-10,-18 10-1,-13 7 1,2 2-17,23 5 11,1 5 123,-36 16-78,-29 8 61,-18 3-106,12-10 0,6-19-5,60-21 5,-21 9 0,7 0-4,-4 4 0,5-1 1,-2 2 0,23-3 0,0 3 1,-19 5 0,1 1 0,-7 1-225,-11 2 1,-6 0 226,42-11 0,-60 10 0,-28-8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06.0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126 0 28412,'-7'78'26,"-1"0"0,2-6 0,-1-4-15,0-16 1,-1-4 16,-7 23-17,0-22 0,-1-3-5,-9-1-23,13-21-11,35-32 6,25-16 22,23 4 5,-16 14-50,6 16-251,-18-2 296,16-2 0,-31-4 0,-1-7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06.5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159 19 27958,'-44'56'20,"0"-1"1,0-1 0,17-14-21,29-35 0,10-11 11,16-25 0,3-9-11,2 0 73,5-9-50,-9 14-23,-3 7 16,-8 30 152,1 43-106,8 36-48,-13-25 0,-2 4 17,-2 1 0,-3-1 8,-5 27-6,-36-15-5,-11-47-22,-6-3 0,12-19-6,24-14-6,31-6 6,29-1-39,28 3 5,-5 13 34,10 12 0,-54-8 0,10 8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07.6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0 222 28149,'75'7'24,"-1"0"0,-4 0 1,-5-2-14,16-10-6,4-1 3,-22-3 1,6-1 5,7 2 0,5-1-784,-9 2 0,4 1 0,-2 0 770,18 1 0,1 1 1,-14 1 1,3 1 0,-6 2 10,5 3 1,-6 1-13,1 0 0,-8 3 581,10 19-475,-61 5 23,-23 3-129,1-20 1158,22-22-1163,11-16 596,60-21-591,-34 25 0,5 1 0,25-6 0,11 3-690,-8 7 0,8 2 0,-2 1 684,-8 2 1,-1 2-1,6 1-12,-13 2 0,7 1 0,1 0 0,0 1 0,-7 1-484,19-2 1,-5 2 0,0-1 495,4 1 1,-1 0-1,-3 0-49,-13 0 0,-2 0 1,-5 0 54,10 0 0,-3-1-3,8 1 0,-4-1 3,-20-1 0,-9 1 0,-2 0 0,-40-1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08.6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28121,'1'62'61,"0"-1"1,-1-4 0,0-2-34,2 29-6,-2-26 51,0 19-56,0-44-29,16-11 12,3-21-16,19-13-12,2-2 11,24 5 17,1 5 0,13 11 0,-16 3-23,-14 2-156,-12-3 179,3-9 0,-22 0 0,4-2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10.6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1 109 28115,'63'-30'-4,"-1"0"0,-5 4 1,-5 6 3,10 18-56,-10 2 56,-2 18 146,-24 20-85,-17 10 23,-40 37-17,-18-14-42,13-28 1,-2-2-9,-22 15-6,18-17-6,25-17 1,30-11-6,8-1 0,31-10 6,30 0-1,3 0-5,13 0 0,-29-1-5,2-8-29,-5-5 34,11-15 0,-28 15 0,-18-5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12.1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42 0 28222,'-5'64'20,"0"0"1,0-4-1,1-5-20,0 9-5,1-5-7,0 4-6401,-3-19 6413,2-20 0,1-14 0,3-22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12.4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1 191 27757,'64'13'61,"0"-1"1,-1-10 0,-11-15 274,-24-52-258,-15 0 17,-64 8-95,-17 39-101,-5 43-100,28 22 201,52 4 0,10 2 0,-4-2 0,26 5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12.9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145 539 27443,'44'-68'181,"1"1"0,-5-10 0,-12 5-158,-28 4-21,-10 15 1,-8 4-8,-21 1-6,-20 11 22,7 71 50,18 14 12,19 14 0,6 12-23,4 2 1,3 4-44,0-9 1,0 3-1,2-2-7,1 18 0,3 0 5,-2-23 1,2 2 0,-1-5-3,0 1 0,0-4-20,2-3 0,-4-5-313,-15 18 167,-5-63 152,-5-47 269,6-32-141,12-19-106,9 26-5,25 29-124,46 28 118,-19 6 0,1 2 0,26-1 0,-13 2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13.3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83 1 28502,'-11'89'4,"-1"1"0,3-21 0,-2 1 0,2-7-4,2-12 0,-1-3 3,-3 24 0,6-4-9,27 3-27,23-11-102,31-33-178,-3-30 313,2-23 0,-45 12 0,-3-10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13.5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48 27841,'86'-7'-138,"1"0"1,-7-2 0,-13 1 0,-31 0 0,-11-1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13.8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 1 28311,'0'77'17,"-1"0"0,0 16 0,0-3 25,0-25 0,0-3-17,0 8 0,0-4 109,1 15-134,3-50 0,9-39 0,7-16 0,20-9-5,0 17-40,10 26-319,11 33 364,8 17 0,-24-17 0,-3-18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14.07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95 506 28591,'-25'-63'3,"-1"-1"1,3 5 0,7 4-9,11-7-6,26-18-23,21 22 6,16 8 28,-8 36 6,-21 44-1,-52 9-16,-17 16 11,-16-12 0,19-21 0,18-10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16.5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92 28014,'8'55'78,"0"0"1,8 39-79,-5-56 28,0-9 275,-3-8-298,-3-26-5,-2-9 0,-3-24 0,11-27-17,14-7 1,6 1-169,26 5 185,-9 50 0,1 6 0,1-11 0,25 15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16.8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252 470 28418,'-61'-48'22,"-1"0"0,1-5 1,15 3-18,28 1-16,15-33-34,56 25-33,25 5 44,4 22-10,-14 47 49,-55 27-178,-38 18 173,-1-10 0,-9-22 0,25-23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17.3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372 51 28266,'-66'-22'18,"-1"1"1,-4 14 0,10 18-2,14 67-23,23-22 1,5 3-1,3 37-28,33-48 1,14-9 11,49-10 33,12-16 3,-36-30 0,-6-11 64,-2-39 29,-5-21-40,-31 20-67,-10 41-45,0 29-448,18 47 493,7-3 0,-1-6 0,-6-17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17.67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15 27852,'5'63'50,"1"0"1,-1-6-1,0-5 73,0-3 331,-1 0-448,-3-44-6,-1-10 0,-3-42 0,-2-28 5,1 19-10,-1-27-152,14 44-498,47 4 655,29 24 0,-16 10 0,-6 2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17.9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346 483 28608,'-64'-26'7,"0"1"1,5 2-1,12-6-7,22-47 0,12 13-14,11 8 0,8 0-75,32-8-68,10 8 118,-5 43 33,-29 48 34,-59 12-17,-16 9-11,-2-24 0,21-17 0,33-16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19.7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2 610 28429,'0'-73'24,"-1"-1"0,0-1 1,2 1-31,1 10 0,3 3 1,13-34-12,35 21-5,13 54 5,16 47 0,-12 44 17,-26 12-45,-27-29 0,-3-3-554,6 7 599,20-24 0,-22-17 0,11-30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0.04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1 142 27701,'0'56'84,"-1"0"0,12 37 0,13-61 11,11-11 123,18-11-111,5-35-90,-1-8 5,-25-8 0,-5-9 46,-5-38-46,-7 4-22,-59 14-22,-21 51-68,-15 43-672,33 44 762,51-18 0,9 0 0,2 18 0,26-21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0.43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437 457 28440,'-68'-47'18,"0"0"1,-2 2 0,6 14-19,7 31-6,-3 41-10,25 33 4,21 6-16,48 13 12,18-55 16,12-4 5,6-67 68,-40-31-68,-15 12 1,-7-4-6,-14-5 0,-8-1-95,0 1 0,-3 1 95,-1 6 0,0 5 0,-6-10 0,16 24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0.7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32 453 28524,'-9'-79'15,"0"1"0,1 16 0,2 4-43,14-33-62,17 45-39,9 7 113,-2 39 16,-11 18-62,-30 28-39,-10-8-7348,-2-3 7449,7-23 0,10-10 0,7-8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1.0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331 0 28507,'-59'22'-4,"0"1"0,6-3 1,14 7-3,44 46 6,19-1 6,-4 0 11,3-7-12,-47-21-5,-22-2-285,-6-15-4227,1-24 4512,39-15 0,4-1 0,12 2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1.7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133 29 28530,'-37'84'1,"0"0"1,1-19 0,13-5-2,52 30 23,14-56-18,34-16 18,-5-49-1,-20-2-11,-19-22-22,-22 31 5,6 4 6,8 13 6,4 3-6,2-7 0,-9-22 6,-10-15-12,-2-14-11,-9 8-212,-1 14-2381,10 17 2610,8 12 0,-5 5 0,3 4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1.9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 1 28406,'-7'55'3,"1"1"0,-5 38 3,11-63-79,0 5-4380,0-12 4453,0-9 0,0-10 0,0-10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2.1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26422,'0'0'0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2.3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28401,'2'69'15,"0"-1"0,2-2 0,1 2-13,5 9 1,1 2-12,-1-3 1,-2 1 8,-2 17 0,-1-6 0,0 8 0,-10-34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2.4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 27818,'79'-1'-124,"0"0"1,-17 1 0,-12-1 0,-23 1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2.8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67 1 28020,'-14'64'54,"0"0"0,1-4 0,2-1-4,6-3 1,2-1 72,-2 41 101,3-9-224,2-47 0,8-46 0,7-22 0,22-18 0,3 19-5,6 34 5,-13 57-17,-12 15-20,-12-22 1,2-1-395,17 8 431,8-9 0,-10-32 0,-4-20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3.8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220 48 28367,'-59'21'2,"0"1"0,5-3 0,14 7-8,33 46 1,19 5 10,27 11 29,21-31-23,-1-26 34,11-52 5,-30-28-5,-4-32-28,-18 9-17,-42-3 0,-12 43-11,-18 8-17,14 50 5,17 5 6,34 31 12,19-29 22,16-5 5,-3-32-11,12-36-5,5-26-6,-18 25 0,4 1-3,0 8 0,1 5-2,24-9-18,-11 67-16,-37 28-17,-3 14 56,-12 10 0,-6-53 0,0-2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4.1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28412,'5'66'35,"-1"1"1,1-3-1,1 0-32,1 0 0,0 1 2,-2-1 1,-1 1-6,1 6 0,-1-2-773,-3 30-4850,5-52 5623,-1-36 0,2-15 0,-4-6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4.5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165 1 28199,'-2'54'36,"-1"0"1,6 32-3,15-70 128,5-9-84,8-36-61,-14 8-17,6-23 0,-4 45 6,-9 14-6,10 30 0,-16 9 11,-7 31-5,-28 1-6,10-36 0,-2-3 0,-28 16 5,-6-22-5,15-30-22,-4-21-85,12-17-105,14-9 212,41-10 0,-14 27 0,21-1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5.1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81 118 28440,'-26'49'3,"0"1"0,-3 35 19,50-52-11,16-9 6,21-9 17,3-32-18,7-34 12,-25-34-5,-18 5-6,-52-3-12,-28 49-5,-25 22 0,12 30-33,25 46 10,50 3 6,24 3 51,17-29-28,8-47-6,-15-20 5,25-49-10,6 9-1,1 3 6,10 28 0,-33 66-39,5 26-121,-33-11 1,-4 4 159,13 34 0,-15-32 0,-5-27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5.4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110 446 28546,'-26'-74'7,"1"0"1,2 16 0,8 3-8,20 2 0,7 5-6,9 2-11,8 8 17,-12 63 0,-20 6 0,-21 46-50,-5-21 50,0-6 0,12-21 0,14-22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7.5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118 3 28378,'-34'65'5,"0"-1"1,0 6 0,19-8-6,58 0 6,-2-12-9,7-34 0,6-14 14,25-44 6,-39 9 0,-4-5-6,8-42-8,-38 28 0,-12 3 14,-35-5-29,-19 9-77,-10 46-90,27 28 179,19 38 0,22-33 0,2 5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7.8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0 209 27230,'28'48'697,"0"1"1,14 12-693,-46-94-5,1-11-5,-3-45-1,25 15-61,4-2-286,9 29 353,15 43 0,-32 6 0,11 15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8.6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482 359 28462,'-62'-5'30,"-1"1"0,5 0 0,5-3-8,-15-19-16,17 1 11,-16-26-17,36-3-17,6-16-11,22 15-50,29 10-1,4 32 34,4 41 40,-14 5-18,-34 50-61,-6-26-2223,-6-3 2307,25-27 0,2-20 0,14-7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8.9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51 27628,'14'56'177,"0"-1"0,5 4 1,1-10 108,8-14-169,8 0-94,-20-32-18,-2-13 1,1-29-12,1-16-39,4-2-711,16-16 756,5 25 0,-11 8 0,-3 19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9.2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128 362 28642,'-29'-65'-4,"1"0"0,1 5 0,8 6-7,19-6-84,5 20 84,1 22-12,-10 26-5,-3 26-3310,-14-3 3338,24-10 0,-9-4 0,20-13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29.5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1 180 27471,'17'51'574,"0"0"0,9 35-574,-21-84 6,-3-9-6,-2-40 0,0-12 0,1-23-11,7 21-17,15 0-51,17 34-55,2 4 134,34 20 0,-49 5 0,16 2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31.61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26704,'57'2'190,"0"-1"1,36 8 167,-77 17-72,-6 23-185,-4 4-90,-5 3-106,-1 6 95,6-21 0,-4-11 0,4-10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0.8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1 105 27740,'57'-27'56,"0"-1"0,-5 3 0,-5 7-11,1 13 39,10 4 50,-15 18-61,-7 1 22,-33 40-22,-48 8-59,14-22 0,-3-1-9,-4-3 1,-1-4-17,-15 16 11,29-14 11,36-23-11,29-2 0,3-9-17,37-13-352,-4-4 369,-24 2 0,-1-1 0,9-2 0,-9 3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1.1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102 324 28563,'-31'-60'-47,"-1"1"1,5 4-1,15 7-48,61 3 0,-6 15-560,23 4 638,-42 34-56,-13 22 73,-29 10 0,3-10 0,-1-12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1.4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1 214 28574,'28'-52'-106,"0"-1"0,18-33-1782,-27 72 1888,-1 8 0,-6 3 0,-1 5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1.8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 47 28222,'-11'59'28,"-1"0"0,9-1 0,13-11 33,48-26-16,28-10-23,4-43 12,-22-3 33,-18-37-28,-52 15-33,-39-1-6,-9 25-56,-39 19-274,37 51 330,8 13 0,25-4 0,19-6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2.9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387 9 28356,'-58'-3'45,"0"0"0,-41 0-34,48 25 11,0 18-11,4 34-5,24 16-6,36-17-6,17-32 1,11-8-74,7-15 1,6-8-1149,22-2 1,2-6 1226,-20-7 0,-5-4 0,30-10 0,-58 5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3.2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 1 27835,'-4'72'108,"0"0"0,3-5 1,2-7-53,9 7-22,7-8 44,8 6 191,-9-28-269,5-21 0,-7-28-11,7-28-1,20-9 12,-9 15-5,16 2-6,-20 50 5,-5 31-39,-11 24-33,-7-11-8570,-3-18 8648,14-41 0,-11 0 0,9-13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3.4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28054,'4'64'29,"1"0"1,-2-5 0,3-8-30,4-6-117,2-13 117,-1-12 0,-3-12 0,-4-5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3.5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27321,'0'0'0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3.8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28250,'7'70'41,"1"-1"0,0-3 0,0-6-19,3 15-22,11 21-39,0-10 39,4-2 0,-12-39 0,-6-27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4.3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253 384 27566,'-64'20'172,"-1"0"0,10 9 0,12 10-161,23 16 0,14 6 17,13 37-17,8-47 0,8-7 40,29-7 78,10-17-85,-22-39-16,-17-55-17,-18 24 1,-5-5-21,-2-18 1,-2-5 2,-2-5 1,-1 1-1,0 16 1,-1 2-1,-4-5 0,0 7 51,0 5-45,-3 32 0,10 43-61,6 40 61,23 1 0,3-2 0,-9-8 0,32 36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4.6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0 140 27057,'61'73'207,"-1"1"0,0 2 0,-17-9-111,-39-25 626,5 4-711,-7-44 0,-1-18-11,4-25 0,13-40 0,2 15-11,1 8 0,2-1-263,15-20-141,18 7 415,-2 33 0,-21 31 0,-8 8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4.9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138 445 28552,'-37'-58'3,"0"-1"1,3 5 0,9 4 2,22 0-6,1 0-51,24-10 12,-2 25-6,26 7-5,-22 66-6,-14 26 39,-20 12 17,-4-22 0,-1-6 0,-1-15 0,2 15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5.2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0 310 28384,'5'-57'0,"-1"-1"0,2 5 0,5 6 0,20 4-11,20 2 5,-3 30 12,7 50 5,-21 14-17,-20 5 1,-6 4-337,-1 27 342,-1-7 0,-3-37 0,0-33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6.9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110 0 28322,'-2'70'41,"0"0"0,-8 17 1,-4 0-34,-1-18 0,-1-1-2,0 14 0,1-2-6,1-19 0,8-5 11,35 36-22,21-61-29,36-12-240,-2-41-145,-26-4 425,-47-49 0,-10 50 0,-23-23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7.0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83 27992,'77'-12'-237,"-1"-1"0,8-2 0,-11 0 0,-20 3 0,4-4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7.4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28143,'16'88'78,"0"-1"1,-2-19-1,-4-1-44,-7 2 0,-3-4 22,0 12 11,0-9-67,13-48-6,18-58 6,28-29-6,-25 29 1,1 1-1,25-14 6,-10 42-72,-19 53-483,18 17 555,13 13 0,-22-30 0,1-20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7.6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206 350 28541,'-58'-47'5,"0"-1"1,5 5 0,16 1-18,39-20-49,36 11 16,12 6 39,8 34 1,-21 27-34,-30 33-740,-18-2 779,39 2 0,-29-23 0,38-16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7.8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8 310 28278,'-4'-56'28,"0"0"0,6-41-28,12 54 0,24 5 0,-5 19 11,25 27-11,-16 43-129,7 25-8860,-9 5 8989,-14-28 0,-9-26 0,-11-23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49.67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 0 27774,'-13'69'22,"0"1"0,2-7 1,8-6-23,35 4 67,8-20 191,4-7-186,-7-32 1,-21-40-50,-1-22-96,4-19-829,11 4 902,6 21 0,-10 25 0,-6 15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0.04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116 0 27970,'-35'59'-4,"-1"0"0,6-5 0,16-5 16,62 11-12,-10-21 386,6 12-369,-41-32-17,-12-4-6,-16-11-184,1-4 190,4-7 0,9 6 0,5-6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0.47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354 299 28468,'-71'-12'30,"0"1"0,7 1 0,9-3-25,12-11-5,17 3-22,3-26-68,38 1 45,9-1-128,45 0-85,-6 30 197,-6 14 105,-47 31-4,-45 12-40,-8 0 0,-1-12 0,30-19 0,8-5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0.8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57 501 28362,'-14'-56'16,"-1"-1"1,3 4 0,2 3-17,6-5-6,3-3-72,5-16 44,7 27-22,20-2 40,10 48-74,19 34 0,-13 8-442,3 37 532,-33-20 0,0-14 0,-17-14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1.1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 0 28188,'-2'65'26,"0"1"0,3-5 0,8-10 8,31-12 0,33-8 5,-3-22 22,-5-16 29,-19-34-73,-34-14-45,-4-11 28,-13 20 0,2 19 0,-2 20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1.4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28037,'2'64'57,"0"0"1,-1-4 0,1-1-55,1-2 0,-1-3-3,2 23 0,0-22 0,-1-6 0,-1-16 0,2 1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1.70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28126,'0'72'58,"0"0"0,2-3 0,1-6-41,6 20 0,4-3-6,2-7 0,3 10-11,-6-31-2279,4 6 2279,-7-45 0,-1-1 0,-4-15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1.9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22644,'0'0'0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2.3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286 3 27908,'-76'0'43,"-1"-1"0,7 0 0,19 8-38,43 20 7,5 2-12,17 11 39,22-2-39,24 6 0,-2-14 22,7-5 1,-39-14 5,2 3-23,-41 1-5,-4-5-5,-42 4 5,4-11 0,-7 0 0,28-3 0,15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3.6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33 694 28059,'48'-72'56,"0"0"0,-4 5 0,-7 5 6,-11-4-17,-10-28-62,-15 7-112,-27-6 28,0 39 56,-23 27 29,16 58 94,-6 47-39,25-32 0,3 6 6,0 35 0,3 6-40,3-11 1,3 1-6,8 15 0,4 0 8,-1-16 1,2-8 8,15 19-17,-10-39-84,-33-42-280,-8-14 252,-7-17 5,7-34 74,18-3 5,12-8-6,29 20 12,4 19 22,54 6 45,-3 3-48,-37 7 0,0 1 3,21-2 84,-13 4-22,-20 6 156,14-12-162,1-23-39,-14-3 151,-16-32-107,-43 24-61,-25 4-5,-9 23-6,-12 45-628,40 16 639,35 17 0,-3-19 0,25-18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3.9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92 27751,'10'65'132,"0"0"1,0-7 0,-3-9 298,-4-20-420,-7-20-11,-1-18-5,-2-18 5,10-40-6,30-7-5,11-14-17,6 29-202,7 25 230,-14 27 0,-12 5 0,-6 2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4.3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64 67 28020,'-4'68'155,"-1"0"0,3-8 0,-3-17-150,-3-36 1,2-20 11,-6-59-12,3 6-5,1 0-184,4 6-119,38 39 303,28 7 0,-14 13 0,5 8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4.64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272 338 28563,'-62'-17'9,"0"-1"1,6 3-1,10-2-3,23-10-6,7-17-6,9-7-44,32-12-6,0 17-73,38 16 112,-25 21 6,3 40 5,-30-10-22,-15 25 28,-16-23 0,7-13 0,-1-1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5.10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 65 28289,'-7'61'31,"0"0"1,1-2 0,1-4-32,5 22 6,11 21-6,-3-33 112,7 12-84,-10-58-23,-1-18-5,-4-58 0,-2-3-3,1-1 1,0-5 2,-1 7 0,2 0 0,11-10 0,3 2 0,10-23 0,40 40-6,-14 86 0,-6 28 9,-30-14 0,-9 1 3,-20 26-6,-30-19-275,9-42-330,-8-30 605,45-24 0,-5 5 0,18 2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5.3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0 181 27869,'30'62'59,"0"-1"1,-5-5 0,-2-11 2,-2-19 352,-11-10-392,-10-16-10,-10-14-12,-6-18 0,-2-38-6,9-15 6,14 34 0,4 1 0,9-25-62,34 21-397,4 38 459,16 26 0,-25-3 0,-11 14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5.64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141 352 28586,'-39'-57'-2,"0"1"0,-1-6 0,17 6 2,45 5 0,-4 5-17,28 23-5,-26 50-73,-3 14-157,-43 20 252,4-20 0,-8-18 0,20-20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6.0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334 13 28423,'-64'-5'9,"0"-1"1,5 4-1,7 7-3,8 25-6,7 29-6,23 9 6,28 12-5,12-11 49,3-20-27,-21-15-17,-19-15-313,-15-5-359,14-9 672,21-2 0,0-3 0,14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6.32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279 346 28496,'-66'-14'30,"-1"0"0,13 4 0,9-5-30,7-38-6,29-5-5,15-4-6,30-7 6,15 38 11,5 12-6,-18 49 6,-21 3-95,-11 28 95,31-17 0,-27-15 0,27-7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6.55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0 369 28289,'42'-57'2,"-1"0"1,0 0 0,9-12 0,-3 9 14,15 3 0,-24 46-1,2 43-21,-14 34 5,-12 8-583,-2-6 583,1-40 0,-7-11 0,3-13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6.7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28339,'0'75'24,"0"1"0,4 11 1,3-4-25,1-28 0,1-3 0,2 7 0,0-4 0,5 6 0,-8-30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6.8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64 27874,'88'-18'-253,"-1"0"0,-33 2 0,-6 4 0,21 12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7.84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 1 28479,'-6'72'20,"0"-1"1,2-5 0,0-2-19,2-13 1,2-2 9,19 40-12,-2-7-12,29-20-88,-4-41-522,11-15 622,-18-37 0,-10 12 0,-18-12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7.9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0 134 28216,'88'-26'-157,"0"-1"0,-6 2 0,-15 1 1,-27 7-1,-13 3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8.2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 0 28037,'0'70'82,"0"0"0,0-5 0,-1-3-54,-2-10 0,1-4-5,-1 20 61,-2 17-84,18-61 0,10-16 5,18-28 6,31-25-16,-21 17-1,14 14-436,-33 47 442,8 18 0,-21-8 0,2-15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8.4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140 344 28474,'-43'-66'-6,"1"1"0,6 5 1,18 8-40,41 10-56,32 4 101,-2 19 6,-7 18-6,-20 35-1176,-34 10 1176,21 3 0,-20-20 0,22-17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8.8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331 491 28524,'-65'-26'22,"0"1"1,6 1-1,9-2-11,8-16-11,12-5-5,10-30-18,36-3-5,32-3 17,7 34 11,9 38 0,-41 52-39,-23 15-353,-9 5 392,22-1 0,-10-41 0,27 2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9.4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67 357 28468,'-18'-56'24,"0"0"0,1 5 1,5 6-20,10 3 7,4 4-18,34-5 6,-13 22-6,43 17 6,-34 29 0,24 46 6,-18 1 11,2 4-17,-18-41 5,-14-31 1,-6-31-6,-2-17 0,3 11-11,1-6 5,12 18 12,-2 26-1,4 8-5,-8 23-5,-6 11 27,-3-11-16,10-13-6,0-22 0,13-20 0,13-11-6,9 12 1,-2 0 5,11 26-17,-15 21-196,13 8 213,-5-1 0,-20-16 0,-9-15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9.6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 1 28289,'3'61'35,"-1"0"1,0-4-1,-1-4-29,-5 9 5,-1-1-56,-4 16 45,3-23 0,-1-7 0,6-31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3:59.9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51 1 27169,'36'57'199,"0"0"1,-2-6 0,-12-3-38,-40 4 34,-23-17-196,-2-6-252,-9-25 252,39-50 0,2 29 0,15-28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0.1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28423,'2'65'26,"1"1"0,1-1 1,1-5-16,7 25-6,3-1 1,-1-7-12,-2 9-1466,-6-34 1472,-17-8 0,7-34 0,-12-13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0.5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 27544,'74'19'-189,"-1"0"1,-6-3-1,-4-3-483,28-9 224,-20-16 1893,-10 0-549,-32-14-767,-40 13-140,3 9 11,16 11 45,5 0 33,29-10 28,-26-12-106,0 11 0,-14 16 0,-2 30 6,0 52 0,1 6-6,-1-44 0,-4-3 0,-19 22 0,-2-42 5,-27-21-72,14-17 67,3-1 0,16 0 0,13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1.1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294 0 28350,'-18'63'2,"1"0"0,1-4 0,12-7 4,53 5-1,-23-15 12,-21 15-11,-66-29 16,-23-5-72,-11-16-1160,35-14 1210,42-11 0,19 6 0,5-2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1.6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72 46 28530,'-14'69'2,"0"0"1,1 1 0,-5 12 0,6-2-1,16-5 1,5-6 25,2 11-22,3-21-6,-9-54 0,-8-41 6,-9-55-4,6 34 1,0-2-3,-2-1 0,3-2-11,4-13 0,8 3-12,31-16 7,16 13 16,3 46 0,-3 70-12,-35 25 12,-20 28 0,-35-15 0,-3-33-16,-5-26-505,32-44 521,37-14 0,-14 5 0,20 2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1.9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322 9 28524,'-70'-4'18,"1"0"1,-1 12 0,13 12-13,29 32-6,0 39 5,58-41-10,22-6 5,14-35 5,15-37 34,-44 3-39,-2 6-44,-19 26 44,31 12 0,2 3 0,-18-2 0,62 10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2.2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278 0 28513,'-72'41'16,"0"1"1,14-13 0,12 5-14,23 18 0,17 3-48,34 16-313,46-6 358,-17-44 0,3-8 0,22-4 0,-14-9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2.4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173 457 28625,'-51'-78'0,"1"0"0,4 5 0,21 5-28,61-9 11,3 26-11,34 20 11,-36 49 6,-3 5-28,-36 42-129,-21-15 168,6-5 0,-4-22 0,19-20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2.8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237 22 28524,'-60'-9'8,"0"0"1,-37 5-9,77 41-6,26 20 6,23 20-11,8-2 22,-6-10-5,-29-20-6,-16-16 0,-22-17-73,14-9-896,-2-9 969,18-22 0,4 15 0,2-13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3.1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 90 28334,'65'20'65,"0"0"0,-6-6 1,-15-14 1,-34-40-50,-44-9-17,-4 15-6,-47 15-89,35 17 95,11 28 0,23-16 0,21 15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3.4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191 22 27673,'-53'-6'0,"0"0"0,-31-4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6.38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255 0 28423,'-41'64'11,"1"-1"0,2-3 1,3-6-7,-2 7-5,5-5 28,5 0-28,22-36 6,9-14-6,23-41 0,16-41 0,-5-6 17,-3 1-28,-13 15 5,-14 45 6,3 35 6,-2 50 22,0 12-12,-6-12 1,-1 2-6,-1-14 1,0 1-4,-1 8 0,-3-1 9,-28 35-11,2-35-1,-39-21 7,21-27-12,31-4 0,28-8 0,76 0 0,0 0 0,-1 0-17,-28 0-146,-34-6-425,-5-16 588,2-17 0,-9 11 0,-1-1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6.70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1 238 28446,'6'62'26,"1"0"0,14-2 0,11-14 2,63-29-17,-27-25 0,0-8-5,-12 1 0,-4-8 16,7-24 0,-11-11-11,-24 8 1,-16-3-10,-18-7 1,-17 5-3,-25 11 0,-12 13-3,-3 9 1,-2 19 2,-13 47 0,12 11 0,14-15 0,32 9 0,1 1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7.41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767 1 28412,'-57'72'31,"1"0"1,0-2 0,2-6-24,14-22 1,0-3-4,-2 2 1,-2 1-1,-17 14 1,-1 0-9,9-9 1,1-3 2,1 1 0,5-5-1815,-6 3 1815,54-39 0,-1-3 0,15-8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8.49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131 0 28502,'-32'59'1,"-1"0"1,4-6 0,7-8 4,13-12 5,6-5-5,1 1-6,13-13 0,3-1 0,12-12 0,24-9 5,17 3-5,2-3-5,17 15 5,-37 19-6,-8 22 12,-22 2-1,-41 21 1,-23-20-12,-30 0-61,-10-25-23,20-18-514,5-40 604,27-8 0,7 1 0,12 7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8.67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23 27970,'74'-7'-43,"1"0"0,21 2 0,-12 2 0,-35 3 0,28 3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9.24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28423,'57'59'15,"0"0"0,-2-3 0,-4-5-15,11 8 0,1-1 8,-22-18 1,0 1-4,-5 2 1,-2 0-6,0-3 0,-4 1 0,10 37-224,-26-47 224,3-8 0,-12-19 0,3-7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9.83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28054,'64'13'18,"0"0"1,-5-1 0,-5-3 9,8-8-12,-8-2 102,7-11 67,-28 6-152,1 23-21,-29 14-1,-2 33-11,-1 35 0,1-45 0,1 0 5,-2 1 1,0-1-6,4 3 0,0-4-4105,-4 3 4105,-6-7 0,1-29 0,-6-17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09.97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45 28014,'71'-12'-347,"0"-1"0,1 2 0,-3 3 347,-12 7 0,-6 3 0,10-2 0,2 2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10.95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28367,'70'56'28,"1"-1"0,-2-1 0,-3-5-17,-19-18 1,1 0-12,24 19 0,3 4 2,-5 1 1,1 3-555,-16-15 0,1 1 0,-4-2 552,3 5 0,-6-3 130,28 18 1,-56-43-1,-2-7 1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11.37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28300,'7'75'11,"-1"0"0,0 6 1,-2-6-18,0 6-5,-2-5-1496,2-19 1507,10-39 0,-6-4 0,4-14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11.94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75 1 28177,'-22'49'11,"0"1"0,0 32 6,68-70 0,7 4 0,0 3-1,19 23-16,-13 12 0,-11 16 0,-24-16 23,-57-8-6,-21-29-45,-28-10-460,1-36 488,19-12 0,29 7 0,15 7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12.12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77 27438,'70'-18'-856,"0"1"1,-4 2 0,-4 2 855,17 6 0,-36 3 0,-2 1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12.74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657 0 28037,'-40'65'72,"1"0"1,0-2 0,4-3-28,-6 22-20,4-18 0,-3 3-22,9-15 0,-2 0-3,-3 2 0,-4 5 0,1-6 5,-3 3 1,1-5-6,3-4 0,3-4 0,-7 6 0,34-41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13.45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 1 28143,'-1'84'35,"0"0"1,0-6 0,1-4-25,0-13 0,0-3-8,0-6 0,0-1-3,0 45 0,0-30 0,0-46 0,0-5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13.84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1 116 27942,'58'-35'50,"1"0"0,0 4 1,-9 17-34,-20 36 67,-3 51 44,-35 25-100,0-46 0,-5 1 20,-15 15 0,-7-3-26,4-19 0,0-3-19,0 5 0,5-3-3,7 5 11,67-31-5,9-30-6,-4-2 0,1-3-45,18-15-101,-8-1 146,-26 14 0,-31 11 0,-2 3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19.4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81 1 28339,'3'71'31,"0"0"1,0 12 0,-4-3-21,-5-26 1,-2-1-10,-2 9 1,-1-2 31,-12 22-51,-4-27 6,23-58 5,9 0-5,32-28 11,0 19 6,29 2-12,-14 23-83,-2-4-410,2 6 499,-17-19 0,-9 3 0,-8-9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19.8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57 1 28294,'-16'57'17,"1"0"0,2-3 0,3-3-12,7 9 12,28 13 28,18-17 0,8-10-23,22-24-11,-11-54 6,13-34-6,-20-15-8,-29 18 0,-13-1 14,-38-26-31,-5 43 0,-13 14 14,-23 39 0,-4 13 0,-18-9 0,47 25 0,-1-1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20.8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147 0 28429,'0'73'18,"0"0"1,-6 15 0,-4-3-19,-2-25 0,-1-3 2,-1 1 1,-1-1 5,-3-3 1,-1-11-20,0-19 5,5-6 6,8-37 0,30 8-5,22 2 5,11 11-6,32 2-78,-23-1-913,1 0 997,-27-13 0,-23 8 0,-12-8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21.5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176 1 28278,'-46'56'5,"0"1"1,2-1-1,13-11-5,26-34 6,11-10-17,12-29 11,18-28 73,-6 5-23,-1 2-28,-9 29-10,-13 36-7,6 50-5,-4-2 5,-2-7 1,-1 4 34,-2 30-24,-4-39 1,-4-2 0,-25 26-17,-2-32 6,-22-21 22,20-20-23,2-7-10,23 0 5,48-2 0,38 4 2,-24 2 1,2 0-64,36 3 61,-27 3 0,-45-1 0,-12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22.5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108 0 28283,'6'65'20,"0"-1"1,-1-3 0,-4-5-21,-13 6 0,-5 0 17,-19 9-12,12-25 6,-6 2-16,24-53-1,8-1 12,19-19-1,13 29-10,18 26 5,20 8-6,-8-1-16,20-18-169,-31-20 191,-1-16 0,-27 11 0,-14-10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22.9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1 111 28272,'62'-38'3,"1"-1"1,-3 13 0,-11 18-4,-26 41 28,-5 50 17,-40-7 11,7-28 0,-4-1 0,-34 30-50,17-22 5,49-27-6,19-14 1,61-16-56,-13-2-365,4-3 415,-31 2 0,-30 1 0,-17 3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25.89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10 28530,'79'-3'0,"-1"1"0,16 0 0,-3 1-3,-26 0 0,-4 0 3,1 1 0,-3 0 0,27 0 0,-50 2 0,-17-2 0,-8 1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26.28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28177,'74'2'20,"0"1"1,-2-1-1,-1 1-17,-16-2 0,-1 1-3,2-1 0,1 1 0,14 0 0,-2 0 14,-16 2 0,-3-1-14,40 2-179,-52 1-482,-17-4 661,7-4 0,-8 2 0,4-3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26.90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28367,'85'28'17,"-1"0"0,-4-2 0,-6-4-17,14-3-825,-3-2 825,-9-3 273,7 6-262,-23 0 178,0 9-166,-26 8-12,-18-2 34,-9 27 407,-43 9-441,1-20 0,-6-1-8,-2-6 0,-6-3-3,-24 13 0,-2-4-3,26-16 0,4-3-165,-2 0 0,11-3 168,24-6 0,16-17 0,22-14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28.27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281 384 28166,'47'-55'63,"0"0"0,0-1 1,-20 5-75,-54 3-40,-14-9 46,-13 20-1,-18 13 6,17 32 39,-6 35-27,25 7 10,23 0 0,7 6 14,4-3 1,5 2-12,3 18 1,2 3-12,-1 6 0,2-3-12,-1-15 1,0-2-3,-3 10 0,-2-4 6,-3 14 22,-4-9-28,-12-36 0,1-41 5,-18-34-16,5-23 17,2-23-6,10 20-6,23-2 1,26 30-1,20 6 6,2 16 0,14 32 6,-19 23-6,-3 38 0,-30-24 0,-6 4-3,-5-10 0,-5 2 8,-9 20 1,-3 1-3,5-17 0,0-1-3,-5 8 0,1-3 0,9 20 0,24-25-95,14-38 95,46-30 0,-43 7 0,15-20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29.70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28350,'2'75'17,"0"1"0,0-6 0,-1-3-12,-1-6 1,0-5-6,0 28 0,0-24 0,0-5 0,0-17 0,0 2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30.08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11 169 27914,'-4'79'74,"0"0"1,1-8 0,6-6-31,30 21 63,20-23-46,29-11-33,-12-39-22,12-62 16,-31-31-8,-25 21 0,-7-6-11,-9-4 0,-8 2-3,-6 12 0,-8 3-11,-12-7 0,-10 9-51,-43 4-42,25 28 1,-1 11-261,-25 37 364,41 10 0,9 6 0,9 3 0,7 11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30.34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27947,'5'64'28,"0"1"0,0-5 0,-2-6-5688,-3 1 5542,2-7 962,0-11-844,1-12 0,-1-14 0,0-5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30.92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96 1 28356,'-19'51'25,"1"-1"0,-4 35-2,61-68-23,30-4 0,8-4 0,-24-1 0,-3 3 11,8 20-11,-9 20 0,-43-6 0,-60 14-6,-24-25-5,27-16 0,0-2-263,-25-1-298,15-19 572,29-23 0,10 13 0,10-10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31.08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61 27286,'79'-16'-478,"0"-1"0,-6 2 0,-13 4 0,-32 10 0,-9 1 1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31.31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27970,'10'63'33,"1"0"1,-3-5-1,-1-6-33,-4-4 0,-3-4 0,-11-3 0,8-19 0,-8-4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31.63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28199,'3'80'17,"1"1"0,-1-7 0,3-6-6,9 7 6,0-7-17,3-9-12,-6 0-2883,-5-25 2895,-2-12 0,-5-18 0,0-9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32.27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114 1 28227,'-32'56'5,"1"1"1,-1-7 0,14-8 11,32-20 5,36-9-16,1-7 2,0-5 1,2-1-21,20 3 12,10 22-16,-30 10 27,-27 10 11,-18 7-11,-42-17-16,-15-8 5,-13-10-34,-14-15-341,24-14 375,-10-18 0,32 10 0,7-6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32.44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74 27611,'79'-19'-109,"1"0"1,8 2 0,-14 5 0,-35 7 0,10 4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32.72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28210,'2'58'4,"-1"1"0,1-5 0,0-3-525,4 20 521,-5-17 0,1-10 0,-4-26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37.8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1 237 28468,'59'-23'0,"1"0"0,-7 3 0,-6 5 0,-10 11-6,-1 7 12,-10 16 5,-6-1-11,-13 13 0,-7-3 0,15-14 11,2-12 1,35-34-12,-10-2-6,35-29 12,-16 17-18,19-3 12,-23 21 12,5 14-12,-31 14-6,1 9 6,0-6 0,-21 6 0,9-9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38.5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115 0 28177,'2'78'63,"0"-1"1,0-16-1,-3-1-27,-5 5 1,-5-3-9,-17 29-6,-6-7-22,-6-15-5,44-53-1,-1 3 1,33-25 5,15 26-28,6 3-34,2 3-543,12-16 605,-23-44 0,-10 17 0,-16-17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38.8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108 1 27975,'-29'72'71,"1"1"0,2-5 0,7-7-21,14 5 6,20 7 0,27-32-22,25-15-34,-2-40 28,-1-50 34,-42-19-57,-17 30 1,-10 0-17,-34-34-62,-9 35 73,-19 50 0,39 7 0,0 16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41.6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0 229 28076,'64'8'69,"0"-1"0,-7 0 0,-3-6-2,17-29-27,8 3-35,4 2 0,-27 14 1,1 2-6,43 1 0,-45 6 0,-2 2 68,18 9-35,-35 18-10,-29-5-12,-9 9-11,8-28 0,6-3 0,37-28 0,1 3 0,6 1 0,7-1 0,1 3 0,4 1 2,14-4 1,2 2-9,-9 4 1,-4 3-6,-18 3 0,-6 2-79,6 2 90,-7-5 0,-33 8 0,13-4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42.2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91 0 28250,'0'69'46,"0"-1"1,0-3 0,0-6-8,0 9-11,-6-4-11,-2-6 16,-16 3-16,8-23-11,-11 1-6,17-41-6,29-4 6,28-9-6,36 6-16,-12 12-146,2 1 168,-31-21 0,-12 14 0,-11-17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42.8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110 0 28227,'-27'60'0,"0"0"0,2-6 0,5-10 56,13-18-56,3-19 6,18-30-6,2-5-17,24-26 129,-18 25-50,9 9-23,-13 52-34,1 6-2,-7 8 0,-1 6 3,3 37 5,-5-34 0,-4 1 6,-21 36-6,-1-32 0,-29-25-11,8-26 0,0-18 0,13-5 0,25-3 0,21 5 0,22 9-5,48 3 5,-17 0-28,-13 0 0,-3 0 28,-7 0 0,-2 0 0,-41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46.62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43 417 28373,'-12'-70'-4,"0"0"0,1 6 1,3 9 3,8 10 0,6 9 5,15 0-10,13 14 5,13 3-17,-2 52 22,-16 34 7,-13 17-21,-13-25 1,-3 0-664,0 11-202,13-6 874,4-51 0,-1-12 0,-2-15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46.86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18 0 28009,'-5'61'43,"0"0"0,0-5 0,2-6-15,13-1 50,27-12-16,-4-20 27,28-31-55,-32-25-34,-6-23-420,-15-8 420,-8 20 0,0 19 0,0 20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47.69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27695,'5'75'45,"1"0"0,0-4 0,0-6-45,5 14-9,-3-28 1,1 0-289,1 36 297,0-4 0,-7-42 0,-3-24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47.94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27986,'4'84'43,"1"1"0,-1-5 0,2-7-43,4 12 23,1-6-18,8 12-190,-7-33 185,8 5 0,-13-44 0,1-7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48.21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27880,'6'66'-10,"-1"-1"1,1-4 0,0-2-573,1 35 582,-1-17 0,-3-16 0,-3-30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48.58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61 26682,'67'-11'192,"-1"-1"0,-6 2 0,-9 0 626,-17-5-532,-6 13-247,-15 47-17,-4 43-19,-7-38 0,-2 4 2,1 20 1,1 1-6,2-21 0,1-2 0,1 5 0,1-4 0,1 5 0,0-30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48.73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17 27460,'79'-4'-1406,"-1"1"0,-7 0 1,-9 0 1405,-3 2 0,-28 0 0,-12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48.90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43 1 27701,'2'67'11,"0"1"0,-1-7 0,0-6-106,0-3 95,-23 8 0,17-30 0,-17 2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49.16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28294,'0'81'7,"0"-1"1,0-5 0,0-7-8,0 2-79,1-5 79,3 4 0,-2-34 0,1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49.49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0 155 27779,'65'-44'0,"0"1"0,9 1 0,-6 17 0,-5 38 101,9 41 179,-63 42-196,-20-31 0,-8 3-53,-4-2 0,-3-2-20,1-7 0,1-6-5,2 6-23,42-26-62,2-27-122,16-3 201,20-1 0,-35 0 0,19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49.66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27925,'7'76'-64,"1"0"1,-1-7-1,-1-5-406,-2 13 470,-1-26 0,-3-7 0,0-31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50.00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1 438 28283,'0'-63'26,"0"-1"0,-1 5 1,4 4-22,21-22 1,-1 25-12,32-8 12,-7 53-12,6 51 6,-17 11 8,-21 1 1,-5 4-26,-1 25 17,-4-7 0,-6-36 0,0-31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50.24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42 28266,'0'62'22,"0"1"1,1-7 0,10-11 5,48-28 56,-2-25-56,-1-10 5,-26-37-61,-22 4-1540,-8-12 1568,0 15 0,0 22 0,0 10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50.48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27964,'0'77'106,"0"-1"1,0-3-1,0-4-83,0 27-21,4-35 1,1 0-143,7 34-2290,11-9 2430,0-63 0,-9-18 0,-3-22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50.70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 1 27908,'-4'76'115,"0"1"1,4 15 0,5-1-116,6-25 0,2-3-6,-1 0 1,1-2 5,2-8 0,0-9 0,-6-13 0,-2-6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51.2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27930,'54'28'123,"1"0"0,-7 0 1,-12 8-96,-31 19 0,-13 7 14,-1 4 0,-2 0-39,4 0 0,1 1 2,-6 6 1,8-5-6,32 12 5,22-13 12,35-52-17,-12-36 0,-30-11 0,-7-9-5,-3-41-7,-18 33 1,-6 0 11,-18-18 6,-34 24-6,-6 53 22,-3 50-14,33-5 1,8 7-9,2-2 0,5 3 5,7 24 1,2 2 8,-3-21 0,0-1-6,2 10 1,-2-4-3,-7 24-18,-4-37-251,-10-40 263,-10-34 0,13 12 0,-5-22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54.0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0 283 28054,'87'-10'20,"0"-1"1,-3 0-1,0-1 11,2-5 0,3 0-370,5 1 1,4 2 360,-16 5 1,3 1-1,0 1-516,2 2 0,0 1 0,-3 2 494,-15 1 0,-3 2 0,3-1 7,15 0 1,2 1-1,-5 1-36,4 3 0,-5 2 29,-1-1 0,-5 3 34,19 25-12,-69-1 300,-10-3-316,-5-10 1350,20-26-1350,3-7 729,33-19-735,-5 2 0,6 1 0,-16 11 0,6 2-3,7 1 0,7 0 5,-5 3 0,4-1 0,3 1-493,10 1 1,3 1 0,-2 2 490,-11 1 0,-2 1 0,3 2 0,15 0 0,5 2 0,-4 1-220,-13 0 1,-2 1 0,3 1 220,14-1 1,4 0 0,-5 0-2,-18-1 0,-4 1 0,0-1 2,3-1 0,0-1 0,-6 1-2,-3 0 0,-5-1 0,4-1 0,-6 1 0,2 1 0,-32 2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54.7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208 0 28289,'1'67'29,"-1"0"1,-1-1 0,-3-5-2,-14 23-5,-7 0-12,6-31 0,-3 0 17,-21 34 0,-3-6-22,17-45-6,27-35 0,24-17-6,51-5 6,-8 9-6,-3 7 1,3 1-17,33 4-194,-43 1 0,-1-3 216,22-15 0,-39 11 0,-20-11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4:55.0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0 240 28311,'23'-58'26,"-1"-1"0,-1 6 1,4 12-5,33 22-16,-12 9 10,29 28 1,-39 40-9,-18-10 1,-7 5-6,-11-4 0,-9 3 19,-14 13 0,-6-4 23,-15 5-17,-15 12-22,55-51-6,18-6 0,60-25-129,6-4 129,-4 0 0,-31 2 0,-32 6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03.76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1180 28451,'4'-62'9,"0"-1"1,1 3-1,0 3-3,2-19-1,5-10-5,-2 16 0,1-6-3,0 2 1,3-2-1,4-8 0,2 3 0,-5 23 1,4 9-15,36-12-6,-2 49 18,10 49 5,-36 7 0,-7 8 2,-5 3 1,-5 7-1,-4 1 0,-3 7 0,2-3 1,6 16 0,3-2-3,6 14 0,5-5 0,-3-28 0,5-7 0,35 12 11,-22-61 50,-2-51-50,-24-1 1,-5-7-12,-2-1 0,-2-6 2,0-35 1,0-5-230,0 9 0,0 0 225,-1 18 0,1-1 1,-1 4-13,2-10 0,-1 8-608,5-27 622,10 87 0,-13 3 0,10 25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04.09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 81 27897,'11'63'82,"1"0"0,7-3 0,8-14 41,29-26-55,1-17 10,-7-38-11,-34-20-56,-20-17 1,-41 2-12,-4 21-34,-24 8-196,37 27-974,-1 57 1204,33-3 0,1 20 0,9-33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04.58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 4 28440,'-5'61'7,"1"0"1,-1-6-1,2-3-7,4 10 6,18-13 5,-4-6 17,23-24-5,-12-26 33,2-15-51,-10-6-5,4 4-5,-4 12-18,34 5 23,2-19 6,-1-3-6,-9-35 0,-31 9-79,-5 3 79,-8 4 0,0 33 0,0-1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05.35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99 0 28401,'-24'57'18,"-1"0"1,3-4 0,5-6-19,10 3 0,4-7-51,4-10-581,10-5-1317,-5-28 1949,6-6 0,-11-10 0,-1 3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05.63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1 168 28222,'57'-22'117,"0"0"1,31-20-51,-82 13-28,-20 4-16,-7 7-23,-34 9-17,7 23-241,8 28 258,53 17 0,-3-13 0,25-15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05.98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1 407 28401,'13'-68'24,"-1"1"0,0 3 1,2 7-20,11 6-5,15-7 0,-8 29 0,21 16 0,-17 70-22,-3 30 10,-22-28 1,-4 0-50,-2 28 61,13-27 0,-13-42 0,14-10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06.71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101 33 28339,'-29'57'26,"0"0"0,3-5 1,9-2-27,25 21 16,37-13-4,29-8-12,5-31 2,-28-32 1,-4-14 8,4-42-8,-24 16 0,-11-5 0,-25 3 0,-9 3-3,-20-24-17,-8 46 0,-5 17-252,0 39 269,2 30 0,36-8 0,16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07.00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1 143 27449,'20'60'102,"0"1"1,-2-7 0,-5-8 552,-10-12-571,-19-12-67,-3-32-6,-4-11 0,7-52-11,19 18 0,9 6 0,6 0-39,22-14-353,26 2 392,-5 31 0,-23 22 0,-12 8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07.35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343 394 28423,'-60'-30'15,"1"0"0,3 3 0,7 13-15,8 36 0,-7 41-6,23 21 3,21-32 1,9-2-21,41 23 23,6-32 17,18-54 50,-43-50-53,-12 10 0,-4-6-11,-14-14 0,-4 0-12,4 14 1,2 0 8,4-10 0,3 8 0,-3 19 0,19-11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07.64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110 412 28591,'-30'-59'-2,"-1"1"0,1 5 1,12 2 1,44-27-40,19 20 18,8 7-23,8 47-11,-39 46-17,-30 17 62,-13-4-5349,-20-18 5360,23-33 0,6-3 0,11-6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07.94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17 95 27953,'18'64'82,"0"-1"0,-3-5 0,-3-9 204,-8-12-247,-30-10-22,7-43-12,-11-6-10,22-67 5,36 6-6,3-9-5,20 34-79,-7 31 90,11 21 0,-29 6 0,6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08.62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114 1 28474,'-17'88'18,"0"1"1,1-8 0,0-3-19,0-15 0,2-3 2,4-6 1,4-2 3,4 47 11,43-35-12,29-43-5,4-7-11,16-24-118,-43-11 129,-25-40 0,-12 32 0,-27-17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08.76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28339,'88'3'-441,"-1"0"1,-2 1 0,-7 0 440,-25 1 0,-6-1 0,9 2 0,-3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09.02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0 170 27751,'34'51'58,"-1"0"0,0-5 0,1-11 3,21-26 57,30-14 0,-3-34-62,-38 10 0,-4-4-6,8-34 12,-33-17-46,-55 33-16,-25 4-16,-27 41-63,22 25 79,52 33 0,10 4 0,3-14 0,22 44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09.71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223 0 28569,'-57'23'11,"1"0"0,3 9 0,12 6-11,26 39 0,20 10 6,13-28-6,31-20 0,2-27 11,11-20-16,-15-6 5,-11 2 0,-15 10 0,-1 17-17,22-2 11,-6-5 1,33-18 5,-25-25 0,-5-19 5,-19-2-5,-35-9 0,-14 23 0,-21 8 0,-8 28 0,10 24 0,6 43-117,26 12-169,37 4 286,11-34 0,6-7 0,11-6 0,14-2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09.98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0 359 28451,'1'-78'3,"-1"-1"1,7 10 0,8 9-4,28 7-5,20 34-18,-17 65-21,-2 2-91,-23 5 1,-4 3 134,2 18 0,-5-12 0,-8-30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10.23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 3 28255,'-1'73'13,"-1"-1"0,4-6 0,6-10-13,16-13 17,28-13 28,-3-22-28,-4-18 16,-16-38-100,-15-15 67,8 7 0,0 1 0,-6 1 0,21-11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10.56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109 441 28569,'-32'-70'-2,"0"1"0,4 2 0,12 4-65,40-21 28,0 29-45,9 23 67,-16 42 0,-17 23-5,-7 4-594,-11 7 616,7-14 0,4-16 0,7 1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10.87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0 111 27863,'0'54'179,"0"-1"1,0 36 189,0-60-369,0-24 0,0-16 6,0-44-6,15-13 0,5-13-51,16 20 1,-3 25-342,27 22 392,7 6 0,-15 6 0,-7-3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11.11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28244,'0'76'84,"0"-1"0,-1 18 0,2-3-81,2-20 0,2-2-1,-2-2 1,2-2-31,3-3 0,4-12 28,8-20 0,-6 1 0,-3-36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11.23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67 27729,'86'-18'-103,"0"0"0,-33 5 0,-6 2 0,23 4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14.18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387 46 27208,'-75'-16'214,"0"1"1,14 1 0,6 13 26,-11 61-152,36 25-78,13-27 1,10 2-12,18-1 0,9-2 0,17 25-6,5-50 1,7-12 5,30-26 16,10-34 18,-29-11 39,-22-39 0,-29 24 11,-5 3-79,-5 36-5,0 39 0,0 29-50,13 43 50,10-33 0,0-2 0,1 22 0,18-12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19.50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1 414 28362,'6'-67'5,"0"0"1,1 6-1,0 7-5,5 6-5,4 5 5,2 8-6,19 8-5,15 15-17,26 39-6,-14 4-36,-28 6 0,-4 5-422,2 14 492,-3-5 0,-19-25 0,-5-22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19.99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354 68 28362,'-68'-25'9,"0"-1"0,-3 11 1,10 13-10,21 27-6,-2 55 0,39 10-5,18-35 0,10-2 8,4-9 0,6-6 3,38 7 6,5-58 16,-35-41 23,-6-30-11,-21 8 16,-11 14-50,0 47-5,2 23-135,18 41-465,4-4 605,25 20 0,-29-41 0,6-3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0.27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27734,'15'68'175,"-1"-1"1,0 1 0,-4-11 42,-10-22-145,-5-4-39,-4-46-34,2-33-6,3-29 6,12 4-6,16 2-195,15 44 201,48 22 0,-45 7 0,19 15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0.55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0 113 28104,'13'67'151,"0"1"0,-4-12 1,-1-11-141,0-26-6,-6-30-5,-2-48 0,5-16-16,18-17-35,0 25-290,39 18 341,-6 43 0,1 6 0,3-9 0,31 18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0.90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339 122 28524,'-69'-37'11,"0"1"0,6 3 1,10 18-7,16 53 1,9 37-1,11-13 1,14-11 0,9-1 5,33 9-6,24-12 7,21-49-7,-9-34 6,-24-7-16,-17 4-18,-14 37-27,-3 9-695,23 24 745,2-13 0,-8 0 0,-6-15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1.32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59 1 28406,'-17'54'3,"1"1"0,-9 41-3,39-42 28,9-12-6,12-14 51,1-14-22,10-42-23,-18-21-23,1-14 1,-18 5-6,7 27-6,9 44 6,7 11 0,-9 22 0,-3 12 0,-6-4 0,-3 4 5,4 9 1,-9-1 0,-18-10 0,-9-6-1,-17 8-5,-58-32-5,20-35-29,3-19-44,31-5 78,92-35 0,-36 45 0,50-18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1.60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28373,'0'61'9,"-1"0"0,3 1 1,2-9-10,2-19 0,3-4 0,-8-23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1.73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26872,'0'0'0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2.02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1 223 28322,'4'-52'14,"0"0"0,9-35-14,32 60-5,-1 22 5,-1 22-6,-5 57 12,-19 24-79,-9-38 0,2-3-817,14 23 890,-5-67 0,-3-12 0,-9-32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2.23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28199,'15'76'43,"-1"-1"0,5 15 0,0-4-40,-6-26 0,-1-3 2,1 0 1,-1-1-3865,3 42 3859,-32-63 0,14-4 0,-18-25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2.53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1 104 26950,'73'39'-52,"1"0"0,4 0 0,-5-7 40,11-9 9,-30-13 1,1-5-10,1-13 1,-3-7 51,32-29 223,-34-9 398,-43-18-292,-54 24-279,-1 9-45,-40 23-45,40 56 0,52 58 0,-8-37 0,51 21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3.25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382 252 28143,'-7'-52'95,"0"0"1,-11-36-63,-3 63 51,-18 2-28,-10 11-39,-23 38-9,33 4 1,3 6-9,-20 45 0,31-19 0,12 1 11,28 22-5,37-9-6,8-36 0,-9-46 0,0-13 22,14-23 6,-3-11-28,-27 13 0,-26 36-28,5 31 28,32 26 0,-26-15 0,23-1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3.61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28434,'0'71'9,"0"1"1,2-7-1,3-5-20,12 13 11,-1-24 0,1-6 0,-10-29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4.06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17 320 27886,'-7'-55'115,"0"0"1,5-2 0,5 7-94,15 12-22,32-7 6,22 31-12,-23 9 1,3 4 10,3 11 1,-2 7 89,29 29 6,-33 8-12,-69 21-44,-43-19-28,-10-4 5,-1-16-16,34-25-6,29-5 0,52-5-6,14-1-11,10 4 1,4 7 4,-16 7 1,-3 7 8,1 7 1,-8 6 2,3 33 0,-96 6 0,-38-45 2,25-16 1,-2-6-56,7-12 0,5-7-171,-15-18 224,50-16 0,16 15 0,16 7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4.26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14 0 28446,'12'65'3,"1"0"1,-3-7 0,0-9-99,-5-16-113,-2-6-464,-12-13 672,-14-7 0,8-8 0,-5-2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4.53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71 28244,'100'2'151,"-31"-8"-285,-93-39-381,-2 24 515,1 42 0,16-8 0,9 17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4.81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0 251 28429,'11'-60'3,"0"0"1,0 4 0,7 11-4,38 16-6,-1 29 6,5 55 0,-38-9 0,-7 5 0,-3 1 0,-4 2-42,-2 8 0,2-5-1940,10-2 1982,14-8 0,-12-35 0,2-12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5.16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341 45 28496,'-64'-20'15,"1"0"0,-4 16 0,9 12-15,17 25 0,16 12 0,7 6 17,13 32-12,36 4 6,18-34-5,7-36 5,6-48 6,-23-11-6,-4-4-11,-6 13 0,-1 32-67,19 30 67,33 27 0,-36-16 0,8 1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5.44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58 75 28070,'1'58'183,"0"0"0,1-1 0,-3-10-160,-7-20-18,-1-12 1,-7-28-6,-3-39 0,10-16-6,17-16-27,28 18-29,6 28-739,30 22 801,-16 26 0,-13-7 0,-13 8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5.84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 0 28233,'-3'59'35,"1"0"1,8 2-1,8-9 38,31-15-6,16-12-44,-15-36 27,2-34-5,-24 3-45,-3 17 0,-13 32 0,-8 36 11,-16 47 11,-19 3-16,8-40 0,-3-3-6,-22 14 0,-3-30-17,27-29-22,5-13 39,23-45 0,1 31 0,10-28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6.16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28434,'12'79'18,"0"-1"1,0-5 0,0-6-7,2 6-18,3 11-1002,-8-34 1008,-11-8 0,0-33 0,-8-12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6.32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1 109 28339,'71'-19'-112,"1"0"0,-5 0 0,-6 4-2324,11 6 2436,10-4 0,-38 6 0,-2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6.58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1 125 27163,'0'51'705,"1"1"1,0 20-700,0-77-6,5-42 6,5-19-1,9-13-10,2 24-147,21 16 152,47 36 0,-42-2 0,26 12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6.88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191 401 28630,'-53'-60'2,"0"0"0,4 4 0,15 5-2,32 8 0,10 0-22,22 1 5,-2 17-6,12 5 12,-17 34 17,-19 14-6,-8 5-213,-22 9 213,13-14 0,-3-9 0,16-5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27.17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144 517 28591,'-36'-61'15,"0"0"0,4 5 0,7 2-15,11-24 6,24 0-18,15 4 7,43 22-6,-5 49 5,-5 39 12,-37 24-6,-36 5-45,-34-2 45,0-35 0,8-5 0,19-16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33.31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79 28412,'12'89'8,"-1"1"1,-4-22-1,0 2 1,0-7-4,2 0 1,1-5-6,-3 0 0,5-5 28,39 15 28,-6-64-39,3-17-1,-3-46 1,-25-7-6,-2-8-16,-13 25 5,-5 30-6,0 33 6,11 43-45,29 7 23,4-3 5,40-27 17,-33-73 0,-6-37 5,-38 15 1,-9-5-3,-2 10 0,-2-1-3,-4-9 0,0 1-62,2-22-363,19 1 22,9 37 403,76 44 0,-61 6 0,40 16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33.60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267 287 28546,'-62'-15'22,"0"0"1,1-6 0,14-5-23,29-13 0,2-30-6,30 18-16,18 7-12,14 37 6,-6 28-34,-15 38 46,-31-5-35,-8-5 51,-6-19 0,8-24 0,7-5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34.39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387 1 26267,'-69'11'494,"1"1"1,6-3 0,8 6-237,5 31 5,11 9-224,4 3-16,21 25-23,50-16-17,27 7-135,-10-47 1,5-8 151,2-4 0,-3-6 0,18-5 0,-24-4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35.15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303 1 27813,'-61'11'132,"0"-1"1,-2 13-1,11 7-115,20 22-12,12-1 1,7 5-6,16 32-11,15-4 22,43-22 45,6-47 6,10-37 5,-23-26-50,-24-34-11,-19 16 22,-9-7-23,-2 37-16,-3 6 11,-4 32-11,-1 39 0,1 14-17,7 1 33,15-17 6,1-32-5,13-34-6,2-23 0,-3-8 11,17-18-28,-8 36 17,9 5-22,-7 63 22,-13 8 11,-6 59 96,-13-27-107,7-20 5,0-40-5,12-43 6,18-32-6,11 8-6,0 6 1,5 25-12,-22 57-90,3 17-94,-9 15 201,5 6 0,-19-41 0,2-2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35.59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 0 28462,'-5'71'0,"0"0"0,9 5 0,12-12 12,30-16-1,9-5 28,8-43-5,-29-41-23,-6-24-39,-15-17-5377,-11 14 5405,12 27 0,-11 22 0,12 16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36.07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388 15 27858,'-65'-6'113,"0"0"1,-6 4 0,8 7-58,3 26-45,9 5 6,38 31 39,61-7-51,-13-23 1,3 1 0,9-4 0,-1-1 27,17 23-27,-40-20 5,-71-4-11,-24-21-6,-8-1-117,15-10-706,49-30 829,52 3 0,-18-7 0,29 15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36.37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281 313 28608,'-68'-31'11,"1"0"0,13 9 1,9-4-12,5-38-12,34 14-10,20 2-34,39 12 28,11 31-6,-2 25 40,-34 12 11,-41 3-17,-38-10 0,23-17 0,-8-6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37.81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417 215 28446,'-23'-52'22,"1"-1"0,-21-31-22,-11 66-5,-2 10-6,-2 10 5,-9 38-5,25 34 5,21-20 1,5 2 5,1 39-31,28-44 0,11-7-47,36-8 100,28-18 62,-3-55 17,-21-25-84,-25 0 44,-19 2-61,-15 53-11,-1 8-123,18 47 134,59 3 0,-42-13 0,35-12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38.40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448 170 28496,'-58'-47'20,"-1"-1"1,5 3 0,2 15-21,-19 44-6,1 31 0,6 26 6,45 16-5,39-20-29,53-23 29,2-36 5,7-34 16,-30-5 35,-26-32-18,-21 23-27,-4 24-6,-1 28-6,0 74 9,0-31 0,0 3-3,1-1 0,0 2 0,0 11 0,0-4-112,1 15 112,-1-12 0,-1-34 0,0-29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38.76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1 704 27656,'65'-29'-133,"0"0"1,9-6-1,-6-2-155,-25 5 0,-4-1 276,0 1 1,-2-5 184,-1-13 1,-7-3 577,-7-34-1,-3-11-733,-17 35-6,-4 57-11,11 47 0,39 25 0,5-12 0,-1-34 0,3-9 23,15-15-1,-8-21-22,-35-3-39,-42-26-409,7 5 448,15-8 0,-6 22 0,22 12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39.09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248 341 28619,'-60'-29'7,"1"1"1,2-3 0,13-3-8,28-14-6,5-1-33,47-9-28,24 25-6,24 5 67,-21 25 6,-27 31 0,-62 6-1008,-12 5-2683,2-17 3691,21-14 0,24-8 0,5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41.00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28266,'4'65'22,"0"0"1,2-4 0,4-8-18,17-4 23,10-5-11,27-10 22,-4-15 17,2-23-39,-30-17 0,-19-38-62,-11-6-442,-2-15 487,2 14 0,-2 29 0,2 17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41.32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145 406 28602,'-37'-56'0,"0"0"0,2-5 0,10 3-5,23-7-18,23 0 1,-3 26-17,29 33-6,-20 45 23,-3 15 33,-44 19-11,-3-24 0,-34-18 0,35-23 0,-1-5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54.11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117 0 28446,'-8'77'33,"0"0"1,-1-4-1,-2-5-27,-14 23 0,0-5-4,14-34 1,2-1-3,-2 16 0,14 16 11,36-50-11,23-8 12,23-15-7,-16-11-27,-18-4-45,-24-11 67,-32-23 0,10 17 0,-23-9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54.53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28 28328,'77'-1'-211,"0"0"0,-4 1 0,-3-1-27,-8 1 0,-1-1-1092,4-3 0,1 0-334,-2 1 0,-2 0 3532,1-5 0,-18 7 171,-39 12-1568,3 4-163,-51 36-275,30 7 23,36 11 45,30-17-45,13-23 56,19-33 28,-37-34 0,-8-25-117,-53-15-23,-20 19-23,-47 22-391,27 53 414,6 30 0,29-9 0,17 6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55.10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323 41 28356,'-62'-14'2,"0"0"0,-4 3 0,8 9-8,15 27 6,12 5-6,90 31-2,-14-30 0,5-1 8,2 1 0,-1 0-9,0-4 1,-12 2 13,-25 16 12,-58-25-22,-34-3-135,-11-40-1216,33-1 1356,45-17 0,14 26 0,8-2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55.35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28496,'7'68'11,"-1"1"0,1-1 0,6 29 1,1-3-15,1-14 0,1-7 3,-3-21 0,-1-4-918,5 15 918,-21-56 0,3 0 0,-8-16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55.69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27410,'75'3'-269,"0"0"0,-6-2 0,-7 5 269,16 22 308,-36-3 241,-5 35-431,-34-7 16,8 5-11,9-25 6,36-20-62,6-45 224,-5-12-201,-20-11-62,-63-2-45,-26 32-50,-23 7-482,17 40 549,38 9 0,17 0 0,15-8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55.97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73 27930,'48'55'175,"1"-1"1,-6-4 0,-18-10-109,-29-29-28,-15-15-28,-5-17 1,6-13-12,5-22 0,8 13-40,32-22-234,30 35 274,34 7 0,-28 17 0,-13 9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56.23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156 347 28642,'-44'-55'1,"0"-1"1,3 5 0,15 4-2,42 4-5,34-4-18,20 20 6,-3 7-16,-12 52 22,-56 14 5,-37 22-168,-28-15 174,-9-23 0,31-19 0,21-9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56.97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84 1 28446,'-14'70'11,"0"1"0,0-5 0,1-5-11,-5 15 0,8 18 17,19-17-11,23-3-18,5-38-100,25-22-767,-17-38 879,-5-13 0,-17 4 0,-19 2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57.11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28250,'87'9'-390,"0"0"1,6-1 0,-11-2 0,-25-6 0,3 0-1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57.41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28048,'0'75'100,"0"0"1,0-8 0,0-5-39,0 8 134,0-26-190,1-15-6,9-38 5,24-37-5,-3 8-5,29-6-1,-17 42-67,22 40 73,-4 7 0,-1 3 0,-5 11 0,-9-24 0,-1-1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57.63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96 363 28580,'-27'-62'5,"1"0"1,0 4 0,10 6-12,24 3 6,9 7-17,28 14 1,2 19-1,1 30 11,-22 17 6,-16 3 0,-17-6 0,6-25 0,-5-3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58.85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297 353 28401,'-27'-46'22,"0"0"0,-8 2 1,-3 14-17,-20 33-18,-5 27 12,25 6-16,28 50-46,60-9 6,-8-34 0,8-6 39,0-8 0,6-9 9,19-12 0,-2-15 13,12-35 14,-44 9 1,-8-6 8,-13-8 0,-9-2-16,-8-31-12,-4-17-17,0 26 34,0-3-1,-1 57 12,-1 32-14,0 32 0,2 13-14,-1 0 0,0 1-3,0-1 1,2-1 4,5 0 1,0-7 199,0-8-196,15-21-6,-5-32 0,25-42 0,9-1 0,16 3-6,-14 19 6,-5 54-11,-21 23-163,-1 22 174,-10-10 0,-7-27 0,-4-21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59.09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28238,'11'55'14,"0"1"0,7 41-14,-4-59-16,-4-3-24,0-10-2082,-6-1 2122,-6-17 0,1 1 0,-4-11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59.34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35 28098,'52'14'53,"1"0"1,27-10-26,-110-38-101,-11 4-291,-2 27 364,10 18 0,28-2 0,3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59.62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15 1 28457,'-4'71'15,"1"1"0,1 16 0,0-4-21,-1 9 6,8-21 0,5-3-146,13 4-458,8-13 604,2-35 0,-19-25 0,-3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5:59.98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265 384 28434,'-61'-39'11,"0"1"0,0 11 1,10 21-12,25 67-6,22 36-16,25-9-20,15-44 0,10-8 20,35-10 117,4-45-17,-37-55-61,-37-18-12,-20 22 1,-6 0-6,1 18 0,-2 1 0,-3-6 0,2 4 0,-4-5 0,11 28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00.34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0 175 27841,'11'55'162,"-1"0"1,8 35 195,-14-62-324,-1-18-29,-3-31-5,0-31 6,0-34-1,3 13-5,19-8-84,14 38-67,10 5 151,6 27 0,0 6 0,-16 2 0,35 3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00.61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162 350 28619,'-48'-75'0,"0"0"0,6 13 0,19 7-22,59-6-29,6 40 18,-1 42-62,-28 15-7271,-16 19 7366,8-16 0,-5-28 0,17-1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00.88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36 365 28535,'-14'-53'5,"1"0"1,4-7 0,11 5-6,35-10-11,22 6 11,10 39 0,-16 38-11,-10 49-57,-21 7-368,8 9 436,6-33 0,-15-26 0,3-20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01.20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1 331 28580,'3'-56'3,"1"-1"0,8-42-3,33 46 0,-9 19 0,25 2-6,-20 56 0,4 32-61,-7 30-6,-12-15-1091,6-19 1164,-9-37 0,-5-7 0,-4-8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01.53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177 42 28345,'-40'47'16,"1"-1"1,-11 37 6,67-64-6,15-3-1,5-14-4,16-24 38,-7-12-11,-8-25-28,-23 10 1,-50-2-24,-19 29-111,-29 4-2464,21 44 2587,21-5 0,30 12 0,11-20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02.16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245 301 28345,'-64'4'7,"-1"0"1,7 0-1,13 10-7,33 64 11,18-19-11,36 26-16,23-51 16,4-3 72,1-64 18,-39-35-73,-16 12 0,-5-4-15,-7-6 1,-4 1-3,-1 13 0,-2 1-95,-7-41-823,5 52 918,22 16 0,-11 17 0,16 16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02.44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57 346 28541,'-15'-62'7,"-1"0"1,0 7-1,7 5-7,25-2-28,13 18 6,5 3-17,10 37-12,-24 36-50,-4 17-83,-30 10-74,2-27 258,-15-17 0,17-22 0,2-2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02.77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226 0 28362,'-65'27'5,"1"-1"1,7-8-1,17 7-27,55 56 16,21-20 18,6 3 4,-10-23 1,-32-23-213,-20-11 196,6-12 0,-3 3 0,17-3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38.22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57 0 28378,'-11'61'-39,"1"-1"0,0-5 0,2-7 39,-1-7 0,5-21 0,-1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38.96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355 13 28143,'-63'-5'3,"-1"-1"1,2 5 0,12 9-43,27 22 67,36 19-22,34-10-17,31 6-1,-18-17-10,-13 4 78,-32-13-17,-53 18-16,-25-21-29,-22 6-44,-11-17-270,48-11 320,33-24 0,8 18 0,33-17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39.25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32 164 28177,'77'38'41,"1"-1"0,-7-3 0,-8-18 54,3-60 28,-30-22-95,-15-2 6,-75-11-34,-33 47 0,15 52 0,-1 9 0,-10-12 0,46 23 0,-1-1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40.97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54 178 27522,'-10'-51'428,"0"-1"0,-7-22-405,10 103-18,2 10-5,1 55-5,10-15-1,16 8 6,-1-32 0,19-22 6,-19-25-1,25-32-10,-14-16 5,5-11 5,-7-12-38,-18 30 27,0 25 6,-9 31 0,-3 62-17,31-3-3,-5-37 1,6-6 19,34 6 45,13-41 61,-46-44-78,-9-3 0,-19-44-44,-7 11-264,2-19 280,11 14 0,-8 35 0,10 18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41.36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167 388 28586,'-47'-60'0,"1"1"0,2-4 0,15 4-56,37 0-23,26 2 40,2 27-45,21 38 67,-31 26 12,-13 19-18,-34-1 23,5-19 0,-7-17 0,22-13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41.70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378 1 28278,'-65'10'70,"0"1"1,-5 6 0,9 9-54,6 40-17,7 1-11,35 26-84,68-29 95,19-34 0,6-6 0,7 6 0,-22-29 0,0 1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42.40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214 0 27852,'-57'38'102,"-1"-1"1,9-9 0,11 5-53,26 60-22,31-30-11,21-6-11,8-28 5,24-47 62,-27-28 22,-2-24-28,-23-3-44,-16 24-29,-7 20 6,-1 30 0,1 25-6,-1 2-16,17 19 16,-1-29 6,16-1 0,6-56 0,-6 10 6,16-49-12,-10 36-5,3 6 6,-4 44 5,-13 18 5,-3 38 1,-9-14 5,0-4-5,2-33-6,12-42 0,4-6-12,28-32-4,0 38-7,5 14 18,-18 61 10,-19 27-38,-14 2 33,11-9 0,-11-45 0,9-4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55.18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358 204 28423,'-38'-52'-15,"0"0"0,4 4 0,1 12 15,-7 27-5,2 4 5,3 4-11,-9 29-6,14 25-11,3 35 0,34-12-79,46-6 85,25-48 50,11-20 101,-25-34-96,-34-4 102,-22-17-141,0 39 6,3 14 0,16 67 6,-8 29 2,-7-46 1,-6 2-9,-17 9 0,-12-4 5,-39 15-8,15-35 1,-5-6-60,4-11 0,1-8-139,-19-5 201,31-64 0,23 39 0,11-39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55.46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1 152 27998,'64'45'61,"0"0"1,-5-1-1,-2-16-27,28-60 162,-26-19-67,-17-31-101,-51 14-6,-68 8-22,-17 40-53,39 21 0,3 9-166,-13 24 219,50 42 0,19-39 0,13 4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55.82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28395,'0'68'37,"0"-1"1,0-3-1,0 0-32,2 1 1,1 1-6,1-2 0,0 0-50,0 9 0,1-2-253,2 24 303,-12-29 0,3-45 0,-6-6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55.94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80 27253,'75'-17'-83,"0"0"1,-4 0 0,-11 3 0,-20 7 0,-12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56.30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 0 28020,'-1'61'59,"1"-1"1,0-2 0,2-5-37,7 16 5,0-6 134,-2 10 6,-2-23-162,4-11-6,2-36 0,22-38 0,5 3 0,8 3 0,-12 36 0,-11 50-17,-12 17-224,1 15 241,0-26 0,-5-29 0,1-23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56.54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90 28233,'0'70'93,"0"1"0,0-2 1,0-15-77,0-34-12,0-18-5,0-60-22,9-20-180,24-15-246,10 23 448,36 20 0,-42 35 0,5 4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56.82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0 109 27796,'11'50'115,"-1"-1"0,17 32-87,44-70 22,-17-10 73,26-33 34,-46-19-51,-15-27-83,-52 7-23,-6 26-23,-34 21-167,33 48 190,26 24 0,5-11 0,31 4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57.06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47 1 28278,'-17'57'2,"0"-1"1,5 41 8,40-51 6,22-15 0,35-14 73,-14-36-62,-6-7-6,-34-45-140,-24 9 118,-6-7 0,-1 32 0,0 17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57.54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313 102 28535,'-58'-31'13,"0"0"0,5 4 0,6 15-13,5 57 0,14-2 0,2 40-11,41-22 11,33-7 6,22-27-6,-2-34 5,-18-8-16,-19-4 11,-9 41 6,-1 8-1,-7 67-5,-13-10 8,-12-36 1,-8-4-9,-29 15 0,-10-32-45,-9-32-251,34-39-511,4-14 807,35 2 0,7 0 0,-6 5 0,21-12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57.88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22 0 28462,'-6'65'18,"0"1"1,0-4 0,2-4-13,4 18 16,2 18 23,-2-34 17,2 7-62,-1-54 0,5-17 0,18-44 0,2 6 0,30-16 0,-5 48 0,11 43-6,-12 39 1,-16 7-35,-11 8 40,-17-50 0,0-4 0,-6-24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58.64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59 0 28345,'-11'74'56,"0"-1"0,1-4 0,1-2-56,3-4 0,1-3 0,-2 26 0,15-27 0,8-3-23,20-2-33,26-7-28,3-27-22,-10-17 106,-9-28 0,-2-3 0,-12 12 0,26-36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58.82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27191,'69'23'-84,"-1"-1"0,-3-3 0,-4-4 84,13-11 0,-33-4 0,1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59.20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27970,'37'70'63,"0"1"0,-3-6 1,-6-6-58,-14 3 10,-2 11 74,-6-16 145,-2-7-235,-4-29-5,10-46 5,3-1-12,18-30 1,0 34 11,5 26 0,-11 22-5,1 50-51,0-13 56,11-28 0,1-3 0,-7 3 0,29-20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6:59.44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157 334 28446,'-44'-55'0,"0"1"0,3 5 0,13 2-23,36-5-72,19 10-28,11 7 100,0 37-201,-14 10 224,-14 19 0,-10-20 0,2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00.02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31 349 28474,'-11'-56'5,"1"1"1,0-42 5,30 52-5,16-3-12,1 20 6,12 8 0,-11 31-6,7 38 12,-18 10 95,-2 8-96,-15-30-5,-9-32 0,2-25 0,12-29 6,1 14-12,18-14 1,-13 32-1,19 33 6,-24 11 0,7 44 6,-20-23-6,10-24 0,-1-26 0,12-34 0,13-6-11,3 17-1,0 1-77,3 41 89,1 29 0,-18-14 0,4 9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00.35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8 0 28384,'0'63'-23,"0"-1"1,0 1 0,0-11-7674,0-23 7696,-3-2 0,2-21 0,-2-6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00.61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69 28087,'59'25'123,"1"0"1,33-9-24,-88-63-60,-38-7-158,-22 20-184,4 37 302,33 34 0,16-10 0,18 7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00.84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0 275 28395,'6'-59'13,"-1"0"0,1 4 0,5 10-13,19 13 0,4 12-11,17 16 11,1 45 11,6 29-5,-18 11-29,-23-31 1,-4-2 22,-2-2 0,-2-5 0,-6-30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01.31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45 24 28434,'-20'70'5,"0"-1"1,15 2 0,14-12 5,31-20-3,6-17 1,5-10 8,32-25-9,-35-9 1,-4-6 8,12-31 39,-40-38-56,-78 31 2,20 34 1,-6 6-37,-7 9 1,1 11-113,-16 24 146,42 31 0,30-19 0,4 5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01.59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1 217 28619,'32'-57'-62,"-1"0"1,-3 5-1,4 13-223,28 28 285,9 23 0,-14-7 0,-13 13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01.92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265 400 28546,'-65'-7'0,"0"-1"0,5 3 0,13 11 0,29 40 0,8 6-11,20 15-17,29-18 28,3-7 11,33-53 23,-25-57-20,-27 17 0,-5-7-9,-10-11 1,-6-1-6,-6 15 0,-3 1-42,-7-2 0,2 5 42,12 4 0,-9 5 0,21 33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02.20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135 404 28597,'-25'-70'3,"0"0"1,2 15 0,7 2-15,24-36-34,18 45 45,2 21-11,-14 50 11,-39 25 0,-15 2 0,2-23 0,20-20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02.49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83 27970,'26'73'205,"0"-1"0,-5-11 1,-1-9-184,1-9-16,-12-41-6,-9-28 0,-1-43-6,6-9-5,6 2-23,25 4-67,10 41 101,19 6 0,-29 17 0,-5 8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03.27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201 1 28222,'-33'58'43,"-1"0"0,0 0 1,-12 25-1,11-3-29,26-24 0,6-2-14,-2 1 0,4 2-98,11 20 0,8-1-107,0-20 1,7-2-372,21 21 1,5-8 0,-1-18 0,10-6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03.71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21 0 28306,'-5'88'39,"-1"-1"0,2-5 0,1-8-33,0 9-6,3-13 22,3-15 113,6-13-119,4-21-10,6-14-6,29-33-6,21-2 6,3 0-5,16 12-1,-51 42 1,-3-6-18,-75 36 18,-30-21-40,21-18 0,-3-3-106,-29-3-331,38-19 482,85-37 0,-28 27 0,41-20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04.19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15 28216,'42'50'56,"0"0"0,-3-4 0,0-13-11,7-25 72,3-13-61,-21-23-33,-4-14-18,-20-1-5,-10-5-5,3 25 5,-7 10 0,8 18 0,3 16 0,12 19 0,0-4-6,12 31 6,-6-7 6,-2 11-6,-8-21 0,-15-7 0,-18-22 0,-8-4-6,-2-10-11,-4-5-223,18-22 240,0-14 0,13 6 0,7-1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04.67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28451,'0'82'35,"0"1"1,-1-6 0,2 0-34,3-4 1,3 0-3,0-6 0,1 0 3,3 6 0,2-4-3,3 15-1350,-3-35 1350,3-55 0,-9 10 0,7-23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05.05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261 50 28446,'-61'-17'1,"0"-1"1,6 4 0,11 13-2,21 48 0,12 2-5,5-3 5,15 5 16,19-20 7,24-9-12,16-48-11,-9-3 45,-9-29-17,-29 30-28,-8 15 0,-10 25-6,-3 18-240,16 16 246,10-12 0,-5-3 0,1-20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05.50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27494,'10'57'2,"0"0"1,17 37-3,12-71 39,27-11 269,-8-26-39,-3-6 6,-25-33-180,-23 6-56,-9 1-39,-3 23 6,0 28-6,7 33 0,10 21 0,1 3 0,0 19-6,-10-18 40,-4 2-12,-5-23-16,-7-22-6,-12-16 0,-2-7-28,-22-14-12,15 1 40,-2-41 0,22 39 0,9-20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05.82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228 335 28552,'-54'-27'11,"0"-1"0,4 2 1,11 1-7,24 0-5,5-4-11,5-19-11,16 10-46,23-22 24,5 34 44,-4 24 5,-29 18 1,-24 25-3008,-16-4 3002,24-14 0,-6-3 0,23-16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06.11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1 139 27645,'13'56'464,"0"-1"1,10 41-453,-17-88-7,-2-14-5,-4-30 0,0-31 0,19-4-28,11-13-33,6 29-225,1 21 286,-1 36 0,-21-2 0,6 9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10.26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27443,'70'45'18,"0"0"1,-3 0 0,-6-4 20,20 10-11,-41-22 0,-2 5 106,11 21 1,-3 6-301,-13-11 1,-5 6 219,-3 8 0,-3 9 0,-6-1-46,-4 19 1,-10 1-7,-7-20 0,-4 2 0,-2-4-215,-6 18 0,-4-8 213,-1-26 0,-1-8 0,-4 2 0,21-37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11.69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339 134 28457,'-58'-37'1,"-1"0"1,6 0 0,6 14-7,7 35-1,-4 33-5,17 32 5,17-25 1,9 1 5,15-3 0,10-4 17,39 16-6,3-33 28,11-44 0,-32-27-33,0-8 11,-15-24-29,-19 32 12,-3 16 0,-6 31-5,6 47-12,3-9 11,10 11 29,16-26-18,-7-43-5,5-3 0,-12-35 0,6-5-5,4 22-1,14 12 1,-10 38-113,13 43-1047,-3 4 1165,11 2 0,-24-27 0,-9-22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12.02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352 422 28434,'-69'-23'17,"-1"-1"0,-2 10 0,10 14-17,22 24-6,1 45 1,50-3-1,38 2 12,5-24 10,31-28 24,-36-47-7,-6-34-33,-30 12 0,-7-4 0,-3 8 0,-4-2-25,-4-10 0,-1 0 25,-3-38 0,-4 33 0,9 11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12.65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325 184 28283,'-31'-52'67,"-1"1"0,-3 2 1,-2 18-35,-14 46-38,-13 32 5,19 5-6,15 34-11,49-30 17,30-6 0,8-23 6,27-39 5,-34-20 28,-5-12-27,-25 4-18,-15 23 0,-3 23-61,26 27-17,3-4-123,48 6 145,-18-23-442,-16-26 504,-61-17 0,-3 3 0,-23 3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13.32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355 280 28250,'-59'-19'-2,"0"1"0,-4 13 0,8 11 2,21 25 3,7 9 0,4 8 13,3 37-16,5 0-5,54-7-6,21-50 44,27-20 51,-16-53-33,-29-11-43,-30 2 0,-8-6-5,-3 6 0,-4-1-48,-3-11 0,-1 1-117,-2-31 162,-8 31 0,13 44 0,1 12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13.80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331 638 28395,'-34'-59'7,"1"-1"1,2 7 0,4 9-8,3 19-12,1 12 7,-11 12-1,6 13 6,-7 10-11,11 12 11,-2 25 0,14 9-6,30 14-10,33-18 10,8-24 0,23-22 23,-35-38 39,-6-31-56,-21-14 0,-17 5 0,-3-5-20,-1 6 1,-1-3-9,-6-13 0,-1 1-34,3 18 1,-4 3 61,-27-36 0,23 61 0,-5 4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14.32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6 544 28233,'-2'-59'72,"0"1"1,1-10 0,1 4-56,2-1-12,1 15 1,2 0-17,9-12 11,14 10-6,11 37-5,9 59 11,-11 5-3,-17 2 1,-3 3-138,11 28 140,12 5 0,-17-40 0,2-23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14.60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64 399 28619,'-22'-59'-19,"-1"0"1,8-6-1,12 5-154,38-4 66,4 7-50,6 22 146,-23 52 6,-17 8-7,-25 41-9819,-5-14 7471,4 3 1,11-28 0,17-16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15.06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57 16 28311,'-16'61'17,"0"-1"0,2-5 0,3-5-6,11 1 39,22 4-16,-4-21-17,32-1 22,-7-28 50,3-21-89,1 1-11,-11 4-28,29 13 28,-19 8 5,28-23 40,-45-37-17,-5-30-17,-30 1-56,-1-4 56,14 43 0,-7 8 0,14 19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19.32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367 248 28278,'-58'-19'11,"1"-1"0,4 1 0,6 7-16,6 18-1,1 11-5,-2 38-23,19 24 34,17 3-25,29-34 0,13-6-20,6-18 0,8-9 34,9 5 0,1-10 11,-7-17 0,-4-9 0,12-14 67,-32-47-28,-20 3-39,-5 24 0,-1-1 11,2-30-22,5-17 112,-2 35-90,-1 35-5,-2 32 5,-3 56-11,1-11 0,1 4 5,-1 2 1,1-1-1,0-1 1,1-2 67,2 42 34,-2-58-63,-1-7-44,4-32 6,1-13 0,18-27-12,4 7 0,18 3 1,-8 30-1,16 42 12,-17 19-174,7 11 168,-12-20 0,-18-22 0,-5-21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19.53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 0 28345,'0'60'13,"-1"0"0,2-4 0,-1-6-7,-3 2-6,3-9-1092,0-11 1092,7-20 0,-5-5 0,6-11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19.66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27411,'0'0'0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19.94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28188,'1'79'56,"0"0"0,0-2 0,1-5-34,5 28-16,1-2-3,0-41 0,2-1-3,4 32-672,-2-13-2919,6-57 3591,-11-27 0,5-10 0,-7 6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0.33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320 380 28373,'-65'-21'9,"0"1"0,6 3 1,8 10-10,16 25 0,8 15-11,10 35 5,28 2 0,27 3 12,7-30 16,17-42 34,-34-55-11,-5-42-37,-18 46 1,-5-2-1,-8-18 1,-5 2-48,-12-24-1524,-5 8 1563,19 41 0,9 32 0,11 12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0.62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99 28115,'16'77'136,"1"1"0,-4-13 1,0-11-120,-1-18-17,-5-38 0,-7-52 0,0-20-6,12-19-39,1 21-223,31 10 268,8 46 0,3 6 0,-3-9 0,37 13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0.88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193 353 28586,'-53'-44'1,"1"0"1,5 4 0,11-2-2,31-28-11,23 15-17,10 6 6,6 41-90,0 53-661,-23 21 773,-3 9 0,-8-27 0,0-25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1.13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1 346 28434,'59'-73'9,"1"-1"1,2-2-1,-9 12-25,-21 27 21,26 15-5,-5 40 6,9 57-85,-25 8-254,-21-34 0,-3-1 333,0 15 0,-13-30 0,0-24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1.60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19 317 28518,'-9'-70'-2,"0"0"0,9 8 1,10 8-5,35 3 12,16 41-6,-12 33-34,-14 53-67,-19 1-447,-2-4-208,18-22 756,16-52 0,-12 5 0,0-19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1.88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7 113 27813,'-3'58'16,"-1"0"1,8 38 28,20-68 106,8-10 1,25-10-91,6-44-50,0 1 62,-33-9 0,-8-7 28,-10-28-73,-41-2-23,-11 34-5,-49 41-78,33 49-762,12 25 840,65 9 0,-5-26 0,25-25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2.24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279 366 28451,'-69'-1'9,"0"1"1,13-3-1,9 11-20,10 79 0,36-6-12,32 6 7,4-31 16,29-30 11,-22-59 11,5-39-22,-18-18 3,-15 19 0,-4-1-45,-5 15 0,-2 1 42,0-14 0,0 4 0,-3-4 0,0 21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2.58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142 455 28563,'-39'-82'9,"1"0"1,5 17-1,8 4-9,19-25 0,20 46-11,5 4-17,31 34 0,-11 35 11,-4 20-11,-38 15-22,-27-12 50,-3-23 0,6-20 0,19-11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2.87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96 1 28485,'-25'72'-2,"-1"1"0,3-6 0,12-8 2,40-1-5,-7 8 21,-21-13-150,-20-7-448,-3-34-7341,0-20 7923,24-13 0,0 8 0,5 3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3.28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127 0 28457,'-36'90'24,"-1"-1"0,5-5 1,11 0-23,22 0 1,17-2-223,17-1 0,12-1 216,-10-20 0,3 0 1,4-3-34,26 13 1,0-9 24,-20-20 1,-7-4 11,12 14 0,-45-35 0,-5-4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3.99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 0 28278,'-4'60'52,"-1"-1"0,1-1 0,1-2-35,2 35-12,1-28 1,0 0-6,0 31-3,4-25 1,4-1-60,11 14-162,16-13 224,20-29 0,-27-32 0,6-6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4.27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131 443 28513,'-36'-69'5,"0"-1"1,3 7 0,9 6-1,23 5-10,26-7-35,23 19 18,-6 8 5,5 35-22,-40 31 17,-10 0-1866,-16 16 1888,9-37 0,-7 2 0,17-20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4.69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203 372 27001,'-1'-63'345,"1"-1"0,-2 7 1,-5 6-285,-20-8 107,-5 18-168,-4 6 0,13 34-5,5 62 19,13-9 0,3 7 2,-2 26 1,3 7-515,11 7 1,3-1 505,-4-18 1,2-3-9,10 1 0,0-6 0,-1 3-829,-4-12 235,-30-44-55,-8-32 671,-30-36 986,11-10 251,7-6-1237,31 23 57,63 22-63,-12 16 1,7 4-810,25 0 1,2 0 792,-16 0 0,-4 0 0,32 0 0,-64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5.32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28373,'10'85'16,"-1"0"1,-1-5 0,1-7-6,1 9-11,2-5 0,2-10-369,6 2 369,-8-28 0,-1-8 0,-9-24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5.45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0 102 27634,'93'-25'-112,"0"1"0,-23 7 0,2 2 0,-12 4 0,16 7 0,7-2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5.88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314 8 27998,'-60'-3'108,"-1"0"0,6 2 0,7 9-85,3 48-1,19 18 6,8 15-11,44-22-17,5-29 6,42-49-6,-8-37 39,4-16 39,-23 5-78,-25 42-56,-18 32-84,-1 31 140,19 15 0,-15-27 0,15 1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6.17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1 438 28502,'18'-57'24,"-1"0"0,-1 4 0,-4 2-24,-1-25 0,3 20-11,23-12 6,7 48 10,14 41-5,-12 13-23,-18 8 1,-4 4-756,14 20 778,6 1 0,-19-31 0,-6-22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6.51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258 534 28423,'-62'-6'2,"1"0"0,1 16 0,12 14-19,26 63-17,17-2 1,42-20 50,8-47 72,11-45-55,-20-15-18,-14-12 1,-4-9-17,0 3 0,-1-2 0,3-16 0,1 2-3,-6 16 1,-1 4-91,-1-1 1,-6 6 92,-16-7 0,7 15 0,-12 20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7.32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70 27992,'20'62'50,"1"1"1,-1-6-1,-4-7-11,-8-4 309,-3-9-332,-4-19-10,-1-22 0,0-21-12,0-42 0,27-13 1,11-12 5,20 20-51,-5 30-33,-9 26-28,-13 11 112,33 28 0,-42-17 0,22 16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7.52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28054,'8'61'57,"0"1"1,-1-7 0,1-5-58,5-3-857,2-2-4856,-5-33 5713,-2-8 0,-4-18 0,-4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7.63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25163,'0'0'0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8.11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255 77 28042,'-60'-22'171,"0"-1"0,-34-9-149,63 61-22,21 20 6,15 30 0,16-12-1,38-5 12,6-41 0,16-7-23,-24-16 6,-7 0 0,-29 37 0,-4 21 28,-36 26-17,-7-18-5,-48-24-34,6-43-162,-4-28-370,32-11 560,40-27 0,4 40 0,15-3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8.45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28289,'3'79'43,"-1"0"0,3-5 0,1-6-4,6 10 6,12 10 95,-9-34-140,3-15 5,-6-48-5,4-22-5,19-22-1,6 22 0,12 23-5,-13 30-50,2 45 61,-16-9 0,-6-12 0,-9-19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8.73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28401,'2'71'35,"0"0"1,2-4-1,1-5-24,13 22-11,-2-31 0,1-1 0,7 22-431,11 16 431,-45-61 0,16-3 0,-27-26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28.85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6 27902,'89'0'-157,"0"-1"0,-25-2 1,-10 2-1,-11 9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30.86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27880,'63'70'153,"-1"0"0,-1 2 0,-6 4-111,-7 11 0,-9 6-400,-16-24 0,-4 4 0,-2 4 361,3 13 1,-3 5 0,-7-3-28,-11-8 0,-7-2 0,-2-5-130,-2 12 0,-7-9 154,-11-17 0,-2-12 0,7-16 0,-1-11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35.28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1 785 27583,'73'-38'54,"0"1"0,-7 2 1,-8-1 29,-7-15 16,-12-6 24,-8-5-88,-19 14 0,-4-3-56,0-2 1,-5-2-85,-11-7 1,-3 2 13,-9-26 46,-34 32 128,10 61 246,-7 63-229,28 0 0,8 9-71,2 0 1,5 6-158,2-3 0,3 5 0,2-2 130,5-17 1,3-2 0,0 1-2,-3 7 0,0 1 0,1-4-19,6 11 0,-2-10-128,-6 4 145,-33-55 0,17-24 0,-15-8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35.56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0 241 24783,'88'-3'472,"1"1"1,-9-1-1,-3 0-321,-16-2 0,-3-2 123,-7-4 1,-2-1 33,46-13 51,-42-20 38,-47 1-257,-41-4-95,-26 17-45,-16 30-11,20 21-40,27 38 51,80 11 0,-36-19 0,43-7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35.84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19 27488,'32'58'280,"0"0"0,-1 1 0,-12-8-230,-25-18 12,-4-6-51,-14-37-11,11-37 0,19-19 6,35-15-40,5 23-17,-2 34 1,5 9 50,40 15 0,-27-3 0,-9 14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36.58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164 394 28496,'-47'-64'-6,"0"0"1,4-6-1,17 7 6,40 15-11,30-15-67,7 41 66,3 25 12,-21 22 0,-34 41 0,-28-10 0,9-10 0,-5-19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36.95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253 12 28350,'-59'-6'17,"0"0"0,-40 9-17,76 69 6,10 6 5,15-2 0,33-15-5,20-47 27,18-34 46,-19-5-63,-17-24-172,-22 37-483,13 22 639,17 17 0,-15 0 0,5-11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37.47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178 117 28160,'-53'61'0,"1"-1"0,6-12 0,19-3-39,78 35 39,34-46 16,-29-26 1,0-7-11,30-19 5,-25-50 73,-46-16-53,-8 31 0,-3-2-9,-4-43-16,0 35-6,0 49 11,0 40-11,0 73 0,0-17 22,0-13 1,0 0 139,0 10-151,8-27-5,10-42-6,11-44 6,27-12-6,-2 16-6,0 2 6,-6 45-6,-20 21-190,5 20 196,-11-12 0,-8-16 0,-8-23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43.22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11 436 28339,'-2'-54'45,"-1"-1"0,-2-41-45,8 53 0,10-1-6,28-15-5,15 13 5,10 7 18,-16 60-12,-21 17-3,-19 10 0,-4 5-87,5 29-744,16-4 834,9-34 0,-11-29 0,0-15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43.49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37 31 27914,'-14'58'86,"0"-1"1,5 40-53,46-62 44,16-17-33,2-7-23,3-44 90,-28-17-28,-9-31-61,-49 8-23,-3 27-62,-36 22-403,37 61 465,14 16 0,13-4 0,17-8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43.83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319 295 28194,'-61'-24'11,"0"-1"0,-3 17 0,8 13-11,18 30-6,15 10 1,8 8-23,25 29-39,34 1 67,8-35 89,20-55 68,-40-54-110,-16 13 1,-6-6-42,-12-11 0,-6 1-12,4 11 0,-1 2-251,-16-45 257,23 53 0,-4 7 0,11 25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44.15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75 393 28541,'-21'-55'-6,"0"0"0,2 3 1,5 5-29,19-6-10,9 5-141,20 2 90,-3 22 83,10 12 12,-26 42 23,-12 10-18,-12 5-10,-7-10-606,6-15-1999,25-12 2610,2 0 0,8-8 0,-10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44.45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 1 28317,'-1'55'2,"1"1"1,-2 39-19,2-53 16,0-10 0,0-14 0,0-9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44.57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26872,'0'0'0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44.85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1 224 28384,'-1'-53'5,"1"0"1,7-35-11,34 64 5,11 18 0,0 19 5,13 48-10,-25 19-1,-19-32 0,-3 0-369,3 18-342,-1-29 717,-7-38 0,3 0 0,-8-9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45.69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352 62 28412,'-67'-25'0,"0"0"0,-4 14 0,10 15-6,19 40 6,15 0 0,10 6 0,26 25 0,37 3 0,29-36 0,-2-36 6,7-43 156,-39-12-162,-5 25 0,-21 25 0,-13 53 6,-6 46-6,1-47 0,-1 1-17,1-1 0,-3 0-106,-4 0 0,-2-5-1294,-2-3-2554,-16 0 3971,13-34 3641,-17-32-2544,6-17-833,4-5-264,8-1-12,31 27-396,35-5-2141,32-3 1664,-31 4 0,-3-3 3255,27-24-1536,-42 9 1,-8-5-46,-6-28-458,-4 3-203,-12 12-128,-3 49 0,0 12-11,5 41 11,19-2 23,-4-4 10,22-19-5,-16-39-22,2-21-12,-10-8-173,2-14 179,21 32 0,-22 4 0,17 19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45.99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226 496 28636,'-52'-60'2,"-1"-1"0,6 5 0,8 5-2,18 3-6,7-21-16,16 7-1,12 6-5,27 24 11,2 58 6,-5 21 6,-14 10-1082,-20 8 1087,-4-34 0,0-6 0,0-16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46.29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 67 28188,'-5'63'15,"-1"0"0,0-5 0,5-7 13,13-5 11,3-9 67,7-10 34,0-12-106,12-41-34,-6-3-9,-5-14 1,0-6-233,14-39 241,-16 37 0,-1 3 0,4-11 0,-8 25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46.61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233 514 28647,'-61'-66'2,"1"-1"0,5 6 0,13 5-2,32 0-6,5 1-11,27-17-5,21 25 11,17 14 11,-9 41-6,-19 44 6,-24-7 0,-5 16 0,-3-40 0,0-2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47.26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28221,'0'0'0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57.43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28216,'54'65'15,"0"0"0,-4-6 0,-5-4-15,12 19 0,-23-27 0,-3-5 0,-24-30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57.6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152 0 28283,'-33'78'-19,"0"0"1,4-7-1,5-4-496,5 29 515,11-25 0,2-13 0,6-34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57.7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 0 28261,'0'67'1,"0"-1"1,0-4 0,0-4-86,4 25 84,-19-21 0,14-11 0,-15-30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7:57.8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99 26978,'84'-24'-488,"0"0"1,-6 2 0,-11 4 0,-20 12 0,-16 1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03.7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 1 28166,'4'71'13,"1"1"0,-1-7 0,2-6-2,1-4 34,2 8-40,-5-12 169,-1-4-163,-3-37-5,-6-42-6,-1-11-17,-10-45-5,4 13-68,1-11 62,5 19-28,10 27-56,23 11-218,20 19-174,11 1 504,18 7 0,-43 2 0,2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04.1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 17 27684,'-3'61'2,"0"0"0,3-6 0,6-7 93,23-6-39,28-1-23,-16-20 68,24-2-39,-21-41-34,-7-3 33,-12-47-44,-31 0-34,-31-12-83,-19 26-371,-3 27 90,5 47 381,35 25 0,3-8 0,14 1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04.5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0 246 26670,'75'57'179,"-1"0"0,-18-7 1,1-14-141,8-33 0,-4-18 404,5-35-191,-35 10 0,-8-5-146,-22-38-70,-26 29 1,-12 4-26,-3 18 0,-4 5-28,-4-4 1,-1 10-124,-23 23-90,37 26 230,41 20 0,10 4 0,-7-12 0,27 29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04.8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28328,'0'70'28,"0"0"0,-1-1 0,2 2-25,-1 13 0,3 0-1,1-19 1,2 2-18,2-1 0,2 6 0,1-7-203,5-1 0,0-6 218,-1-3 0,-2-6 0,4 5 0,-17-45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04.9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25931,'93'10'-1967,"0"0"1,-31-5 0,-8 0 0,4 7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05.9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28350,'76'10'-248,"0"-1"0,-7-1 0,-3-3 248,-3-2 0,-8-3 0,-3 0 0,23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06.1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10 27208,'78'-4'-1664,"-1"0"1,-5 3 0,-6 1 1524,21 5 1,-40 1 0,-16-2-1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07.54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20 401 27802,'-7'-64'37,"0"-1"0,2 6 1,4 7-27,10 11-34,10-6-21,1 21 32,10 2 12,-5 28 12,5 14 21,10 51-22,-17-26 320,9 33-309,-26-65-16,-1-10-6,-5-29-11,9-28-79,11-4-44,20-2 111,-2 24 12,19 41 11,-21 55 11,1 33-14,-24-36 1,-4 1-71,5 27 73,34-31 0,-31-37 0,25-9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07.81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142 340 28378,'-40'-55'9,"0"0"1,1-3-1,16 3-76,47 3-6,16 6 29,18 28 27,-16 33 6,-18 34-157,-33 8 168,-5 3 0,-2-25 0,5-20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08.2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0 130 28210,'0'66'26,"0"-1"0,4 7 1,2-6-10,4-8 106,19 12-90,0-49 1,15-28-17,-11-16 0,9-35 33,-23 24-50,0 6 0,-15 36 0,4 21-6,15 25-10,26-15 21,17-6 1,-7-40-6,-7-44 0,-35-29-42,-8 27 0,-3-4-2411,-4-7 0,-3 0 2453,1-29 0,0 25 0,0 44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13.24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157 1 28406,'-39'69'26,"0"0"1,14-6 0,2 5 0,6-4-25,6 0 1,9 1-1,4 7 0,5 7 0,7-5-16,16 8 0,8-6-73,10 12 0,7-5 87,0-23 0,-1-9 0,10 3 0,-28-32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13.5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27 388 28345,'-8'-69'20,"1"0"1,0-5-1,2 8-25,5 8-12,7 9 17,12 46 17,0 36-17,3 31 0,-2 12-3,-8-17 0,-1 2-59,3 16 1,0-3-4739,8 8 4800,-2-62 0,-4-9 0,-2-15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13.7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1 105 28205,'0'64'0,"0"0"0,1-7 0,4-8 5,7-11 57,19-17 28,5-32-57,3-38-38,-11-35-337,-16 34 0,-2-1 342,7-31 0,-6 34 0,-2 25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14.3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0 454 28283,'8'-65'28,"-1"-1"0,0 5 0,0 7-11,5 0-6,0 6-11,9-4-11,1 20 0,4 11 5,1 54 17,-11 8 1,2 56 10,-11-22 174,-1 0-190,-4-50-6,-2-27 0,6-48 0,2 14-12,16-13 12,-2 31 0,10 27 0,-9 18 0,1 39 0,-8-13 6,-3-4 0,6-39-6,-5-23 0,11-25 0,15-19-6,1 4 6,3 6-6,-9 22-5,-3 36-129,-8 20-1652,11 17 1792,-14-10 0,-7-11 0,-8-21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14.9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180 1 28300,'-42'56'7,"1"1"1,9 3-1,20-4 5,61 7-12,-2 10 16,-18-10-16,-45-19 12,-4-20-52,-34-14-469,18-27-286,4-3 795,16-25 0,13 24 0,3-2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15.2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38 28093,'70'-10'-2,"-1"-1"0,-4 1 0,-6 3-132,-2 7-1753,-10 0 1887,-20 13 0,-12-10 0,-12 10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15.4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84 1 27852,'-16'64'123,"0"0"0,1-4 1,2-5-57,2 13-22,4 18-34,2-24 50,19 22-33,29-43-50,21-2-45,3-24-415,0-9 482,-36-7 0,-6 0 0,-17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15.7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 84 28194,'-13'56'14,"0"0"1,18-2 0,14-10-15,49-23 3,-16-19 0,2-7 25,25-18 112,-23-41-50,-56-2-68,-36-10-61,-27 23-241,-2 24 280,9 33 0,38-1 0,5 10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16.1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16 28474,'54'-8'5,"0"1"1,40 7-6,-60 70 0,-4-10 0,-4-8 0,-1 4-6,6 34 28,-15-37 1,-3 0 39,-5 37-46,-19-31-10,-21-15 0,-9-29-68,1-3-341,1-11 403,22-25 0,3 18 0,10-17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16.5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28149,'67'63'50,"0"0"0,-13-3 1,-1 6-1,-7 2-37,-11-2 0,-6 4 1,-1-1-227,2 1 0,-2-1 1,-4 4 221,-4 11 0,-6 3 1,-9-5-13,-16 3 0,-8-4-67,3-1 0,-7-6 70,-17-10 0,-4-13 0,6-14 0,-3-7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19.1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375 158 27919,'-61'-45'24,"-1"0"0,7 1 1,6 20-8,-4 70 67,9 40-70,24-17 0,4 4-14,4-11 0,10 0 2,17 8 1,12-9 65,30-5 4,22-18-10,-21-47-6,-15-49-11,-24-12 11,-2 2-56,-5 16 0,0 68 0,1 12-3,-3 18 0,-2 8 3,-2 0 0,-1 1-37,0-2 1,-1 2 36,-4 14 0,-1-7 0,0-19 0,-2 17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19.2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0 290 28210,'70'-11'-75,"0"0"1,-6 1-1,-8-6-361,6-45 436,-25-13 0,-7 16 0,-24 10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19.4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28216,'0'71'5,"0"0"1,2-6 0,5-5-6,27 16 17,16-28 22,1-10-17,-5-83-27,-32 6-186,-7-16 1,-5-6 190,-7-18 0,3 13 0,-3 26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19.7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138 334 28591,'-42'-62'-8,"1"-1"1,5 6 0,18 6-16,57-4 1,-4 26 11,17 13-40,-34 61-49,-15 18-1,-12 4-9730,-4-16 9372,23-37 0,-6-7 0,11-7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20.1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91 32 28395,'-27'61'11,"0"0"0,3-4 1,12-6-12,32 2 11,18-10 11,39-10-10,-17-17 16,22-35-6,-48-35-44,-7-32-359,-21-13 381,4 19 0,-8 34 0,8 23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20.4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96 463 28597,'-30'-71'-2,"-1"-1"0,8 5 0,12 4-20,32-4-6,19 2-28,19 8 33,-17 58-156,-15 39-666,-31 43 845,-12-10 0,4-32 0,10-30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20.8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260 0 28423,'-35'71'37,"0"0"1,-9 8-1,2-6-31,-11 7-6,6 6 5,44-31 7,24-23-1,41-6-11,1-14-95,3 1 95,-26 2 0,-24-8 0,-14 5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37.5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284 588 28110,'-35'-52'-23,"1"1"1,2 4-1,1 12 23,1 29-28,-11 12 40,10 13 60,-5 44-88,23 26-1,21-31 0,10 0-8,11-5 0,8-7 16,1-12 1,7-8 13,18-8 1,1-15 22,27-42 3,-43 11 0,-5-7-9,-14-14 0,-9-4-22,-2-33-14,-15 26 0,-3-1-14,4 6 0,0-2 17,-1-13 0,1 0 19,0 16 1,1 3 209,0-33-212,-10 66 5,4 20 6,-4 74-17,5-3-3,4-1 0,3 4 6,2-16 0,2-1-15,3 8 1,1-4 286,9 18-275,-4-56 0,-10-36-6,6-28 6,5-4 0,18-13-5,6 17 5,6 15-6,-13 40 6,-5 54-6,-17 16 6,-1 12-162,-8-32-1524,-2-28 1686,1-43 0,-3 7 0,1-18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37.7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27992,'0'69'41,"0"-1"0,-1-6 0,2-5-1379,3 12 1338,-2-37 0,2-18 0,-4-20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38.0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27231,'0'0'0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38.3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27947,'18'61'74,"1"0"1,-2-3 0,0 1-61,-2 3 0,-1-1 14,4 33 0,-7-8 0,-2-2-28,-5-10-9,-2-15 1,-1-5-4943,-1-21 4951,9-2 0,-7-22 0,8-6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38.7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335 492 28367,'-54'-50'30,"1"-1"0,5 4 0,5 16-36,4 38 1,-1 43 10,6 5-2,18 0 0,9 5-9,24 28-22,23-3 11,22-42 17,-7-45 28,-4-56-16,-31-35 7,-8 31 1,-6-4-18,-11-3 1,-5 2-14,4 16 0,-2 1-146,-10-8 0,0 5 157,2-3 0,2 4 0,10 34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39.1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36 27813,'19'69'80,"1"0"0,-2 5 1,-3-8-37,-5-11 208,-4 7-252,-6-53 6,-2-44 5,0-12 0,-4-49-11,0 26-28,0 3-184,8 8-662,37 29 874,9 16 0,4 4 0,7-1 0,27 11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39.4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241 345 28384,'-58'-3'59,"0"1"0,-36-12-54,74-44-16,11-15-67,7-18-6,15 27-40,5 24 74,19 55-185,-20 25 67,7 8 168,-21 11 0,-3-38 0,2-2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39.7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1 425 28507,'40'-88'5,"1"1"1,7-3 0,-3 16-6,-10 31-6,52 1 1,-7 51 5,-34 12 0,-3 9 2,-7 9 1,-8 5-3,-9 7 0,-6 1-72,-1 22 72,-11-23 0,-1-37 0,0-7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41.2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187 0 28227,'-2'59'33,"0"1"1,2-7 0,0-6-6,1-7 0,1 3-28,-15-16-762,-26 0 762,-17-36 0,13 8 0,9-15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41.3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27861,'0'0'0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42.3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27628,'32'68'39,"0"0"0,-2-8 1,-5-6-35,-9-3 23,-6-21-313,-30 1 285,-17-27 0,5-1 0,1-7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42.5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27411,'0'0'0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3.4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315 113 28356,'-63'-1'0,"0"1"0,-3 8 0,12 10 0,18 26-3,16 4 0,7 7-5,15 0 0,11 1-12,13 13 0,11-2-53,13-12 1,7-9 66,-5-9 1,4-15-4,10-25 1,-5-19 8,-24-10 0,-7-10 22,2-17 1,-8-5-23,-10 9 0,-6-1 2,-8-10 1,-3 2 14,0-33-11,0 1 22,1 60-23,2 47-5,0 55 11,0-8 1,0 6 4,0-1 1,0 0-17,1 0 0,0-1 33,-1-6 1,0-7 129,2-11-152,3-11 0,4-39-5,22-39-12,12-8 1,4 4-1,-5 32 6,-22 37 0,-8 35 0,-8 2 0,0-9 0,-2-17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3.5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27830,'3'75'52,"0"-1"0,-1-6 0,0-7-63,-2-3 11,0-15 0,0-21 0,0-11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3.70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27771,'0'0'0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3.9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27869,'8'70'99,"-1"-1"0,0-2 0,-1 0-99,1 7 0,0-3 8,-2-17 0,1 1-98,5 27 1,0-3 89,5 6 0,-4-16 0,-6-38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4.2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220 568 28373,'-61'1'1,"-1"-1"1,6 16 0,16 12-13,40 62-45,28 4 23,14-41 33,0-48 61,-7-68-47,-25 12 0,-4-8-11,2-22 0,0-1-26,-3 12 1,0-2 22,-1 3 0,-1-3 0,0 11 0,2-8 0,-3 16 0,0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4.5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0 118 28076,'15'78'61,"0"0"1,-4-19 0,0-6 55,13 28-111,-16-89 0,0-6 16,-8-75-28,9 7-50,0 31 0,8 2 56,27 0 0,4 7 0,-5-4 0,34 9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4.7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171 398 28591,'-52'-64'0,"0"-1"0,11 2 0,16 3 0,42-22-45,25 20-11,-13 60-582,-3 47 638,-13 25 0,-11-10 0,0-17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5.0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1 446 28227,'37'-58'7,"1"0"0,0-1 0,17-21 0,-6 9-29,-10 4 33,23 27 17,22 27-22,-9 64-18,-25 11-33,-31-13 1,-5 3 44,3 24 0,-8-23 0,0-13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5.1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27771,'0'0'0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5.6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25 165 28322,'-4'84'22,"-1"-1"1,1-6 0,0-5-18,1-16 1,2-4 67,-2 37-40,4-21-5,0-54 0,0-83-20,-1 11 1,0-7-6,1-22 0,1-2-6,3 13 0,5 1 0,8-10 0,10 10-19,37 10 5,15 49-28,-25 90 28,-34-28 1,-9 5-32,-19 20 1,-12-1-1880,-21 9 1927,-6-31 0,14-24 0,27-43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5.8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39 0 28334,'-15'62'11,"-1"0"0,9-2 0,11-10 34,31-20 11,10-13-34,-8-43-22,-20-5-56,-14-34 56,1 13 0,-2 13 0,2 12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6.1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148 1 28412,'-32'71'7,"1"1"1,2-4-1,16-7-1,54 2-6,-19 3-6,-49-27 6,4-6-145,-20-16 145,38-59 0,-2 31 0,16-33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6.5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 1 28350,'-6'66'24,"1"1"0,-1-1 0,-2 11 0,2-4-8,5-6 1,2-6 56,0 2-23,1-11-50,16-53-5,12-36 5,16-7 5,0 13-5,-14 37-11,-7 48-106,-15 15-135,2 1 252,-7-15 0,-1-35 0,-3-9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6.8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132 1 28451,'-36'80'15,"1"1"0,3-7 0,9-2-15,17-9 0,10-3-37,9-3 1,8 0 36,16 15 0,4-5 0,9 2 0,15-19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7.3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86 28266,'0'79'15,"0"0"0,0-7 0,0-8-9,3-5-6,1-13 129,3-11-101,-3-23 0,1-44-23,-2-11-8,4-8 1,1-6 2,4 6 0,1 2 0,14-47-185,15 8 185,13 55 0,-25 6 0,11 22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7.6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1 214 28210,'66'4'37,"0"0"1,-6-1-1,-10-11 8,-20-52 73,-19-1-68,-39 0-39,-19 27-11,-9 36-123,9 40 123,63 18 0,-19-15 0,36-10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7.8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71 28210,'84'36'11,"1"-1"0,-10-1 1,-11-20 111,-18-57 40,-40-3-130,-56-6-55,-36 20-404,-2 16 426,24 44 0,46-20 0,13 23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8.1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 0 28244,'-4'67'43,"0"0"0,1-5 0,0-2-41,3-4 1,2-3-3,1 22-109,0-21 0,1-5 109,0-8 0,1-5 0,-5-27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8.2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26631,'91'11'0,"0"0"0,-18-3 0,-1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8.4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28048,'21'83'89,"-1"0"1,-2-4 0,-4-1-82,-9-3 1,-4-1-9,-3-3 0,-4-1 0,0 9 0,-2-5 0,-5 6 0,1-35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8.8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96 0 28289,'-23'68'11,"0"0"0,2-6 0,5-7-44,9-1 33,4-14 0,1-17 0,2-12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58.9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27861,'0'0'0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34.2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1 855 27258,'79'-14'86,"-1"1"0,14-17 0,-7-13-19,-30-10 0,-8-7-45,3 2 1,-6-6 8,-9-17 0,-17-1-23,-23 23 1,-12 2-9,-7-8 0,-9 5 75,-7 15 1,-6 10-15,-38-1-61,31 46 163,21 80-121,25 0 0,5 11-328,-1-32 1,0 1 0,1 6 292,3 3 0,2 6 0,0 1 0,0-7-9,-1-5 0,-1-5 0,1 2-77,2 10 0,0 2 0,-1-5 20,-3 3 1,-4-7-99,1-21 0,-8-7 157,-48 10 0,34-40 0,-25-26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34.5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0 283 27342,'71'10'5,"0"-1"1,-6 2 0,-2-6-20,-8-13 0,-2-4 14,36-8 0,-6-7 224,-33 11-134,4 30-29,14-3-39,-15-1 1,1-4 39,28-13 145,-10-35-50,-59-19-96,-50-13-38,-33 15-34,-8 27-213,6 40 224,47 38 0,6-14 0,15 8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34.8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34 27494,'16'63'7,"-1"0"0,0-5 1,1-5 250,10 20 307,-9-26-498,-2-10-44,-18-41-18,-8-48-10,3-34-12,12 29 0,4-1-61,15-31-303,39 24 381,-6 55 0,-12 3 0,-14 16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35.69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93 0 28014,'-16'65'64,"-1"0"1,1 0-1,-6 27 1,6 0-65,11 0 0,6 0-423,7-1 0,4 3 299,-4-22 1,0 3 0,2-6 5,6 9 0,1-7 118,-1-7 0,-2-10 0,-4-14 0,-2-7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35.8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50 1 28261,'-13'68'-4,"0"0"0,3-2 1,3-5-31,1 21-22,6-6-302,0 0-1350,0-26 1708,0 3 0,0-38 0,0-2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36.17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 47 27779,'-8'57'17,"0"0"0,12-1 0,12-10-1,38-18 40,20-41 219,-16-46-202,-27-13 11,-50-22-252,-9 54-236,-7 27 404,19 65 0,12-14 0,12 14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36.44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0 489 27813,'9'-74'76,"0"1"1,1 4-1,4 5-20,27-12 17,0 6-17,6 8-39,-17 63-17,-4 16-25,-15 32 0,-6 10-227,5 17 252,5-12 0,2-5 0,-4-19 0,10 10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36.6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 0 27701,'-7'77'140,"1"-1"0,1-2 0,1 0-140,1 9 0,1 2-226,2 15 0,2-3 0,-2-28 0,0-5 0,2-5 0,-1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36.77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64 28070,'88'-10'-308,"0"0"0,9-3 0,-10 2 0,-21 3 0,5-4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48.1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69 1 28238,'-20'63'9,"0"1"1,1 8-1,9-5-25,27 14-12,30 4-51,8-34-632,39-33 711,-28-51 0,-11 19 0,-24-21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48.5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68 27902,'55'32'26,"0"1"0,-5-4 1,-8-17 40,-15-45 157,-11-24-185,-18 20-16,-39-8-51,-16 43 28,-1 70 0,16-39 0,33 43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48.8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28216,'74'0'-480,"1"0"0,-8 0 1,-7 0 479,-7 0 0,-24 0 0,-13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49.0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27617,'69'0'-144,"1"0"0,0 0 0,1 0 1,-10 0-1,3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49.2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64 0 28121,'-5'74'1,"-1"0"1,1-5 0,0 2-2,-5 31 0,0-7 0,1-13 0,2-12 0,0 1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0.2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50 1 28334,'12'64'-17,"0"0"0,-2-1 0,-6-6-1601,-21 2 1618,-12 1 0,8-29 0,1-10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1.83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78 1 28373,'-22'67'-6,"0"0"0,-1 2 1,12-7-29,38-3-106,15-6-196,13-27 336,30-38 0,-57 7 0,18-16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2.1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79 27919,'62'27'76,"0"-1"1,-6-2 0,-10-16 24,-16-46 39,-22-9-129,-19 1 0,-37 14-84,-5 45 73,2 36 0,23-14 0,22 10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2.5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 0 28115,'0'63'5,"0"1"1,0-6 0,0-5-28,1 4-1474,0 14 1496,-8-27 0,5-2 0,-5-31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2.67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45 27751,'77'-4'-1639,"-1"1"1,3-5-1,-11 0 1,-24-1 0,0-3-1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2.84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27802,'8'59'24,"0"0"0,-1-3 0,-2-4-24,-3 15 0,0-3 0,-2 32 0,0-54 0,0 19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4.9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181 0 28345,'-41'58'0,"1"-1"0,1-2 0,7-8-11,16-19-1,4 8 12,21-12 0,20 21 0,25 1 0,7 4-3,-12-20 1,2-2-54,39 9-314,-4-7 370,-16-13 0,-49-15 0,-5-2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5.72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348 18 28149,'-76'-6'0,"0"0"0,8 0 0,9 11 0,10 39 0,29 9 0,51 14 11,39-2-11,12-17 0,-8-8 22,-46 8-16,-58-10-6,-6 8-6,-60-22-229,40-16 235,21-34 0,20 18 0,29-23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5.92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28266,'1'59'4,"0"0"0,-2-5 0,3-7-4,6-10-404,2-8 404,1-5 0,-3-12 0,-6-3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6.1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27411,'0'0'0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6.4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15 28188,'60'-7'5,"0"-1"1,31 10 5,-85 47 23,-44 35-17,-4-1 0,-11-2-17,18-12-12,53-37-464,64-5 476,-17-19 0,2-4 0,32-3 0,-13-1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6.6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297 440 28334,'-72'-62'31,"0"0"1,3-8 0,15 5-32,31 11-17,17-24-78,53 48-51,17 11 23,1 51 123,-20 4 0,-71 33-1540,-9-26 1540,2-9 0,11-17 0,33-17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8.0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114 1 28233,'19'57'3,"0"1"1,-4-5 0,-11-7-21,-29-7-128,-23 4-180,10-18 325,-1-3 0,25-16 0,8-6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8.2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27141,'0'0'0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8.58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 0 28210,'-2'59'63,"0"1"1,0-7 0,7-6-31,23-1 1,26-20-28,29-4-6,-10-22-174,6-14 174,-60-18 0,6 13 0,-33-7 0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8.7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27591,'0'0'0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9.0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28093,'12'66'26,"0"0"0,0-5 0,2-4-26,12 13 0,-9-29 0,-11-22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9.22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 27426,'84'-3'-698,"0"0"1,-5 0 0,-11 2 0,-24 7 0,-11-2 0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9.4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27774,'68'1'-30,"1"-1"0,-6 1 0,-5 0-519,4-1 549,-13 0 0,-23 0 0,-12 0 0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9.5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27617,'74'0'-92,"1"0"0,-19 0 0,-10 0 0,-15 0 1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8:59.9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0 166 28210,'46'-46'-2,"1"0"0,-5 2 1,-1 14 1,24 45 22,-13 22 12,-9 5 111,-32 39-55,-46-12-79,-3 9-5,0-13-6,25-25-73,53-8-509,25-18 582,26-4 0,-32-7 0,-19-3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00.44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28009,'57'49'66,"-1"0"0,1 0 0,9 10 0,0 2 0,-9-1-7,-7 10 0,-7 0-37,3 0 1,-9 3-4,-17 7 1,-17-1-18,-17-26 1,-8-3-3,4 6 0,-2-4 0,-17 3 0,20-24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3.2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27886,'76'32'20,"-1"0"1,3 6-1,-12-2-227,-23-2 207,7 5 0,-36-27 0,-3-7 0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3.41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233 1 27891,'-41'66'-185,"0"1"0,-2 10 1,5-2 184,6 8 0,6-11 0,15-36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3.60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 1 28266,'-3'62'-2,"1"-1"0,0-5 1,2-8-5,5-8-223,1-11-1031,-5-6 1260,-13-13 0,4-3 0,-5-7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3.7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26 28177,'84'-4'-119,"1"1"1,-8-1-1,-14-1 1,-27 1-1,-14-2 1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4.80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335 17 28261,'-57'-8'53,"-1"-1"0,-42 9-36,51 84-6,30-30 0,2 3-11,-2-1 0,5 3 0,13 15 0,13-5 6,12-23 0,8-6-6,10 2 0,6-11 2,5-17 1,1-12-3,26-24 11,-10-50 29,-41 3 10,-5 2-50,-17 34 0,-5 41-6,5 20-5,2 9 17,30-3-1,-14-14-5,25-39 0,-24-31-5,-6-31-365,-9 15 370,-3 13 0,-6 36 0,4 6 0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5.2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26 124 27897,'-2'64'156,"0"0"1,1 3 0,-5-20-157,0-43 0,-1-7 0,6-45 17,4-27-6,2 18 6,9-27-6,-2 47-369,17-6-191,12 31 549,20 1 0,-21 11 0,-5 0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5.5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1 224 27751,'5'54'140,"-1"0"0,6 38 247,-8-56-376,2-25 6,-4-16-1,7-56-16,3 2-3,3 6 1,4-2 13,21-26-11,14-2-157,1 33-56,-10 27 213,4 24 0,-29 1 0,4 5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5.7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28216,'69'5'-1639,"1"0"1,-3 0-1,-11-1 1,-26-2 0,-5-1-1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5.9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41 28250,'95'-11'-270,"0"0"0,-35 0 0,-7 3 0,17 8 0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16.1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346 96 28289,'-61'-28'5,"-1"1"1,6 0 0,8 14-6,12 38 0,-2 18 5,13-4 1,5 40-6,34-4 0,8-27 0,8-3-79,11-3 1,5-6-118,0-9 0,2-6 196,7-7 0,-3-5 0,-8-4 0,-1-5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16.4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 0 27936,'-10'69'20,"0"-1"1,2-5 0,7-5-10,18 4-11,37 3 11,15-25-11,1-7 67,-2-43 12,-39-34-74,-5-28-1158,-16-9 1153,-19 22 0,8 27 0,-8 25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16.8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63 27824,'26'66'20,"0"1"1,-4-8 0,-6-8-21,-11-18 302,-5-7-302,-1-19 11,-3-32 6,0-31 0,1-25-12,1 12-10,7 3-29,7 32-419,13 5-287,4 18 740,17 11 0,-26 0 0,5 1 0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17.1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0 122 27634,'5'70'91,"-1"1"0,-1-6 1,1-8-2,3 1 212,-3-23-291,-1-25 0,2-57-11,0-12 0,3 6 0,3-2 0,17-28-11,-8 36 0,5 4-398,36-16 409,4 29 0,-23 19 0,-11 11 0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27.4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28110,'65'13'5,"1"0"1,-6-1-1,-6-3-5,-1-2-89,-2-2-7240,33-2 7329,-26-9 0,4 5 0,-40-7 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27.7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27813,'56'8'14,"-1"1"0,36 9 92,-65-3 135,-13 30-179,-15 26-62,-11 6-3,0-23 0,-3 0 3,-19 21-162,-13-4 162,5-33 0,14-24 0,12-14 0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29.2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28406,'6'92'24,"1"0"1,-2-4-1,2-7-24,5 17 0,-4-35 0,3 1-171,4-8 1,3-2 170,4 4 0,1-5 0,7 5 0,-4-30 0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29.57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92 429 28401,'-26'-75'3,"0"0"1,1 16 0,10 5-4,42-32 0,13 41-28,7 10 17,-5 40-34,-29 18-106,-19 34-45,-12-10-807,-4-2 1003,4-12 0,12-24 0,3 1 0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29.9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256 179 27180,'-34'-50'501,"0"0"0,-27-28-461,39 102 83,5 70-95,11-41 0,3 8-139,3 8 0,3 8 0,2-2 119,8 19 1,3 1-6,-4-21 1,0 2 0,1-4 42,3 6 1,-1-6-50,-2-7 1,-12-10-446,-35-11-4380,-12-22 5091,-14-70 2118,21-6-708,20-39-1432,41 45-180,34 7-61,11 28-238,-7 10 0,3 0 238,29-12 0,-16 8 0,-30-8 0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30.21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28406,'15'82'22,"-1"0"1,4 13 0,3-3-29,-3-29 0,1-3-47,0 9 0,0-3 53,4 17 0,-12-39 0,-11-34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30.33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83 27930,'68'-22'-111,"0"1"0,-5 2 0,-8 4 0,-13 11 0,-14 2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30.5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74 28199,'73'-5'-118,"1"1"1,-6-2-1,-6-1-1741,1-9 1859,-15-2 0,-24 8 0,-13 3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30.7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23 28294,'78'-6'-157,"-1"-1"0,-20 2 1,-10 1-1,-9 4 0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31.5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46 550 28390,'-13'-63'22,"0"0"0,2 4 1,2 6-18,9-6-5,2-22-5,7 20-6,19-19 22,12 50-11,15 35-6,-3 59-22,-14 13-73,-22-18 1,1-2 100,31 15 0,-27-16 0,16-28 0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31.82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88 471 28272,'-28'-71'3,"1"0"1,5 4 0,11 4-9,44-30-12,9 22 17,-2 36-51,-44 73-257,-23 48 308,-12 1 0,13-37 0,21-30 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32.3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59 67 28619,'-20'69'0,"1"1"0,5 0 0,9-9 0,19-22 0,25-2 0,0-39 0,8-29 6,-15-2-6,-9-14-6,-18 48 6,-2 12-17,16 50 12,2-21-1,34 6 12,-10-50-6,-3-36 0,-20-10-56,-16-47 56,10 32 0,1 3 0,-7-12 0,23-17 0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39.7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24575,'0'0'0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1.6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60 0 27186,'0'80'42,"0"-1"1,-1-4 0,-1-7-65,-2 5-6,-6 18-17,-4-18 45,0-9 0,4-33 0,5-24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1.8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0 140 27527,'67'-23'15,"1"0"0,-5 1 0,-4 4-15,12 5-73,-7 2-414,-8 2 487,-7-1 0,-23 5 0,-6-1 0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2.2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1 140 27634,'19'64'173,"0"0"1,-3-1-1,-5-12-139,-9-26-34,-8-11 6,1-32 22,-2-40-23,5-15 12,0-17-17,10 25-308,16 8 308,46 30 0,-34 4 0,20 14 0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2.5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177 346 28507,'-49'-62'-2,"0"0"0,1 7 1,18 3 1,51 0-12,-1 18-156,29 6 79,-24 32-23,-1 11-403,-21 10 515,-14 0 0,7-13 0,-7-2 0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2.8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94 443 28546,'-26'-64'7,"0"1"1,0-10 0,10 7-8,24 5-6,23-21-83,12 53 21,3 25-172,-20 41-46,-30 6 286,-23 8 0,8-33 0,-2-4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3.3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76 57 28266,'-7'78'11,"0"1"0,1 7 1,2-6-12,5 8 17,-4-7 67,-6-31-56,-12-45-23,10-45 1,3-44-6,22-13-3,0 25 0,5 0-5,-1 20 0,1 4 8,17-42 0,-4 41-6,-12 87 12,1 47-12,-11-16 0,-1 6 3,0 3 1,0-2 4,-2-17 1,0-6 9,7 19-1,7-70 17,1-57-28,4-12-6,-12 1 1,-1-3-135,-1 17 0,0 4 140,8-47 0,-6 42 0,-9 39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3.6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0 127 27975,'66'27'18,"1"0"1,-8-2 0,-10-17 32,-23-73 16,-14 17-39,-34-23-17,-22 44-106,-20 25 95,21 61 0,17-23 0,27 21 0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3.9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287 362 28278,'-63'-6'3,"0"-1"1,0 16 0,13 15-15,26 70-6,1 2 17,32-43 0,12-7 11,28-8-11,31-33 6,-11-74-6,-25-15 0,-29 10 0,-11-3-23,-10 17 1,-3 1-634,2-11 1,-2 2 655,-14-19 0,11 36 0,9 37 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4.3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117 347 28496,'-21'-63'9,"1"-1"0,-2 6 1,11 6-10,29-1 0,-3 23-6,18 4-10,-20 40 4,-23 13 1,-25 11-1019,-4-10 1030,10-15 0,21-13 0,11-3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5.2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68 0 28373,'-9'74'18,"0"0"1,0-3 0,1-3-17,1-14 1,1-1-3,1 17 0,1 2-20,1-10 1,1-1 19,0 2 0,1-5 0,0 3 0,0-35 0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5.4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38 27970,'69'-7'13,"1"0"0,-4 0 0,-4 1-971,20 0 958,3 3 0,-40 1 0,-6 2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5.7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0 102 27370,'14'73'353,"-1"0"0,-2-15 0,-2-9-331,-6-12-5,-5-45 11,0-21-17,0-22-5,1-27-1,13 0-150,15-2 145,54 36 0,-42 22 0,24 21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5.9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108 422 28530,'-33'-61'0,"-1"0"0,6-8 0,16 5-17,48-5 0,0 6-11,23 29-6,-36 56-22,-14 24 6,-20 7-628,-10-3 678,12-31 0,3-10 0,8-6 0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6.2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40 406 28502,'-13'-72'9,"1"1"0,1-6 1,8 9-10,15 17-17,22-4-73,9 43-100,-1 35-101,-14 16 162,-25 7 129,-15-9 0,2-26 0,1-5 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6.7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101 144 27992,'1'63'15,"0"0"0,0-3 0,0-1-10,-1-1 1,0-2 33,-4-4 0,0-2 51,-6 43 95,-8-37-140,-12-53-40,13-23-10,-5-62 2,23 25 0,7-5-6,7-16 1,5-2 8,3 6 0,1 5-9,-3 19 1,2 9-3,12 8 0,-22 94 11,-4-9 0,0 4 0,-2 3 0,2 2-25,8 13 0,6-5-3,25 1 28,-1-10 67,5-83-39,-36-15-9,-5-15 1,-2-7-45,-5 5 0,1-3 25,11-36 0,2 2 0,-3-3 0,0 43 0,0 0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7.1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1 199 27550,'62'25'85,"1"1"1,-6-1 0,-10-17 99,-14-64 56,-15-7-163,-15 0-27,-34 0-46,-15 39-111,-7 10-3428,19 46 3534,17-3 0,17 7 0,0-23 0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7.4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200 391 28339,'-57'39'-4,"1"1"0,5-12 1,15 3-87,42 50-33,29-41 78,19-4 40,-3-37 5,4-47 151,-28-33-98,-14 25 0,-3-2-47,-6-4 0,-5 2-141,-10-33 135,-7 29 0,-1 7 0,3 17 0,-13-25 0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7.8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254 337 28496,'-29'-62'7,"0"0"1,2 5-1,8 6-18,18 5-6,4 7 1,15 20-52,-3 37 29,-2 29 22,-27 11 6,-43 3 11,3-39 0,4-3 0,28-19 0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9.0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 0 28266,'-1'80'22,"0"0"1,0-4 0,-1-6-18,-4 18-5,3-5-101,3 11-6822,0-38 6923,2-14 0,-2-33 0,2-17 0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9.2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19 28126,'67'-3'-72,"0"-1"1,0 1 0,18-1 0,-9 1 0,-1 1 0,-39 2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9.5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23 402 28373,'-8'-70'20,"0"0"1,2 15-1,6 5-81,28-29-270,26 38-693,37 6 1024,-39 34 0,-2 4 0,16-1 0,-19 16 0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0:59.8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123 402 28563,'-35'-62'0,"0"0"0,1 4 0,16 4 0,49-16-22,-2 24-62,30-1 61,-31 45-128,-4 28 90,-31 2-5562,-15 15 5623,13-29 0,-5-3 0,21-11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00.1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170 449 28602,'-50'-85'2,"0"0"0,7 8 0,17 5-8,41-6-55,26 26 33,-8 53-101,-3 35-89,-30 20 218,-7-3 0,-7-20 0,10-26 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00.6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 7 28149,'6'77'16,"1"0"1,-1-6 0,0-2-17,-3-11 0,-1-4 0,2 34 286,-3-12-275,-9-53-11,-3-42 0,-15-54-3,17 25 0,2-5-17,-3-15 1,3-1 10,8 13 1,5 3-31,13-38 22,14 80 17,11 69-11,-6 20 8,-9 0 1,2 2 4,-2-24 1,1-4 16,0 2 1,0-7-8,12-7 4,-24-54 7,-16-65-21,-3 26 1,2-4-70,4-15 0,2 0-93,0 15 1,3 3 159,11 4 0,1 9 0,-1 10 0,5 10 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00.9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0 100 27622,'18'55'92,"0"1"1,22 34-65,37-68 11,-18-14 25,-10-19 1,-3-10 187,-1-34-117,-9-34-107,-40 18-12,-45 6-16,-27 49-28,15 14-543,10 47 571,77 7 0,-17-8 0,24-16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01.33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311 394 28311,'-65'-3'5,"1"0"1,5 1 0,9 11-6,1 55-11,25 16-62,40 12 39,48-27 29,12-31-1,-23-43 1,-4-16 105,7-47-44,-30 12 0,-7-6-45,-6 10 1,-8-1-10,-14-12 1,-6 3-182,-13-23 179,-1-2 0,9 45 0,20 23 0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01.6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121 507 28597,'-34'-76'3,"0"1"1,3-8 0,10 6-15,22-2-6,13 6-45,33 29-16,2 56 39,-4 36 22,-32 9 11,-52 27 6,-5-43 0,1-5 0,21-26 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31.21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28266,'61'58'-30,"0"1"0,-6-6 1,-8-11-223,-12-22 252,30-14 0,-37-2 0,19-8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31.4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159 1 27947,'-23'60'31,"-1"0"1,2-4 0,3-3-32,-1 17-184,0 14 184,5-20 0,4-11 0,6-29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31.7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295 0 28143,'-24'80'-4,"-1"0"0,3-7 1,5-7 3,6-4 6,6-10-6,4-14-409,1-12-7136,-25-15 6498,-15-34 8127,-16-20-6487,12-10-212,19-12-140,57 32-202,5 2-39,12 22 0,11 6 0,19 1 0,-2 1 0,16 1 0,-37 0 0,0 0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08:32.1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27846,'76'41'93,"1"0"1,5 8-1,-9 2-68,-36-14 1,-6 2 30,3 10 0,-4 0 39,4 26-28,-51 7-67,-37-20-9,18-26 1,-3 0-221,-32 27 229,29-21 0,26-17 0,15-15 0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02.8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28334,'2'97'9,"-1"0"0,1-20 1,2-4-30,2-8 0,2-6-758,2 13 778,0-10 0,-7-32 0,-3-25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03.06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35 27421,'72'-6'-69,"1"0"0,-7 1 0,-4 0-889,18-2 958,-34 4 0,-4 0 0,-35 3 0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03.3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0 254 27762,'31'76'650,"-15"-53"-639,-18-77-5,-6-46-6,7 33-168,24-5-851,39 33 1019,32 22 0,-23 13 0,-15 7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03.64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193 327 28552,'-54'-34'-4,"-1"0"0,5-9 1,16 0-31,39-7-89,36-26-17,13 43 106,2 20 12,-20 50 5,-38 5-929,-8 23 946,-1-35 0,3-6 0,8-17 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03.9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87 400 28530,'-32'-76'-4,"0"0"0,14 6 0,14 7-52,41-9 40,9 29-7,-11 54-106,-24 42-16,-13 19 145,-3-6 0,-3-27 0,4-29 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04.4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83 27757,'3'73'91,"1"-1"1,0-4-1,1-5-80,4 18 1,1 8-7,-4-33 326,-1-5-315,-5-45 1,-8-50-17,6-42-22,-6-9 10,14 27 1,5 2-17,13-12 12,16 8 16,-8 54 0,2 76 0,-21-12 0,-3 6 0,4 15 0,1 0-6,1-5 0,1-5 6,10 14 17,13-44 28,-9-74-11,-2-5-26,-12-10 0,-5-8-8,-5 9 0,-3 0-50,2-10 0,-1 1 50,4-28 0,-8 43 0,6 37 0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04.74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0 153 28177,'67'37'26,"1"0"0,-7-3 0,-10-19 58,-17-67 11,-17-10-78,-38-14-6,-27 22-22,-11 22-62,-5 48-599,41 36 672,32 23 0,-4-18 0,25-18 0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07.0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210 632 27510,'-54'4'73,"0"-1"0,-37 28-73,80 8 0,15 24 0,41-31-118,20-4 46,15-30 72,-23-26 44,-29-5 24,-20-36-35,-8-14-25,0 21 1,0-2-54,1 9 0,-2-2-123,-1-18 0,-4 2 146,-18-19-1053,2 7 1075,-14 42 0,24 34 0,1 8 0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07.4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275 457 28362,'-55'-53'11,"1"0"0,3 4 0,12 3-5,21 0-1,4 1-5,2-10-72,6 18-7,11-7-10,9 27 21,16 5 40,-11 32 40,-19 19-24,-28 19 12,-3-9 0,4-20 0,19-20 0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7.3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257 406 28070,'-64'8'24,"0"-1"1,6 0-1,11 10-24,24 54-11,26 14 5,20-2-8,16-40 0,11-9 6,4-16 0,3-11 19,8-10 0,-2-11 3,-11-14 0,-9-8-14,6-47 3,-39 19 0,-6-3-9,-2 9 0,-2-1 6,0-14 0,0 1 0,0 16 0,0 3 28,0-42-28,0 71 23,0 24 38,-5 96-39,3-27 1,0 4-18,-1 1 1,0 3 0,1 12 0,1-5 162,2 6-140,9-19-17,5-62 0,10-40-11,25-49 6,4-3-9,-20 41 0,0 3 3,13-10 6,-12 68-1,-22 45-5,-1 11 0,-7 21-50,-2-52-723,6 0 773,5-46 0,-5 5 0,2-16 0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7.5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28367,'0'79'9,"0"-1"1,0-6-1,0-6-9,5 21-364,4-21 364,5-45 0,-4-7 0,-2-46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7.8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25882,'0'0'0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8.1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1 28294,'-1'65'32,"0"1"0,1 20 0,-1 1-16,1-14 1,0 1-17,1 14 0,-1-1 0,1-22 0,0-4 0,3 37 0,-2-68 0,-1-3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8.5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184 426 28244,'-15'-51'17,"1"0"0,-13-30-17,7 72 11,-20 38 0,14 40-11,-6 13-6,23-18 1,9 1-18,20 19 7,9-8 49,22-64-16,-1-71-6,-10-17 3,-20 9 0,-5-4-14,-7 12 0,-2 1 0,2 1 0,-3 1-921,-5 0 0,-3 5 921,-6 1 0,2 10 0,-1 26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8.8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27656,'7'80'110,"1"0"0,0-8 0,2-5-98,9 24 167,-4-34-157,-10-63-22,-3-36 6,-2-36-17,7-17-17,14 9-196,6 29-896,34 14 1120,4 29 0,-16 2 0,-8 11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9.2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54 477 28451,'-16'-60'18,"-1"0"1,3-10 0,8 5-19,20 1 0,3 15 0,7 5-5,29 4-1,5 16 0,-20 39 6,-24 47-39,-37 3-4229,5 4 4268,14-32 0,2-21 0,22-16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9.4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39 441 28418,'-11'-66'20,"1"-1"1,-2 4-1,6 4-20,24-23 6,0 30-6,31 1 0,-3 89-62,6 43-59,-32-18 1,-4 3-98,-4-10 0,-1-3 218,6 34 0,-10-59 0,2-9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19.6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25882,'0'0'0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21.20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305 521 27746,'11'-64'59,"0"0"1,-1 5 0,-3 3-60,-7-29-17,-17 6-22,-3 6 22,-45 33 151,-4 66-42,25 7 1,5 10-23,6 23 0,9 7-45,5-7 1,8 3 2,8 25 0,10 1-23,6-22 1,4-2 2,2 11 1,2-3-9,-3-24 0,-1-5-101,4 24-62,-29-46-357,-7-7 156,-28-36 291,21-13 73,-7-49 325,25 3-45,22 1-157,0 30-56,44 31-45,15 26-42,-25-10 1,2-1-177,-2 4 0,-2-1 67,23-7 85,-24-15 217,-34-4-156,-6 16-17,-2 4 34,-1 25 447,14-4-442,-9-36-22,2 0-17,-8-34 0,-3-11 0,1 14 23,7-25-29,12 29 6,18 1-22,-1 20-113,15 20-526,-12 32 661,2 8 0,-18-4 0,-10-11 0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21.6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44 29 27981,'-19'63'67,"0"1"0,13 1 0,14-11-5,40-20 11,25-8-45,-13-34 33,-5-41 7,-31-18-35,-10-14-22,-46 26-11,-2 24-5,-33 65-23,38 25-28,25 31 45,27-21 5,47-27-5,-10-56 11,13-39 8,-39 11 1,-3-4-15,18-36 6,12 5-11,-19 53 5,1 46 12,-18 15-29,-14 53 23,-9-29 0,-2-12 0,0-22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21.9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28294,'0'64'41,"0"0"0,0-3 1,0 0-42,2 3 0,2 1 5,4-3 1,1 0-9,-1-1 0,1-3-378,11 30 381,-22-46 0,3-20 0,-11-6 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22.0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57 27438,'88'-13'-814,"-1"1"0,9-2 0,-11 4 0,-26 6 0,6 0 0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22.2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86 1 28138,'-28'81'24,"-1"0"0,8 11 0,14-6-164,35-2 140,23-16 0,4-6 0,-11-19 0,39 10 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22.4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28278,'31'78'5,"1"0"1,-3-6-1,-4 0 3,-12-6 1,-4-1-6,-2-1 0,-2 0-3,-3-2 0,-3 0 0,-8-5 0,-2-8 0,0-15 0,-8 0 0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22.6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85 1 28154,'-9'61'-82,"0"1"1,-8 4 0,0-9 0,7-26 0,-12 6 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19:22.87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27501,'0'0'0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12.4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87 1 28317,'2'62'11,"0"0"0,-1-3 0,1-4-11,-2 20 6,-3-2 5,-17 20-11,1-27-470,-18 18-264,22-62 734,26-43 0,-4 4 0,19-28 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12.60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77 26810,'75'-19'74,"0"0"1,-8 2 0,-7 3-75,4 10 0,-33 1 0,-1 3 0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12.8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0 245 27348,'7'63'352,"-1"-1"1,2 2 0,-6-24-325,-3-40-16,-3-14-12,0-68 0,1 14 2,10 9 1,6 0-31,20-17-134,14 9 162,10 43 0,1 11 0,-18 5 0,43 5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13.1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126 299 28541,'-42'-55'0,"-1"0"0,13-5 0,20 8-6,54 12 6,8 3 0,3 47-33,-36 37-18,-8 4-397,-16 13 448,23-41 0,-18-5 0,22-18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13.3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220 405 28474,'-61'-21'28,"0"-1"0,12-9 0,13-5-28,24-35 5,27 17 1,11 2-12,23-14 6,2 16-28,-20 49-145,-46 61 173,-3 1 0,-6-6 0,12-26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13.8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51 71 25935,'0'76'95,"0"0"0,0 12 0,-1-4 413,-1-26 0,-1-4-424,1 5 0,-4-7 276,-11-10-360,8-45 190,-2-81-190,15 28 0,5-3-3,-3 1 1,2-2 278,8-8 1,2 6-283,7 10 23,1 46-17,-14 48-3,-4 17 0,0 9 0,3-10 1,3-2 2,3 5 0,7-6 5,29 6 12,-8-59 11,0-78-23,-33 21 1,-5-7-9,3-17 1,-3-1-21,-4 16 1,0 4-2123,12-37 2145,7 73 0,-3 7 0,-2 24 0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14.10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1 163 28401,'4'59'20,"1"1"1,15-6-1,12-15-3,56-52-17,2-13 3,-46-13 0,-11-9-3,-18-40-6,-47-5 1,-14 36-79,-42 47-420,52 62 504,45 13 0,1-7 0,36-20 0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14.4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207 645 28339,'-6'-53'59,"-1"1"0,-11-28-54,-18 74-5,-19 39 6,9 33-17,24-18 0,7 3-34,13 35-22,54-21 33,11-60 34,-1-23 34,-23-59-18,-32 24 1,-8-4-17,-5-15 0,-2-3-112,3-7 0,-1 1 112,-3 5 0,1 5 0,3-17 0,5 30 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14.7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141 461 28496,'-39'-76'2,"0"0"0,2 7 0,11 4-14,36-18-10,3 32 16,2 11-55,-3 47-398,-7 33-247,1-7 706,12 9 0,-9-30 0,6-3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15.0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128 1 28093,'-32'82'69,"0"0"0,4-4 0,5 1-66,12 0 0,9 0 2,11-2 1,7 1-43,6 7 1,8-3-317,7-19 0,5-9 353,31 12 0,-32-37 0,-21-21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15.47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7 421 28199,'-2'-65'43,"0"-1"0,0 5 0,1 6-26,1 2-6,6 4 0,10 4-16,2 21 5,9 21 16,-9 63-21,-2 34-259,-9-35 1,-1-1 263,10 33 0,-9-41 0,4-34 0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15.6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1 118 27376,'7'68'84,"1"0"0,12 26-50,38-52 111,-15-73-72,-4-30-73,-24-16 0,-17 15 0,-4 5 0,4 16 0,-5-19 0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16.27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1 363 27824,'4'-54'145,"1"-1"1,5-39-79,12 46-39,-3 8 17,5-1-34,3 17-5,17 18-6,-9 44 28,-2 36 0,-20 2 11,-9 14 96,-4-49-130,0-17 6,0-36 1,9-41-12,1 7 0,6 4-12,3 20 12,0 46 6,3 20 50,-1 17-50,4-21-6,-4-31 0,9-35 5,12-29-5,-12 16-5,9-3 5,-12 29-112,7 41-101,-4-2 213,10 34 0,-25-37 0,1-1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16.5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 0 28384,'10'71'7,"0"0"1,-2-6-1,2-5-7,15 18 6,-18-10-12,-28-5-27,-1-31-438,-14-44 471,30-31 0,1 12 0,11-7 0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16.7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35 28300,'63'-10'-66,"-1"1"1,-5-1 0,-11 4-680,-19 9 745,-13 5 0,-8-4 0,-6 3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17.0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 1 28026,'-2'67'65,"1"0"0,-3 5 1,4-6-10,16-1-23,13-3-27,9-33-17,20-20-353,0-8 364,10-1 0,-26 0 0,-12 0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2.9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 0 27981,'-4'66'44,"0"0"1,3-6 0,5-9-22,12-17-23,10-7 16,2-8-10,16-8-219,3-14-134,-2-7-1703,-3-26 2050,-24-5 0,-3 8 0,-12 9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3.0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26692,'0'0'0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3.7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27275,'61'20'76,"0"0"1,-5-1 0,-8-5 264,-9-14-100,-4 0-106,-13 4-119,-2 14-16,-3 14 12,1 28-29,-1 25 50,-5-4 9,-11-19 0,-4 2-8,-9 35-31,6-46 0,0-2-132,-6 10-778,7-37-17,2-37-992,-1-1 1916,-11-11 0,9 17 0,-5 2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4.4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27813,'57'36'14,"-1"1"0,1-1 0,22 18 0,-12 3 2,-31-11 1,-8 3-6,-1 2 1,-6 6 24,-2 26 1,-10 7 30,-11-2 0,-6-1-50,1 0 0,-7-3-96,-14-4 1,-6-9 78,-11-2 0,7-16 0,19-34 0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6.0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374 138 27818,'-64'-39'71,"0"1"0,12 3 0,6 10-60,5 26 34,9 38 11,-8 40-42,24-16 0,6 5-14,2-9 0,8-1 0,18 12 0,15-7 5,5-28 1,7-9 8,11 2 0,3-8 31,31-20 90,-25-34-7,-47 4-128,-7 7-11,-11 27 11,23 15 0,7-6 6,48-30-6,-10-39 0,-32 18 0,-5-4 0,4-31-129,-26 18 0,-1 30-341,8 13 470,17 3 0,-13 8 0,2 0 0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6.3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27746,'7'80'89,"-1"0"1,1 1-1,-3-9 247,-4-17-313,0-37-23,0-29-6,0-64 6,21 6-157,7-10 157,21 22 0,-20 28 0,-7 17 0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6.6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 73 27393,'0'64'151,"0"-1"0,0-5 0,-1-7 129,-4-13-162,-4-11-101,1-54-34,3-3 20,12-16 0,8-6-43,19-22-346,-3 32 0,6 5 386,37-7 0,-27 25 0,-10 16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7.0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0 216 27830,'82'-4'16,"0"0"1,8-2 0,-7-3-84,3-7 39,-30-10 28,-40 8 78,-71-15 129,12 2-173,2 0-34,29 3 17,44 19 11,14 20 78,6 25-39,-16 24-55,-36-4-1,-30 12-50,-6-27-600,5-4 639,38-28 0,0-8 0,18-10 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7.4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46 19 28076,'-4'82'67,"0"0"0,-1-9 1,-1-13-46,-7-20-22,4-37 0,4-41 6,5-41-6,3 17-12,6-29-4,8 49-606,29 6 622,16 25 0,-17 11 0,-5 0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7.5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 1 28037,'-6'59'6,"0"0"1,-3 40 0,9-83 0,0-5-1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7.7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23903,'0'0'0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8.1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304 45 28300,'-59'-16'37,"0"1"0,4 3 1,9 11 1,18 28-5,3 15-23,4 32-11,10-16 6,47 31-6,-2-58 5,57-17 12,-32-54 17,-4-3-40,-19 23 6,-25 35 6,3 62-6,-15 5-6,-11-3-28,-32-13-111,-11-42 10,2-4-1052,24-46 1187,61-32 0,-17 16 0,26-9 0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8.4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39 1 28205,'-11'69'39,"1"0"0,0-3 0,4-5-16,4 18-12,2-7 45,5 2 6,-4-30-23,7-2-28,0-48 6,11-18-17,10-1 0,7 18-6,-1 51-27,-1 22-247,-11-2-549,10-19 829,-5-48 0,-5 5 0,-5-17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8.6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27886,'2'63'84,"0"0"0,1-2 0,2-2-84,3-3 0,1-1-45,-1-5 0,-1 1 45,-1 4 0,-2-3 0,1 2 0,-8-23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8.8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33 27734,'75'-9'-856,"1"0"0,-4 1 0,-11 2 0,-15 6 0,-13 0 1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8.9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27729,'73'10'-156,"0"1"0,-7-1 0,-11-3 0,-24-7 0,-12 0 1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9.1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32 27762,'67'-9'-137,"0"1"0,25-6 0,-64 14 0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29.9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9 449 28434,'-4'-65'26,"0"1"0,7-10 1,8 6-27,32-11-6,1 9 6,8 42 6,-23 80-1,-2 33-8,-19-27 1,-2 0-110,10 39-185,6-44 297,27-29 0,-23-22 0,9-2 0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0.2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52 356 28373,'-20'-67'9,"0"0"0,9-3 1,12 9-16,36 14-11,-1 6 6,-14 38-101,-36 40-1092,-7 9 1204,-1-1 0,6-20 0,16-19 0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0.6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 0 28440,'-6'66'15,"0"-1"0,0 7 0,4-6-4,9-7-5,5 9 16,36-39 0,1-36 18,18-24-1,-26-18-45,-19 15 6,-16 30 0,-6 25 0,5 13 0,21-15 0,-2-15 0,18-44-5,-23-17-74,-1-18-128,-4 17 207,7 3 0,-8 34 0,3 0 0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1.0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27908,'0'69'9,"0"-1"0,0-3 1,0-5-55,7 18-750,5 15 795,0-30 0,0-11 0,-9-32 0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1.2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83 27387,'73'-22'-144,"1"1"1,8 1-1,-5 7 144,10 8 0,-17 5 0,-29-1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1.5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13 26973,'10'76'33,"0"0"1,-1-7 0,-1-7 218,-3-8 420,-3-2-594,1-44-16,-1-13 38,5-65-44,0-8-56,8-15 6,-1 28-56,20 14-852,25 29 902,25 5 0,-25 10 0,-10 5 0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1.7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113 335 28513,'-37'-75'1,"1"0"1,8 12 0,17 9 4,48 7-12,5 26-100,-26 60-992,-21 3 1098,2 18 0,-13-24 0,15-23 0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2.1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159 394 28490,'-44'-63'2,"0"-1"0,0 6 0,17 4-2,58-13-11,12 21 16,9 4-5,-8 54-39,-36 33-28,-28 17-3534,-1-9 3601,-3-31 0,17-18 0,10-11 0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2.6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57 23 28250,'-12'68'52,"0"0"0,2 11 0,1-3-46,2 18 117,4-4-123,3-57 0,-1-46 0,0-34 0,0-49-3,8 41 1,3-2 2,3-10 0,3 3 0,25-25-6,-7 46 6,-12 102-3,-17-9 0,-2 8-28,4 19 1,3 2 24,4-5 1,3-6 5,16 19 0,7-46 22,-2-84 6,-16-29-25,-10 25 0,-1-4-3,-6-12 0,-1 1-269,15-29 269,38 12 0,-28 33 0,20 36 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2.9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1 145 28059,'11'52'64,"0"-1"1,9 27-54,72-84 51,-23-34-1,-5-4-5,-29-33-44,-46 17-7,-34-2-10,-8 25-1,-31 42-252,42 52 258,25 21 0,14-15 0,26-19 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3.3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262 537 28429,'-64'-14'8,"-1"0"1,-34 21-15,70 84-22,24-18 17,40-22 22,14-64-11,16-48 0,-36 8 0,-7-5-3,-6 3 0,-6-2 0,-1-14 1,-7 1-77,-13-29-83,5 5 162,-7 29 0,10 43 0,1 9 0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3.6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67 372 28429,'-21'-78'11,"-1"0"0,5 15 0,11 6-16,35-10-1,12 42 23,-2 22-17,-16 43-6,-29 4-33,-19 21 39,-1-38 0,4-2 0,14-21 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4.5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204 0 28227,'-46'82'41,"0"1"0,2-5 0,9 2-41,17 4 0,9 2-3,3-2 1,8 2-113,12 9 0,17-7 115,26-27 0,6-14 0,12 6 0,21-48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4.7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25 343 28070,'-7'-57'118,"1"1"0,-5-42-90,15 43-28,16 14 0,2 10 0,19 26-12,-19 61-111,-2 34 123,-17-19 0,-3 0 0,0 13 0,-2-12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5.0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 83 27751,'-5'54'70,"-1"1"0,9 34-14,14-65 0,13-12 118,10-14-124,-10-29-39,1-15-229,-6-33 218,2 2 0,-10 28 0,0 17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5.6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0 480 27897,'4'-55'114,"0"0"1,7-43-115,5 51 12,4 1-7,-1 3 18,10-8-23,-1 13 0,-1 5 0,-5 20-23,3 20 40,-7 26-6,5 5 6,-15 34-17,-5-17 50,-3-7-22,7-19 45,8-50-34,12-14-27,0-11-24,4 1 12,-12 31 6,0 17 5,-10 30 12,-4 13 61,-5 0-73,0-26-6,6-24-5,24-42 0,1 6-5,26-20-1,-24 39-11,-1 43-11,-21 14-218,-11 58 246,-8-26 0,2-14 0,0-23 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6.3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28121,'66'0'-1033,"1"0"1,-7 0-1,-9 0 1033,-16 0 0,-17 0 0,-9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6.6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59 0 28031,'5'59'63,"0"0"1,-5-4 0,-3-4 8,-13 8-49,-9-7-12,1 1-11,26-23 0,10-5 0,30-26-22,20-13-348,-1 1 370,11-4 0,-36 12 0,-11 2 0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6.8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0 27807,'-1'52'42,"0"0"0,-1 32-3,21-65-27,5-10-40,43-28-168,-17 0 196,31-30 0,-53 30 0,3-5 0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7.0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26962,'0'0'0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7.3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28238,'16'73'-11,"0"1"0,-2-6 0,2-8 11,13 2 0,-12-25 0,-13-28 0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7.5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 7212,'61'-1'0,"-1"0"0,38 0 0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7.6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27393,'22'50'-159,"1"1"1,13 24 0,-36-67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39.9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46 27544,'67'1'52,"1"0"0,-8 0 1,-6-1-8,-3 0-12,-12-1 113,-3-10-124,-15 1 191,-1-16-168,-12 25 22,-3 9-50,-4 30 0,1 36-6,16 11-6,-7-31 1,2 0 5,17 25 135,2-2-135,-31-43 0,-8-6-11,-25-18-5,-8-10 5,-24 6-23,7 9-251,0 1 274,22 14 0,24-19 0,6 3 0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42.0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67 1 27869,'-7'50'-12,"0"1"1,-1 32 45,35-60-73,-6-9 39,2 15 17,-13-15 5,-5 18-33,-15-10-12,-8-2 29,-4-3 33,-11-6-1545,13-4 1506,2-12 0,10 5 0,6-10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43.7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45 27628,'57'-12'129,"0"-1"0,39-6-113,-56 38-21,20 23-6,2 12 13,-13-3 1,-4 8 11,-15-1 0,-5 3-14,2 0 0,-5 3-6,-7 14 1,-12 0-132,-14-22 0,-6-2 137,0 4 0,-3-4 0,-15 7 0,5-30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1.6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28586,'69'21'3,"0"0"0,-1 0 1,20 0-1,5-3 0,-1-6-1,-10-8 0,-1-6 0,4 0-405,-9-1 0,4-1 1,0-1-1,-2 1 403,16-2 0,-2-1 0,-6 0 254,8-4 1,-10 1-236,-22 4 1,-15 2 245,-32 5-265,-19 10 0,-39 13 0,1 8 0,-5 8 0,-11 13 0,-2 8-264,8-6 0,-2 5 1,1 2 263,-1 7 0,1 3 0,4-3 0,9-11 0,2-2 0,3 1 0,1 5 0,2 1 0,6-5 330,6-4 0,5-4-431,-12 40-3310,29-59 3411,9-41 0,2-7 0,-3-1 0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3.4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28278,'1'76'39,"0"1"0,0 0 0,0-3-28,-1-17 1,0 0-15,-1 23 0,2 2-31,0-9 1,1-1-4619,-1 1 1,2-5 4651,5 8 0,-3-46 0,-1-28 0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3.67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33 28059,'74'-14'31,"-1"-1"1,4 12 0,-13 13-26,-24 35 11,-25 47-20,-44-53 0,-13-3-20,-3 6 1,-2-5-653,-1-9 1,5-8-9157,8-11 8673,48-22 0,13-3 1,-6 5-1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3.91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54 27930,'27'59'98,"1"0"0,16 24-36,49-73 67,-45-49-101,-6-17-45,-38-5 17,-8-2 0,-4 41 0,5-2 0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4.3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191 1 28104,'-35'59'-2,"0"-1"0,9 4 0,15-4-9,38 7 34,1-5 5,-51-3-588,-16-32-325,-10-15-8946,21-19 9709,30-17 1,7 11-1,2 4 1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4.7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 0 28222,'-5'77'39,"-1"-1"0,2-2 0,1-4-36,1-18 0,1-2-847,1 49 884,0-10 342,0 4-326,0-34 100,5-16-156,4-47-6,23-51 6,10-10 434,9-1-462,-9 33-45,-18 38-571,-4 34 644,-5 1 0,-3-6 0,-3-16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5.44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 0 28535,'-4'71'7,"1"1"0,-1-1 0,2 29 0,2-3-2,0-14 1,5-7-3,2-22 0,9-7 3,50 19-18,0-49-116,4-25-231,-31-17 359,-50-33 0,3 29 0,-21-5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5.56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 27863,'67'0'-212,"-1"0"0,-4 0 0,-11-1 1,-23 1-1,-9-2 0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5.87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28384,'31'82'30,"0"0"0,-3-9 0,-7-5-8,-12 15 12,-5-33-23,12 1-6,7-57-5,4-5-5,11-28 5,-19 22 0,8 32-95,-13 9 95,53 41 0,-45-41 0,35 6 0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6.07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88 368 28479,'-28'-62'3,"1"0"1,4 4 0,13 7-15,34 5-28,34-2-51,-1 21-61,0 13-34,-24 35 185,-22 0 0,-11 1 0,0-16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6.63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3 455 28406,'-1'-67'30,"0"1"0,1 4 0,3 7-24,7 1 5,5 5-11,8-2-6,-6 22 12,13 7 5,0 54-11,16 20-6,1 26 6,-9-17 84,-13-18-84,-16-42 0,-1-28 0,0-11 0,7-24 0,-3 30 6,8-1-6,-1 39-6,6 39 6,0 25 34,-7 10-28,2-36-6,-7-41 0,24-59-6,7-16 6,2 6 0,-3 18 0,0 48-62,-6 29 62,35 22 0,-41-14 0,9-6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6.9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60 1 28546,'-17'72'7,"1"0"1,-1-4 0,7-4-8,18 15 0,5-28 0,6-3 5,16 16 1,3-21 0,6-8-6,37-10-6,-5-5-677,-9-17 683,-38-14 0,-13 8 0,-8-9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7.2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0 213 27891,'78'-9'-1356,"0"0"1,-5 0 0,-4 4 1355,-13 5 0,-5 6 3036,26 20-2459,-10 0-129,-28 24-348,11-26-128,44-14-106,0-29 142,-30-9 1,-10-11 461,-19-40-268,-67-7-169,-34 32-27,-6 36 0,0 20-96,1 48 90,17 20 0,41-8 0,27-14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8.4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301 400 28406,'-62'-20'17,"0"-1"0,4 5 0,9 15-15,22 41 1,10 11 9,-6 23-12,20-12 0,15-2-6,55 6 3,-17-32 0,7-11 3,6-24 0,0-12 6,29-22-3,-53-10 0,-11-11-3,-16 7 0,-6-4-20,2-17 0,-3-1-2,-4 15 0,-2 0 10,1-13 1,0 4 134,0-13-123,-5 44 0,-1 43 0,1 42 0,1 18 11,1-2 1,1 1-10,3 1 1,3 1 5,2 5 1,4-5 42,9 3-46,14-30 6,6-69-11,2-30-3,-9 7 1,1-2 2,15-14-6,-1 9 12,-10 49-6,-22 28 0,14 39 0,-10-7-151,1-2-169,14-28 320,-8-26 0,0-3 0,-9-5 0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8.7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47 1 28143,'-14'59'64,"0"0"1,-4 39-37,24-76-1092,1 1-8767,-4-19 8347,-1-6 0,-2-7 0,0-4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9.03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17 28317,'61'10'67,"0"1"0,31 6-28,-101-47-33,-31 15 5,3 6-151,13 30 140,75-2 0,-22 8 0,30-15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9.30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 0 28322,'-8'77'24,"0"-1"1,0-5-1,3-3-21,9-9 0,3-3-9,-2-3 1,2-1-740,5 3 0,2-4 745,8 10 0,-7-36 0,-5-21 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9.6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287 356 28087,'-63'-21'46,"1"0"1,-1 19 0,12 19-28,33 26 1,11 11-20,-7-4 0,6 0 3,16 6 0,11-7 19,19-11 51,18-26-39,-10-70-32,-29 7 1,-6-6-3,-4 2 0,-2-1-48,-1-17 1,-3 0 47,-3 13 0,-1 5 0,2-26 0,-4 19 0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1:59.9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0 213 28020,'28'54'176,"1"-1"1,15 33-149,-33-93-11,-11-35-17,-3-11 0,-2-37-6,3 24-117,10-1 123,33 19 0,-23 28 0,21 7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00.24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187 447 28552,'-51'-63'2,"-1"0"0,5 5 0,13 4-2,31-10-12,11-12 7,4 30-1,9 24-27,-9 43-152,-4 50 185,-14 0 0,2-17 0,-1-19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03.0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0 583 27796,'9'-58'123,"0"0"0,-1 5 1,-2 5-46,-6 3-72,1-4-6,12-30 22,12-1-22,12 4-6,-1 40 1,-11 47-6,-4 62 16,-8 23 1,3 1 11,-2 0 72,-5-56-61,-1-9-28,9-64 6,-1-8-1,2-8 1,5-3-6,25-28-6,10 11 6,-13 34-5,-11 76-1,-14 28 6,-2-18 0,-1-1 0,-1 12 0,7-19 0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25.12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95 0 28451,'-14'80'39,"0"0"0,2-3 1,-1 0-40,-2 6 0,2-3-3,4-18 0,4 0 3,5 35 0,13-3 3,10-41 0,8-7-1,8 0 1,5-9 9,34-16 10,-10-74-11,-45-35-8,-12 28 0,-4 0 2,-6-31-5,-2 37-5,-1 64 5,-2 67-20,14-26 1,3 2 10,-1 1 1,6-3-4,19-7 1,6-11 6,13-22 50,-3-54-17,-59-54-26,-2 44 1,-3-5 0,-9-30 0,1-4-3,9 13 0,6 0-298,14-10 1,8 3 283,-6 21 0,10 10-245,27 14 1,10 15 258,37 14 0,-18 6 0,-22 12 0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25.57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55 0 28423,'-7'83'35,"0"0"1,1-2 0,-1-5-31,0-21 1,0-1-6,2 19 0,1 3 5,1-10 1,1-2 33,3 5 0,1-9-33,-1-12-6,4-51 6,9-87-6,-1 35 0,3-2 0,0 1 0,2 0 0,9-7 0,3 8-6,13 13 6,8 43 6,-20 73-12,-12 15-17,-16-25 1,-2-2-1675,-1 0 1697,13 3 0,-10-46 0,9-9 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25.92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299 0 28591,'-68'23'11,"0"-1"0,-1 18 1,16 8-12,29 33 0,10-15 0,11-2 5,46 4-5,28-11 3,-19-55 0,1-15 0,-2-9 0,-5-8 2,18-35-5,-28-7 0,-25 59 0,-3 13-95,8 59 95,29-9 0,-22-5 0,15-26 0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26.13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28602,'2'97'0,"-1"0"0,4-22 0,1 2 0,1-5-3,4 5 1,0-4-21,1-1 1,0-2 22,-4-6 0,-1-11 0,-4-17 0,-3-1 0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26.25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20 28356,'90'-5'-484,"1"0"1,-7 1-1,-11 0 1,-20 3 0,-17 1-1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26.79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375 78 28546,'-56'-31'22,"-1"0"1,-4 16 0,8 17-12,15 41-6,5 13 1,3 9-6,12-7 0,7 2 3,-3 12 0,11-1-3,16-13 0,10-7 0,21 9 5,46-43-5,-11-63 0,-34 14 0,-2-3 0,18-39 6,-26 10-12,-24 40-5,-5 32-168,13 19 179,7 12 0,-5-9 0,-1-17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27.16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54 1 28530,'-15'82'18,"1"0"1,2-6 0,3-2-17,6-14 1,3-5 3,4 22 50,1 0-51,11-55-5,-1-27 0,32-37 0,-9 1 0,45-9 0,-9 49-5,6 43 5,-32 11 0,-39 38 0,-62-38 0,-24-7-45,-19-34-22,31-24 67,59-59 0,7 43 0,27-31 0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27.43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1 206 28350,'76'28'45,"0"0"0,1-11 0,-11-20 50,-23-62-56,-17-24-33,-40 19-6,-51 19 0,-11 53-23,-9 44-3957,33 38 3980,32-6 0,22-20 0,4-41 0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27.67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73 28513,'23'62'7,"0"0"1,1-11-1,6-13 27,42-26 11,-21-45-34,-40-14-45,-15-19-722,2 0 756,2 21 0,4 15 0,4 19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27.89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28496,'19'93'24,"0"0"0,0-5 1,0-5-20,-3-27 1,2-2-3,5 17 0,0 3-20,-4-11 0,-2-1 17,0-1 0,-2-4 0,-1 3 0,-12-39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28.00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60 28283,'71'-16'-65,"0"-1"1,24-10 0,-61 27 0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28.83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1 942 28132,'72'-34'37,"0"1"0,-4-1 1,-7-3-30,-22 5 1,-5-5 19,6-18 0,-4-4-26,-12 16 1,-3-4 0,3-27 0,-10-2 0,-19 21 0,-8 1-6,-4-7 0,-6 3 6,-5 12 0,-4 6-3,-21-5 16,11 24 40,0 70-6,25-4 1,4 8-37,-5 11 0,3 8-128,7 0 0,4 7 0,3-2 117,3-7 1,4-1 0,0 2-4,1 11 0,1 2 0,1-2-11,7 20 0,0-8-1400,-3-27 0,-3-10 1411,-10-1 0,-3-42 0,-8-23 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29.13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1 409 28031,'72'12'-19,"1"-1"1,-4-1-1,-3-3-14,20-5 33,-1-6 11,-5-5 17,8-11 78,-21-13-16,0-26 44,-29-24 1,-19-15-91,-15 19 1,-33 20-39,-18 52-6,-8 25-39,-1 55 39,60-18 0,7 2 0,-16 16 0,41 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29.43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1 199 28003,'13'57'102,"0"1"1,-2-7 0,0-4 177,-1 3-274,-6-49 5,-4-14-5,-3-83-6,8 43 0,3 0-6,7-8 0,4 3-55,21-24 61,6 58 0,2 10 0,-16 6 0,27 9 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32.13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28059,'8'82'58,"0"0"0,1-3 0,1-5-58,-2-21 0,3-1 2,6 13 1,0 1-3,-4-1 0,0-3 0,11 26 0,-14-25 0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32.41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16 27589,'69'-8'87,"-1"0"1,16 8 0,-6 7-43,4 20-9,-30 6 1,-11 11 13,-31 44-53,-29-36 0,-11-2 0,-9-11 1,-4-7-77,-39 7-649,25-58 728,51-22 0,1 5 0,13 1 0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32.68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 99 27589,'0'90'209,"0"0"0,0-12 0,0-6 82,0 18-291,-1-68 0,-1-47 0,0-36 11,0-38-11,5 23-34,4 17 1,7 1-426,27-8 459,19 6 0,-19 32 0,-10 20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32.84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27981,'1'68'39,"0"0"0,1-4 0,2-7-39,6-3-28,8 11 28,-5-29 0,-2-2 0,-7-27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33.12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25 28059,'20'48'53,"0"1"1,19 27-26,6-97 61,-21-2 62,1-34-111,-44 14-46,-7 6-72,-7 21-617,11 60 695,47 20 0,-17-7 0,23-8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33.37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1 293 28322,'8'-63'7,"0"-1"1,1 6 0,6 9-19,28 13 11,18 13 16,-1 45-4,8 44-12,-24 16 0,-22-20 0,-3 1-633,2 10 633,-2-8 0,-10-38 0,-6-26 0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33.56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28334,'7'89'16,"0"0"1,0-8 0,3-2-17,5-14 0,0-1 0,-3 1 0,-1-3 0,10 30 0,-13-26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33.80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13 27264,'69'-2'26,"0"0"0,-6 0 0,-9 0 109,-15 1 380,-8-3-481,-10 27 5,-8 7-6,-5 32-33,-5-12 0,1 3-311,2-2 1,2 0 310,2 2 0,1-3 0,4 8 0,-1-37 0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34.10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28306,'1'52'5,"0"1"1,26 30 11,6-74 11,12-33 67,-31-15-50,-13-9-17,-14 4-40,-10 25-167,6 49 179,24 24 0,-5-3 0,18-3 0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34.35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7 452 28373,'-3'-67'26,"0"-1"0,11-8 0,8 6-26,26-5-5,10 9 5,3 37 5,-22 78-10,4 36-110,-21-22 0,-4 2 115,0-13 0,-3-3 0,2 15 0,-4-46 0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34.79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331 125 28518,'-54'-35'17,"0"0"0,4-1 0,9 18-12,12 60-10,5 34 5,3 13 2,21-26 1,11-3 3,30 4 0,20-8-6,8-56 0,-19-10 0,2-11 5,-18 47-5,-7 35 0,-25 9 3,-25-18 0,-13-5-6,-5-19 0,-6-6 6,-11 4 0,0-8-54,-33-17-139,41-30 190,57-36 0,0 28 0,20-8 0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35.16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24 0 28574,'-3'67'11,"0"0"0,-1 0 1,2 13-1,-1-2-14,-2 16 1,2-3 4,4-30 1,4-2-6,6 2 1,8-6-26,32 4-17,5-36-263,12-46 308,-35-9 0,-4 1 0,-22 4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35.39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10 28238,'80'3'-54,"0"-1"0,-3-4 0,-6-1 0,7 2 0,-24-7 0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35.71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28423,'3'73'7,"0"0"1,4 17 0,4-5-8,10 7 89,-6-26 1,1-10-79,-2-30-5,-1-18-6,-4-56 5,20-38-5,-2 21-5,23-18 5,-15 62 0,-1 25 0,1 76-6,-24-27 0,-1 5-123,6 11 1,2 1 128,0-12 0,1-5 0,2 8 0,3-34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35.95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91 487 28580,'-27'-87'11,"1"1"0,3 5 1,8 7-12,22-15 0,23 26-6,5 57 6,0 35 0,-15 8 6,-24 31-18,-9-33-917,-11 3 929,21-31 0,-5-1 0,17-10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58.69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28418,'0'67'9,"0"0"0,0-5 1,0-6-10,0 0-96,4 3 96,2-22 0,0-7 0,-1-23 0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59.13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1 233 28020,'46'-55'54,"-1"1"0,-1 5 0,4 9-32,10 25 1,4 9-18,-2-1 1,0 3-9,-2 2 1,-3 7 69,22 34-17,-96 31-33,-15-21 0,-12-2 0,-12-2 0,-5-4 2,5-9 1,3-5-37,-23 2 0,59-22 6,56-5 17,12-2-1,13-1 1,6 2-9,-9 6 0,0 5-8,5 2 0,-6 7 11,9 43-11,-104 14-12,-29-17-2,-9-29 0,-8-10-163,23-11 1,3-4-2073,3 2 0,3-5 2260,-11-23 0,50 13 0,7-12 0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59.34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 1 28479,'-3'54'3,"0"1"0,-1 41-20,4-50 17,1-6 0,0-20 0,0-7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2:59.74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25432,'0'0'0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0.12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18 423 28367,'-5'-65'28,"1"0"0,-1 6 0,2 4-22,3-10-12,9 14 1,4 6-1,26 28-11,12 54 17,9 31-11,-15 12-48,-27-27 0,-6-1 59,-3 6 0,-6-10 0,-1-28 0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0.49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210 1 28451,'-56'10'-3,"0"0"1,-34 20 2,82 59-17,13-2 22,30 1 12,2-37 6,36-67-7,-21-50 12,-26 20 0,-4-2-16,3-33 4,-19 26-21,-6 42-34,0 42 39,14 48 0,-10-24 0,10 14 0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0.76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 0 27897,'21'60'57,"-1"0"1,-1-5 0,-5-3 105,-3 26 89,-14-22-179,-17-10-45,-3-33-17,-7-49-17,18-23-5,25-30-39,8 15-292,44 2 342,-5 40 0,-11 6 0,-14 19 0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1.20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27947,'2'58'78,"0"1"1,15 39-23,7-61-22,17-13 5,7-12 45,17-25 28,-12-30-11,-2-24-40,-27-6-61,-16 40 0,-8 38 0,3 80 0,-2-6 0,2-11 0,-3 3-5,-19 23 10,0-44 1,-7-6-6,-44 6-34,3-29-61,4-33 95,43-39 0,1 25 0,19-22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2.83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28154,'21'66'7,"0"1"1,0-7 0,-1-2-8,11 31-515,-9-17 515,-4-8 0,-13-33 0,-5-24 0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3.01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39 27986,'67'-11'15,"0"1"0,-2 1 0,-5 2-65,12 6-325,2 1 375,6 0 0,-39 0 0,0 0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3.31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0 222 27460,'23'59'334,"-1"-1"0,-2-3 0,-2-16-322,-5-36 16,-12-18-12,-11-65-16,-2 18 0,6 11 0,2 0-5,3-15-253,5 8-2839,26 21 3097,-6 27 0,7 4 0,-18 6 0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3.63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112 511 28580,'-26'-69'7,"1"0"1,0 5-1,6 6-1,9 1-6,4 1 0,10-12-22,31 25 5,12 17 11,2 42 1,-12 56 5,-50 13-34,-15 10-1803,-5-31 1837,27-31 0,4-26 0,23-5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3.92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157 424 28591,'-44'-67'2,"1"-1"0,0-5 0,16 6-19,44 4-33,19 8 33,4 24-17,5 58 34,-34 23-5,-34 28-214,-15-8 219,-8-27 0,19-25 0,21-16 0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4.69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25 1 28054,'3'56'-101,"0"1"0,0 41-6377,-11-58 6478,-2-7 0,1-16 0,2-7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5.41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271 0 28317,'-62'15'48,"0"-1"1,0 11-1,13 10-42,29 46 5,5 13-11,39-23 6,5-33 16,36-46 17,-10-37 1,0-20-7,-22 6-33,-20 35-5,-16 39-18,0 55 1,-2-14-12,21 26 29,-3-52 10,29-19-5,-19-31 6,17-42-1,-15-11 1,12-18-17,5 18 11,-5 29-6,13 35 6,-8 57 6,-3 3-6,-20 1 0,-6 3 0,-2 25 0,-28-3-95,-11-35-90,-15-38-392,17-21 577,12-7 0,14 7 0,0 5 0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6.21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330 54 28412,'-60'-17'46,"0"0"1,4 2 0,7 11-47,7 38 0,8 22 0,6 25-6,35-7 12,14-26 0,40-23-1,-4-44 6,-2 0 45,-13-29-61,-29 35 5,-7 9 0,-6 29-28,8 18 17,22-17 11,12-6 0,5-33 11,5-36-11,-9-20-6,7-14 1,-1 20 5,-9 32 5,-14 39-5,-7 46 0,-14 18-5,0-2 44,-5-9-39,0-57 0,0-8 0,8-31-6,22-14-5,16 15 5,17 9-10,-8 53-35,-17 8-190,-10 40 241,-4-31 0,-11-7 0,3-21 0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6.83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92 1 28395,'-13'94'13,"1"0"0,2-20 0,2-5-5,2-4 1,0-6 86,-1 3-16,2-11-74,-5-41-5,3-28 0,-1-46 0,13-31 0,6 31 0,4 0 0,-3 12 0,3 3 0,9 1 0,4 9-5,12 13 5,17 34 0,5 50 0,-8 11-14,-19-16 0,-1 1-65,9 22 79,-2-6 0,-19-31 0,-16-27 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7.01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32 28300,'84'-9'-244,"1"0"0,2 1 1,-11 2-1,-26 6 1,-2 0-1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7.29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0 109 27466,'35'58'311,"-1"0"1,-2-3 0,-9-12-267,-16-29-6,-4-14-17,-3-40-22,0-19 0,4-5 6,15-9-180,14 29 174,58 8 0,-50 17 0,25 18 0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8.89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 28244,'0'58'13,"1"1"0,2-5 0,1-4-13,4 4 17,7 3 123,-7-22-157,0-23 6,-6-29 11,-2-27 6,0-7-1,11-25-5,6 7-5,15-1-7,-5 32-72,2 22 84,21 37 0,-31-15 0,18 17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9.25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218 0 28328,'-56'27'22,"-1"1"1,5 6-1,12 4-11,27 22 17,34-4-11,2-27-6,40-38 51,-24-18 0,0-3-62,-20 23-56,-9 21 56,40 41 0,-32-30 0,28 9 0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9.64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28177,'15'66'29,"1"1"1,-1-8 0,7-10 21,47-19 78,-25-16-12,3-25-72,-37-21-39,-5-3-6,1 27-6,-3 28 6,4 60 11,-20 2-11,-6-4 0,-30-14 0,2-38-185,3-8-425,16-22 610,24-9 0,2 0 0,5 3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09.93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28266,'58'6'4,"0"0"0,-4 13 0,-15 10 136,-43 59-101,-10-31 0,-6 0-34,2-9 1,-2-3-6,-5 3 0,6-2-73,21 11-78,25-8 151,38-14 0,-26-24 0,3-3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10.20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41 28294,'61'39'61,"0"1"1,-5-9 0,-14-18 5,-29-34-55,-15-32-7,-9 18-33,-20-8-297,-3 32 325,-6 25 0,16-4 0,10 12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35.4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27701,'2'70'-27,"-1"1"1,2 4 0,3-8-1049,10-4 1075,1-7 0,-5-29 0,-5-22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35.6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526 0 28166,'-44'70'59,"1"-1"1,3-1 0,3 4-60,5 16 0,3 5-804,8-29 0,0 0 1,0 0 758,-8 31 0,-2-1-409,-3 0 1,-2-9 550,-11-1 0,10-17 1,14-42-1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35.9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 97 28166,'-10'64'14,"0"0"1,4-7 0,14-12 8,55-24-18,-1-20 37,-5-19 0,-3-11 93,3-41-116,-27 22 1,-11-1-26,-36-29-5,-15 34-202,-40 32 213,18 55 0,13-26 0,14 25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36.1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67 35 28048,'-28'78'41,"1"1"0,15-15 0,17-15 15,52-30 28,27-61-61,-19-9-60,-39 5 1,-6-1 36,0-14 0,-9 11 0,-3 23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38.5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72 0 28110,'-18'56'28,"0"0"0,3-4 0,3-2-40,4 38 12,41-22 6,-1-11 0,59-43 111,-20-62-78,-32 15 1,-6-7-40,-9-8 0,-8-1-17,-5-26 17,-18 24 0,2 37 0,-1 9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38.9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387 63 28143,'-73'-20'69,"0"1"0,6 1 0,7 12-69,0 44-5,27 1-12,12 57 17,51-9 3,-13-34 0,2 0 30,16 21-16,-16-11-6,-45-35-212,6-6-298,-19-22 499,27-12 0,1 1 0,13 1 0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39.2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78 414 28535,'-26'-80'-8,"0"-1"1,6 17 0,15 6-44,30 11 1,13 10-62,36 4 39,-3 19 62,-29 34-23,-77 38-397,-26 1 431,-17-1 0,24-25 0,32-19 0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39.7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403 97 28446,'-72'-30'3,"0"-1"1,3 5 0,9 17 7,7 60-11,24-10 0,5 4-17,0 41 17,52-2 0,48-40 6,17-48 8,-32-19 0,-4-10 53,11-38-11,-10 5-56,-32 25-11,-29 47-28,-3 15-337,-5 35 376,12-6 0,-3-7 0,9-17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1.9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466 90 26402,'-73'-25'181,"0"0"0,6 1 0,9 9 82,9 25-134,4 8-45,-6 38-45,19 18-45,15 18 6,33-25 23,48-25-40,19-54 67,-29-9 1,-2-5 106,28-25 201,-13-23-145,-45 46-180,-27 28-21,-21 35-7,-11 19 1,-3 12-4,2 4 1,1 4-16,7-14 0,-1 3 0,3-2-499,-8 20 1,4-6 511,7-22 0,4-6 0,-1 1 0,10-34 0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2.0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1 118 26676,'82'-30'-178,"0"1"0,-27 11 0,-8 1 0,8-7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2.3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170 1 28322,'-36'61'20,"0"1"1,4-4 0,5 0-21,12-3 0,5-3-11,-2 20 50,10 7 95,33-53-89,3-51-45,13-4 0,-2-57-145,-9 22 145,9 26 0,1 3 0,-9-1 0,31 13 0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2.6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1 346 28586,'5'-68'-4,"-1"0"0,2 4 0,8 10-63,32 10 11,23 6-50,-26 28 83,-15 42-313,-62 30-196,-6 4 532,-9-14 0,34-37 0,8-8 0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2.9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121 1 28440,'-33'61'9,"0"0"0,4-5 1,8-4-10,17 2 0,8-6 6,10-13 10,19-10-10,11-25-6,15-35-62,-11-8 62,0-20 0,-4 0 0,-14 20 0,0 2 0,0 0 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3.2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188 428 28653,'-52'-55'0,"-1"0"0,5 2 0,14 4 0,34-7-11,18-1-23,40-6 12,18 29 5,10 29 11,-33 52 6,-44 12 0,-53 21 0,-13-34-498,-2-5 498,16-21 0,32-14 0,3-5 0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4.3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431 16 25309,'-65'-8'659,"0"1"0,-7 10 0,7 10-356,-5 41-275,37-10 0,5 5-28,-5 33 22,38-30 1,12-3 44,31 7 118,32-9 55,11-59-172,-20-18-32,-31-9 0,-5-6 32,10-25-24,-5 3-44,-22 34 0,-26 42-16,-19 52-376,8 17 392,57 14 0,-26-38 0,49-26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4.8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417 68 28429,'-63'-21'3,"1"0"1,4 1 0,12 15-10,23 41-5,10 6 0,12 24 11,39-11 0,-3-4 0,45-26 6,-22-42-18,4-9 7,-25-5 5,-17 16 11,-15 69-6,-16-7 1,-8 5-6,-8 21 0,-10 2 5,-15-1 1,-5-6 0,7-16 0,-1-8-9,-4-12 0,4-12-42,3-20-408,20-55 453,62-30 0,-14 17 0,22 10 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5.36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208 0 28513,'-55'29'-2,"0"0"0,6-2 0,11 2-3,28 22-7,14 8 24,36-24 10,25-19-16,26-53 44,-18-15-28,-26 1-22,-38 28 6,-42 69-12,8 0-33,2 5 0,9 3-39,35 6 61,37-9 28,40-70 20,-42-8 0,-3-9-20,-11 0 0,-4-4-6,-2-10 1,-6 3 28,-4 2-34,-8 15 11,-27 46-11,-17 58-78,7 12-158,20 1-1712,51-47 1948,0-44 0,0-13 0,-34 1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5.6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41 28188,'15'53'14,"-1"-1"0,26 31 14,18-68-11,5-8 5,15-40 96,-29-16-29,-15-26-89,-46 18-11,-48 21-330,1 58 341,3 28 0,27-8 0,24 2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5.9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0 428 28535,'15'-74'11,"-1"0"0,-1 5 1,3 8-7,16 2-10,24 1-1,5 29-11,-1 25-22,-8 76-6,-41-21 1,-6 6-152,3 12 0,-2 1-3616,-5-16 1,-2-4 3811,1 27 0,0-54 0,0-7 0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7.1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344 733 27191,'60'-69'183,"0"0"0,-6 6 0,-10 1-144,-27 10 0,-7-1-22,-3-1 0,-2 1-6,1 0 0,-1 1 124,-6-42 111,-19 58-173,-8 13 22,-29 67-50,8 13-17,11 14 0,4 12-23,8 2 1,4 6-131,6-16 0,0 3 1,1 1 127,0-2 1,1-1 0,2-4-4,0 11 0,-5-8 2,-10-5 1,-8-12-36,-26-17-130,3-35 85,20-37-96,58-61 353,38 12-255,-10 34 1,9 4 16,12 5 0,3 7 59,-12 9 0,2 1 25,19-4 1,-1 0 49,-23 8 1,-3 1 5,5-1 0,-3 2-30,23-1 38,-35 9 18,3-9-57,-15-15 12,-5-17-40,-23 7 0,-46 2-33,-15 29 11,-10 32-28,26 6-593,54 40 621,54-28 0,-21-3 0,14-24 0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7.4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12 102 27852,'1'66'71,"0"0"0,-1-7 0,0-8 422,-2-13-477,-4-24-4,4-24-12,-1-24 0,14-20 0,7-6-6,16 0-89,32-13-460,19 24 555,-30 26 0,-1 5 0,14 3 0,-18 15 0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8.14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398 1 28468,'-52'6'-9,"-1"0"1,-30 29 3,95 18 10,-1 1 6,12 3-11,-17-21-5,-40 0-62,-24-17 11,-13-8-219,6-10 275,45-18 0,6 13 0,17-13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8.3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230 1 28362,'-26'67'41,"0"0"0,2 0 0,3-2-41,8-16 0,3-1 2,0 4 1,2-1 3,-4 47-17,7-39 0,-2-1-1759,-8 22 1770,-8-12 0,8-44 0,1-24 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8.6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0 162 27354,'69'-13'13,"-1"1"0,0 7 0,-11 7 71,-21 15-34,-2 30-100,-10-8-45,30-3-549,37-28 285,-4-25 432,-35-8 0,-8-8 627,-13-34-230,-53-6-369,-21 27-37,-7 29 1,-2 14-99,-6 37 34,44 49 0,5-30 0,47 18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8.9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25 197 27415,'0'55'448,"0"-1"0,-7 12-431,2-82 5,-4-28-22,6-1-44,18-20-488,46 1 532,-16 26 0,2 4 0,25-6 0,-9 14 0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9.0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85 1 28087,'-13'72'13,"0"0"0,2-6 0,1-8-18,1-7-236,2-8 241,-3 8 0,5-29 0,-1 3 0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9.2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27321,'0'0'0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9.5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1 387 28373,'7'-64'11,"1"-1"0,-1 5 0,4 6-11,32-12 0,-11 26-16,18 3-1,-22 68-45,-3 38-55,-14 13-323,-8-23 0,-2-2 440,2 10 0,-2-11 0,2-31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49.9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515 6 28317,'-61'-3'9,"0"0"0,2 10 1,14 10-16,30 25 6,27 27-5,43-31-37,-9-15 0,2-2 30,19 9 12,-9 7-5,-65 39 21,-12-28 1,-10 2-17,-10 9 0,-5-1 3,1-11 0,-5-7-3,-11-6 0,-4-13 0,-30-20 0,27 4 0,16-21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50.6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1 353 28490,'42'-65'0,"0"1"0,-3 5 0,-2 6 0,19-7-5,-21 28-6,-5 13 11,-22 68-6,-13 30-28,4 8-514,1-2 548,28-55 0,-17-8 0,16-22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50.9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96 27757,'24'95'112,"3"-19"101,6-66-57,4-4-60,26-32-35,1-18 29,-4-26-57,-23-1-33,-35 26-16,-33 18-136,-7 38-676,-2 32 828,38 20 0,1-13 0,23-13 0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51.2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323 197 28216,'-71'-2'54,"0"-1"0,5 0 0,11 12-59,17 60 5,16 8-17,22-3 17,47-12 17,26-49-6,22-44-8,-52-1 0,-4-7-17,-9-1 0,-4-6 14,5-34 0,-8 3 0,-6 24 0,9-41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51.59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74 408 28580,'-20'-69'-2,"-1"1"0,0 6 0,9 5-26,36-9 0,0 24-67,44-1-84,-11 54-263,-5 33 111,-22 9-369,-46 23 700,4-43 0,-11-3 0,17-23 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51.8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420 0 28311,'-63'15'11,"1"-1"0,6 1 1,12 6-18,25 25 6,11 29 6,16 2 16,-6 12-11,-21-15-11,-5-28 0,-46-7 0,43-28 0,-10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55.1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325 1 27622,'-39'73'48,"-1"1"1,4-5 0,6-6 7,9 4-50,4-5 156,0 12-72,-6-9-79,-3 3 11,4-22-22,9-24-11,21-25-6,12-20 0,47-32-31,-25 25 1,2 1 47,0 1 0,1 3-11,7 3 0,-5 10-68,-3 20 74,-6 10-130,-79 37-27,3-26 0,-8-3-169,-19 3 1,-4-5 330,5-5 0,5-5 0,-16-4 0,41-10 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55.6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296 1 27914,'0'59'11,"0"1"0,14 38 17,11-70-6,15-13 135,20-10-22,-10-32-51,2-12-112,-27-6 28,-12 17 39,-25 63-28,0 7-8,-3 11 0,-5 5-3,1-9 0,-4-2 28,-12 8 0,-5-4-28,-30 16 5,14-43 1,-3-11-29,-28-12-161,2-18 184,54-19 0,20 12 0,25 0 0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56.0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254 0 28317,'-22'72'35,"0"0"1,-3 18-1,2 1-35,6-19 0,2-2 0,0 0 0,0-1-3,2 0 1,-1-9-273,-10-5 275,1-10 0,5-32 0,10-13 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56.4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298 1 28367,'-60'12'33,"1"-1"1,-3 13 0,10 8-28,16 40-1,7 12-5,38-32 6,42-25-12,20-54 6,13-14 6,-27-11-34,-20 3 22,-28 40 1,-5 13-247,3 39 252,18 2 0,-13-7 0,11-15 0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56.7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251 1 28160,'-24'63'3,"1"0"1,4-7 0,11-7-4,31-8-11,17-15 11,27-12 78,-7-30 34,-3-23 34,-28-17-146,-21 23 0,-15 31 0,-17 79-17,-3-6 22,-4-5 1,-7 1 14,-3-18 0,-5-5-15,-8 5 1,-2-5-71,10-14 1,4-10-328,-6-23 392,86-43 0,-19 13 0,32-10 0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57.0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51 316 28563,'-17'-62'-15,"0"0"0,2 5 0,14 8-18,65 1-74,0 19 102,-12 20 5,-66 41 0,-22 7-2095,-29 15 2095,50-33 0,4-1 0,22-16 0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57.3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1 197 27628,'3'51'425,"0"1"1,5 34-387,-1-89-33,1-11-6,9-59 0,21-9-11,3-1-82,-7 40 1,7 8 92,36 8 0,-26 3 0,-2 22 0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57.9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71 15 28199,'-23'63'18,"-1"0"1,6-6 0,13-11-13,34-18 11,16-11 16,29-8-16,-18-16 129,25-24-74,-48-23-49,-8-18-51,-54 5-73,-22 22-28,-4 23 129,8 45 0,33-17 0,8 21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58.2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0 230 28490,'6'-54'-45,"-1"1"1,14-36-124,19 69-62,9 7 230,3 35 0,-17-17 0,-5 22 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58.5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346 267 28266,'-70'-2'24,"-1"-1"1,-2 10-1,12 9-24,25 23-5,1 38-1,52-18 0,41-5 1,35-28 16,-5-36 79,-10-45-12,-53-22-56,-16 24 1,-7 0-23,-11-31-224,-6-5 224,30 36 0,-14 11 0,22 18 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58.8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58 355 28423,'-18'-66'0,"0"0"0,2 5 0,10 8-50,43 0 16,-7 22 6,27 6-33,-36 53 44,-26 16-381,-21 22 398,-8-17 0,13-20 0,16-20 0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3:59.1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0 287 25802,'24'50'1310,"0"1"1,13 13-1244,-34-83-16,-7-24-51,-4-37 0,2 16 0,2 12 0,6 1-34,28-11-33,14 8-415,8 27 482,-2 53 0,-31-19 0,-7 24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00.3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 0 28026,'-4'66'78,"0"1"0,1-3 1,0-4-74,3 18-5,0 0-11,0 22-202,5-27 213,12 24 0,-9-62 0,8-1 0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00.7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106 476 28558,'-29'-71'-4,"0"1"0,1 6 0,9 7 4,19 6 0,4 5-22,9 1-124,19 3 96,4 20-12,-3 14-78,-13 53-145,-25 19-762,-17 20 1047,1-24 0,-2-27 0,16-24 0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01.0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174 368 27818,'8'-56'114,"0"1"0,1-6 0,-6 5-64,-25-2-50,4 5 34,-30 24-34,10 49 0,-1 47 5,24-9 1,6 5-6,1-3 0,4 3 17,6 21 0,5 1-1,4-18 1,3-2-23,2 11 1,0-3 2,0-19 1,-1-5-1202,1 23 1204,-14-41 0,-1-14 0,-4-9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01.1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70 26973,'94'-14'-1102,"1"0"1,-7-1-1,-13 3 1,-30 4-1,-12 1 1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01.4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28115,'6'70'54,"-1"1"0,1-2 1,0-4-55,3 31 0,-1-31 0,1-1-62,3 25 62,-6-23 0,0-7 0,-1-21 0,-5 6 0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01.5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16 27606,'71'-3'-225,"-1"1"0,1-1 0,27-2 0,-15 2 1,-27 3-1,-18 0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02.0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28322,'6'76'17,"0"0"0,0-5 0,-1-2-23,-1-7 1,1-3 5,2-7 0,3-1 8,2 3 0,3-5-8,14 7 12,27-29-12,10-21-62,18-3-95,-16-3 157,-21-15 0,-31 11 0,-10-12 0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02.1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 28009,'89'-2'-182,"0"0"1,-5 0 0,-12 1 0,-23 1 0,-13 0 0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02.4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49 27634,'12'50'128,"1"0"1,41 30-95,-2-70 16,41-27 6,-35-22 157,-8-24-140,-67 0-62,-21 24 6,-60 22-135,37 50 118,52 48 0,1-30 0,55 16 0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02.8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34 28233,'0'58'14,"0"-1"0,6 40-20,31-50 269,-15-21-257,-5-28 0,-27-42-6,-3-34-12,-2 5-88,10 2 16,19 41-370,25 9 454,30 36 0,-22-8 0,-1 12 0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03.0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27930,'2'58'28,"0"0"0,5 37-28,5-67 0,-4-14 0,-4-4 0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03.1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23634,'0'0'0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03.6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350 182 28042,'-41'-51'97,"1"0"0,-5 3 1,-1 17-31,-12 41-56,-7 34-5,27 5 5,21 37-11,52-31 11,18-6-11,34-27 0,-15-25 0,6-3 0,-29 15-6,-8 43 1,-19 6-15,-30-6 1,-13 1 19,-37 13 5,13-35 1,-4-6-23,-32 3-386,9-62 403,48-18 0,6 5 0,18 5 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03.9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28328,'1'75'16,"0"0"1,-1-4 0,1-6-5,-1 12 72,5 11 50,-2-31-123,3-12-11,-1-44-5,4-27 5,16-33-12,5 6 7,12 6 5,-9 28-17,2 56-101,-15 20-503,-3 24 621,-9-18 0,-8-26 0,2-24 0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04.1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1 28373,'-1'86'18,"0"1"1,0-6 0,1-7-19,9 11-11,5-9-286,16 12 297,-9-35 0,-1-4 0,-15-37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04.3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12 28048,'98'-3'-944,"0"0"1,-34 0 0,-9 1 0,14 3 0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05.6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71 0 28177,'18'72'-6,"-1"0"0,-4-5 1,-13-7 5,-48 3 0,21-28 0,-16-4 0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48.6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28194,'3'74'-2,"0"0"0,0-5 0,0-8-4,2 1-78,-1-5-1523,1 8 1607,-6-18 0,0-9 0,-2-23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48.9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34 27477,'80'-9'46,"-1"-1"1,-16 0 0,-4 6-31,-5 11 1,-8 10 269,-6 26-107,-34 30-182,-31-31 1,-10-3-15,-38 22-53,20-34 0,2-7-1123,3-7 1193,21-27 0,21 8 0,20-16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49.2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1 123 27936,'1'54'257,"0"1"1,2 42-252,-3-92-6,6-31 5,13-41-5,-2-4-16,14-8-119,-16 43-531,4-3 666,6 30 0,-13 3 0,8 7 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49.4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28154,'2'57'31,"0"0"0,1 42-3,-3-53-28,0-8-515,0-10 141,0-23 1,0-8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49.6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27501,'0'0'0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49.8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0 300 28289,'6'-58'15,"0"-1"0,-1 6 0,6 7-15,30-1 0,-7 23 5,21 11-10,-16 59-107,1 27-118,-23-23 0,-4 0 230,3 27 0,-8-32 0,-6-32 0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0.1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28138,'1'83'33,"0"0"1,0-5-1,0-6-33,0 13-25,4-32 0,0 1 25,-1 37 0,5-22 0,-9-30 0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0.2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16 27970,'75'-3'-116,"-1"0"0,0 0 0,-2-1 1,-9 1-1,17 3 0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0.6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28194,'3'77'13,"0"-1"0,1-5 0,2-9-13,5-5 11,6-10 56,8-16 12,5-20-23,9-44-40,-5-27-16,-7-12-599,-11-20 599,-7 33 0,-5 11 0,1 21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1.3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270 394 28356,'-67'25'26,"0"0"0,9 5 0,11 7-26,16 57 28,36-5-16,48-59-1,25-30 0,11-40 84,-27-15-95,-33 22 0,-26 27-5,-3 31-68,-3 18-6,29-16 57,15-8 22,29-59 0,-33 2 0,-4-6-3,-5-1 0,-4-4-17,-2-22 1,-7-3-23,-7 15 0,-3 1 42,-1 2 0,-5 1 62,-20-37-29,-14 69-27,-20 57-3,29 11 0,6 10 11,0 20 0,8 3-14,9-11 0,9-2-3,12 6 0,12-8-87,44-1-122,5-9 212,2-43 0,-50-12 0,-1-7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1.5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76 0 28300,'-22'56'13,"1"-1"0,0-4 0,9-4 4,31 4-6,13-12 12,18-15-12,28-16 28,-14-40 6,-6-23-45,-30-11-196,-24-15 196,-4 42 0,0 2 0,0 26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1.8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38 356 28625,'-17'-67'-8,"0"1"1,13 2-1,14 8-36,49-5-18,20 24 23,-25 33-40,-33 40 7,-61 15 72,-3 6 0,-3-20 0,22-22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2.4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344 29 28406,'-62'-11'17,"0"1"0,5 3 0,7 11 0,-2 48 5,16 29-19,19-31 0,10 1 13,44 28-10,10-34-6,2-37 0,4-14 22,19-29 40,-6-11-45,-31-2-17,-32 22-6,-10 34-11,-2 12-16,2 15-34,7 2 61,25-17 28,10-36-5,21-40-17,-10-11 6,6-18-6,-13 51-6,6 24 6,-14 33-201,5 46 201,19-7 0,-27-13 0,14-18 0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2.8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299 432 28462,'-73'10'4,"0"0"0,3 12 0,14 10-44,32 44-27,22-2-17,51-15 118,22-48 100,13-46-92,-46-3 0,-7-7-37,-8-2 1,-4-4 2,-1-22 1,-4-1-9,-5 17 0,-1 2-87,0-7 1,-2 3 86,-7-19 0,0 39 0,-7 26 0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3.4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28210,'1'77'54,"0"0"0,4 20 1,3-5-58,-2-39 0,5-2 3,24 33 0,2-8 0,-10-24 0,29 9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3.6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46 0 27886,'57'8'75,"-1"-1"1,33 13 8,-77 18-23,-32 28-83,-41-3 22,-16-3 0,13-25 0,26-27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3.8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 42 28210,'-4'70'18,"0"-1"1,4-4 0,7-11 15,19-19-17,13-10 16,17-18 18,-8-42-46,-7-25-553,-20-37 548,-23 8 0,1 35 0,-4 23 0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4.2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168 1 28227,'-51'41'-10,"1"0"1,9-1 0,15 0-2,38 26 173,14-10-9993,-19-32 9628,10-8 0,-19-7 1,11-9-1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4.5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28177,'0'80'52,"0"0"0,0-6 1,0-3-34,0-16 1,1-5 41,1 21 119,0 3-169,3-54-11,4-26 0,19-38 0,0 1-6,24-8 1,-14 50 5,-1 50 0,-16 10-26,-15-6 1,-4 1-378,-1 19 403,-1-7 0,0-31 0,0-25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5.71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278 400 28373,'-19'-97'84,"-20"22"-84,2 76-6,-33 30 6,20 23 0,7 33-11,24-12 5,54 6-27,29-45 30,-15-19 0,3-10 8,-2-19 1,-1-9-6,23-21 0,-40-4 0,-9-8-3,-8 5 1,-3-3-7,-1-12 1,-1 1 8,0-35 45,-9 8-45,-4 67 0,1 21-6,-3 83 6,3-4 5,1-7 1,0 1 6,1 18 133,2-8-134,7-40-11,3-43 0,14-13 6,16-31-6,7 7-6,-3 4 6,-5 38 0,-19 49-11,2 21-101,-6 0-336,6-22-263,7-54 711,11-39 0,-13 12 0,-5-13 0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5.8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28138,'2'60'19,"1"0"1,4 38-20,-5-70 0,1-14 0,-3-4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6.0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27231,'0'0'0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6.2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28233,'4'65'52,"1"0"0,1 17 1,1 0-45,0-17 0,-1-2-8,0-1 0,1-1 0,2-5 0,-1-9 0,-3-16 0,2-2 0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6.6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344 315 28110,'-65'-30'31,"0"0"1,5 6 0,6 14-32,8 36-11,5 47 5,29 18 20,24-38 0,9-3 20,21 21-6,50-34 50,-29-67-22,-1-38-34,-31-16-11,-21 20 1,-8-1-91,-17-33 79,9 40 0,0 2 0,-12-3 0,11 20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6.8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90 27650,'19'63'272,"-1"1"1,2 2 0,-5-16-262,-12-38-11,-1-10 0,-12-45 0,5-32-5,6 16-18,19-27-414,19 46 437,22 7 0,-21 23 0,-5 10 0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7.1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170 439 28614,'-48'-60'0,"-1"1"0,3-8 0,19 2-28,57-13-23,7 6 51,7 34 0,-19 45-45,-15 38-139,-13 16 184,5 22 0,-4-39 0,5-7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4:57.4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25 363 28563,'-7'-64'13,"0"-1"0,1 5 0,1 8-13,7 7-5,15-5-18,13 23 7,20 28 16,-8 28-14,-14 12 0,-4 7-143,8 43 157,-13-35 0,-1-3 0,-2 7 0,-5-22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5:01.43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 0 28138,'0'77'61,"0"0"1,1-5-1,-1-6-49,-3 14-7,1-28 1,2 0-17,11 40 55,4-9 29,32-25-62,15-39-5,20-4-12,2-15-38,-25-6-382,-5-18 426,-33-12 0,-2 10 0,-15 0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5:01.5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20 28188,'84'-5'-417,"1"-1"1,-6 1 0,-2 2 286,-4 2 0,-7 2 1,7-1-1,-18 0 1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5:01.8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1 128 27695,'4'53'232,"0"0"1,16 32-177,43-66-17,-2-17-6,-6-17 1,-4-12 140,5-43-146,-32 20 0,-11-1-22,-28-25-6,-67 25-62,-3 59 62,45 27 0,4 7 0,-10-2 0,41 36 0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5:02.31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57 1 28546,'-16'93'7,"0"0"1,4-5 0,4-6-11,4-28 0,6-3 11,12 2 1,8-6 2,35 6-11,29-7-61,-2-25-74,-29-34 135,-19-25 0,-29 13 0,-4-9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5:02.4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28149,'87'1'-435,"1"0"0,-8 0 0,-6 0 254,23-1 1,-47 0-1,-15 0 1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5:02.7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 1 28378,'-2'68'9,"0"1"1,0 9-1,1-6 131,1 10-106,11-6-34,14-59 0,10-31 0,32-42 0,-8 15 0,7 5-6,-26 35-150,-9 41 156,26 39 0,-33-28 0,23 7 0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5:02.9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114 333 28546,'-32'-62'4,"0"0"0,1 7 0,12 5-27,40-2-10,5 24-7,40 4 35,-22 53 5,-4 15-11,-53 22-1137,-3-18 1148,29-15 0,-10-25 0,40-2 0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5:03.5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408 203 28098,'-22'-51'157,"0"0"0,-22-33-123,-13 68-18,-19 37-8,30 5 1,3 10-9,6 12 0,8 6-5,-2 40 5,43-42 0,13-9-6,38-8 6,12-6 45,8-58 61,-39-7-100,-7-11-6,-15 37 0,-11 30 0,6 34 2,-4-7 1,1 4-11,-1-1 0,-1 0-12,0 0 0,-2-2-153,1 24 173,-38-41 0,21-16 0,-21-8 0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5:03.8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1 435 26010,'74'-44'608,"1"1"1,-8 3-1,-9 1-266,-8-23 72,-21 5-414,-12 2 0,-22 40-5,-8 49-1,4 12-22,26 29 28,20-40 34,15-7-29,2-55-5,-19-4-17,2-49-229,2 20 246,10 2 0,-18 26 0,-6 22 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5:04.1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99 447 28619,'-28'-59'3,"1"0"1,1 5 0,8 2-4,26-17-5,16 5-34,-1 7 33,10 24 6,-21 54-34,-12 29-22,-12 7 56,-7 16 0,7-48 0,5 2 0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5:04.6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53 1 28328,'-15'64'11,"1"0"0,-2-5 1,8-3 4,30 27 29,15-23-6,18-11-5,1-57-28,-10-37-29,-17-11 23,0 2 0,-2 3 0,-11 16 0,23-27 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5:04.9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134 424 28614,'-13'-57'5,"1"0"1,-1 4-1,5 3-5,16-17 0,19 7-16,1 8-7,21 24 23,-29 51 0,-28 23 0,-46 23-5,-5-11 5,-5-16 0,42-31 0,9-4 0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5:25:08.7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27861,'0'0'0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1.40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28658,'0'84'0,"0"0"0,0 16 0,1-2-3,1-26 1,1-3-7,0-2 1,0-2 8,1-8 0,-1-10 0,1-16 0,-3-2 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1.93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0 327 28154,'44'-62'88,"0"1"0,18-5 0,8 11-60,-1 26 0,7 11-14,20-5 0,4 11-6,-4 22 0,-6 12-5,-20-4 0,-11 12 11,-12 32 0,-24 11-9,-43-5 1,-21 0-6,5-12 0,-7 0 0,-3-5 3,-25 12 0,-6-10 2,-15-8 1,4-13 22,-3-12-28,27-27 0,65-7 0,53-16 0,12 18 0,11 7 0,10 1 0,6 8-274,-18 8 0,2 6 0,-3 2 274,15 3 0,-10 11-3,-8 31 1,-22 11 4,-38-12 1,-19 2 0,-28 17 0,-23-6-3,1-30 0,-10-6 0,-3-6-160,5-6 1,-3-5 0,-3-5 159,-15-3 0,-5-7 0,9-9-9,2-14 1,8-10-118,-1-4 0,15-9-148,30-49 274,62 29 0,15 6 0,5 4 0,28-5 0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2.20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78 0 28586,'-7'67'1,"-1"0"1,-1 7 0,0-7-2,3-8-84,-9 19 84,5-51 0,1-1 0,5-24 0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2.48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39 133 28485,'71'26'15,"1"1"0,-8-3 0,-13-18 24,-24-77 6,-63 6-34,-39 6-11,21 40 0,-2 17-62,9 24 1,11 13 61,18 55 0,16-14 0,30-14 0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2.76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0 525 28535,'1'-78'9,"-1"-1"1,3 5-1,5 7-9,14-3 6,8 6-6,16 2-6,3 31 6,14 47 0,-16 25-25,-22 12 0,-5 8-171,2 35-51,0-5 247,0-26 0,-12-47 0,2-7 0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3.15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417 128 28552,'-65'-37'15,"0"0"0,6 2 0,6 16-15,-8 65 0,10 34 0,27-36 0,4 4 0,4 15 0,13-1 0,47 12 0,26-12 0,-18-56 0,1-13 5,28-22-2,-45-9 0,-9-7 31,-10-23-40,-16 28-285,-7 57 291,-5 45 0,8-7 0,3-21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3.47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18 2 28462,'-3'60'13,"0"0"0,6 5 1,3-6 30,5-9 63,7 8-107,-13-45 5,-8-14-5,-11-44 0,0-26 0,-2-21 0,10 20-33,4 17-34,19 34 67,71 15 0,-50 3 0,45 7 0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3.96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114 1 28597,'-38'63'0,"-1"1"0,19 7 0,17-7 5,41-8-5,7-20 0,7-10 6,34-24-6,-8-22 0,-41-14 0,-9-8 28,-7-35-11,-3 2-17,-14 54 0,0 84 0,-1 16 0,1-5 0,-1 4 2,-2-21 1,-2-3 0,-2 0 0,-5-3-3,-28 28 7,-22-51-7,-27-4-13,-4-33-647,13-46 660,25 3 0,28-7 0,18 32 0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4.52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8 0 28552,'-2'72'22,"1"-1"1,0-1-1,0 0-22,0 8 0,0 0 3,1-1 0,0 0-3,2-3 0,1-3-42,0-7 0,4-12 42,8-28 0,-3 3 0,-4-37 0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4.69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86 28496,'70'-14'-51,"1"0"1,-1 0 0,27-4-1,-1 3 51,8 10 0,-9 3 0,-9-1 0,-20 3 0,0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5.01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1 428 28322,'14'59'160,"1"1"0,1 7-160,-19-83 0,-7-39 0,2-37 2,5 40 1,1-2-3,0-10 0,2 0 0,5 10 0,1 4 0,5-18-39,29 30 39,10 33 0,3 7 0,-4-6 0,41 13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5.31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222 593 28636,'-58'-51'5,"0"0"1,3-12 0,14-4-6,31 15 0,11-2 0,4-8 0,5 1 0,15-23 0,38 36-11,-17 66 11,-7 11-6,-28 50-22,-40-18-252,9-3 280,23-28 0,-2-23 0,31-7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5.62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306 585 28630,'-71'-40'9,"0"1"1,8-8-1,12-6-9,28 7 0,9-4 0,2-17 0,12 1 0,43-21-6,-13 43 1,7 11 0,54 20-1,-24 58 6,-29 11 0,-52 20 0,-1-40 0,-7-6 0,12-22 0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7.51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109 0 28552,'-5'74'11,"1"0"0,-2 22 1,1 1-10,1-18 1,-1 1-652,-4 17 1,-3-3 648,3-24 0,-1-6 215,-4-6 0,1-10-210,1-18 209,19-33-214,10-24-6,32-27 6,-3 33 671,14 13-671,-13 19 0,16 19-118,29-8 118,-30-10 0,-1-2 0,25-2 0,-14-6 0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7.80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243 604 28636,'-58'-34'3,"0"0"1,5 2 0,12-2-4,25-15 6,5-9-6,6-41 0,14 49 0,4 1-6,8-45 6,40 28-11,-12 61 5,-4 39-27,-18 27-18,-27 4 51,-3-16 0,-4-32 0,5-10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8.08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28496,'5'75'20,"0"-1"1,3-4 0,1-6-10,9 14 0,33 4 23,1-27-18,6-12-4,-25-34-1,-13-43-6,-16-26-10,1-40-29,-6 45 1,2 1-236,10-33 269,29 14 0,-19 49 0,16 5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8.39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163 619 28664,'-41'-64'0,"-1"1"0,4 2 0,9 2 0,21-21 0,4 27 0,4 0 0,26-32 0,9 14-6,10 42 1,-5 62-6,-26 20-29,-21 20-21,-4-16 61,-7-21 0,10-25 0,8-5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8.97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 0 28563,'-1'100'13,"1"0"1,-1-1-1,0-22 1,1-4-1,-1 1-11,1 14 0,0 2 0,2-7-665,6 5 1,2-7 662,-5-9 0,3-4 84,10-8 0,1-11 1,-7-15-1,5-10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39.71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319 0 28530,'-48'47'16,"0"1"1,0-1 0,-17 20 0,11 3-15,28-1 1,11 4-6,3 1 1,10 2 4,16 8 1,11-5 0,-4-21 0,11-12-3,31-11 0,9-21 3,-16-26 0,-2-15 5,5-9 0,-6-9-8,-15-2 0,-12-7 3,-14-21 0,-16-2-3,-17 14 0,-8 1 0,-3-7 0,-7 4-11,-4 19 0,-1 9-51,-16-3 62,44 120 0,13-56 0,20 61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40.03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0 102 27846,'3'72'158,"0"1"1,0-8 0,-1-5 149,0 15-302,-2-41-6,0-45 0,1-60 0,9 14 0,3-1 0,8-36-17,2 43 0,7 7-229,29 0 246,3 23 0,2 6 0,-3 0 0,27 15 0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40.40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303 534 28574,'-69'-31'4,"1"1"0,5 3 0,12 19-4,21 62 0,9 38-6,32 0-3,11-44 1,8-5 8,32 10-3,-11-46 1,-1-15 24,9-55-11,-31 12 0,-7-6-5,-6 2 0,-7-4-1,-9-18 1,-5 1-9,1 17 0,-1 1-45,-2-7 1,6 2 47,28-18 0,-17 36 0,27 36 0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40.72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233 517 28630,'-56'-42'4,"1"1"0,1-8 0,13-3-4,23-26 0,10-19 0,32 15-6,2 32 0,23 25-16,-26 53 0,-3-3-253,-28 35 275,-4-29 0,-3-4 0,6-18 0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41.04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22 444 28474,'10'84'179,"-4"-29"-179,-24-87 0,6-17 0,5-46 0,8 42 0,4-2 0,7-9 0,3 1 0,14-26-17,28 25-61,3 46 78,0 17 0,1 5 0,-2 0 0,23 13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42.32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28558,'8'69'14,"-1"1"1,0-1 0,-1-3-15,-1 29 0,1-27 0,2 2 0,-1-7 0,2 0-6,3 8 1,-1-5-2716,3 16 2721,-13-50 0,-3-24 0,-5-18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42.52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48 28356,'82'-11'3,"0"0"1,-5 1 0,-3 1-4,-14 7 0,-3 1-160,-2-2 1,-1 3 159,5 4 0,-5 2 0,6-4 0,-27 8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42.84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42 27869,'15'83'104,"0"0"1,2-7-1,3-5-82,1-19 1,1-5 319,10 19-331,-24-66-5,-11-19-6,-5-66 5,1-15-8,6 41 1,3 0 2,11-28 0,24 23-101,22 40 101,2 13 0,1 4 0,0 2 0,22 5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43.22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300 1 28541,'-66'7'16,"1"0"1,4 0 0,11 11-11,15 69-6,16 5 2,15-40 1,6-2 3,14 14 5,26-32-5,10-54 5,10-25 0,-13-6-11,-14-6 0,-21 56-112,7 36 112,9 30 0,-10-11 0,4-16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43.48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23 42 28468,'-9'75'2,"1"0"0,3-7 0,7-8 9,19-6 17,8-11-6,1-11 29,4-14-23,4-27-23,8-34-5,-13-8-3,-12 3 1,-2-3-194,15-36 196,-11 39 0,0 3 0,5-11 0,-3 28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43.81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239 528 28630,'-62'-52'4,"1"0"0,5 3 0,14 2-4,30-5 0,7-2 0,14-23 0,30 15-6,15 6 6,4 30 0,-15 51-6,-33 19-33,-29 19 39,-1-14 0,-5-22 0,15-19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44.12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1 143 28250,'20'71'41,"0"1"0,-2-7 0,0-9 9,0-14 163,-5-8-207,-12-34-6,-4-17 0,-4-66 0,4 33 0,1-2 0,3-9 0,3 0-17,7-34-28,3 42 45,41 42 0,-38 13 0,27 9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44.50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359 22 28518,'-70'-8'15,"-1"0"0,7 3 0,11 7-15,24 15 0,12 34 0,34 19 0,1-21 0,4 0 0,23 29 6,-3 7-1,-44-41-5,-34-6 0,-8-23-50,-24-33-857,39-14 907,12-18 0,14 17 0,13 9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45.10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288 291 28541,'-58'6'20,"0"0"1,-4 15-1,11 11-14,20 63-3,14-36 0,7 1-1,19-7 1,8-5 3,13 10-1,50-37 1,-18-60 0,7-21-1,-27-8 6,-20-5-11,-18 52 0,-1 16-5,19 62 5,7-3-6,10-9 1,9-6 5,-1-18 0,4-11 0,11-10 0,-2-11 0,30-30 0,-48-14 0,-11-12 2,-14 2 1,-8-3-3,3-16 0,-7 0 8,-16 11 1,-6 7-9,-14-17 0,-40 70 0,26 99 0,21-41 0,8 6-3,18 42 0,19 4-14,12-20 1,14-7-93,1-17 1,8-3 0,-4-5 0,-5 0 0,0-10 0,1-19 0,1 0 0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45.5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15 117 28485,'26'45'11,"-1"0"0,37 19 0,-18-96 17,-3-21-5,-16-4 5,-38-11-23,-31 35-5,-17 5-56,-5 48-128,28 7 184,22 31 0,17-33 0,2 0 0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09:45.90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28462,'8'55'17,"-1"0"0,31 35 17,16-78 22,2-34-40,-27-5 18,-16-42-23,-37 23-16,-10 6-23,-6 43 28,3 48 0,26-19 0,5 13 0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42.5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584 0 28406,'-77'14'33,"-1"-1"1,13-3 0,6 10-15,5 26 1,8 14-6,5 4 0,4 6-12,9-9 0,3 4 0,2-2 1,-4 19 0,9 1-3,12 13 0,18-4-6,16-31 0,13-8 6,14 3 0,10-10-3,15-17 1,2-14 2,-16-12 0,-1-12 2,1-12 1,-11-11-3,-11-50 6,-7-2-6,-37 28 0,-11 1 0,-21-17 6,-30 5-12,-23 35-218,-5 50 224,24 1 0,24 9 0,33-18 0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42.8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1 28367,'-1'58'15,"0"0"0,0 9 0,0-2-15,1 22-627,5-1-4559,-2-53 5186,2-32 0,-4-19 0,-1 3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43.1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39 158 27981,'61'11'128,"0"1"1,37-2 11,-84-46-50,-8-1-40,-22 2-16,-25-4-34,-17 16-17,-1 2 17,-2 83 0,42-45 0,-6 49 0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43.4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28390,'4'76'1,"0"-1"1,3-6 0,5-6 4,27 13 61,8-27 17,0-8-34,-4-69-38,-28-6-1,1-59-28,-14 16-56,-2 3 73,22 5 0,-17 48 0,17-3 0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43.77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79 436 28619,'-28'-76'2,"1"1"0,10 4 0,11 5-2,33-18 0,8 34 0,6 36-6,-14 52-11,-5 9-128,-5 11-9686,-2-23 9821,15-20 1,-12-13-1,4-2 1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44.0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13 360 28586,'-6'-67'5,"0"1"1,6-4-1,9 8-5,23 11 0,6 8 0,16 58 0,-19 52 0,-15-16 0,-2 4-25,-3 3 0,-1-2-121,13 20 146,9-34 0,-16-37 0,1-5 0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45.0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39 28530,'71'0'-103,"0"0"0,-6 1 1,-1-2 102,4-8 0,-7 1 0,-6 3 0,33-11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47.3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 1 28429,'0'64'39,"0"0"0,0 0 0,0-3-27,0 28-10,1-20 1,-2 6 0,-1-1 0,-2 3-3,1 11 0,0-3 0,-1-22 0,0-6 5,0 24 1,24-52 0,18-12-6,20-11 0,5-6 0,-20 0-706,-10 0 706,-20-12 0,-2 10 0,-8-10 0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48.0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28300,'3'64'58,"1"0"0,-1-4 0,1 1-53,0 4 1,0 0-4,1-3 1,1-1 3,0 0 0,-1-3 145,7 33-151,-8-79 0,-1-11 0,2-63 0,13-5 0,10-10 0,5 24 0,9 23-6,-6 36 6,2 36 0,-9 30 0,-16 2-17,-5 16-55,-6-47-612,24 18 684,4-39 0,-2 0 0,-4-17 0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48.3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142 472 28535,'-36'-58'26,"0"1"0,3 4 1,7 2-27,15-28 0,24 7 0,27 5-12,23 33 7,-8 36-1,-14 38 1,-37 9-7,-27 6 12,2-22 0,-5-18 0,18-14 0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48.7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 74 28233,'6'63'39,"1"0"0,-2-5 0,0-7 23,1-9 173,-3-11-229,-3-27-6,-3-19 0,-4-25 5,-6-32-5,5 1 0,0 0 0,25 9-28,24 35-492,40 4 520,-8 18 0,-12 6 0,-38 2 0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49.0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59 86 28462,'-18'56'20,"0"1"1,11-2 0,14-10 7,42-23-17,30-13-5,4-43-1,-25-4 12,-17-41 0,-44 14-6,-40-1-11,-9 27-5,-44 31-57,30 39 62,20 40 0,19-27 0,34 12 0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49.3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 27 27902,'20'62'95,"0"0"0,9-5 1,7-14 66,33-26-55,-1-20 27,-17-35-89,-34-22-28,-38-16-17,-29 19 0,-17 23-23,-24 36 23,39 52 0,5-29 0,30 26 0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49.57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28479,'7'66'37,"0"1"1,3 20-1,1-2-34,-4-33 0,2 1-1,4 34 1,0 0-3,-3-28 0,-1-4-1142,0-1 0,-3-5 1142,-9 5 0,0-40 0,-10-14 0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49.69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70 28513,'92'-17'-22,"1"0"1,-7 1-1,-11 4 1,-14 7-1,-21 3 1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2.1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161 514 28474,'-46'62'0,"0"1"0,4-6 0,15-6 0,43-6 5,11-7 6,34-12 1,9-30-7,0-19 0,-37-14 1,-7-8 39,-10-47-34,-25 36 1,-10 4-1,-37-22-11,-7 34 0,13 53-11,53 31-23,50 12 28,-10-31 1,6-6-1,48-5 6,-42-32 0,-5-13 0,-16-7 0,-7-9 0,4-17 0,-6-4 0,-7 12 0,-6-1 0,-3-7 0,-5 5 17,-2 3-17,-13 11 6,3 57-1,-13 72-2,16-19 0,3 8-2,-2-9 1,1 4 0,3 2-370,6 4 0,3 1 0,1-2 368,-1 15 0,3-3-42,13 7 0,-1-5 42,-14-35 0,0-4 0,12 29 0,-21-37 0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2.22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1 121 28434,'78'-25'-677,"0"1"0,8-3 1,-10 5-1,-18 12 0,3-2 1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2.73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332 23 28563,'-68'-11'9,"-1"0"1,5 12-1,9 12-3,9 43-6,26-6 0,10 4 0,24 26 0,37-7 5,40-45 1,-4-47 8,-36-11 0,-6-7 14,-8-30-28,-4 6 0,-30 35 0,-8 39-11,0 44-112,8 14 123,24 5 0,-12-30 0,11-24 0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3.2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28513,'11'72'18,"0"1"1,-1-4 0,0-6-2,6 9-6,-2-2 6,3 6 40,-5-23-57,-4-16 0,-4-36 0,-4-20 0,7-17 0,5 10 0,10-7-7,21 11 7,14 12-11,22 25 11,-16 4-11,-3 32 11,-40-11 0,-39 5 0,-38-12 0,-13-15 0,-22-10-101,36-16-73,1-4 174,25-3 0,19 4 0,9 6 0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3.6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28434,'0'58'13,"0"0"0,0-6 1,2-2-14,4 18 0,-3-22-1563,4 1 1563,-12-47 0,4 3 0,-4-17 0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3.8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 0 28440,'14'99'56,"27"-22"-34,14-81 29,-4-29-23,-23-3-11,-55-22-17,-18 33-79,-21 16 79,19 42 0,21-12 0,23 13 0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4.1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21 389 28535,'-6'-67'18,"1"1"1,-1 5 0,2 5-8,9 2-11,10-2 0,7 27 0,18 30 0,6 61-11,-6 8-28,-16-13 0,-3 0-454,3 9 493,-4-8 0,-10-34 0,-9-21 0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4.5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344 58 28574,'-62'-24'5,"-1"0"1,-3 14 0,11 15 0,19 30-4,11 11 1,5 7-3,4 40 0,21-3 12,41-20-7,27-57 6,14-44 12,-21-25-12,-28-8-11,-25 16-6,-12 49-10,-1 14-57,0 29 73,0 15 0,0-27 0,0 2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4.8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46 28306,'22'73'56,"1"0"0,-2-1 0,-4-10 112,-10-21-157,-5-17-11,-11-39 0,-8-53 0,1-22 0,2 0-6,9 11-89,43 36-1787,22 38 1882,9 5 0,-15 18 0,-35-7 0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5.2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 0 28440,'-6'53'11,"-1"1"0,9 33 6,35-60 0,9-14-6,-1-6 34,10-27 22,-15-23-39,-5-21-17,-20 7-11,-12 14 0,3 50 0,11 50 0,-5-5 0,-1 5 0,0-1 0,-3 4 3,-2 19 0,-9 0-3,-12-23 0,-7-2 0,-3 4 0,-4-5 0,-30 10 0,-6-35-34,22-25-89,7-24 123,14-11 0,16 4 0,6 3 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5.7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28591,'17'89'15,"1"-1"1,-4-14-1,1 3 1,-3-7-14,0-7 1,-2 0-3,1 3 0,0 6 0,-2-5 3,-2 2 0,-1-4-34,2 3 0,-6-8-389,-19-11-3097,-7-52 3517,-20-48 0,21 19 0,4 5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5.8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19 28524,'70'-4'-245,"1"-1"1,6 1-1,-8 0 1,-16 4-1,2-2 1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6.1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 67 28294,'17'58'73,"1"0"0,-2-5 0,-5-6 16,-10 8-66,-16-23-18,-2-21-5,-8-50 0,11-35 0,22-21-5,10 22-146,35 10 151,31 44 0,-32 2 0,9 17 0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6.40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182 469 28642,'-51'-70'3,"1"1"1,4 7 0,13 4-4,31-13 0,36 12 0,-7 7-11,38 24 5,-34 45 6,-10 14 0,-30 5-1473,-23 3 1473,14-23 0,-2-3 0,22-7 0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6.7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230 494 28653,'-58'-67'3,"1"0"1,4 7 0,13 3-4,26-16 0,6 19 0,35-21-6,15 44 6,20 22-5,-17 48 5,-20 8 0,-30 27-319,-2-33 319,3-5 0,1-21 0,9-12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9.0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50 0 28586,'-4'68'5,"1"-1"1,-4 4-1,-1-7-5,-3-14 0,-3-5 0,11-32 0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9.4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84 28412,'28'62'43,"-1"0"0,-1-4 0,-8-7-21,-18-4 40,0-9-34,-9-13-28,-5-29 5,-4-37-5,5-36 0,10-2 0,28-15 0,9 37-16,27 6-214,25 27 230,13 31 0,-32-3 0,-12 8 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9.6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219 426 28619,'-56'-32'9,"-1"-1"1,5-9-1,12-4-9,27-34-11,41-12 5,4 27-33,43 29-22,-40 49-35,-10 20-514,-49 8 610,0-8 0,-7-20 0,24-11 0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5:59.9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28530,'2'77'24,"-1"0"0,2-2 0,1-6-18,5 21-3,1-31 0,2 2-3,0-8 0,0-2 0,11 44-3383,-7-35 3383,-27-48 0,9-5 0,-12-12 0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0.0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1 115 28222,'74'-20'-2769,"0"0"0,-7 1 1,-6 2 2768,10-2 0,-34 8 0,-12 3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0.2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 1 28104,'-9'56'45,"0"1"0,-5 41-17,28-56 44,7-9 7,31-8-34,-3-13-34,-4-15-11,-14-28 0,-20-56 0,-4 41 0,-4-25 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0.5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0 174 28384,'13'58'87,"0"0"1,-3 5 0,0-22-88,-5-42 0,-3-4 0,-2-69 0,0-6 0,5 0-11,11-1-224,31 46 235,22 6 0,-21 21 0,-4 9 0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0.7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11 337 28558,'-5'-62'13,"1"0"0,2 5 0,6 7-13,20-1-6,22 10 6,4 28 6,7 50-6,-18 14-3,-20 2 0,-6 5-1335,0 24 1338,-3-4 0,-6-36 0,-4-28 0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2.91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119 1 28591,'-5'66'13,"-1"0"0,-7 19 0,-5-1-13,1-17 0,-1-2 0,-2-1 0,4 0 3,10-2 0,9-8-3,14-14 6,42 0-6,6-36 0,1-6-12,-14-5-172,-29-27 184,-40-7 0,16 5 0,-27 7 0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3.0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58 28238,'88'-4'-1343,"0"1"1,-7-2 0,-7-2 1342,17-10 0,-42 6 0,-16 1 0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3.4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92 1 28457,'-8'81'37,"-1"1"0,0-5 1,-1-3-30,-2-10 1,1-4-4,-5 30 26,6-28 0,4-7-31,10-28 5,7-15-5,17-52 0,28-30 0,-4 11-5,2 8 5,-16 33 0,-18 52-23,5 20-716,18 23 739,-8-20 0,-1-21 0,-18-26 0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3.6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43 381 28619,'-13'-62'3,"-1"1"1,1 5 0,10 4-4,44-14 0,-3 23-5,38 3 5,-42 42 0,-17 26 0,-32 5-39,-17 8 39,43-19 0,-16-10 0,35-5 0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3.9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28619,'0'88'7,"0"0"1,0-7 0,0-5-8,0-14 0,0-6 0,0 26 0,2-25 0,2-3-45,7-2 45,4-12 0,-4-24 0,-5-16 0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4.2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36 500 28614,'-10'-65'11,"0"1"0,1-7 0,3 4-11,6-8 0,22-6-17,21 31 1,7 23-18,9 57 0,-39 16 29,-19 14-141,-39 5 146,3-35 0,1-6 0,23-17 0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4.5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28294,'37'65'13,"-1"0"0,-2-5 1,0-8 25,10-12 39,-3-9 85,2-13-147,-13-25-10,-4-11-6,-14-41-11,-9-4-331,10-13 342,13 20 0,-9 26 0,7 18 0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4.8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126 474 28653,'-35'-79'3,"0"1"1,6 14 0,7 3-4,17-32-6,42 39 1,16 9-6,15 63 11,-23 16 0,-27 51 0,-40-22 0,7-5 0,-9-28 0,18-21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5.0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28513,'6'75'31,"0"-1"1,2-1 0,1-3-27,-2-17 1,2-1-499,3 1 1,1 0 492,-2-3 0,1 1 159,7 8 1,1-1-160,9 28 0,-2-18 0,-15-39 0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7.2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67 1 28345,'-23'71'7,"1"1"1,5-6-1,12-9 4,31-5 1,20-10-1,5-14 22,28-13-16,-8-40 11,-6-7 8,-39-10 1,-12-8-9,-27-38-25,-8 37 0,-10 4-15,-7 10 1,-6 12-118,-40 25 129,30 48 0,30-7 0,22 3 0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7.4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39 28166,'16'59'5,"1"-1"1,-2-4-1,-1-5 23,0-1 370,-5-12-387,-14-32 0,-5-20-5,-8-31-6,2-9 0,9 0 0,5-16-34,39 20-246,40 8 280,-20 41 0,2 7 0,21 1 0,-15 15 0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7.8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229 413 28569,'-62'22'0,"-1"0"0,-27 13-23,77 60-33,52-40 45,21-9 11,9-42 51,6-57 5,-45-41-42,-14 27 0,-7-4-9,-15-4 1,-6 2-6,5 15 0,-3 2-82,-6 2 1,2 7-462,13 6 543,26 39 0,-10 3 0,15 29 0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8.10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124 432 28625,'-36'-65'1,"0"-1"1,1-7 0,18 6-2,55 0-5,-4 6-29,33 28 6,-37 57-73,-3 19 17,-32 11-347,-12 0 431,3-31 0,1-7 0,12-13 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08.39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28048,'9'69'106,"0"-1"1,1 4-1,-3-8 180,-1-14-281,-4-18-5,-9-43 0,0-30 0,1-36 0,26-3-5,6 5-29,17 43 1,10 11 33,-2 14 0,0 5 0,34-3 0,-21 10 0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15.9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28244,'7'88'65,"-1"1"0,0-4 1,2-8-38,6 11-20,-4-27 1,2 2-7,-1-6 1,0 0-20,-1 6 1,-1-3-1507,2 11 1523,-16-32 0,4-33 0,-5-3 0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16.0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20 27807,'67'-6'-151,"0"1"0,-1 0 0,-4 2-9680,15 3 9265,-6 0 1,-33 0-1,-14 0 1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16.3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20 211 28014,'0'58'269,"0"-1"0,0 39-263,-4-99 10,-1-10 1,-2-56-11,4-12-6,8-16-6,23 14-39,2 33-195,45 25 240,-24 33 0,0 5 0,11-6 0,12 20 0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16.7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248 1 28513,'-62'26'5,"0"0"1,6-2 0,12 6-1,24 44-5,16-4 0,29-2 6,23-29-1,8-37 35,11-40-7,-31-14-16,-6-1-17,-19 11 0,-11 40-6,0 10-89,0 38 95,1-4 0,0-6 0,0-16 0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16.9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28462,'4'54'2,"-1"-1"0,8 4 0,4-5 149,11-2-145,11-26-6,-6-51 0,-11-22-90,7-37 90,1 29 0,-9 10 0,0 23 0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17.32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96 458 28642,'-27'-66'1,"1"0"1,2 5 0,7 6-2,16 3 0,1 2-5,18-5-35,15 24 24,12 10 4,-11 33 7,-14 28 5,-35 1 0,4-2 0,-7-18 0,10-15 0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17.6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0 105 28042,'5'55'98,"-1"0"0,5 37-36,0-58 229,-4-9-285,-2-19 5,-7-16-11,-5-39 0,2 1 0,2-41-22,27 25-533,5-1 555,10 31 0,-15 22 0,-9 12 0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18.1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359 20 28087,'-62'-7'84,"-1"0"0,6 1 0,8 10-78,16 31 11,14 26-17,11 4 0,33 27 0,-1-23 11,3 4-6,-27-22-5,-17-28-33,-29-16-337,7-27-7241,7-8 7611,23-3 0,10 9 0,7 15 0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18.7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262 303 28474,'-63'29'20,"0"0"1,4-3-1,13 5-20,27 43 0,8-22 17,15 23 0,27-47 0,17-12-6,11-44 0,-17 1 17,-14-12-28,-21 41 0,-3 9-11,13 38-12,23-15 18,27-6 5,15-60 0,-18-11 0,-30-11 0,-8-10 0,-9 4 0,-5-3 0,1-17 0,-3-1 0,-4 19 0,-6 3 17,-29-36-12,-13 95-5,-14 80 0,33-3 0,9 9-191,8-2 1,11 2 167,12-12 1,9 3 0,5-9-100,15 1 1,3-8 0,-6-4 0,-2-7 0,18 3 0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35.0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173 403 28418,'-48'65'1,"0"-1"1,3-5 0,13-7-2,32-9 0,25 5 6,19-18-6,12-3 5,27-45 7,-25-32-1,-7-36 8,-36 34 1,-9 0-3,-18-31 5,-35 5-5,-10 48-17,-6 25 0,24 51 0,19 10-6,55 32-16,26-45 22,-10-25 0,5-8-6,36-24 6,-34-17 0,-7-11 0,-17-7 0,-7-5-3,2-13 1,-5-2-1,-8 4 0,-8 2 20,-13-24 11,-9 31-28,-10 60 0,3 64 0,6 17 3,10 5 0,4 9-133,5-12 1,3 2 129,-1-18 0,0 2 0,1-2-70,2 25 0,0-5 70,-5-20 0,-1-8 0,-3 9 0,-9-38 0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35.1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0 121 28457,'93'-31'-634,"0"-1"0,-35 11 0,-6 3 0,19-1 0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35.5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 1 28485,'0'70'3,"0"-1"1,0-7 0,0-8-82,-3 1 78,-13-28 0,8-20 0,-7-8 0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35.7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 14 28378,'-4'56'11,"1"0"1,11 35 10,43-68-16,25-16-1,-13-38 7,-11-22 4,-49-21-10,-26 17-12,-38 25 6,21 68 0,2-25 0,24 32 0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36.0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 1 28474,'-9'88'13,"0"0"0,1-5 0,2-4-13,5-28 0,2 0 2,5 17 1,2-1-53,2 27 50,1-26 0,0-7 0,-3-21 0,-2 4 0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36.1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 28250,'71'-1'-98,"1"-1"1,-15-1-1,-11 2 1,-24 5-1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36.6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336 1 28502,'-73'1'14,"0"-1"1,16-1 0,9 10-15,5 68 0,53 9 0,7-29 0,4 0 0,2-1 0,1-4 0,16 25 0,-35-15 0,-41-36-39,-1-6-157,-18-16 196,28-19 0,7 10 0,14-9 0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37.4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0 489 28446,'0'-64'14,"0"0"1,3 3 0,2 6-9,8-8-6,8 3 6,17-8-18,4 29 7,8 24 5,-11 43 0,-19 18 0,-6 9 0,-4 1 0,-3 0-12,-1 1 1,0-2-431,2 33 442,7-55 0,-9-15 0,8-14 0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37.6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64 28222,'4'59'31,"1"0"1,3-5 0,7-10-10,28-12 17,42-15 23,-7-32-17,-2-10 44,-36-53-55,-64 4-23,-36-5-11,17 52 0,-4 8-17,-29 7-184,24 59 201,72 13 0,-15-6 0,31-15 0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38.0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302 499 28574,'-68'-39'5,"0"-1"1,6 18 0,11 20-6,16 70-17,17 12-17,31-30 1,11-5-28,31-4 61,28-19 28,-23-43 22,-17-65-42,-36 30 1,-5-3-4,3-17 1,-2-1-23,-3 15 0,-1 2-347,0 0 0,0 7 364,-1 7 0,0 8 0,2 31 0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38.34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121 392 28636,'-34'-56'2,"1"0"0,2 4 0,9 5-2,23 0 0,11 5-6,25-3 0,1 20-16,32 3 5,-28 31 6,-6 20 0,-33 5 5,-32 17-2559,2-26 2565,1 2 0,17-20 0,12-3 0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38.6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336 5 28457,'-68'-2'24,"1"0"0,7 1 1,12 9-25,22 29-6,29 25 6,22 24 0,5 6 0,-3-25 6,-43-4-6,-21-41-73,-7 0 73,6-50 0,25 20 0,10-23 0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38.9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28339,'60'56'-214,"1"-1"0,-9-8 0,-13-11 0,-29-27 1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39.36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28502,'26'84'5,"0"0"1,-1-8-1,1-7 3,-2-20 1,0-6 81,9 7-79,-3-53-11,-17-24 0,5-50-17,-8 0-72,9 0 89,16 15 0,-17 41 0,7 5 0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40.1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240 477 28608,'-62'17'5,"-1"1"1,8 0 0,12 6-6,31 37 0,7-2 0,12-13 11,27-8-11,18-27 6,20-35-6,-17-7 5,-20-17-5,-20 45-11,5 23-11,1 11-6,34 1 16,1-43 12,3-15 0,-29-13 0,-7-10 3,-8-5 0,-6-5-6,2-17 0,-3-3-3,-3 1 1,-3 2 24,-2 13 1,-3 6-14,-12-12-6,-5 59 0,-17 81 6,12 8-1,9 3 1,4 7-4,6-14 1,6-1 0,11 13 0,6-4 2,1-20 1,6-10 0,47 4-1,-18-58 1,10-59-6,-26-21 0,0 2 0,-21 18 0,-9 56 0,-3 18 0,7 41 0,9-6 0,12-7 0,-1-27 0,8-49 0,-18 1-6,8-41-206,-16 16 212,-3 7 0,-5 20 0,-5 24 0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40.5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103 456 28619,'-28'-59'3,"0"0"1,3 4 0,7 5-4,15 4 0,3-1 6,27-12-12,18 16 1,12 6-12,14 37 6,-39 36 11,-12 17-6,-30-1-229,-23-7 235,4-31 0,4-3 0,15-11 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40.8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357 0 28530,'-56'7'2,"0"0"1,-32 12 3,72 31-6,13-3 0,21 51 0,-3-8 11,-3-35 0,-4-1 12,-13 21-12,-33-20-78,-11-45 67,-5-27 0,24 5 0,16-15 0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42.8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27771,'0'0'0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45.8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241 0 28182,'-36'64'93,"1"0"1,-9 23-1,4-2-87,19-32 0,4 2-6,-9 40 0,8 4 0,15-24 0,8-2-56,11 12 0,8-4-54,-6-24 1,8-7 109,24-4 0,-1-10 0,-15-12 0,19-1 0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46.1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39 0 28306,'-10'69'3,"-1"0"1,2-6 0,2-6-4,6-3-45,13 3-521,-1-22-9265,18-2 9340,-12-38 0,-1 5 0,-10-13 0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46.4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 25 28222,'-9'54'14,"1"1"0,26 35-3,33-79 11,21-35 79,-22-25-56,-21-9 5,-48-6-33,-15 40-23,-7 9-318,-4 60 324,27 17 0,3-6 0,12-11 0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46.9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26962,'0'0'0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47.50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238 476 28586,'-60'-60'5,"-1"0"1,6 6-1,12 3-5,31-13 0,5 17-5,18-27-6,20 39-17,28 5-12,14 45 29,-15 10 6,-17 41 10,-37-11-5,-13-5-627,-13-19 627,8-48 0,1 13 0,11-21 0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48.10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26692,'0'0'0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0.1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28446,'1'57'11,"0"0"0,-1 2 0,1-7-11,-1-11 0,0-7 0,0-20 0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0.7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57 536 28216,'47'-59'72,"0"0"1,-4 6 0,-12 2-61,-24-14-29,-15-3-22,-4 0 16,-18 3 34,-2 37 1,-7 8 10,3 55 0,10 8 0,14 11 1,5 10-4,3 1 1,4 2-12,9 22 1,2 0-9,-3-16 0,2-2 3,7 7 0,-1-6-104,-2 10-252,-10-11-476,-19-52-3517,-9-45-5485,-10-60 19661,14 3-7559,9 31 1,4 3-1941,4-1-292,12 19 45,34 27-45,28 12-39,-20-4 0,1 0-157,38 2 157,1-29 0,-55 12 0,0-13 0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0.9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0 229 28597,'5'-52'-124,"-1"-1"1,30-38 123,17 78 0,4 10 0,-1-10 0,32 10 0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1.7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96 127 28216,'-30'59'43,"1"0"0,2-4 0,18-12-21,57-21 1,31-11-18,7-19-2,-32-6 0,-6-9 30,-4-36-5,-2 0 28,-66-10-28,-26 35-22,-25 7-6,15 53-6,25 8-10,52 50-18,42-26 34,-18-29 0,4-6 6,36-4 16,-6-58-5,-35-26-15,-18 16 1,-2-1 3,9-26-6,5 16-6,1 43 1,14 43 5,1 31 0,-11 12 0,-9 14 50,-21-41-39,-2-12-11,-6-34 0,3-21 6,15-36-6,12 3 0,17-1 0,-4 26 0,8 44 0,-16 31 0,-1 15 0,-14-6 6,5-27-6,-8-33 0,34-35 0,-7-6-6,6 6 6,-6 41-17,-19 21-50,3 24 67,39 12 0,-42-29 0,30 10 0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2.17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28524,'14'61'18,"-1"1"1,0-3 0,1 0-16,5 0 0,0-2-3,9 30-26,-8-22 1,3-5 25,17-1 0,-18-9 0,3-33 0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2.4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14 371 28642,'-7'-79'0,"0"0"0,13 9 0,15 11 0,18 24 0,8 12 0,45-2-6,-31 48 6,-32 3-6,-48 31-38,-5-24-628,-11-3-2493,23-21 3165,20-16 0,3 1 0,1-1 0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2.7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228 126 28451,'-55'-38'24,"0"1"0,3 2 1,11 20-25,27 65 62,3 44-57,12-19 1,4 3-4,1-9 1,3 1 0,7 19 0,4-3-3,0-25 0,1-3-664,-1-2 1,-4-4 663,-3 15 0,-9-47 0,-15-15 0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2.8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 28306,'74'-2'-16,"0"1"1,-5 0-1,4 0 1,-13 1 0,2 0-1,-11 1 1,1 0-1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3.1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28586,'3'82'13,"0"0"0,1-6 0,4-2-13,5-10 0,1-2-6,-3-3 1,-2-2-35,4-4 1,-7-2 39,-33 22 0,19-52 0,-23-7 0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3.2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29 28457,'71'-5'-117,"0"-1"0,-1 1 1,1-2-1,-10 1 0,8 6 1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4.1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 0 28563,'-3'74'17,"0"1"0,0-6 0,0-6-12,-8 14 1,4-9-6,4 14 5,15-22 1,7-5 0,45-27-1,10-20-5,16-3-17,-21-7-27,-31-5 44,-37-37 0,-3 26 0,-12-22 0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4.4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20 28440,'87'-6'-262,"1"1"1,-9-1 0,-3 3 188,-20 11 0,-5 3 40,23 8 33,-26 8 0,-3 7 213,4 31 156,15 10-134,12-24-207,-5-24-17,-19-33 1,-3-12 77,11-30 12,-7-33-78,-48 13 5,-50 0-28,-24 44-23,-10 23-262,25 48 285,43 17 0,10-11 0,19-20 0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4.86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41 7 28160,'0'58'87,"1"0"0,1 41 13,0-59 91,0-6-180,-12-24-5,2-13-6,-13-45 0,13-16 0,9-13-6,16 20-39,35 20 45,3 28 0,2 6 0,2-4 0,29 7 0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5.0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28451,'8'63'2,"1"0"1,-3-6 0,1-12 0,-1-30 0,-3-7 0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5.17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 28009,'4'-5'-4324,"11"9"4324,16 5 0,-10 0 0,-4-1 0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5.60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304 194 28507,'-53'-53'30,"0"-1"0,5 4 0,6 15-19,18 34-11,1 4 0,-3 26 0,7 20 0,3 7 6,29 17-1,38-39-5,36-4 0,3-22 0,-36-4 0,-4 4 0,2 24 0,-14 19 6,-74 9-6,-13-16 0,-8-27 0,-4-10-6,-26-12-117,3-21-2223,59-19 2346,36 4 0,12 10 0,-4 20 0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5.94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28462,'3'58'32,"0"1"0,1-4 0,1-1-13,0-2 1,1-3-9,4 21 45,3 4-49,2-60-7,-1-25 0,24-51 0,3-7-7,12 5 7,1 51 0,-17 38-11,0 53-40,-17-10 51,9-8 0,-18-26 0,3-29 0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6.37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28569,'0'66'22,"0"1"0,3-4 1,2-1-23,5-1 0,3-1 3,1-4 0,2-2-3,-1-1 0,-1-2-90,6 26-610,-31-57 700,-6-11 0,-3-15 0,4-5 0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6.5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17 28462,'93'-5'-91,"0"1"1,10 0-1,-14 1 1,-24 3 0,3 0-1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6.6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71 1 28485,'0'57'16,"0"1"1,0-5 0,0-3-11,0 25-6,0-23-168,-11 16 168,-12-40 0,7-5 0,-4-18 0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9.6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28429,'7'80'35,"1"1"0,-2-15 0,1 3 0,-1-3-30,1 10 1,1-2-6,-2 0 0,1-3-17,1-9 0,2-9-139,11-14 156,14-14 0,-13-23 0,3-9 0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6:59.9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133 466 28653,'-37'-64'0,"-1"1"0,2 4 0,14 2 0,51-26 0,8 20-6,11 7-5,3 36 0,-25 47-12,-4 12-21,-25 21-68,-12-16 112,-40-7 0,32-25 0,-18-1 0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00.25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 28115,'20'65'106,"1"-1"1,-3-5-1,1-7-61,10 4 134,-11-23-179,0-16 6,-13-31-6,0-18-6,10-33-61,12-7-291,14 1 358,26 8 0,-33 41 0,7 6 0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00.5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116 427 28664,'-35'-72'0,"-1"1"0,7-6 0,13 8-39,36 3-135,2 16 174,-1 28 0,-13 26 0,-5 0 0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00.7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28546,'0'89'18,"0"-1"1,0-3 0,0-5-13,0-26 0,2-1-6,3 18 0,2 0 0,2-11 0,1-1-70,2 1 0,2-5 70,13 5 0,-15-37 0,-1-20 0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01.3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28552,'0'83'20,"0"0"1,0-7 0,0-5-16,1 17 40,3-24-45,12-20 0,3-40 0,44-45-6,16 3 3,-25 19 1,1 5-4,31 14-5,-14 45 11,-50 14-6,-49 6 6,-12-25 0,-9-27 0,-5-9-22,-22-17-96,6 1 118,48-28 0,16 26 0,22-10 0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01.7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59 1 28479,'-7'69'13,"1"0"0,3-7 0,8-9 15,20-12 17,7-16 6,2-11-46,-9-29-5,-5-5 0,-6-24 0,-1 24 0,8 35 0,-3 39 0,-6 35 6,-22-18-6,-36-8 0,-17-43-6,-1-3-44,3-33 50,57-27 0,-9 16 0,28-13 0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02.2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28530,'6'61'26,"0"0"0,0-1 0,2-2-20,15 35-1,-4-27 1,1 0-6,9 27 0,-9-29 0,-2-5 33,-4-10-33,-5-19 6,-15-36-6,-13-33 0,-9 2-280,4 1 280,4 21 0,16 12 0,1 7 0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02.5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156 396 28614,'-42'-56'7,"1"1"0,2-6 1,11 5-2,22 11-12,17-25-22,27 39-11,19 9 0,-1 51 39,-19 5 0,-40 29 5,-27-24-3253,0-5 3248,10-18 0,15-13 0,14-3 0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02.8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30 28317,'12'71'7,"0"0"1,0-6-1,4-10 55,18-12-23,3-13 67,10-14-50,-11-34-33,-5-10-18,-16-46-5,-11 2-145,11-10 145,17 22 0,-11 28 0,8 18 0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03.0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43 415 28636,'-18'-71'2,"0"0"0,12 3 0,9 6-14,33-20-4,6 34 10,-7 35-11,-35 47 6,-30 12-157,2 6-5690,-5-10 5858,42-28 0,-6-6 0,16-8 0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03.3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28502,'2'85'29,"0"0"1,2-7 0,0-2-25,1-9 1,-1-3-6,6 27 3,-5-27 0,-1-2-3,-1-4 0,-3-13 0,0-26 0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04.5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28395,'60'56'48,"-1"-1"1,4 21 0,-13 7-19,-28-8 1,-12 5-20,0 17 1,-10 2-705,-12-8 1,-6-6 692,2-23 0,-1-7 110,-15 26 0,25-56 0,4-7 0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13.90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418 220 28586,'-39'-57'3,"-1"1"1,0 8 0,-2 11-4,-26 15-6,-17 41 6,37 12 0,-6 29-4,52 2 0,18 15 1,5-8-20,5-13 1,7-2 18,1 13 0,5 5 1,5-23 3,9-35 0,-1-19 0,18-21 3,-39-14 0,-9-8 25,-6-36 0,-3-12-28,-12 50 0,-1 45 5,0 99-5,-2-28 0,-2 5 3,1 1 0,-2 3-3,-4 17 0,-2-1 0,-1-31 0,0-2-17,3 4 0,-1-5 17,-5 10 0,12-38 0,3-28 0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16.63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311 1 28429,'-4'62'41,"-1"1"0,-1 0 0,-1-2-27,-3-10 0,-1 2-6,-7 26 1,-2 5-9,-3 3 0,-1 1 2,2-2 1,-2 0-3,-6 5 0,0-8-378,11-31 0,1-8 378,-7 16 0,10-29 0,20-47 0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17.23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258 0 28518,'-52'51'11,"1"0"0,3-6 1,11-6-1,21-9 12,8-3-18,12-9 1,9-2-6,13-7 0,8 0 0,29 15 0,5 18 0,0 2 0,-14 28 5,-37-11-5,-24 0 6,-42 0-6,-27-34-11,-18-4-163,13-27 174,28-21 0,28 8 0,17-6 0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17.42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54 28485,'80'-14'-2,"1"1"0,12 0 0,-1 4-1479,-24 6 0,-4 3 1481,-3-1 0,-4 0 0,21 1 0,-57 0 0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18.30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14 28306,'65'11'3,"-1"0"1,-4-3 0,-3-4-4,15-13 0,-8-7 218,-3-7-212,-32 30 16,-11 12-5,-31 40-6,-4-6 0,-2 6-5,1 6 0,0 3-6,-1 16 0,2 0 0,5-20 0,4-2 0,3-1 0,3-6 0,2-5 0,0-7 0,0-30 0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18.46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73 28468,'89'-14'-1210,"-1"0"0,0 2 1,-4 1 1209,-17 5 0,-8 2 0,12-1 0,0-2 0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19.06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402 1 28440,'-49'71'-4,"-1"0"0,4-5 1,1-3-76,4-11 1,3-2 78,7-3 0,2-2 0,-22 30 0,29-32 0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19.51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28518,'38'59'11,"-1"0"0,16 15 1,6-1-21,1-11 1,4-3-84,10 10 0,-2-5 0,-23-22 0,-5-6 0,16 8 0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20.26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586 0 28216,'-40'60'46,"0"0"1,3-4 0,1-5-36,-13 6-5,-3 4-6,-6 2-23,18-20 1,-2 3 22,-1 3 0,2-3 0,-21 21 0,17-15 0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12.48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11 296 28586,'4'-55'11,"0"1"0,10-39-11,43 48 0,16 15 0,-22 18 0,1 5 0,31 19 0,-38 14 0,-8 12 6,-6 55 2,-26-32 0,-7 1-5,-6-11 0,-10-4 2,-17 1 1,-8-8 11,-28-1-10,-8-10-7,49-26 0,33-11 0,43-4 0,54 4 0,-15 6 0,-8 14 0,0 10-4,-23 4 1,-5 7 3,3 9 0,-13 8 0,-28 45 0,-48-26 0,-24-35 0,-12-9 0,4-13 0,-2-5 0,-17 2 0,2-4-3,23-6 0,5-5-81,5-6 0,9-5 84,8-15 0,7 4 0,23 9 0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14.79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0 339 28401,'13'-66'11,"1"1"0,-3 5 0,7 9 17,39 5-22,-2 19 0,1 3-6,6 45 28,-10 35-14,-23-10 0,-5 4-3,-4-4 0,-4 2 8,-4 14 1,-8 0 8,-23 34-20,3-40 1,-6-2-4,-9-8 1,-3-6 0,-23 13-1,-10-17-5,27-27-5,6-11 5,16-9-6,26-6 1,23 4 5,15 21 0,21 28 0,-14 4 0,22 23-17,-7-31-202,27-16 219,-2-45 0,-38 10 0,-14-16 0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15.11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66 285 28524,'-27'70'16,"1"0"1,13 6 0,20-9-11,27-31 0,11-8-6,-1 3 0,5-6 2,27-6 1,3-13 0,-17-19 0,-3-9 11,8-7 0,-5-9-9,-18-1 1,-10-8 5,-9-22 0,-19-6-5,-29 9 1,-17 1-7,-11-11 0,-13 9-563,-22 15 0,-6 18 559,16 14 1,6 23 3,4 64 0,14 14 0,14-18 0,27 7 0,0 0 0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20.71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28199,'36'57'22,"0"-1"1,-2-5-1,-3-1-16,14 32-29,-22-36 1,1 1-183,1 1 1,2 1 204,6 6 0,-2-7 0,-2-8 0,6 1 0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26.35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232 0 28468,'-14'78'26,"0"-1"0,0-3 0,-2-6-20,-10 13 0,-3-2-4,10-28 1,-1-3 3,-6 16 11,-6 5 16,17-42-38,8-33-1,13-5 6,12-22-6,28 14 6,10 18 0,22 26 0,-14 1-61,15 10 61,-4-48 0,-28 13 0,-2-25 0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26.65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117 65 28250,'-32'71'13,"0"0"0,0-7 0,12-8 9,31-12 12,31-5-12,25-19-11,8-14-5,-26-24 0,-4-12 61,9-52-37,-28 37 1,-7-3 8,-10-14 1,-16 3-12,-53-7-39,-30 41 11,40 48 0,4 11 0,-19 16 0,39 21 0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27.46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245 1 28378,'-1'73'24,"0"0"1,0-16-1,-2-1-7,-4 2 0,-5-4 16,-25 25-25,8-35 1,-3-3 2,-30 16-27,15-29 10,35-32 6,42-2 0,9-10-6,34 39 6,-10 1-39,13 9-274,-9-16-387,-15-32 700,-1-25 0,-30 14 0,1-7 0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27.99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214 0 28149,'-47'65'1,"1"0"1,5-7 0,7-9 4,12-15 33,9-10-39,17-31 0,7-11 0,16-26 11,6-1 23,0 1 184,11-9-201,-11 34-6,-2 38-11,-16 25 6,-9 7 0,-7 5-1,-17 31 12,-8-2-6,-5-45 0,-6-6 23,-23-5-23,-1-5-11,47-20 0,31-5 0,63-2 0,6 1-33,-2 0 33,2-8 0,-61 8 0,8-8 0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29.10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235 0 28423,'-5'74'33,"0"0"1,-1-4 0,-2-6-23,-11 13-8,1-27 0,-3 1-1,0-4 1,-2-1 11,-4 2 0,0-5-14,-13-7-5,26-26 5,16-29 0,31 9 0,-4 12-6,40 20-27,8 2 33,-11-11 0,-1-2 0,6 2 0,5-13 0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29.45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77 28121,'67'-23'7,"1"-1"1,-6 2-1,-7 14 60,-2 51 118,-32 38-121,-33-20 1,-11 2-43,1-8 1,-8-3-1,-23 10 1,-1-8-12,1-3-11,22 11 0,86-44-6,16 0-39,0-20 1,4-9 44,-17-1 0,-4-1 0,34-6 0,-33-3 0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32.42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0 145 28378,'80'-39'20,"0"0"1,-7 3 0,-4 10-21,25 22 6,-2 29-4,-37-3 1,-2 6 3,21 38 2,-38-12 1,-5 5 21,-14-5 1,-4 2-6,2 16 1,-4 1-21,-8-14 1,-4-1 2,-9 13 1,-4 0-7,-1-12 1,-2 1 2,-5 13 1,0 3-3,2-1 0,2-2-3,4-16 0,2 0 3,0 15 0,2 0-3,4-9 0,2 1 0,-1 14 0,3-1 0,5-16 0,6-3 2,8 1 1,10-6-3,47 10 3,-24-31 0,3-4-3,0-6 0,-2-4 0,23 5 11,-14-1-11,-54-8 0,-4-4 0,-32-5 0,-23-6 0,-4 4 0,-3 6 0,-5 14 0,22 18 0,-6 21 0,20-2 0,4 33 0,17 2 0,3-31 0,2 4 0,1 6 0,2 0 0,0-14 0,0 0 0,0 16 0,2-1 0,4-14 0,4 1 0,2 17 0,2 0 0,0-18 0,3 0 0,6 15 0,-1 0 0,-4-16 0,-2 2 3,2 15 1,-3 2-4,-4 2 0,-4-3 0,-2-17 0,-3 0 0,-1 13 0,-2-1 0,-3-19 0,-2-1 0,1 7 0,-1-2 0,-11 21 0,2-29 0,-2-21-7,-1-15 7,-18 1-95,-21-10 95,-15-4 0,22 1 0,11-2 0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34.28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174 331 28468,'55'-8'31,"1"0"0,32-31-26,-75-18-5,-18-3-45,-26-8 17,-15 27 12,-10 6 4,7 20 12,21 27 28,4 40 23,18 42-40,3-21 0,1 3-8,6-9 0,1 3-1,2 24 1,0 0-3,-1-20 0,0-1 0,2 12 0,-6-2 3,-10-16 0,-5-7-3,-6 17-22,-27-38 10,15-31 7,-3-38 5,15-5 0,8-60-6,16 1 6,6 37 0,5 2-5,28-27-1,6 37 6,23 48-6,-11 59 6,-29-8 0,-4 6 3,-7-1 0,-7 6 0,-9 30 0,-12 4 2,-9-14 1,-4 0-98,7-16 0,0 3 1,1-3 91,-5 21 0,5-7-3,10-23 0,12-10-254,66 10 257,15-76 0,-14 11 0,-23-26 0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35.04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288 402 28328,'-10'-66'5,"0"1"1,-2-4 0,-3 9-1,-17 4-5,0 7 6,-18 17-12,8 28-5,-7 37 28,19 40-9,25-10 1,8 6-7,4-9 1,5 3 5,12 25 1,5 0-9,-5-23 0,0-1 8,-1 9 1,-3-2 2,1 18 0,-47-29-5,-12-41-12,-15-17 6,14-45-5,21-4 5,16-42-6,17 32-5,9 8 5,9 27 6,20 55 0,-5 36 17,-24-10 0,-4 4-12,-5-7 1,-4 2-1,-11 16 1,-3-2-6,-1 24-11,2 1-207,27-44-353,5-30 571,12-27 0,-22 2 0,-7-5 0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35.56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1 151 28457,'60'-44'5,"0"1"1,-5 3 0,-8 17-1,-10 41 6,-10 16 45,-9 42 6,-29 7-34,-20 6-11,-8-31-17,11-32 0,29-15 0,24-2 0,13 11-6,22 28 1,-25 19 5,-14 17 0,-66-10-6,-6-31-22,-36-22-106,48-40 134,39-41 0,1 27 0,35-22 0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36.09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58 27751,'80'-23'37,"0"0"1,-1 12-1,-12 14 165,-27 30-60,-17 14 1,-11 8-101,-18-1 0,-6 4-34,7 14 1,-1 0-9,-7-16 0,3-4 0,16 1 0,10-8 11,38-7-16,34-27-26,-39-29 0,-4-9 9,21-31 19,-42 12 0,-12-2 20,-36-16 0,1 8-6,-41 23-17,19 31 18,-2 37 21,20 41-14,23-11 1,8 5-12,2-8 1,6 2-1,14 27 1,6-1-4,-5-24 1,0-2-1,0 9 1,-3-3 11,3 15 6,-47-32-124,-8-39-84,-9-28 185,13-22 0,16 5 0,8 1 0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36.29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28266,'0'65'-15,"0"0"0,0-5 1,0-7-462,0-10 476,0-9 0,0-17 0,0-8 0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37.04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301 427 28065,'8'-68'67,"-1"-1"0,2 6 0,-5 8-27,-12 7-40,-28-9 39,-18 18-39,-21 11 11,20 35 23,12 57-1,33-17 1,8 7-18,1 18 1,3 4-11,6 6 0,1-2-6,-1-16 0,0-3 5,1 3 1,-3-6 11,-5-5-23,-12-2-5,-7-54 0,-5-12-1,-4-47 1,17-6 6,4-13 5,16 24-17,6 21 6,31 42 5,-7 50 6,4 12 8,-28 4 1,-7 8-1,-5-8 1,-3 1-7,1 18 1,0-2-3,-3-22 0,2-3 3,3-4 0,6-8-126,18-7 123,30-17 0,-23-20 0,2-17 0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37.49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408 185 28171,'-64'-52'74,"0"0"1,7 5 0,2 13-52,-10 34 5,20 20 0,-6 47-17,44 27-9,22-35 1,10-1-3,7-8 0,6-7 0,40 11 0,-1-38 6,-40-46-6,-9 3 90,-15-16-90,-14 39 0,-5 23 0,-8 67 0,10-29 0,0 2-28,-2 2 0,2 2 28,7 6 0,2-7 0,-3-12 0,8-2 0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37.69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81 1 28356,'-22'76'11,"0"1"0,3-6 1,4-10-40,12-7 28,8-3 0,-4-25 0,4-5 0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38.00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1 346 28177,'21'-68'20,"1"1"1,8-3-1,8 11-20,37 12 0,14 13 6,-28 44 95,-26 62-65,-45-18 1,-10 5-12,-1 18 0,-5 4-11,-6 0 0,-1-4-14,9-17 0,5-3 3,3-2 0,12-7-99,33-6 96,71-41 0,-47-2 0,40-34 0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38.25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23 288 28485,'14'49'14,"1"1"0,24 29-9,21-64-5,29-20 17,-18-45 8,-35 12 1,-11-7-21,-22-15 1,-14-2-6,-3 11 0,-9 4 0,-23-4 0,-8 10 0,-34 10-73,0 47-347,38 33 420,51 6 0,12 3 0,-4-4 0,25 8 0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38.76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27018,'60'73'334,"-1"0"0,-7 4 0,-12 2-298,-26 1 1,-7-1-29,-1-15 1,5-3-4,10 1 1,9-8-57,38-8-262,17-17 195,-20-45 68,-21-51 50,-43-10 241,-32-11-68,-6 31 6,-26 29-156,25 56 78,4 45-73,24-8 0,7 6-20,4-6 0,3 2 20,1 23 0,1 0-8,0-25 0,-2-2-12,-5 7 0,-4-4-2,-6 15-1216,-12-38 1210,8-48 0,7 6 0,1-17 0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39.33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53 0 28160,'0'60'31,"0"-1"1,0-4 0,0-5-32,0 6-11,-6-5 11,-13-3 0,8-23 0,-6-3 0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40.37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306 349 28362,'33'-60'20,"1"-1"1,-1 7-1,-13 5-31,-42 0-39,-21 13 38,-24 2-4,-3 28 10,20 47 28,24 7-5,19 8 0,6 9-9,6 0 1,3 2-4,-2 19 1,1-1-3,1-17 0,0-4 5,-1 0 0,-4-8 20,-16-5-16,-15-12-29,-18-52 11,4-11-5,3-50-11,24 5-1,7-13 12,19 29-6,30 23 0,19 38 12,18 44 10,-18 10 6,-31 3 1,-7 8-4,-10-5 1,-4 3-7,1 17 1,-2 3-3,-4-8 0,-1-4 0,-1-21 0,3-3-45,18 33 45,40-59 0,-30-3 0,22-25 0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40.87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28328,'0'88'43,"0"0"0,0-7 0,0-6-38,0 11 1,2-5 0,-2 16-1,2-32-290,-2 11-343,7-61 628,6-29 0,-2-1 0,0-16 0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44.76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106 1 28104,'-12'53'67,"1"-1"0,4 42-39,25-71-5,15-1-12,6-14-5,3 3-6,29 10 0,-8 18 0,2 18-12,-31-2-55,-36 7-28,-42-25-90,-32-6 73,25-22 0,-2-4-291,-33-5 403,7-16 0,53 11 0,2-11 0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44.93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19 27314,'74'-5'-753,"1"-1"1,-7 1 0,-11 2 0,-29 3-1,-9 0 1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45.12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60 1 27796,'-16'59'0,"0"0"0,-8 28 0,21-73 0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45.44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25 28205,'65'-7'-6,"1"0"0,-9 1 1,-5 2 5,3 4 6,-23 16 38,-1 36-10,-21 38-29,-4-27 1,0 4-6,0 5 0,-1-3-39,0-14 0,0-1 39,-1 10 0,0-8 0,-2-17 0,-1 14 0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45.57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32 27662,'86'-9'-175,"0"1"0,-20 0 0,-12 3 1,-21 3-1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46.06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27986,'59'1'35,"1"-1"1,-2 19 0,-13 12 31,-29 44-36,-8-7 0,-2 4-17,-5-16 0,0-2-9,0-1 1,4-1-6,4 1 0,7-7 5,37-4-21,29-7-12,13-55-12,-17-33 29,-31-11 11,-47-22 79,-47 33 38,-21 9-106,3 28 17,15 62 34,35 41-40,22-17 1,5 3-21,-3-8 1,2 0 5,11 14 1,1-4-3,-5 21-6,-2-4 0,-14-46 0,-2-28 0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7:49.13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17 28334,'68'-8'3,"-1"-1"1,-1 15 0,-13 14 29,-25 70-5,-15-28 0,-4 2-20,-4-11 1,-4 0-4,0 13 1,-2 0-3,1-14 0,0-1-3,5 11 0,1-1 0,11 25 6,35-14 5,17-44-6,23-16-10,-5-42 5,-28-8-6,-17-43-11,-31 14 17,-20-8 12,-22 29-12,-7 24 11,-16 43 22,22 41-11,17-8 1,3 6-12,3-4 1,6 3-4,11 29 0,7 3 3,0-13 1,3 1-11,-3-15 1,1 2 0,0-1 1,4 25 0,-3-6-3,-6-24 0,-3-3 0,-2 39-302,-6-56 302,-9-7 0,7-21 0,-8-11 0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17.21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173 1 27975,'-1'66'119,"-1"0"1,-1-5 0,-3-3-48,-16 29 7,-11-9-40,2-6-17,-11-18-33,17-32 6,18-13-1,18-14 6,50-13-11,9 8 16,13 3-5,-24 10-168,-19-3 168,-5-21 0,-22 15 0,9-18 0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17.51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1 149 28003,'22'54'65,"0"1"1,15-6-1,8-14-9,49-41-17,0-14 51,-20-41 33,-58-15-84,-49-10-27,-11 26-21,-5 34 1,-1 19 8,-4 85 0,3-55 0,33 60 0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18.35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96 0 28535,'0'67'15,"1"-1"0,-1-3 0,-1-5-9,-9 12 5,-3-4-11,-3-9 5,-11 2-5,9-24 0,7-17 0,17-19-5,17-14 5,17 8-28,7 4-23,2 3-845,27-8 896,-5-14 0,-17 9 0,-11-7 0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18.85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198 30 28496,'-55'58'-13,"1"1"0,6-13 0,13-7 7,29-19 6,32-42-5,13-24 5,8-8 11,6-19-11,-21 34 22,1 22 1,-15 31-12,-5 34 6,-4 39 5,-3 6-5,-4-38 0,-4-1-6,-10 20 0,-19-18 0,0-37-11,15-7 0,24-12 0,52-3-22,21 2-40,13 1 62,-34-2 0,-4 0 0,-7 1 0,6-4 0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19.77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108 0 28558,'-9'76'11,"-1"-1"0,0 8 0,-3-4-5,-11 12-1,4-9 12,-2-19-11,35-44-6,23-3 0,12-13 0,28-3-112,-30 0 112,-1-11 0,-26 8 0,-11-8 0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0.39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1 199 28434,'17'-49'0,"0"0"0,17-32-5,8 68 5,0 7 11,12 20 11,-9 24 18,-13 10 21,-12 35-22,-22-10-5,-35 17-28,-2-24-1,-1-32 1,-2-6-1,-2 0-5,-10 0 0,53-14 0,16-5 0,62 0 0,18-7 0,-39-1 0,0 0-2122,22-1 2122,-28-12 0,-39 9 0,-3-10 0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2.01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75 0 28440,'-14'76'16,"0"1"1,2-5 0,2-3-17,0 20 0,3-2 0,6-33 0,0 0 0,-2 34 0,2-19 0,0-33 0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2.20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1 248 28042,'67'-23'5,"0"0"1,1 0 0,27-8 0,-3 0-9,-10 7 0,-6 2-123,-22 7 0,-1 1 126,14-3 0,-7 3 0,-23 7 0,-9 3 0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2.64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316 0 28283,'-30'74'26,"0"-1"0,2-2 1,1-4-22,-13 24-593,4 0 649,1-7 75,16-35 0,0-1-58,-11 23 29,9-33-107,27-41 0,20-48 0,8 13 0,7-1 322,34-22-322,3 14 0,-32 51 0,-32 71-3,-22-26 1,-6 3 2,6-1 0,0-2-275,-23 46-834,28-72 1109,8-13 0,5-19 0,0-7 0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2.84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233 1 28434,'-53'73'11,"-1"0"0,7-7 1,8-7-12,15-6 0,13-2 0,7-25 0,4-2 0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3.17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1 117 28328,'70'19'52,"0"-1"0,-6 0 1,-12-16 14,-18-68-33,-47 14-34,-43 7-12,-9 34 12,26 44 0,5 7 0,11-12 0,8 42 0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3.74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392 1 28569,'-59'75'1,"1"1"1,5-8 0,6-6-2,-5 12 6,19-29-6,3-10 6,35-47-6,35-50 0,4 5 5,-9 10 1,-2 2 16,-4 7-22,-18 27 0,-34 36 3,-9 15 0,-4 6-23,3-5 1,1 0 19,0 3 0,3-3 0,-4 7 0,26-30 0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4.08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1 112 28434,'71'23'30,"-1"0"0,1-10 0,-10-17 60,-20-52-68,-42-4-22,-30 24 0,-56 21-45,33 42 45,40 24 0,6-15 0,44 6 0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4.43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473 1 28485,'-77'0'31,"0"0"1,17 14 0,10 10-38,6 34 9,38-5 0,9 4-3,-2 31 6,-23 1 10,-16-35-44,-9-29 28,8-33 0,27 5 0,7-10 0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5.30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580 86 28401,'-61'-26'20,"0"-1"1,2 6-1,6 10 8,-2 32-6,10 10 1,0 7-12,-21 27-8,17-2 0,7 6-3,24-17 0,6-1 0,-2 46 6,67-36 10,30-77-5,-28-6 1,-3-9 7,-6-6 1,-6-1-20,2-7-6,-34 35-94,-19 66-276,2-15 376,28 5 0,-13-33 0,17-8 0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5.74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275 489 28474,'-67'21'3,"0"1"1,2 14 0,15 6-10,27 24 0,20-14 1,14-2 5,48-3-6,36-19 3,-34-44 1,-1-13-1,-12 3 0,-3-8 3,9-30 0,-5-10 0,-11 6 0,-4-3-437,9-18 0,-3 1 437,-10 18 0,-4 4 8,-1 0 1,-5 11 2,-6 25 6,-12 24-6,-14 42 0,-8 25-3,2-16 1,0 3-7,-14 43 1,-2 6 0,8-20 0,1 0-275,-4 12 1,3-3 271,6-26 0,2-6 728,-5 17-728,3-52 0,12-11 0,-5-8 0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5.87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0 159 27897,'88'-33'-167,"0"0"1,9-2 0,-13 7 0,-27 14 0,5-1 0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6.10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96 137 28087,'-27'55'84,"1"0"0,-16 32-50,71-72-17,2-15 16,52-37 29,-15-19-29,-31 20 1,-5-2-23,8-19-11,-24 11-868,-4 20 868,-1-1 0,-1 11 0,-2 7 0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6.88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268 499 28446,'-67'41'14,"0"0"1,7-3 0,13 1-15,28 18 17,12 9 6,25-27-1,38-6-16,25-66 5,1 0 3,-41-3 0,-6-3 14,-8 3-28,-11 11-11,-29 54-51,6 16 12,0 3-34,53-16 44,20-45 35,12-11 5,-31-10 0,-3-10 0,-11-2 0,-3-5 2,7-15 1,-4-4-3,-5-1 0,-5 2 0,-8 16 0,-2 4 68,-1-25-52,-49 80-10,-24 65-6,24-30 0,1 6 0,-7 32 0,10 4 0,18-23 0,13-2 0,14 2 0,16-9 3,16-18 0,9-14-1,2-15 1,4-15-3,23-23 0,-2-15 3,-16-8 0,-4-9-365,-12 10 1,0-3 0,-5 0 361,5-12 0,-8-1 3,-8-7 0,-13 7 30,-21 10-33,-45 56 0,5 44 0,0 19 0,-2-1 0,3 7-11,8-4 0,2 4 0,6-2-225,7 3 1,8-2 235,4 2 0,4-4 0,6 7 0,14-37 0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7.3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353 1 28502,'-28'58'0,"1"1"0,11 37 22,61-84 6,22-28 22,-6-9-44,-24 10-6,-21 26 6,-13 38-6,-29 42 2,1-44 1,-4 0-3,0-1 0,-5-4 0,-16-3 0,-4-9 0,-24-11-22,-11-12-34,32-21 56,27-61 0,20 46 0,10-34 0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7.7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109 115 28457,'-30'60'46,"0"0"1,0-2 0,11-16-42,19-36 1,3-16-6,9-27 6,24-38-6,15-4-3,-21 35 0,1 4-42,25-10-1769,7 44 1814,-22 22 0,-2 4 0,-24-7 0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8.02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53 384 28630,'-18'-64'0,"0"0"0,4 5 0,12 8 0,45 1 0,30-2 0,-8 20-5,-11 20-1,-40 26-123,-50 35-1663,4-13 1792,13-4 0,13-19 0,22-11 0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8.71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324 518 28614,'-67'20'7,"0"-1"0,5 0 1,10 4-8,15 28 0,12-1 6,11-7-1,36-6 1,30-26-6,21-24 5,-10-11-5,-27 7-28,-29 19-11,2 19 0,17-11-45,60-25 75,-33-11 1,1-5 8,2 0 0,-2-6 3,4-24 0,-8-7-3,-18 10 0,-6-3 19,3-10 1,-5 2 25,2-28-34,-24 42 0,-44 92-11,11 3 0,-1 10-3,-7 21 1,3 5 2,6-10 0,8-1 0,8 5 0,17-10 5,59-8-5,-14-35 0,6-11 0,18-28 0,1-14 0,-10 4 0,-5-10 3,6-29 0,-10-10-6,-20 12 0,-7-1 14,2-7 1,-9 3-7,-23-24-5,-26 71 0,-12 53 0,-4 23 0,4 10 0,4 9-59,-3 14 1,5 1-96,10-17 0,9-3 154,18-9 0,4-7 0,-2-16 0,12-5 0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29.1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526 0 28535,'-38'59'2,"1"1"0,7-1 0,18-9 9,51-21 0,18-19 6,-2-25 33,-8-22-50,-32 28 0,-5 16 0,-22 34 0,-27 42 3,8-38 0,-6-1-3,-9 7 0,-6-2 0,-3-9 0,0-7-11,-31 4 11,24-29 0,6-7 0,19-1 0,-27-7 0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1.58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195 1 28238,'-22'67'35,"-1"1"1,2-3 0,-1-5-36,-12 13-6,4-6-979,4-4 985,17-38 0,1 0 0,13-31 0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1.86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69 28429,'65'9'78,"-1"-1"1,34-17-68,-93-29-6,-44-1-21,-19 44-1009,-11 52 1025,22-1 0,28 8 0,19-40 0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2.47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0 454 28406,'35'-77'41,"0"-1"0,-3 6 1,-1 9-14,6 6 0,-5 6-17,-3 1-11,1 44 0,-6 34 0,-5 26 0,-10 43 0,-9-28 11,-7 2-11,4-41 0,3-31 0,12-27 0,24-26 0,-7 16-6,16-9 6,-27 46 0,-2 12 0,-13 39 0,-3-13 28,0 8-28,7-38 0,5-11 0,16-20-5,-5 8-1,9 10-5902,-15 31 5908,3 4 0,-11-2 0,-2-13 0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2.85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159 60 28462,'-26'76'0,"-1"0"0,2-5 0,5-7 0,6 5 23,1-9 27,3-9 40,-2-7-85,7-29 1,-1-18-6,23-61 0,1-1 0,8-1 0,5-5 0,1 12 0,2 1 0,5-6 0,1 6-6,22-15 6,-16 69 0,-32 73-11,-28 29 0,-3-41 0,-5-4-644,-24 21-1076,2-57 1731,37-30 0,1-9 0,14 5 0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3.10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1 227 28457,'77'19'41,"1"-1"0,1-13 0,-15-18 9,-26-67-44,-29-9-6,-32 29-22,-48 34 22,10 85 0,13-39 0,18 42 0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3.38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61 112 28132,'0'59'120,"0"0"1,-2 39 80,-8-60-178,-4-21-18,-3-12 1,3-46-12,10-22 6,32-21-5,15 13-18,12 25-212,31 15 235,-14 9 0,-15 7 0,-16 1 0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3.61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29 1 28462,'-7'92'43,"-1"1"0,3 0 0,1 0-40,2-6 0,0-4-31,2-19 0,0-7 28,0 24 0,0-58 0,0-12 0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3.71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45 27370,'91'-11'-150,"0"1"1,-4-1 0,-12 3 0,-17 6 0,-16-1-1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4.17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375 1 28468,'-69'27'43,"0"0"0,-4 12 0,12 8-35,34-1 1,8 2-9,-3-1 0,3 1 11,3 45-6,45-57 1,19-22-6,25-51 17,-17-5-17,-17 8 0,-30 40 0,-8 24-6,-3 8-11,0-3 17,29-18 0,6-50 6,29-34-6,-18-13-3,-19 33 0,0 7 3,5 10 0,9 39 0,-12 22-67,6 51 67,-20-38 0,1 0 0,-12-33 0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4.37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28580,'0'76'3,"0"0"1,0-6 0,0 0-1,3-3 0,1-1-15,1-4 1,1-1 11,-1-1 0,0-6 0,5 12 0,-9-48 0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4.47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55 28283,'87'-10'-104,"0"0"0,0 1 0,-8-3 0,-9 3 0,-16 7 0,1 0 0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5.67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144 966 28479,'60'-39'4,"1"0"0,0 1 1,9-7-1,-6-5 1,-4-19 1,-11-6-6,-25 13 0,-8-3-20,3-16 1,-7-2-54,-14 7 0,-6 5 62,5 16 0,-5 7 33,-27-21 12,-1 71 22,-15 62-17,7 21-22,16 4 0,3 10-6,8-7 0,1 4-638,3-18 1,0 3 0,1-3 629,0 14 0,-1-2-36,-4 2 1,-6-6 34,0-32 1,-6-5-12,-5 2 1,-5-7-92,-31-3 38,24-49 17,24-70 974,31 28 1,7-1-930,-2-6 0,7 4 74,44-16-74,-6 39 5,-10 28 1,5 7-9,6-4 1,3-1 2,19-8 0,0-3 0,-15 3 0,-2-5 2,-1-12 1,-9-5-25,-12-9-292,-20 1 314,-44 20 0,3 12 0,-4 6 0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6.03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117 0 28345,'-32'69'18,"0"0"1,-3-7 0,18-8 26,51-8-29,-3-23 7,57-14-6,-21-55 22,-5 1 17,-36-42-51,-72 43-38,-21 11 33,2 80 0,17-24 0,43 33 0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6.31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15 86 28194,'-3'65'14,"0"1"1,0-7 0,1-10 226,2-21-218,-2-25-12,2-18-6,-1-24 1,8-12-6,23-26 0,20 9 0,5 5-6,24 29-324,-2 27 330,12 5 0,-31 2 0,-20 0 0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7.14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246 1 28317,'-15'72'59,"0"0"1,0-2 0,-2-2-49,-1-16 0,-1 1 3,-5 17 0,0 0-6,3-9 1,1-3 8,2-1 0,2-7-12,-6-5-5,20-55 0,4-32 6,13-50-6,-4 34 0,2-1 0,0-1 0,3-1 0,6-14 0,6 4 0,-2 25 0,4 5-3,5-2 0,2 13 3,18 41 0,-21 30 0,-33 15 0,-15 7-6,-11-12 1,-6-2 2,4 2 1,-4-4-178,-12-5 1,1-17 179,16-33 0,-3 12 0,32-32 0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7.39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57 131 28261,'-4'62'13,"0"1"0,1-6 0,-2-4-13,-9 19 146,7-30-135,-5-13-6,10-43 1,-3-44-6,19 3-3,3 7 0,7 0-41,43-26-396,-18 31 0,4 1 440,1 6 0,-2 5 0,14-6 0,-18 15 0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7.54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15 0 28149,'-5'50'-101,"1"0"0,-1 26 0,18-68 1,-5-8-1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7.70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27861,'0'0'0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7.99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14 409 28412,'-6'-60'11,"0"1"0,4 4 1,9 3-1,43-23-17,6 18 17,-1 8-11,-19 47 0,-27 61-56,-7 30-157,-6-36 1,-1-1 212,-1 22 0,-3-36 0,8-29 0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8.21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237 0 28446,'-21'74'5,"0"-1"1,-1 17-1,5 0-5,8-23 0,2-2 0,1 0 0,-2-1-134,-1-5 0,-6-8 134,-25-11 0,10-6 0,-1-28 0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8.43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0 152 27410,'91'-12'-6,"0"0"0,-23 1 1,2-2-1,-8-2 104,-6-5 0,-5-1 266,1 1 0,-5 3-347,1 6-6,-49 30-5,-21 44-34,-5 5-818,4 0 846,12-16 0,9-36 0,2-4 0</inkml:trace>
</inkml:ink>
</file>

<file path=ppt/ink/ink2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8.57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26782,'0'0'0</inkml:trace>
</inkml:ink>
</file>

<file path=ppt/ink/ink2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8.86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1 412 28328,'46'-72'15,"1"0"0,9-6 0,1 9-15,-17 35 0,0 6-11,43-25 11,-34 48 0,-28 58 5,-34 27-1483,-3 18 1478,16-30 0,-8-31 0,25-28 0</inkml:trace>
</inkml:ink>
</file>

<file path=ppt/ink/ink2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9.23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459 104 28541,'-59'-31'11,"0"0"0,6 1 0,10 19-11,17 66 6,15 0-6,15-3 11,39-14-5,26-27-6,18 5 0,-12 27 0,-34 4 0,-29 3 0,-15 3 0,-54 28 0,16-36 0,-4-6 0,-2-13 0,-3-7-31,-6-4 0,0-14 31,-27-51 0,28 35 0,10-35 0</inkml:trace>
</inkml:ink>
</file>

<file path=ppt/ink/ink2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39.94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172 1 28586,'-19'86'3,"-1"-1"1,2-5 0,-2-2-4,-4-8 0,1-2 5,9-10 1,1-2-3,-2-1 0,9-6 8,45 6-11,29-49-51,22-35-55,-21-4 106,-74-61 0,1 63 0,-39-27 0</inkml:trace>
</inkml:ink>
</file>

<file path=ppt/ink/ink2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40.06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0 197 27443,'66'-10'-67,"0"0"0,0-6 0,-6-3-919,11-20 986,-1-13 0,-32 24 0,-13 5 0</inkml:trace>
</inkml:ink>
</file>

<file path=ppt/ink/ink2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40.34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163 0 28026,'-15'75'67,"1"0"0,1-5 0,0-5-5,-10 19-9,9-32 0,-1 1-14,-8 21 96,-9 14-130,37-77 1,29-27-6,10-24 0,24-3 0,-35 55-73,1 37-336,-7 12 409,17 18 0,-21-48 0,6-5 0</inkml:trace>
</inkml:ink>
</file>

<file path=ppt/ink/ink2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40.57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39 392 28513,'-17'-63'5,"1"1"1,10-7 0,13 7-1,41-4-10,20 9 5,-15 45 0,-22 32-6,-53 40-442,3-6 448,22-8 0,-7-20 0,37-25 0</inkml:trace>
</inkml:ink>
</file>

<file path=ppt/ink/ink2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41.20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85 1 28558,'-18'66'3,"0"0"1,2-6 0,3-4-15,2 18-73,5-26 84,3 0 0,3-34 0,0-8 0</inkml:trace>
</inkml:ink>
</file>

<file path=ppt/ink/ink2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41.60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12 426 28255,'-6'-64'48,"1"0"1,8-4 0,12 8 52,44 4-76,-20 24 0,4 3-3,46-6-16,-22 17 11,3 46 16,-42 31-16,-17 34-11,-26-11 5,-28-9-11,31-42 0,6-4 0,37-9 0,9 18 0,-18 0 0,-20 33-11,-68-12 5,19-26 1,-4-5-23,-7-5 0,1-9-101,-16-21 129,49-36 0,28 14 0,10-8 0</inkml:trace>
</inkml:ink>
</file>

<file path=ppt/ink/ink2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41.78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117 0 28479,'-25'68'2,"1"0"0,0-7 0,6-8-568,9-5 566,0-25 0,5-1 0,1-22 0</inkml:trace>
</inkml:ink>
</file>

<file path=ppt/ink/ink2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42.02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92 127 28328,'61'-14'33,"1"0"1,31-16 17,-100-8-1,-60 15-44,-26 16-26,44 23 0,5 10-131,-4 32-528,62-9 1,11-1 0,-3-4-1,30 3 1</inkml:trace>
</inkml:ink>
</file>

<file path=ppt/ink/ink2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42.32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1 352 28233,'9'-56'69,"0"0"0,1 3 0,3 5-63,33-15-6,8 18 0,5 14 0,-18 40 5,-18 66-10,-19 20-107,-8-35 0,0-2 112,-2 27 0,-4-38 0,9-32 0</inkml:trace>
</inkml:ink>
</file>

<file path=ppt/ink/ink2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42.68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383 1 28462,'-75'2'54,"0"1"0,5 8 1,10 13-53,23 23 1,10 7-3,-11 31 0,64-1 12,41-54-12,-16-21 0,2-8 2,0-11 1,-3-5-3,16-14-5,-29 16-29,-27 20-1926,4 15 1960,5-4 0,-8-8 0,2-5 0</inkml:trace>
</inkml:ink>
</file>

<file path=ppt/ink/ink2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42.93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98 1 28418,'-10'76'39,"1"-1"0,0-5 0,0-10-11,-5-7 51,-4-6-79,3-36 0,5-15 0,7-36 0,30-37-28,15-2-12,12 5-548,23 20 588,-14 40 0,-17 5 0,-12 9 0</inkml:trace>
</inkml:ink>
</file>

<file path=ppt/ink/ink2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43.28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23 1 28283,'1'52'67,"0"1"1,12 31-12,35-75-12,17-16 7,-9-31-6,1-11-23,-27-3-22,-17 55 6,-13 60-6,-13-6 0,-3 5 0,4-7 0,-5 0 0,-20 11 0,-6-7 0,-24 5-17,4-9-90,25-69 107,58-49 0,-15 13 0,23-5 0</inkml:trace>
</inkml:ink>
</file>

<file path=ppt/ink/ink2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43.60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 0 28558,'0'66'20,"0"-1"1,0 0-1,0-4-14,0 29-6,0-29 0,-1 0 0,-3 22-286,3-27 1,0-7 285,-2-27 0,3 4 0,0-36 0</inkml:trace>
</inkml:ink>
</file>

<file path=ppt/ink/ink2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43.76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99 27986,'93'-19'-51,"0"1"1,9-1 0,-9 4-527,-15 3 577,10 1 0,-62 8 0,-10 2 0</inkml:trace>
</inkml:ink>
</file>

<file path=ppt/ink/ink2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46.40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80 29 28300,'-12'68'33,"0"0"1,2-5 0,2-5-34,-1 3 11,5 10 140,3-30-145,-5-24-6,1-34 0,-4-33 5,6-24-5,14-5-5,22-14-102,23 17-38,3 29 145,-5 29 0,-1 7 0,-16 3 0,28 6 0</inkml:trace>
</inkml:ink>
</file>

<file path=ppt/ink/ink2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46.69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180 374 28591,'-50'-38'3,"0"1"1,1-7 0,18-2 2,58-21-12,11-8 1,7 29-1,0 25-22,-31 57 0,-15-1-101,-23 44 129,19-36 0,-12-5 0,29-25 0</inkml:trace>
</inkml:ink>
</file>

<file path=ppt/ink/ink2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8:47.00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196 407 28597,'-55'-48'5,"0"-1"1,5 6 0,14-2-6,36-28-6,29 9-5,-4 7 0,25 29 5,-28 64-11,-8 19-39,-35 19 56,1-20 0,-5-27 0,17-21 0</inkml:trace>
</inkml:ink>
</file>

<file path=ppt/ink/ink2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13.22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156 0 28630,'-21'58'4,"1"0"0,0-4 0,2-6-16,-4 3 12,-4 9 0,12-26 0,0 0 0</inkml:trace>
</inkml:ink>
</file>

<file path=ppt/ink/ink2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14.82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236 1 28468,'-11'67'20,"-1"1"1,-6 17 0,-1-1-21,4-18 0,0-2 0,-1-3 0,3-2 0,6 26 5,17-67 1,14-44-6,4-14 0,-2-3 0,2 1-6,20-3 6,9 14 6,-21 66-6,-18 13 0,-32 1 0,-13 3 0,-3-12 0,-6-3-17,-12 3 0,-2-4-257,-24 7-337,14-31 611,38-34 0,5 12 0,10-13 0</inkml:trace>
</inkml:ink>
</file>

<file path=ppt/ink/ink2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16.92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118 1 28345,'-31'57'24,"1"0"0,4-5 1,6-4-25,10 17 5,32-18 1,1-8-1,46-33 1,-14-42 0,5-15-18,-26-4-318,-18 10 330,-13 21 0,-1 12 0,0 4 0</inkml:trace>
</inkml:ink>
</file>

<file path=ppt/ink/ink3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17.16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18 1 28154,'-2'72'63,"1"1"1,-1-2 0,0-4-53,-4 31-11,4-31 0,1 0-56,-1 27 56,5-33 0,1-6 0,-3-18 0,5-6 0</inkml:trace>
</inkml:ink>
</file>

<file path=ppt/ink/ink3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17.32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16 27902,'87'-2'-52,"1"-1"0,0 0 0,-7 0-1225,15 3 1087,-4-3 1,-44 3 0,-18-1 0</inkml:trace>
</inkml:ink>
</file>

<file path=ppt/ink/ink3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17.88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270 1 28451,'-2'55'8,"0"0"1,8 32-3,34-74 22,17-16 11,-8-33 22,-3 4-38,-21-23-23,-18 41 5,-4 52-5,-20 59 0,0-25 0,-5 2 0,1-9 0,-7-3 0,-16 4 0,-7-10 0,8-27 0,-1-7 0,-8 3 0,2-12-39,-22-42-28,35-9 67,47-27 0,13-2 0,-12 21 0,34-43 0</inkml:trace>
</inkml:ink>
</file>

<file path=ppt/ink/ink3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18.14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1 155 28440,'69'33'22,"1"-1"1,-7-4-1,-7-17 6,-3-49 28,-18-33-33,-46 9-23,-44 4 0,-14 29-9,18 36 1,5 13-250,8 24 258,35 22 0,9-25 0,27-17 0</inkml:trace>
</inkml:ink>
</file>

<file path=ppt/ink/ink3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18.38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92 28378,'11'51'28,"0"0"0,22-6 0,9-13 17,55-33-22,-1-14-12,-34-37-213,-49-9 202,-8-11 0,-5 29 0,0 16 0</inkml:trace>
</inkml:ink>
</file>

<file path=ppt/ink/ink3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19.08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28311,'22'63'-139,"-1"1"1,-1-4 0,1-12 0,2-26 0,-6-6 0</inkml:trace>
</inkml:ink>
</file>

<file path=ppt/ink/ink3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19.40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61 0 28294,'-17'65'17,"1"0"0,1-4 0,4-2-31,9-5 0,3-1-406,-2-2 0,2 1 420,3 2 0,0-4 0,-2 8 0,5-33 0</inkml:trace>
</inkml:ink>
</file>

<file path=ppt/ink/ink3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19.60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137 0 28418,'-22'82'29,"0"0"1,1-2 0,2-4-30,6-21 0,2 0-14,0 18 0,3-1-165,-1 26 179,11-38 0,2-7 0,-1-19 0,8-10 0</inkml:trace>
</inkml:ink>
</file>

<file path=ppt/ink/ink3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20.37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43 520 28490,'-14'-70'0,"0"0"0,2 3 0,10 6 0,32-4 6,19-18-6,-13 32 0,22-1 0,-19 70 0,1 42 0,-18 14 0,-15-20 0,-2-1-146,8 11-251,13-7-706,19-29 1103,7-35 0,-18 3 0,-10-10 0</inkml:trace>
</inkml:ink>
</file>

<file path=ppt/ink/ink3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20.70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138 389 28546,'-38'-66'2,"0"0"0,0 5 0,15 7-2,35 9-6,23-7-5,18 22-22,1 15 21,-18 31-27,-50 39-17,-28-2-588,-1-1 644,40-23 0,5-22 0,31-7 0</inkml:trace>
</inkml:ink>
</file>

<file path=ppt/ink/ink3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21.01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339 408 28350,'-65'-16'69,"0"-1"0,-2-3 1,11-8-42,16-29-28,7-1 0,20-20 0,35 22 0,7 7-6,9 21 0,-9 53-5,-27-2-45,-21 32-621,4-30 677,24-9 0,-3-13 0,24-7 0</inkml:trace>
</inkml:ink>
</file>

<file path=ppt/ink/ink3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21.33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282 493 28406,'-63'-1'24,"0"1"1,5 1-1,10 9-18,16 38-6,15 3 0,23 23 0,46-20 0,2-6 0,46-41 0,-44-61 14,-28 11 0,-8-7-9,-8-18 1,-9-3-6,-5 12 0,-2-1-28,0-14 0,1 2 28,0 19 0,0 4 0,0-31 0,3 29 0</inkml:trace>
</inkml:ink>
</file>

<file path=ppt/ink/ink3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21.85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334 45 28457,'-63'-16'46,"0"1"1,5 1 0,8 16-42,3 79 7,19 10-12,4 0 0,57-16 5,29-53 1,35-37 5,-9-24-5,-32-6-40,-25 23-957,2 30 991,-8 7 0,5-2 0,-18-10 0</inkml:trace>
</inkml:ink>
</file>

<file path=ppt/ink/ink3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22.44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163 1 28636,'-44'61'3,"1"0"1,4-5 0,11-4-4,21 0 6,5-5-6,7-5 0,26-21 0,2-11 0,39-39 0,-28 4 0,8 1 0,-29 40 0,2 4 0,24 9 0,11-38 0,1-13 0,-11-36 0,-35 5-51,-6 5 51,27 12 0,-27 27 0,27 0 0</inkml:trace>
</inkml:ink>
</file>

<file path=ppt/ink/ink3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22.80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361 1 28423,'-65'10'63,"0"-1"1,-4 11 0,11 8-42,10 38-22,9 2 0,23 3 6,56-42-6,19-11 0,6-26 5,-3-11-22,-38 18 17,31 14 0,-39 3 0,23 3 0</inkml:trace>
</inkml:ink>
</file>

<file path=ppt/ink/ink3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23.14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516 1 28485,'-22'65'5,"1"1"1,11-2 0,15-13 5,37-28 6,12-19 16,3-49 6,-29-13-11,-5 3-28,-15 30 6,-11 86-6,-7-8 0,-5 5 0,-10 22 0,-4 1 0,0-13 0,-7-4 0,-20 0 0,-9-12 0,9-24 0,-3-10 0,-18-7 0,4-7 0,-10 0 0,20-26 0</inkml:trace>
</inkml:ink>
</file>

<file path=ppt/ink/ink3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23.77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109 1 28625,'0'93'1,"-1"1"0,-1-24 1,0 0-1,-1-5-12,0-2 0,-2-4-20,3-2 0,-6-5 31,-31 10 0,28-46 0,-22-13 0</inkml:trace>
</inkml:ink>
</file>

<file path=ppt/ink/ink3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24.06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1 189 25954,'73'-4'586,"-1"1"0,-6 0 0,-5 0 80,12-2-615,-34 36-46,2-5 1,6 15 0,1-30-4,-2-25 1,-1-13 42,3-37-17,-3-7-22,-62-2-6,-35 46 0,-22 23-152,13 52 152,44 21 0,15-15 0,21-17 0</inkml:trace>
</inkml:ink>
</file>

<file path=ppt/ink/ink3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2.04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0 373 28350,'8'-56'9,"-1"0"1,3-5-1,1 5-3,12 0-12,2 2 6,12 21 0,-12 38 0,-1 42 0,-12 31 0,-8-28 0,-3 1 0,-1 25-218,0-23 218,33-52 0,-25 3 0,25-19 0</inkml:trace>
</inkml:ink>
</file>

<file path=ppt/ink/ink3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2.29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67 28026,'10'53'154,"-1"0"0,17 33-98,29-66-17,-15-10-6,13-25-33,-28-25-229,0-29 229,-9-11 0,-7 29 0,-2 17 0</inkml:trace>
</inkml:ink>
</file>

<file path=ppt/ink/ink3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2.53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71 0 28171,'-2'63'52,"0"0"0,-1-2 1,-2-2-53,-10 33 6,0-2-48,7-34 0,2-1 42,-2 13 0,2-5 0,6-47 0</inkml:trace>
</inkml:ink>
</file>

<file path=ppt/ink/ink3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2.76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162 1 28328,'-31'81'28,"0"0"0,2-4 0,6-5-28,5 22 0,4-5 0,9-36 0,1 0 0,0 28 0,1-17 0,3-35 0</inkml:trace>
</inkml:ink>
</file>

<file path=ppt/ink/ink3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3.16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28479,'2'60'20,"0"1"1,-1-6 0,1-1-16,-2 31-5,9-23 6,6-10 22,31-44-17,4-56-11,9-28 0,-20-6-101,-11-13 101,4 36 0,-18 17 0,11 16 0</inkml:trace>
</inkml:ink>
</file>

<file path=ppt/ink/ink3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3.76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308 415 28518,'-68'42'24,"0"0"1,6-3-1,11 2-24,15 28 6,18-12-1,13-11 1,45-30 0,25-50-6,15-13 11,-16-7-11,-30 31-6,-21 25-33,3 27 5,2-13 18,32-3 16,-3-44 0,10-25 0,-31 9 0,-4-5-6,11-39-31,-10 28 1,2 0 8,-5 10 0,0 2 64,1-3 1,0 4-15,2-6 1,-31 55 10,-32 83-22,15-25 1,-1 6-12,0 16 0,3 0 2,7-16 1,4-3-9,5 0 1,11-9-146,28-8 151,14-19 0,-7-20 0,-6-17 0</inkml:trace>
</inkml:ink>
</file>

<file path=ppt/ink/ink3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4.04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145 0 28423,'-40'63'11,"0"0"0,1-6 1,14-8-7,36-10-5,7-11 6,11-12 11,15-8-12,-1-34-16,12-17-73,-11-13 84,4 4 0,-1 3 0,-15 15 0,34-25 0</inkml:trace>
</inkml:ink>
</file>

<file path=ppt/ink/ink3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4.32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94 295 28558,'-26'-59'7,"-1"0"0,1 0 1,12 9-8,33 16 0,3 7 0,4 21-6,-10 39-55,-27 11-1698,1 9 1759,3-20 0,2-19 0,13-14 0</inkml:trace>
</inkml:ink>
</file>

<file path=ppt/ink/ink3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4.58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78 1 28390,'2'65'20,"-1"0"1,4 4-1,3-7 64,16 2-56,-32 3-28,-13-29-207,-20-17 207,15-17 0,14-2 0,3-2 0</inkml:trace>
</inkml:ink>
</file>

<file path=ppt/ink/ink3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7.03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19 0 27421,'-5'65'177,"1"0"0,0-3 1,2-2-148,0 1 1,1-2-31,1 28-56,4-23 0,3-3 56,8 1 0,-1-14 0,-1-28 0</inkml:trace>
</inkml:ink>
</file>

<file path=ppt/ink/ink3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7.23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43 0 28037,'-12'56'36,"1"0"1,-7 37-37,17-61 0,1-16 0,0-6 0</inkml:trace>
</inkml:ink>
</file>

<file path=ppt/ink/ink3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7.48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26062,'0'0'0</inkml:trace>
</inkml:ink>
</file>

<file path=ppt/ink/ink3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7.84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92 1 28322,'-20'82'35,"-1"0"1,2-7 0,5-3-31,13-19 1,2-3 5,-6 43 28,0-12-39,-3-57 6,30-69 0,0-16-6,7 10 0,4 1-6,16-13-257,-3 7 263,-12 29 0,-22 22 0,-5 5 0</inkml:trace>
</inkml:ink>
</file>

<file path=ppt/ink/ink3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8.00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28289,'14'57'11,"0"0"0,4 2 0,6-10-711,31-12 700,19-7 0,-27-18 0,-8-12 0</inkml:trace>
</inkml:ink>
</file>

<file path=ppt/ink/ink3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8.23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170 492 28362,'-45'-68'31,"0"0"1,5 5 0,11 5-32,20-4 0,8 4-6,32-5 6,11 28-22,16 19-96,-20 54-44,-24 5-768,-36 22 930,5-38 0,-7-4 0,16-20 0</inkml:trace>
</inkml:ink>
</file>

<file path=ppt/ink/ink3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8.60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117 1 28334,'-15'72'41,"0"0"0,0-4 0,0-4-24,-8 19 5,3-5 12,6 10-23,23-21-6,36-2-5,8-37-11,-2-17 0,2-9-331,18-28 342,-7-12 0,-32 4 0,-29 2 0</inkml:trace>
</inkml:ink>
</file>

<file path=ppt/ink/ink3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8.7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76 28233,'74'-1'-758,"-1"0"0,-2-3 0,-4-3 758,29-19 0,-43 10 0,0-5 0</inkml:trace>
</inkml:ink>
</file>

<file path=ppt/ink/ink3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9.08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28283,'0'75'67,"0"0"0,0 7 1,0-6 5,0 3-51,0-4 0,0-27-16,3-34-6,23-39 0,21-18 6,5-13-12,15 7 12,-36 33-6,10 49-6,-25-8-67,6 40-470,-7-38-751,7-9 1294,-7-19 0,-2-5 0,-9-1 0</inkml:trace>
</inkml:ink>
</file>

<file path=ppt/ink/ink3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9.34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28401,'0'67'1,"0"0"1,0-6 0,0-8-35,0-14 33,0-8 0,0-15 0,0-7 0</inkml:trace>
</inkml:ink>
</file>

<file path=ppt/ink/ink3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9.47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26782,'0'0'0</inkml:trace>
</inkml:ink>
</file>

<file path=ppt/ink/ink3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39.98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266 39 27964,'-57'-12'171,"-1"-1"0,-40 0-143,65 57 0,15 9-28,16 1 0,48 11 11,13-20-11,5 3 17,-27-13-12,-51-16-10,-8-10-96,-20-6 101,18-34 0,11 23 0,5-23 0</inkml:trace>
</inkml:ink>
</file>

<file path=ppt/ink/ink3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40.31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 96 28300,'51'6'75,"1"0"1,24 9-76,-102-82 0,-16 37-17,-4 4-72,-1 27 89,34 36 0,-1-19 0,16 16 0</inkml:trace>
</inkml:ink>
</file>

<file path=ppt/ink/ink3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40.58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73 115 28020,'60'-4'173,"0"0"1,33-11-123,-95-26-29,-28 14-5,-62 3-17,3 37 0,49 21 0,7-8 0,71 4 0</inkml:trace>
</inkml:ink>
</file>

<file path=ppt/ink/ink3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41.65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195 507 27729,'76'-57'106,"1"0"0,-1-7 1,-15 0 55,-29-16-111,-42-11 5,-58 30-11,-14 28-6,25 36 0,5 14 11,-4 43-27,9 14-7,35-6 1,12 5 0,9-3 0,5 1-9,-6 21 1,0 3-7,5-2 1,-6-2 0,-15-8 0,-8-6-3,6-21 0,-6-7 0,-46 22 6,30-52-6,-5-34 0,26-47-3,15 14 0,6-4 0,7-6 0,9 3 0,9 9 1,8 10 2,5 15 0,1 11-6,29 30 3,-41 18 1,-9 11 2,-14 2 0,-7 3 0,1-1 0,-2 0-17,-6 1 0,-2-3-442,2 2-219,20-11 678,14-36 0,-5-8 0,-1-10 0</inkml:trace>
</inkml:ink>
</file>

<file path=ppt/ink/ink3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42.22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465 163 27981,'-33'-47'76,"1"0"1,-6 4-1,2 17 20,-1 44 10,-10 40-50,32 32-45,14-28 0,5 1-3,2-9 1,1-1 5,6 11 0,-5-2-8,-18 31-4,-9-40 1,-9-5-3,-41 21-16,-5-33 10,30-35-16,25-41 16,30-19 6,15-18 0,5 23-6,24 23 6,-9 52-5,0 46 5,-16 11 2,-22-12 1,-5 2-3,-7-16 0,-2-3 0,4 45-235,22-29-347,21-59 582,47-38 0,-43 10 0,5-18 0</inkml:trace>
</inkml:ink>
</file>

<file path=ppt/ink/ink3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42.75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22 5 28597,'99'-5'45,"-19"11"-40,-111 57 1,4-18-1,-38 18-5,51-28 0,6-5 0,60 13 0,-17 9 0,-6 21 0,-42-11-5,-36-3-191,-2-34-695,6-29 891,31-13 0,14-9 0,11 11 0</inkml:trace>
</inkml:ink>
</file>

<file path=ppt/ink/ink3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43.27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27757,'63'7'143,"1"-1"1,-7 2 0,-15 10-43,-39 69-48,-17-34 0,-4 2-34,3-1 1,0 1-9,-8 7 1,3-4-7,16 7 1,41-13-6,28-47 6,2-28-1,-3-40-5,-43 0 6,-5 5-1,-21 24 12,0 45 17,-6 60-29,6 4 6,3-1 1,0 4 2,1-16 0,0-1-9,-2 9 1,-2-2 0,-5 21-1,-9-32-27,4-40-34,-5-11 56,8-46 0,2 25 0,7-23 0</inkml:trace>
</inkml:ink>
</file>

<file path=ppt/ink/ink3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43.63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28418,'0'53'1,"0"0"0,0 23 1,0-61-1</inkml:trace>
</inkml:ink>
</file>

<file path=ppt/ink/ink3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44.63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219 265 28401,'17'-65'5,"0"1"1,3 10 0,-12 10-6,-47 12-12,-6 27 12,19 15 12,-14 39 16,31 33-20,4-21 0,2 4-5,-1 8 0,0 2-3,-4-2 0,-2-3 3,1-16 0,-3-5 25,-14 21-28,5-57 0,11-22-6,1-25 6,20-37 0,15-2 0,24-5 0,18 30-6,-12 38 6,5 68 0,-46-10 0,-6 7 3,4 2 0,-3 3-3,-5 19 0,-5 0-9,0-25 1,0-3-339,10 44 347,25-48 0,-18-36 0,16-15 0</inkml:trace>
</inkml:ink>
</file>

<file path=ppt/ink/ink3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45.05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344 130 28003,'-69'-40'123,"1"-1"0,5 7 1,7 19-79,4 71-17,26 32-28,16 2 2,32-37 1,13-9 8,46-5-5,-30-22 0,-1-7 22,20-19 33,-24-28-38,-34 4-23,-3 15 0,-9 30-6,0 36-56,0 46 62,0-29 0,0 0 0,0 20 0,0-2 0</inkml:trace>
</inkml:ink>
</file>

<file path=ppt/ink/ink3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45.23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28233,'2'63'0,"0"1"0,0-6 0,-1-8-286,-1-12 286,0-8 0,0-15 0,0-6 0</inkml:trace>
</inkml:ink>
</file>

<file path=ppt/ink/ink3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45.54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1 245 28098,'12'-61'33,"0"1"1,8 2 0,9 13-34,30 24 17,11 31-17,-26 19 11,-20 58 39,-36-39 1,-8 2-29,2 11 1,-2 1-15,-5-5 1,0-3 2,-7 18-28,56-25-689,55-41 706,-18-17 0,2-3 0,26 0 0,-16-16 0</inkml:trace>
</inkml:ink>
</file>

<file path=ppt/ink/ink3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45.74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32 354 28065,'73'-37'63,"0"1"1,-8 3-1,-13-2 105,-22-30-101,-36 5-61,-15 4-12,-61 24 6,-4 59-16,4 7 16,57 27 0,11 3 0,5-18 0,23 38 0</inkml:trace>
</inkml:ink>
</file>

<file path=ppt/ink/ink3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46.24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26553,'38'61'308,"0"-1"0,-4 13 0,-15 0-171,-23-20 0,-8-2-101,4 8 1,5-3 36,16 14-51,14-35-11,40-59 6,-18-22 56,-9-28 28,-26 15 67,-41 19-95,-10 57-62,-5 49-6,25-13 1,6 5-6,9-3 0,4 0 22,6 11 1,2-3 22,5 24-17,-10 10-28,-18-34 0,-19-9 0,9-27 0,5-6 0,11-11 0</inkml:trace>
</inkml:ink>
</file>

<file path=ppt/ink/ink3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19:46.63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28177,'4'65'5,"0"-1"1,-1-5 0,0-10-6,-3-18 0,0-14 0,0-7 0</inkml:trace>
</inkml:ink>
</file>

<file path=ppt/ink/ink3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04.27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189 308 27886,'49'-54'106,"-1"0"0,-6 6 1,-11 6-74,-24 16-33,-32-7 28,-18 7-22,-21 3-6,2 22 6,21 19 27,15 36 18,18 20-15,9-22 0,3 1-8,8 35-6,0-31 1,2 0-6,1 31-17,-7-36 0,-2-1 11,-10 25-11,-5-30 0,-13-23-11,3-18-23,-23-24 1,17-13 22,-6-7-1,18-12 7,10 27-1,15-16 1,3 28-1,30-7 6,1 17 0,6 19 6,-16 6 16,-18 54-5,-18-29 0,-5 4-9,1 18 0,-1 2-2,0-1 0,0-3-6,-1-16 0,4-4 0,13 31-79,1-46 79,12-7 0,-12-16 0,-1-8 0</inkml:trace>
</inkml:ink>
</file>

<file path=ppt/ink/ink3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05.60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50 456 28098,'-14'-63'7,"1"-1"1,-1 6 0,6 5 3,12 6 17,2 2-6,11-9-10,-5 20-18,11-3 6,-9 41 6,0 9 5,-2 49-11,-5 10-23,0-1-520,6 1 543,-6-45 0,2-2 0,-6-20 0</inkml:trace>
</inkml:ink>
</file>

<file path=ppt/ink/ink3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05.86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 77 27914,'-4'55'142,"-1"-1"1,11 33-98,32-70 11,7-26-34,0-29-22,-19-6-67,-19-27-538,-7 32 605,13-13 0,-10 34 0,10 0 0</inkml:trace>
</inkml:ink>
</file>

<file path=ppt/ink/ink3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06.12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28227,'3'78'35,"0"-1"1,-1-4 0,1-6-31,6 14 1,0-4-1,1 12-1729,-4-20 1724,5-32 0,-9-16 0,4-36 0</inkml:trace>
</inkml:ink>
</file>

<file path=ppt/ink/ink3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06.34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28171,'3'81'35,"1"0"1,1 13 0,0-9-31,1-3-44,-1-18 0,0-2 39,7 15 0,-7-19 0,5-25 0</inkml:trace>
</inkml:ink>
</file>

<file path=ppt/ink/ink3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06.51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14 1 27975,'-4'64'24,"1"0"0,0-6 1,1-6-25,0-6-218,2-6 218,0-13 0,0-11 0,0-9 0</inkml:trace>
</inkml:ink>
</file>

<file path=ppt/ink/ink3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06.90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1 268 27527,'5'-58'70,"-1"0"0,8-41-53,-5 70-11,10 6-1,9 34 34,1 40-5,-3 15-15,-14-8 1,-3 2-14,0 29-90,2 1-1602,1-41 1686,6-35 0,-7-16 0,2-5 0</inkml:trace>
</inkml:ink>
</file>

<file path=ppt/ink/ink3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07.15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28087,'1'59'98,"1"1"0,5 37 9,24-81-79,-8-11-17,0-13-11,-12-23-95,-4-7-96,-1-6 191,-3-4 0,-1 28 0,-2-3 0</inkml:trace>
</inkml:ink>
</file>

<file path=ppt/ink/ink3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07.45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27958,'8'99'80,"-1"0"1,-1-22-1,0-2-69,2 7 1,-1-4-1,-3 20-364,3-5 353,-7-77 0,0-5 0,0-40 0</inkml:trace>
</inkml:ink>
</file>

<file path=ppt/ink/ink3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07.68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27930,'10'85'93,"-1"0"1,-1-4-1,-1-7-76,2 17-6,-5-2-11,-2-32 0,0-1-5,0 19-544,2 6 549,10-54 0,-9-12 0,7-12 0</inkml:trace>
</inkml:ink>
</file>

<file path=ppt/ink/ink3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07.89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14 1 27886,'-4'76'0,"0"0"1,1-12 0,0-8 0,3-10 0,0-25 0</inkml:trace>
</inkml:ink>
</file>

<file path=ppt/ink/ink3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09.16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28518,'5'61'20,"0"1"1,0-4 0,1-4-15,10 16-1,5 20-5,-5-17 0,-1-8-330,-8-23-908,-2-39 1238,-3-5 0,1-7 0,-3 1 0</inkml:trace>
</inkml:ink>
</file>

<file path=ppt/ink/ink3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09.57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28451,'6'60'7,"1"1"1,11 4 0,8-5-8,35 10 5,-7 1 18,-36 16-23,-48-33-12,-7-5 12,-26-62 0,29 7 0,8-32 0</inkml:trace>
</inkml:ink>
</file>

<file path=ppt/ink/ink3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09.75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27415,'62'9'-159,"1"0"1,30 0 0,-82-1 0</inkml:trace>
</inkml:ink>
</file>

<file path=ppt/ink/ink3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09.96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25 1 28188,'-1'64'22,"1"1"1,-2 6-1,-2-7-22,-3-3-269,1-5-240,1-29 509,19-50 0,-10 15 0,10-20 0</inkml:trace>
</inkml:ink>
</file>

<file path=ppt/ink/ink3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10.24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27981,'57'6'52,"0"-1"0,-3 5 1,-11 8 137,-24 35-106,-4 32-73,-13-6-8,-2-28 0,3-1-54,10 15-671,4 1 722,2-30 0,-8-20 0,-8-13 0</inkml:trace>
</inkml:ink>
</file>

<file path=ppt/ink/ink3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10.37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27656,'65'4'-320,"-1"0"1,28 2 0,-70-4 0</inkml:trace>
</inkml:ink>
</file>

<file path=ppt/ink/ink3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10.91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5 27953,'58'-2'67,"1"-1"0,32 17 101,-82 85-115,-16-42 1,-2 2-38,2-3 1,0 2-3,-5 8 0,1-2-14,12 19 6,18-7-1,42-30-5,8-37 6,4-36 0,-30-25-6,-32-31 0,-20 17 84,-15 5-73,-2 42-11,0 18 17,1 55-6,17 40-6,6-26 1,5 3-3,8 2 0,3-2-3,-3-15 0,2-3 2,4-1 1,-2-6-3,-5 2-5,-10-8-57,-13-23 62,-42-34 0,33 12 0,-21-16 0</inkml:trace>
</inkml:ink>
</file>

<file path=ppt/ink/ink3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27.71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27981,'10'64'99,"0"0"0,4 19 0,-1-5-83,2 15-16,-2-18 0,0 1-140,5 19 140,-5-15 0,-5-37 0,-8-36 0</inkml:trace>
</inkml:ink>
</file>

<file path=ppt/ink/ink3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27.90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54 28154,'69'-14'11,"0"1"0,-5 0 1,-1 4-119,-3 4 1,2 7 106,16 12 0,-1 3 0,-26-14 0,-2 2 0,0 11 0,1 0 0</inkml:trace>
</inkml:ink>
</file>

<file path=ppt/ink/ink3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28.15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1 152 28216,'95'-12'22,"0"-1"1,-5 1-1,-5 2-22,-32 5 0,0 0-87,21-4 1,1-4-17,-7-1 1,-4-1 0,-9 3 0,-5 1 0,13-10 0</inkml:trace>
</inkml:ink>
</file>

<file path=ppt/ink/ink3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28.59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28087,'1'75'74,"0"0"1,-1-2 0,2 1-50,5 9 1,4 0-18,4-2 0,3 0-8,6 9 0,2-3 3,-3-24 0,0-8-65,4 6-677,-21-40 739,-39-48 0,19 16 0,-17-17 0</inkml:trace>
</inkml:ink>
</file>

<file path=ppt/ink/ink3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28.75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51 27880,'68'-9'-180,"1"0"1,-4-1 0,-11 1 0,-25 3 0,-7-1 0</inkml:trace>
</inkml:ink>
</file>

<file path=ppt/ink/ink3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29.13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15 0 28205,'-4'89'33,"0"0"1,0-2 0,2-6-23,1-27 0,2 0 36,2 16 1,2 0-9,-3-13 1,1-4 88,5 45-128,0-73 0,1-41 6,21-50-6,-7 22-6,10-4 6,-15 72 0,-8 42 0,-4-15 0,0 2-5,-1 37-275,5-22-510,12-65 790,11-44 0,-11 12 0,0-20 0</inkml:trace>
</inkml:ink>
</file>

<file path=ppt/ink/ink3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29.28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18 1 28395,'-2'79'13,"1"1"0,-1-8 0,0-5-13,-4 19 0,3-37 0,1-35 0</inkml:trace>
</inkml:ink>
</file>

<file path=ppt/ink/ink3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29.53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26962,'0'0'0</inkml:trace>
</inkml:ink>
</file>

<file path=ppt/ink/ink3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29.86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13 424 28462,'-3'-70'13,"-1"-1"0,0-7 1,3 7-14,11-1-6,1 10 6,10 70 0,5 58-22,-3 13-93,-7-24 0,2-4 115,10 6 0,-8-12 0,-4-26 0</inkml:trace>
</inkml:ink>
</file>

<file path=ppt/ink/ink3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30.16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28328,'5'73'22,"-1"0"1,4 18-1,1-1-19,-2-21 0,-1-3-62,3 10 0,-2-3-1229,2 15 1288,-6-58 381,-3-49 336,3-59-583,6 9-75,4 6 0,6-2-54,5 17 1,5 2-15,9-9 1,3 6 8,32-11 0,-24 30 0,-26 25 0</inkml:trace>
</inkml:ink>
</file>

<file path=ppt/ink/ink3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30.32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28160,'43'53'39,"-1"1"0,-1-5 1,2-7-40,4-18 0,2-6 0,41 11 0,-20-5 0,-26-16 0</inkml:trace>
</inkml:ink>
</file>

<file path=ppt/ink/ink3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31.23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46 0 28384,'-13'62'37,"0"1"0,2-4 1,2-5-27,9 10 6,2-4 0,17 5 5,11-20-11,7-9 23,13-36-12,-13-34-10,-4-1-1,-10-18-11,-17 54 0,-3 25-11,0 21 5,24 11 6,15-44 0,12-42 0,-14-40 0,-27 18 0,-5-2 0,-5-30-599,-4 8 599,22 51 0,-17 1 0,18 22 0</inkml:trace>
</inkml:ink>
</file>

<file path=ppt/ink/ink3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31.50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96 481 28586,'-31'-71'1,"-1"0"1,8-7 0,16 6-2,45-6 0,15 8 0,-3 30 0,-17 65-17,-28 26-11,-13 10-1332,-7-3 1360,16-37 0,-3-9 0,16-11 0</inkml:trace>
</inkml:ink>
</file>

<file path=ppt/ink/ink3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31.84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299 0 28479,'-69'32'30,"0"-1"0,5-1 0,12 5-30,24 54-6,11-19 6,19-15 0,12-2-45,47 7-235,-1-29 0,10-11 280,14-18 0,0-8 0,-24 5 0,-4-3 0,34-23 0</inkml:trace>
</inkml:ink>
</file>

<file path=ppt/ink/ink3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32.35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278 0 28507,'-60'6'20,"0"1"1,-1 12 0,12 12-10,25 52-5,1 2-6,38 0 0,26-50 5,25-11-5,-7-37 6,-1-40 11,-36-8-1,-2 2-16,-31 41 0,1 35 0,-9 31-5,12 16-1,9-21 6,19-4 6,3-50-1,11-38-5,-5-34 0,-15 33 0,-1 1 0,12-24 0,-2 26 0,9 61-16,-5 39-12,5 9-146,1 24 174,1-48 0,-13-4 0,1-27 0</inkml:trace>
</inkml:ink>
</file>

<file path=ppt/ink/ink3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36.40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281 1 28401,'-71'6'0,"0"0"0,11 4 0,13 10 0,15 45-11,67 9 22,11-15-17,4-26 1,5-4 16,15 9-6,-8 5-5,-54-14 6,-30-12-6,-42-9-6,4-18-55,-6-9-74,23-3-5364,22 1 5499,20-2 0,1 16 0,6-7 0</inkml:trace>
</inkml:ink>
</file>

<file path=ppt/ink/ink3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36.68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1 110 28177,'44'56'41,"0"-1"0,-3-5 0,1-13-24,14-30 5,-2-10 90,-2-33-28,-26-19-67,-17-12-11,-51-15-12,-26 43-50,-22 7-39,24 45 95,15 37 0,37-18 0,5 8 0</inkml:trace>
</inkml:ink>
</file>

<file path=ppt/ink/ink3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36.94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28423,'4'88'30,"-1"-1"0,2-6 0,0-3-28,1-13 1,2-4-3,5 28-56,-3-29 0,-1-3 56,-1-10 0,-2-8 0,-6-29 0</inkml:trace>
</inkml:ink>
</file>

<file path=ppt/ink/ink3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37.19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51 28362,'0'63'31,"0"-1"1,2-5 0,7-8-4,20-11-11,10-9 11,13-15 5,-11-23-27,1-32-6,-23-7-118,-6-36 118,6 5 0,-11 26 0,8 5 0</inkml:trace>
</inkml:ink>
</file>

<file path=ppt/ink/ink3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37.48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42 321 28580,'-16'-58'3,"0"1"1,6-4 0,11 8-4,31 11 0,3 7 0,9 20-5,-19 39 5,-19 2 0,-12 10 0,-16-9 0,7-18 0,6-4 0</inkml:trace>
</inkml:ink>
</file>

<file path=ppt/ink/ink3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38.72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29 1 28580,'18'77'7,"0"0"1,-5-4-1,-9-5-7,-30 17 3,7-32 0,1 0-3,0 28 0,30-11 11,43-49-11,10-28 0,25-25-78,-38 6-757,-6-6-7866,-44 6 8701,-19 5 0,-4 6 0,5 7 0</inkml:trace>
</inkml:ink>
</file>

<file path=ppt/ink/ink3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38.83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13 27958,'70'-1'-88,"0"-1"0,-3 0 1,-11 0-1,-16 0 1,-12-1-1</inkml:trace>
</inkml:ink>
</file>

<file path=ppt/ink/ink3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39.23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27690,'1'69'128,"1"0"1,0-5 0,1-7 0,5 2-28,-3-5 72,-2 3-139,-3-17-23,7-9-5,0-27 22,17-37 0,3-19-28,11-23 5,0 10-5,3 35 0,-13 54 0,-8 36 0,-13 7-313,-7 0 313,20-60 0,-15 9 0,15-30 0</inkml:trace>
</inkml:ink>
</file>

<file path=ppt/ink/ink3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39.50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28457,'5'61'13,"0"0"0,0-5 0,-2-6-13,-3-4-980,0 6-6060,0-32 7040,0-6 0,0-23 0,0-2 0</inkml:trace>
</inkml:ink>
</file>

<file path=ppt/ink/ink3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39.79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0 148 28289,'63'7'78,"-1"0"1,38-6-18,-81-61-38,-36 13-23,-28 5-28,-6 28-247,-5 48 275,43 8 0,3-3 0,14-9 0</inkml:trace>
</inkml:ink>
</file>

<file path=ppt/ink/ink3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40.50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354 33 28406,'-68'-10'11,"0"-1"0,6 2 1,8 7-12,4 26 6,19 18 5,10 28-6,32-8 7,42 20-12,4-23 16,0 5 1,-24-21 0,-55-11-17,-20-20-56,-7-1 56,-1-24 0,34 9 0,3-10 0</inkml:trace>
</inkml:ink>
</file>

<file path=ppt/ink/ink3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3.36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 0 28272,'0'61'54,"1"1"0,0-6 0,0-5-37,-1 0-6,0-3 6,-3 9-11,1-14-1,3-13-5,8-25 0,10-20-5,6 0 5,19 6 11,12 37-11,9 19 6,-17 31-6,-34 2 0,-35-25-6,-49-14-16,-2-28-6,3-9-471,23-10-78,50-14 577,40 5 0,-16-2 0,18 12 0</inkml:trace>
</inkml:ink>
</file>

<file path=ppt/ink/ink3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3.85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85 0 28294,'-19'62'7,"1"-1"1,4-5 0,12-9 20,34-14 33,0-16-5,15-8-5,-29-34-34,0-12-6,-15-4-6,-1 6-10,4 21 5,10 42 0,1 34 0,-1 18 5,-12-18 1,-8 0 11,-32 30-15,12-42 1,-5-5-3,-30 10-33,-3-30-29,33-25 62,35-46 0,-6 30 0,30-29 0</inkml:trace>
</inkml:ink>
</file>

<file path=ppt/ink/ink3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4.25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71 1 28210,'-20'62'4,"0"0"0,0-5 0,9-6 18,36-1 51,13-23-34,7-6 51,7-48-57,-32-17-22,-2-21-11,-15 14-1080,-3 14 1080,11 25 0,-8 5 0,8 5 0</inkml:trace>
</inkml:ink>
</file>

<file path=ppt/ink/ink3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4.68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306 0 28378,'-51'17'3,"0"0"0,-27 42-3,86-8 0,8 33 78,-5-24-38,-28 7-40,-23-20 0,-9-21-140,3-14 140,44-33 0,-4 15 0,18-16 0</inkml:trace>
</inkml:ink>
</file>

<file path=ppt/ink/ink3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4.86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28266,'2'56'11,"0"0"1,1 37-12,-3-69 0,0-11 0,0-4 0</inkml:trace>
</inkml:ink>
</file>

<file path=ppt/ink/ink3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4.99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26602,'0'0'0</inkml:trace>
</inkml:ink>
</file>

<file path=ppt/ink/ink3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5.25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5 359 28272,'-2'-57'41,"-1"0"0,4 4 0,4 5-41,24-17-5,8 24 10,3 3-10,-1 55 5,-13 35 5,-3 26-195,-11-11-1177,2-14 1367,1-38 0,-3-5 0,1-10 0</inkml:trace>
</inkml:ink>
</file>

<file path=ppt/ink/ink3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5.74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254 130 28530,'-60'-39'9,"0"1"0,5 2 1,11 19-10,21 66 0,11 19 0,17 23 0,16-20 0,35-10 5,-2-43-5,8-16 6,-16-24-6,-21-2 0,-4 2 0,-5 28 0,5 28 0,-7 2 5,-3 34 1,-42-15-6,-16 5-11,-27-20-45,14-20 56,3-46 0,40 18 0,-4-23 0</inkml:trace>
</inkml:ink>
</file>

<file path=ppt/ink/ink3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6.22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0 101 27914,'0'54'44,"0"0"1,5 38 11,1-59 297,1-3-325,-2-17-22,-3-17 5,-2-40 0,0-1 6,0-41-12,0 22-16,4-4-50,9 25-348,28 20 409,56 33 0,-43-8 0,22 14 0</inkml:trace>
</inkml:ink>
</file>

<file path=ppt/ink/ink3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6.48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126 420 28496,'-35'-71'7,"0"-1"1,0-4-1,15 7-18,34 7 6,4 10-1,2 34-44,-6 53-158,-19 13 208,-11 10 0,4-21 0,-2-20 0</inkml:trace>
</inkml:ink>
</file>

<file path=ppt/ink/ink3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6.98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165 0 28479,'-46'74'15,"0"-1"0,1 4 0,18-9-9,40-20 10,24 3 1,20-42-6,18-39-5,-20-1 16,-10-38 6,-32 36-28,-5 10 0,-10 33 0,0 20 0,6 17-5,25-19 5,-5-1 5,26-44-5,-26-29 0,-2-29-162,-15-8-2632,3 20 2794,10 28 0,-6 22 0,3 11 0</inkml:trace>
</inkml:ink>
</file>

<file path=ppt/ink/ink3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7.32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22 21 28182,'9'55'64,"0"0"1,5 39-14,-7-56 133,-4 0-161,-17-16-12,5-13-11,-10-25 0,7-42 6,8-11-18,-1-13 12,13 25-72,5 23-186,35 23 258,18 8 0,-17 2 0,-4 2 0</inkml:trace>
</inkml:ink>
</file>

<file path=ppt/ink/ink3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7.72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224 1 28345,'-58'15'33,"0"-1"1,6 10 0,16 6-12,50 35-5,22 15-17,3-23 28,-4-13-6,-45-11-16,-28-15-6,-6 2-398,-5-17 398,51-31 0,-6 21 0,23-21 0</inkml:trace>
</inkml:ink>
</file>

<file path=ppt/ink/ink3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7.92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 1 28401,'-1'60'5,"0"1"1,0-5 0,0-8-6,1-6 5,2-7-1998,-2-11 1993,2-23 0,-2 4 0,0-17 0</inkml:trace>
</inkml:ink>
</file>

<file path=ppt/ink/ink3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8.05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26422,'0'0'0</inkml:trace>
</inkml:ink>
</file>

<file path=ppt/ink/ink3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8.52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10 84 28238,'-4'62'37,"-1"0"1,10 1-1,10-11 19,34-22-28,7-3 6,5-46-17,-23-30 0,-4-33-17,-16 6 5,-29-3 6,-33 47-16,-25 31 5,-2 51 0,23 13 0,50 24-6,47-48 6,23-21 0,-2-36 0,-32-13 0,-3-9 6,19-39-6,-23 37 0,1 4-6,16-12 6,-4 54 0,-17 44-61,1 20 61,-2-2 0,-14-28 0,-1-24 0</inkml:trace>
</inkml:ink>
</file>

<file path=ppt/ink/ink3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9.20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134 1 28205,'-7'58'44,"-1"0"1,-7 39-17,6-74-67,-6-4-213,-9-10 252,-1-22 0,5 7 0,9-14 0</inkml:trace>
</inkml:ink>
</file>

<file path=ppt/ink/ink3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0:59.37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27771,'0'0'0</inkml:trace>
</inkml:ink>
</file>

<file path=ppt/ink/ink3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05.87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463 467 28311,'-62'0'43,"0"1"0,6-2 0,5-5-26,-18-26 0,9-18-17,5-4 0,18-24-12,26 9 7,31-13 5,17 22-11,8 24 5,-5 36-50,-27 34-106,-8 14 162,-9-1 0,0-18 0,1-19 0</inkml:trace>
</inkml:ink>
</file>

<file path=ppt/ink/ink3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06.32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241 26 28311,'-61'-13'18,"0"0"1,3 15 0,13 15-30,31 66 17,12 1-1,39-5 12,19-50 28,21-21-28,-19-28 5,-6-41 12,-33 6-12,-2 3-22,-14 31 0,-3 34-106,0 36-533,0-7 639,28 19 0,-21-41 0,21-2 0</inkml:trace>
</inkml:ink>
</file>

<file path=ppt/ink/ink3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06.61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247 0 28250,'-63'2'22,"-1"0"0,7 0 1,13 8-18,31 28 1,7 6 16,34 27-22,4-18-11,11-10 0,7-6-160,-5-15 0,4-8 171,23-10 0,-1-5 0,1 3 0,-1-31 0</inkml:trace>
</inkml:ink>
</file>

<file path=ppt/ink/ink3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08.37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28362,'15'66'14,"0"0"0,0 0 0,7 27 0,-1-5-14,-6-20 0,0-6 64,-3-4 0,0-16-58,-2-35 0,8-38-6,-3-29-3,-1 10 0,4 1 3,18-15 0,7 14 0,-8 48 0,-5 78-14,-22-21 0,-4 6-62,0 10 1,1-2-541,8 27 616,12-40 0,-9-49 0,6-6 0</inkml:trace>
</inkml:ink>
</file>

<file path=ppt/ink/ink3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09.63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50 318 28373,'-16'-69'0,"1"0"0,1 14 0,9 7-6,34-10-11,4 39 12,8 32 5,-14 12-11,-8 40-174,-14-8-50,-3 8 235,2-10 0,-3-28 0,4-7 0</inkml:trace>
</inkml:ink>
</file>

<file path=ppt/ink/ink3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10.01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122 409 28350,'-32'-56'33,"-1"0"1,3-3 0,8 4-28,17-2-17,26-5 5,-2 21 6,19 19-11,-3 42-68,-18 19 29,-3 8 50,-23 9 0,4-38 0,-3 1 0</inkml:trace>
</inkml:ink>
</file>

<file path=ppt/ink/ink3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10.63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79 35 28541,'-23'67'1,"-1"-1"1,2 4 0,13-8 15,37-8 0,-1-10 5,28-29-5,-15-41-6,-1-7 1,-16-4-18,-11 16 6,-3 31 0,5 11 0,23 18-6,-5-17 6,25 0 6,-24-43-6,-5-19 0,-17-9-6,-13-17-128,2 16 134,42-39 0,-31 50 0,33-16 0</inkml:trace>
</inkml:ink>
</file>

<file path=ppt/ink/ink3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11.14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249 0 28266,'-58'14'30,"-1"0"0,5-1 0,12 5-19,24 23-16,5 23 5,8-12 0,30 26-40,24-35-296,43-8-252,-31-32 0,3-9 588,3-10 0,-4-4 0,21-6 0,-26-5 0</inkml:trace>
</inkml:ink>
</file>

<file path=ppt/ink/ink3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11.86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200 322 28390,'-54'48'24,"0"1"0,3 6 0,16-2-24,30-4 12,20 17 27,19-43-22,24-19 5,2-34 28,-17-4-50,-18 15-5,-14 24-34,11 25 16,20-11 23,16-16 0,7-45 6,-18-6-6,-26 1 0,-6-6 0,-1-39-9,-9 37 1,0 1 8,-4-22 0,-15 29 0,-12 71-6,-4 48 3,16-16 1,6 3-4,7-7 1,9-1 7,14-2 1,9-10-3,48-10 0,-28-31 0,0-8 6,27-22-6,-37-13 0,-7-11 0,-12 5 0,-4-4 5,0-13 1,-4 0 8,-3 9 0,-8 5-8,-22-6-6,-2 60-3,-4 41 0,3 20 3,8 9 0,5 5-3,-5 0 0,10-1-33,25 3 0,17-11 36,4-36 0,4-8 0,31 21 0,-11-38 0</inkml:trace>
</inkml:ink>
</file>

<file path=ppt/ink/ink3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17.51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209 1 27986,'-33'63'2,"-1"0"0,4-6 0,3-8-36,6-13-957,-5 3 991,9-14 0,1-4 0,12-15 0</inkml:trace>
</inkml:ink>
</file>

<file path=ppt/ink/ink3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18.35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48 388 28082,'-14'-59'72,"-1"0"1,2 5 0,7 6-56,20-11 0,5 13-23,-1 4 6,2 22 11,-1 31 12,16 32-29,10 26 6,-6 2 0,2 8-11,-23-35 5,-3-18 6,-10-21-5,-10-39-35,-1-9 12,-1-3 6,2-17 22,3 23-11,10 3 5,11 31 6,4 22 11,19 26 1,-13-2 83,1 3-84,-16-32-11,-9-16-6,-2-41 6,5 9-5,15-20-1,8 32 12,9 16 5,-10 26-11,-3 40-6,-16 1-89,-3-3-571,26-16 666,6-37 0,-2 3 0,-7-14 0</inkml:trace>
</inkml:ink>
</file>

<file path=ppt/ink/ink3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18.64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225 298 28485,'-61'-48'5,"1"1"1,5 4 0,15 3-12,32-3-5,28 8 22,8 7-11,5 15-11,-9 35-185,-23 8-107,-5 13-257,6-16 560,35-14 0,-20-13 0,21 0 0</inkml:trace>
</inkml:ink>
</file>

<file path=ppt/ink/ink3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19.23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308 70 28205,'-63'-23'24,"0"1"0,5 2 1,11 16-9,12 73 7,15-7-21,6-6 1,6 1-3,21 17 68,24-10 4,23-49-27,-3-33 17,-3-42-34,-34 3-11,-4 3-23,-15 15 6,-1 40-17,5 38-5,10-1 22,9 5-6,-1-42 6,-2-27 11,-2-37-11,-3 13-5,15-32 5,-1 46-6,7 15 6,-7 65-17,-10 7-45,-13-1 1,-4 0-588,-2 3 649,9 2 0,-8-38 0,7-11 0</inkml:trace>
</inkml:ink>
</file>

<file path=ppt/ink/ink3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19.74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280 4 28054,'-67'-2'42,"1"0"1,5 3 0,13 4-31,23 10 4,13 26 12,22 11 45,28 19-56,1-10 17,4 11-6,-35-19-28,-35 4-12,-3-27-72,-21-14 84,37-63 0,-1 36 0,18-36 0</inkml:trace>
</inkml:ink>
</file>

<file path=ppt/ink/ink3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22.23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110 1 28406,'-30'63'9,"0"0"1,4-4-1,6-6-9,17 1-5,8-5 5,12-5 11,32-14-11,16-27 17,10-43-6,-26-36-11,-23-4 28,-46-15-22,-22 55-46,-22 17-27,12 42-734,24 60 801,63 2 0,-20-12 0,28-26 0</inkml:trace>
</inkml:ink>
</file>

<file path=ppt/ink/ink3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22.47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108 242 28339,'-30'-52'18,"0"0"1,-2 0 0,16 9-19,44 19-11,21 5 11,9 29-11,18 32-34,-41 19-78,-3 18 123,-22-22 0,-10-21 0,0-25 0</inkml:trace>
</inkml:ink>
</file>

<file path=ppt/ink/ink3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22.81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123 374 28345,'-35'-70'1,"-1"-1"1,4 15 0,13 3 10,42-18-12,9 40-6,11 10-5,-16 36-157,-10 39-213,-35 4 381,3-1 0,-7-26 0,11-22 0</inkml:trace>
</inkml:ink>
</file>

<file path=ppt/ink/ink3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23.55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61 312 28082,'-18'-54'70,"0"0"0,-7-38-37,34 66-22,4 1 1,6 6 10,8-3-11,0 10 6,4 4 17,-3 34-23,-8 4-6,4 45 7,-13-5 4,0-2 46,-8-13 16,-3-27-72,0-24-6,3-45 0,1 4 11,3-36-5,5 58-6,-3 12-6,8 51 6,-5 4 6,-2-1-6,5-27 5,7-50-10,22-24 5,-2-9 0,12-2 0,-22 47-11,-6 11-107,-11 28-89,-2 9 207,38-15 0,-30-1 0,25-18 0</inkml:trace>
</inkml:ink>
</file>

<file path=ppt/ink/ink3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23.78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86 45 27897,'-16'63'67,"0"-1"0,4-4 0,9-13 40,19-27 10,27-11-38,2-42-23,-5 4 11,-15-51-61,-41 20-18,-23 2-206,-20 32-258,11 43 476,13 33 0,28-17 0,4 6 0</inkml:trace>
</inkml:ink>
</file>

<file path=ppt/ink/ink3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24.05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0 207 28115,'3'52'14,"0"0"0,2 34 109,-5-59-95,0-21-28,0-44 12,8-32-12,5-8-98,2 27 0,8 4 98,17 12 0,1 5 0,3-19 0,19 18 0</inkml:trace>
</inkml:ink>
</file>

<file path=ppt/ink/ink3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24.33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166 244 28552,'-49'-55'0,"0"1"0,5 1 0,20 9 6,41 25-6,10 3 0,1 13 0,-8 31-68,-11 12-895,-27 17-8676,3-26 9639,0-24 0,10-18 0,13-1 0</inkml:trace>
</inkml:ink>
</file>

<file path=ppt/ink/ink3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34.69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 1 28322,'-2'78'18,"0"1"1,0-5 0,1 1-19,1 5 0,0 0-3,0-2 1,0-1-40,2 9 0,4-4 42,5-25 0,2-7 0,0 3 0,9-38 0</inkml:trace>
</inkml:ink>
</file>

<file path=ppt/ink/ink3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35.01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75 370 28300,'-21'-58'2,"1"-1"0,0 6 0,7 3-14,24-9 24,7 11-1,5 5-6,-4 45 1,-11 24-34,-8 47-118,-2-21 146,5 22 0,-3-50 0,5 0 0</inkml:trace>
</inkml:ink>
</file>

<file path=ppt/ink/ink3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35.25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61 27874,'5'68'54,"0"1"0,0-6 1,2-6-22,9-3 231,7-5-214,-6-30-22,0-19-28,-7-33-11,2-37-90,4-13-274,4-4 375,11-5 0,-18 55 0,5-1 0</inkml:trace>
</inkml:ink>
</file>

<file path=ppt/ink/ink3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35.53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146 275 28434,'-43'-60'-4,"0"0"1,5-2-1,17 9 10,36 21-17,0 24-62,-1 21-17,-11 27-9741,-5-12 9132,19-12 1,-14-6 0,14-10 0</inkml:trace>
</inkml:ink>
</file>

<file path=ppt/ink/ink3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35.74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28121,'0'90'43,"0"0"0,0-5 0,0-7-38,0 14-5,4-34 0,0-2-28,1 22 28,8-27 0,0-5 0,-6-16 0,11 0 0</inkml:trace>
</inkml:ink>
</file>

<file path=ppt/ink/ink3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36.13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251 0 28205,'-16'73'41,"0"0"0,1-1 0,-1-2-33,1-14 1,0 2-1,-7 23 1,0 3-12,2-5 0,0 0-14,-2 8 0,1-3-89,10-29 0,1-6 106,1 12 0,9-47 0,0-7 0</inkml:trace>
</inkml:ink>
</file>

<file path=ppt/ink/ink3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36.49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 1 28322,'-1'95'24,"0"1"1,0-21-1,0-5-19,0-3 1,0-6 0,0 10-7472,1-7 7466,8-40 0,-6-17 0,6-12 0</inkml:trace>
</inkml:ink>
</file>

<file path=ppt/ink/ink3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36.92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198 0 28474,'-55'56'5,"1"0"1,3-6-1,15-5-5,35-10 6,26-8 0,-2-14-1,35-24 12,-17-21 39,-7-3-62,-14 22-27,-18 19-34,-1 23-68,5-8 135,37-9 0,-27-6 0,25-4 0</inkml:trace>
</inkml:ink>
</file>

<file path=ppt/ink/ink3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37.32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32 1 28266,'-13'62'6,"0"-1"0,8 39 5,31-79 22,33-11 35,-4-38-18,-3 0 34,-20-43-6,-23 31-78,-6 15 0,-3 39 6,0 60-6,0-11 0,1-10 0,-4 1 0,-22 18 0,1-6 0,-33-16-78,25-34-74,-3-15 152,59-70 0,-20 41 0,30-38 0</inkml:trace>
</inkml:ink>
</file>

<file path=ppt/ink/ink3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37.60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191 326 28586,'-52'-42'0,"-1"-1"0,4 3 0,14 2 0,34-3 5,4-2-5,9 6 0,16 5 0,7 23-11,-2 37-17,-13 8-146,-14 34 174,-9-36 0,2-4 0,-2-23 0</inkml:trace>
</inkml:ink>
</file>

<file path=ppt/ink/ink3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37.86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95 27936,'0'63'207,"1"0"0,0 2 1,0-16-203,1-38 6,0-39-5,-2-25-6,2 2 0,5-2 0,21-14-50,20 3-85,10 34 135,16 32 0,-40 0 0,0 6 0</inkml:trace>
</inkml:ink>
</file>

<file path=ppt/ink/ink3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41.05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181 214 28513,'51'-57'3,"1"0"1,-5 6 0,2 12-4,36 29 6,-3 43-6,-9 3 14,-43 11 0,-15 8 8,-24-7 0,-13 0-8,-12 9 0,-7-3-11,-1-12 0,-5-7 0,-11-6 0,1-7 8,2-5-11,21-7 0,46-16 0,36 0 0,2 0 0,6 3 0,5 4 0,1 6 0,7 10 0,-4 7 0,18 21 0,-70 44 0,-51-52 0,-20-7 0,-17 7 0,-9-6 0,17-15 0,-4-4 0,3-2-126,-15 0 0,6-5 67,16-3 1,10-4 58,17-6 0,17 6 0,17-7 0</inkml:trace>
</inkml:ink>
</file>

<file path=ppt/ink/ink3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41.57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1016 0 28558,'-48'55'5,"1"-1"1,-1 1-1,-11 8 1,-3 2 0,1-5-5,10-14 1,0-3 0,-2 2-175,-9 9 0,-3 2 0,2-2 152,8-5 1,1-1 0,4-4-362,-4 4 1,5-5 381,-11 12 0,44-42 0,9-8 0</inkml:trace>
</inkml:ink>
</file>

<file path=ppt/ink/ink3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42.33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375 237 28390,'-7'-53'22,"-1"0"0,-7-33-16,-15 64 44,-15 11-44,-2-1 5,-25 38-5,16 27-9,26-8 0,4 5-2,-7 37 7,27-34 1,11-3-3,29 5 0,22-10 0,19-44-5,-13-21 5,0-40 28,-28 5 0,-4 1-28,-13 20 0,-12 41 0,0 18 5,-1 54-5,-2 16 0,-1 1 0,-3-43 0,0-2-733,-4 9 733,4-7 0,-1-26 0,8-20 0</inkml:trace>
</inkml:ink>
</file>

<file path=ppt/ink/ink3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42.97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28490,'64'74'26,"0"1"0,-4-6 1,-2-3-22,-4-11 1,1-4-1,3-1 1,3-2-6,11 3 0,-1-3 0,-20-16 0,-4-6-459,18 1 459,-77-20 0,13-5 0,-30-1 0</inkml:trace>
</inkml:ink>
</file>

<file path=ppt/ink/ink3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43.85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163 389 28434,'-23'-59'30,"0"-1"0,2 5 0,6 6-13,20 6-12,4 1-10,57-21 5,-16 46 0,46 16 0,-51 44 0,-22 2 0,-7 5 22,-12 41-5,-17 0-6,-10-39 0,-10-5 1,-43 10-7,27-29 1,-2-5-6,-37 0 0,37-20 0,40-5 0,64-3-6,3 4-33,-5 1 0,6 0 39,11-9 0,-3-1 0,11 6 0,17-15 0</inkml:trace>
</inkml:ink>
</file>

<file path=ppt/ink/ink3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44.15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67 211 28250,'-1'67'56,"-1"0"0,5-6 0,6-7-23,24-3-5,17-13-3,-5-21 1,7-10-18,8-14 0,0-8-8,2 2 0,-3-9 17,11-28 0,-13-13 5,-27 6 1,-16-4-21,-16-11 1,-19 4 3,-28 15 0,-14 11-6,-3 9 0,-6 17-12,-24 35 1,7 23-114,36 9 0,8 4 0,0-9 0,7 1 0,9 36 0</inkml:trace>
</inkml:ink>
</file>

<file path=ppt/ink/ink3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45.03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751 0 28535,'-49'50'3,"0"0"0,0 0 1,-10 10-1,-2 2 1,2-4-4,-9 7 0,2-3-31,-6 10 0,3-3 31,19-19 0,8-6 0,0 2 0,26-29 0</inkml:trace>
</inkml:ink>
</file>

<file path=ppt/ink/ink3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45.65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28272,'3'77'54,"-1"0"0,1-5 0,-1-7-37,-2 6-6,0 19-5,-5-18-392,3-6-1300,-2-37 1686,8-34 0,-2-3 0,3-4 0</inkml:trace>
</inkml:ink>
</file>

<file path=ppt/ink/ink3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46.18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166 1 28546,'-25'49'0,"1"1"0,-12 34 0,49-58 6,22 14-6,6 9 6,-4 16-6,-14-10 0,-34 4 5,-12-28-5,-13-6-39,4-15-437,-10-34 476,6-15 0,8 7 0,6 0 0</inkml:trace>
</inkml:ink>
</file>

<file path=ppt/ink/ink3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46.32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23 28216,'82'-6'-79,"-1"0"1,-1 1 0,-3 1 78,-19 3 0,-6 1 0,9 0 0,2 0 0</inkml:trace>
</inkml:ink>
</file>

<file path=ppt/ink/ink3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46.99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28474,'55'64'18,"-1"0"1,-2-3 0,-3-5-14,11 9-5,-21-21 0,-1 2 0,-6-4 0,0 1-62,5 2 1,-1-2 61,15 15 0,-23-30 0,-9-18 0</inkml:trace>
</inkml:ink>
</file>

<file path=ppt/ink/ink3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47.46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28317,'65'17'5,"-1"0"1,-5-2 0,-7-4 16,-2-11 40,-9 0-12,-5 0 17,-14 2-44,-5 28 5,-9 31-23,-5-8 1,-2 5-6,2 14 0,-1 1 2,1-12 1,0 1-3,0 10 0,2-3 0,9 17 0,0-9 0,-4-38 0,-5-29 0</inkml:trace>
</inkml:ink>
</file>

<file path=ppt/ink/ink3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47.61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45 28451,'87'-5'-443,"1"0"1,3-1 0,1 0 442,0 1 0,-6 1 0,-35 1 0,-2 0 0,3-1 0,1 1 0</inkml:trace>
</inkml:ink>
</file>

<file path=ppt/ink/ink3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51.27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1382 191 28597,'-53'-30'0,"0"1"0,5 1 0,5 7 5,4 13-5,-3 0 0,-14-1 0,-7 3 0,9 2 0,-21 4 0,12 6 0,-10 3 0,20 2 0,-1 8 0,11 2 6,-17 15-6,-4 16 0,13-6 0,-11 23 0,21-14 0,-9 19 0,15-18 6,-5 15-6,9-15 0,-5 12 0,8-4 0,10-20 5,3 7-5,4-12 0,0 13 6,3-10-6,3 13 0,3-6 0,0 14 0,2 0 5,0-17-5,11 8 0,8-11 6,16 12-6,-2-12 6,22 8-6,1-16 0,22 5 0,-13-14 0,18-4 0,-15-8 0,25-2 0,0-5 0,-18-5 0,20-2 5,-16 0-8,-28-2 1,0-3 2,26-2 0,10-10 0,-28 1 0,16-6 0,-4-2 0,-15 1 0,14-7 0,-17 1 0,13-12 0,-20 7 0,7-18 0,-14 4 0,5-19 0,-9-2 0,-10 13 0,-5-16 5,-8 5-5,-4-31 0,-8 15-3,-7 21 1,-5-2 4,-2 7 1,-2 0-3,-8-14 0,-5 0 0,-4 2 0,-3 6 0,7 14 0,-3 5 0,-11-1 0,-1 4-73,-13-6 73,4 6 0,26 21 0,21 14 0</inkml:trace>
</inkml:ink>
</file>

<file path=ppt/ink/ink3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53.30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11 28474,'13'65'22,"-1"-1"0,-1-5 1,-3-5-23,-6-2 0,-2-7 84,0-13-79,0-16-5,-3-24 0,0-41 0,0-25 0,3-4 0,13-10 0,-2 46 0,17-3-84,2 31-33,13 16 117,36 31 0,-42-15 0,16 13 0</inkml:trace>
</inkml:ink>
</file>

<file path=ppt/ink/ink3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53.62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45 0 28171,'-10'71'5,"-1"-1"1,11 3 0,12-11 106,39-18-56,27-5-45,-14-35 62,2-40 11,-40-23-34,-21-25-33,-52 5-17,-8 30-11,-41 22-129,37 56-162,9 3 302,31 41 0,21-41 0,2 2 0</inkml:trace>
</inkml:ink>
</file>

<file path=ppt/ink/ink3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53.94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1 134 27947,'25'55'50,"-1"-1"1,1-4-1,3-12-22,25-18 23,22-11 66,-9-28 57,-4-25-90,-29-34-56,-33 6-6,-39-13-22,-22 51 0,-18 7-33,22 38-477,21 40 510,48 5 0,-8-9 0,16-15 0</inkml:trace>
</inkml:ink>
</file>

<file path=ppt/ink/ink3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54.20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28490,'10'83'13,"0"-1"0,0-5 1,-1-4-14,5 19 5,0-5-2,-4-33 0,-1-1-3,5 26 0,-2-16 0,-7-35 0</inkml:trace>
</inkml:ink>
</file>

<file path=ppt/ink/ink3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54.35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28457,'74'0'-267,"0"0"0,0 1 0,-3-2 0,-8 1 0,15 3 0</inkml:trace>
</inkml:ink>
</file>

<file path=ppt/ink/ink3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55.81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26 28188,'9'65'26,"-1"1"0,2-5 0,1-5-14,9 11 44,3 0 201,-11-27-246,-12-19-5,-9-33 0,-8-22 5,4-37-6,6 13-5,2-41 6,7 33-6,9-2-11,3 30-152,30 18 163,12 17 0,1 5 0,-2-3 0,41 4 0</inkml:trace>
</inkml:ink>
</file>

<file path=ppt/ink/ink3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56.10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301 395 28546,'-62'-9'26,"0"0"0,6-1 1,10-4-16,17-16-5,5-30-6,12-9 0,3-1 0,31-4-6,13 45-5,18 8-6,-10 47-11,-19 12-2962,-26 4 2990,0-13 0,-7-20 0,11-5 0</inkml:trace>
</inkml:ink>
</file>

<file path=ppt/ink/ink3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56.36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246 1 28474,'-61'30'18,"0"-1"1,6 0 0,13 3-14,24 25-5,10 4 0,13 1-5,39 15-208,30-19 213,-23-30 0,1-5 0,17-1 0,-24-19 0</inkml:trace>
</inkml:ink>
</file>

<file path=ppt/ink/ink3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56.91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436 98 28345,'-58'-30'35,"0"-1"1,3 6-1,6 13-29,6 34-1,1 28-10,21 11-1,16 0 6,44 14 0,15-14 6,0 12-6,-26-9 5,-43-22-10,-52-13-29,-10-23-296,2-15-225,30-6 555,62-22 0,-10 21 0,23-4 0</inkml:trace>
</inkml:ink>
</file>

<file path=ppt/ink/ink3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57.22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102 0 28384,'-31'91'44,"-1"1"1,6 1 0,13 0-42,25-5 0,14-4-45,3-8 0,8-7-107,0-19 1,6-9 148,3-12 0,-4-9 0,-6-9 0,-2-7 0</inkml:trace>
</inkml:ink>
</file>

<file path=ppt/ink/ink3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57.59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35 108 28199,'2'57'11,"0"0"0,1-3 1,2-5 10,8 7-5,5-8 313,-5-13-318,-14-30-1,-8-19-6,-13-28 1,2-13 0,-4-34-6,13-1 0,8-6-17,16 37-62,40 35-55,-11 32 134,19 13 0,-1 4 0,-21-3 0,34 16 0</inkml:trace>
</inkml:ink>
</file>

<file path=ppt/ink/ink3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57.89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 28 28222,'-15'64'33,"-1"0"1,14 3-1,15-11 1,44-16-28,18-6-1,-23-29 1,0-12 27,18-32 74,-9-24-51,-44-25-45,-35 21-5,-49 6-6,-6 41-6,1 7-123,15 40 129,73 24 0,-18-15 0,35 5 0</inkml:trace>
</inkml:ink>
</file>

<file path=ppt/ink/ink3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58.19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 64 28188,'-8'60'46,"0"0"1,7-5 0,11-7-36,63 7 0,-26-38 1,4-6 16,8-4 0,-1-11 123,27-43-112,-38-10-17,-41-36-16,-45 25-6,-20 1-6,-5 31-72,-4 32 78,56 60 0,-8-33 0,32 30 0</inkml:trace>
</inkml:ink>
</file>

<file path=ppt/ink/ink3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58.43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28384,'5'71'31,"0"1"1,0-3 0,-1-4-26,2 29-6,2-3 5,0-7-16,7 6 11,-7-38 0,3-6 0,-8-38 0</inkml:trace>
</inkml:ink>
</file>

<file path=ppt/ink/ink3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58.57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9 28143,'93'-3'-1212,"-1"1"0,-7 0 1,-14 1-1,-27 1 1,-16 2-1</inkml:trace>
</inkml:ink>
</file>

<file path=ppt/ink/ink3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1:58.85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40 0 28395,'-7'72'-53,"0"0"1,1 2 0,1-8 52,-1-14 0,4-8 0,-4-27 0</inkml:trace>
</inkml:ink>
</file>

<file path=ppt/ink/ink3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22.63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28530,'42'69'7,"-1"0"0,-2-6 1,-5-5-5668,-6 1 5660,2-7 1408,6 0-1402,-9-21 893,2-7-877,-15-40-22,-4-36 0,-3-6 1696,-4 7 0,-1-1-2513,4-19-2858,7 15 3675,-4 36 0,3 25 0,-9 6 0</inkml:trace>
</inkml:ink>
</file>

<file path=ppt/ink/ink3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22.95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 72 27970,'12'60'35,"0"1"0,0-6 1,3-10 48,15-22-22,2-9 33,17-7-78,3-25 11,0-22-23,-18-11 12,-30-32-17,-44 20-28,-18 10-22,-6 24-482,-5 64 532,32 13 0,8-2 0,15-8 0</inkml:trace>
</inkml:ink>
</file>

<file path=ppt/ink/ink3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23.19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28087,'22'58'9,"-1"0"1,1 0-1,-1-10-9,-5-19 0,-1-5 0,-12-17 0</inkml:trace>
</inkml:ink>
</file>

<file path=ppt/ink/ink3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23.33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26782,'0'0'0</inkml:trace>
</inkml:ink>
</file>

<file path=ppt/ink/ink3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23.86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140 581 28093,'-46'61'-6,"0"1"0,12-1 1,21-9-23,61-23 45,20-7 16,-15-32 68,-3-37 0,-22-34-87,-12 18 0,-1-3-14,-4 8 0,-2 0-53,1-20 0,-2-2 53,-2 6 0,-2 4 0,3-25 0,-4 8 0</inkml:trace>
</inkml:ink>
</file>

<file path=ppt/ink/ink3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27.60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0 170 27874,'29'59'99,"-1"0"0,-2-6 0,-5-10-20,-10-22 245,-6-7-312,-3-12-7,-9-13 1,-4-13-6,-3-16 5,-2-6-5,4-26 0,4 17-5,3-23-18,15 35-77,13 7-253,27 21 353,17 28 0,-21-8 0,-9 12 0</inkml:trace>
</inkml:ink>
</file>

<file path=ppt/ink/ink3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27.96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250 401 28468,'-61'-32'33,"1"1"1,0-6 0,15-3-29,33-23-5,1 2 0,43-10-11,15 37-28,23 4 17,-18 28-34,-20 28-28,-36 10 39,-16 6 45,-2-14 0,2-14 0,14-10 0</inkml:trace>
</inkml:ink>
</file>

<file path=ppt/ink/ink3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28.35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283 1 27953,'-66'1'75,"-1"0"1,-27 18-65,69 37-22,63 11 5,4-12 9,-1-21 0,-1-1-3,-4 14 0,-19 6 0,-35-23 0,-48-13-353,5-15-252,2-16 605,27 4 0,24-6 0,8 9 0</inkml:trace>
</inkml:ink>
</file>

<file path=ppt/ink/ink3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28.67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21 67 28194,'-5'57'2,"-1"-1"1,-4 42 70,20-46 173,3-19-229,12-20-11,-7-28-1,1-24-10,1-33-29,5-4-123,5-9 157,-7 31 0,-11 25 0,-9 24 0</inkml:trace>
</inkml:ink>
</file>

<file path=ppt/ink/ink3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28.95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28384,'0'72'15,"0"-1"0,0-3 0,0-6-10,7 9-5,5 17-33,3-12 33,-2-3 0,-7-36 0,-6-21 0</inkml:trace>
</inkml:ink>
</file>

<file path=ppt/ink/ink3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29.22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28322,'13'62'11,"-1"-1"0,-1-3 1,1-4-12,7 31 11,-2-12-11,-1-8 0,-8-31 0,-6-24 0</inkml:trace>
</inkml:ink>
</file>

<file path=ppt/ink/ink3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29.35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23 27152,'67'-6'-36,"1"0"1,5 0-1,-8 2 1,-18 4 0,3 0-1</inkml:trace>
</inkml:ink>
</file>

<file path=ppt/ink/ink3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29.58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102 0 28093,'5'60'26,"0"0"0,-2-6 0,0-5-9,-1-6-17,-4-7 0,-50-5 0,38-15 0,-38-3 0</inkml:trace>
</inkml:ink>
</file>

<file path=ppt/ink/ink3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31.90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28003,'17'55'82,"0"1"0,-1-4 1,-1-2-39,3 20-32,0-3-7,-1 16-5,-7-28-213,5 18 213,-8-45 0,1-2 0,-3-19 0</inkml:trace>
</inkml:ink>
</file>

<file path=ppt/ink/ink3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32.33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262 35 28233,'-68'-14'43,"1"0"0,9 8 0,13 15-43,21 83 22,42-8 6,2-28 6,38-26-12,-6-37 0,4-17-5,-19-3-17,-14 12 0,-10 36-56,2 7-577,14 16 633,-8-29 0,-1-1 0,-11-14 0</inkml:trace>
</inkml:ink>
</file>

<file path=ppt/ink/ink3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32.75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27998,'8'60'54,"0"-1"0,0-5 0,5-7 13,21-11-28,-1-11 45,-1-12-11,2-28-56,-14-7 17,0-39-29,-16 6-10,-3 2 5,15 34 0,-6 35 0,12 27 11,-15 45 0,-5 8 11,-12-1 6,-18-5-16,-2-48-18,-1-8-28,3-21-66,18-14 100,1-34 0,7 24 0,5-23 0</inkml:trace>
</inkml:ink>
</file>

<file path=ppt/ink/ink3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33.09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242 353 28485,'-60'-32'29,"1"-1"1,1-2 0,13-1-24,29-9-17,12-14 5,23 13-11,37 5-5,6 27-12,-2 3 18,-20 26-18,-44 9 23,-26 12-538,-3-6-1624,12 3 2173,29-18 0,6 2 0,0-13 0</inkml:trace>
</inkml:ink>
</file>

<file path=ppt/ink/ink3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33.39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32 27656,'24'61'108,"1"0"0,-4-7 1,-4-4 440,-7 3-533,-16-27 7,-1-35-23,-6-41 0,7-14 0,12-20-62,4 42-72,15-13 134,6 38 0,-11 2 0,-1 15 0</inkml:trace>
</inkml:ink>
</file>

<file path=ppt/ink/ink3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33.86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28087,'70'48'84,"1"0"0,-5-1 0,-14 4-17,-18 35-22,-14 11-28,-12-27 0,-7 3-15,-11-6 1,-3 0-37,5 0 1,-3-4 33,-11-9 0,0-9 0,6-13 0,0-5 0</inkml:trace>
</inkml:ink>
</file>

<file path=ppt/ink/ink3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35.18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28238,'17'53'25,"0"0"1,13 38-26,-21-53-17,1-8 17,1-5 0,-5-13 0,0-3 0</inkml:trace>
</inkml:ink>
</file>

<file path=ppt/ink/ink3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35.35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27771,'0'0'0</inkml:trace>
</inkml:ink>
</file>

<file path=ppt/ink/ink3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35.73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125 490 27942,'31'-66'69,"-1"-1"0,-2 13 0,-9 3-136,-22-35-124,-30 23 202,-16 1 6,-3 27-11,-1 30-6,30 52 112,4 37-23,23-15 1,6 3-48,-2-10 0,5 1 0,12 22 0,5-2-34,-4-20 1,2-3-9,1 10 0,1-3-11,11 17 11,-13-32 0,-20-39 0,-2-6 0</inkml:trace>
</inkml:ink>
</file>

<file path=ppt/ink/ink3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35.86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11 27779,'72'-5'-28,"0"1"0,8 2 0,-10 2 0,-18 2 0,4 3 0</inkml:trace>
</inkml:ink>
</file>

<file path=ppt/ink/ink3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36.21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0 146 28384,'16'81'241,"2"-28"-241,-27-90 0,9-6 0,5 0 0,12-9-79,8 8-61,8 7 140,39 17 0,-46 16 0,25 4 0</inkml:trace>
</inkml:ink>
</file>

<file path=ppt/ink/ink3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36.50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65 28294,'20'58'43,"-1"-1"0,0-4 0,6-13-20,23-24 5,27-8-12,-6-25 12,-2-20-22,-30-29 5,-35 7-5,-41-9-12,-22 41 1,-15 5-29,22 32-347,26 29 381,58 7 0,-18-9 0,24-13 0</inkml:trace>
</inkml:ink>
</file>

<file path=ppt/ink/ink3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36.77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77 28115,'21'49'64,"0"-1"1,25 27-37,11-69 0,-2-6 157,4-26-101,-29-15-67,-12-10-12,-63-18-22,-24 33-190,-17 5 207,24 38 0,31-1 0,25 13 0</inkml:trace>
</inkml:ink>
</file>

<file path=ppt/ink/ink3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37.03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28255,'2'64'69,"-1"1"0,2-5 0,1-2-63,6-4 0,1-2-1,8 42-470,-1 1 465,-12-46 0,-6-28 0,-3-21 0</inkml:trace>
</inkml:ink>
</file>

<file path=ppt/ink/ink3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37.17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6 27841,'76'-2'-571,"0"-1"1,9 2 0,-9 2-1,-18 0 1,5 3 0</inkml:trace>
</inkml:ink>
</file>

<file path=ppt/ink/ink3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38.66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35 28205,'79'-3'13,"0"0"0,-7 1 0,-6-1-13,16-3-1971,-33 4 1971,-12-7 0,-29 8 0,-15-5 0</inkml:trace>
</inkml:ink>
</file>

<file path=ppt/ink/ink3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38.81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16 27152,'93'-4'-97,"0"-1"0,-6 1 0,-13 1 0,-23 3 0,-15 0 0</inkml:trace>
</inkml:ink>
</file>

<file path=ppt/ink/ink3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0.37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85 417 28541,'-23'-63'0,"-1"1"0,2 4 0,6 6 0,16 6-6,10-9 6,0 20-5,19-1-1,-8 26 6,24 31-6,-22 4 6,15 48-5,-21-9-270,-4 8 275,-7-27 0,-6-21 0,0-20 0</inkml:trace>
</inkml:ink>
</file>

<file path=ppt/ink/ink3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0.64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 7 28054,'-3'61'44,"0"0"1,2-6 0,5-8 11,14-10 73,20-10 16,-8-14-105,8-25-12,-27-25-34,-2-23-28,-9 4-302,0-6 336,27 25 0,-21 9 0,21 13 0</inkml:trace>
</inkml:ink>
</file>

<file path=ppt/ink/ink3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0.89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28188,'10'66'59,"1"0"1,-2-3 0,0-4-43,3 19-12,-5-28 1,0 1-11,8 39 5,-3-5 0,-5-40 0,-3-28 0</inkml:trace>
</inkml:ink>
</file>

<file path=ppt/ink/ink3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1.12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28188,'14'61'72,"1"0"1,-1-3 0,-3-3-61,-3 21-7,0-3 6,4 16-11,0-20 0,-3-16 0,-3-26 0</inkml:trace>
</inkml:ink>
</file>

<file path=ppt/ink/ink3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1.37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28070,'4'70'48,"1"1"1,1 8 0,3-4-66,6 7 17,-1-4 0,-3-37 0,-8-29 0</inkml:trace>
</inkml:ink>
</file>

<file path=ppt/ink/ink3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1.65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27219,'69'9'186,"0"1"1,-1 11 0,-13 7 76,-29 21 12,-21 38-225,-56-29-16,-13-7-359,-4-24-325,28-44 650,30-17 0,10 5 0,5 0 0</inkml:trace>
</inkml:ink>
</file>

<file path=ppt/ink/ink3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1.88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28317,'24'68'37,"0"1"0,0-4 1,-1-4-33,9 24-5,0-6 6,-1 15-84,-15-33 78,-7-5 0,-10-40 0,-2-13 0</inkml:trace>
</inkml:ink>
</file>

<file path=ppt/ink/ink3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2.01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28194,'92'21'-867,"-1"0"1,-2-1 0,-6 0 866,-21-3 0,-7-2 0,8 4 0,1-3 0</inkml:trace>
</inkml:ink>
</file>

<file path=ppt/ink/ink3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2.24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99 27998,'23'53'280,"0"-1"0,-2 11-258,-29-74-16,-19-44-6,13-1-28,1-10-40,18 24-576,31 15 644,16 21 0,-8 3 0,-6 3 0</inkml:trace>
</inkml:ink>
</file>

<file path=ppt/ink/ink3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2.58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28041,'0'0'0</inkml:trace>
</inkml:ink>
</file>

<file path=ppt/ink/ink3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3.01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91 27779,'30'61'37,"0"0"1,-3-4-1,1-6-37,18 12 571,-19-24-537,-12-15 11,-33-54-28,-15-29-6,3-7-6,3-17-10,19 23-18,4-7-178,35 21-236,16 20 437,6 19 0,1 4 0,0 4 0,12 0 0</inkml:trace>
</inkml:ink>
</file>

<file path=ppt/ink/ink3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3.29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209 427 28630,'-57'-50'2,"0"-1"0,6 6 0,14-1-2,31-25-17,34 4-5,-7 8 16,25 22-16,-29 46-23,-29 21-95,-21 12-1254,-1-5 1394,9-13 0,26-17 0,0-3 0</inkml:trace>
</inkml:ink>
</file>

<file path=ppt/ink/ink3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3.53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28412,'5'75'31,"1"1"1,0-4 0,1-5-26,9 19-6,-2-28 0,1 1-34,-3-9 1,0-2 33,9 42 0,-12-43 0,-9-36 0</inkml:trace>
</inkml:ink>
</file>

<file path=ppt/ink/ink3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3.66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13 27522,'94'-3'-985,"0"-1"0,-30 1 1,-8 1-1,-1 2 1</inkml:trace>
</inkml:ink>
</file>

<file path=ppt/ink/ink3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3.85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28233,'10'65'26,"0"1"0,9-10 0,5-9-9,27-6 39,19-30 6,-32-41-68,-6-14-128,-19-7 134,-2-23 0,-9 48 0,7-13 0</inkml:trace>
</inkml:ink>
</file>

<file path=ppt/ink/ink3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4.14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0 140 27975,'17'55'95,"-1"0"1,14 38-24,-15-56 203,-3-6-258,-6-19-1,-3-16-10,-6-42 0,-1-2-1,-5-44-5,5 17-67,16-10-51,10 39-262,29 19 380,24 46 0,-33-15 0,8 15 0</inkml:trace>
</inkml:ink>
</file>

<file path=ppt/ink/ink3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4.42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32 340 28586,'-9'-57'7,"1"-1"0,-1 5 1,3 5-8,6 3 0,18-4-6,8 22 6,22 25 0,-9 27-11,9 50-39,-18-2-611,5 6 661,-1-31 0,-19-24 0,3-22 0</inkml:trace>
</inkml:ink>
</file>

<file path=ppt/ink/ink3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4.74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244 1 28496,'-1'56'14,"0"1"0,-1 41-8,-7-31 5,-20-24-39,-22-6-79,0-32 107,-7-71 0,37 42 0,1-40 0</inkml:trace>
</inkml:ink>
</file>

<file path=ppt/ink/ink3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4.87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27951,'0'0'0</inkml:trace>
</inkml:ink>
</file>

<file path=ppt/ink/ink3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5.88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27231,'0'0'0</inkml:trace>
</inkml:ink>
</file>

<file path=ppt/ink/ink3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22:47.41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25073,'0'0'0</inkml:trace>
</inkml:ink>
</file>

<file path=ppt/ink/ink3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2:44.72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 1 28490,'-5'63'2,"0"1"0,1-6 0,0-6 4,4-3-1,0 9-2200,0-17 2195,2-7 0,-2-23 0,2-13 0</inkml:trace>
</inkml:ink>
</file>

<file path=ppt/ink/ink3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3:26.70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1 101 28188,'57'37'16,"-1"0"1,-5 0 0,-10-19 28,-24-49 0,-9-2-34,-2-11 6,-20 1 45,-8 4-51,-14 14-11,5 11-51,-1 34 51,20 34 0,-1-20 0,11 15 0</inkml:trace>
</inkml:ink>
</file>

<file path=ppt/ink/ink3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3:27.26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1 569 27706,'76'-29'170,"0"0"0,-15 7 0,-8-4-13,14-45-129,-46 1-28,-5 2-62,-40-23-55,-7 29 10,-19 0-38,3 29 122,14 28 23,3 37 174,15 29-104,8-9 0,2 3-37,2-5 1,4 3 11,9 25 0,4 3-31,1-8 0,3 0-12,7 17 1,1 1-9,-2-9 1,-2-5-37,-5-21 0,-3-5 42,6 20 0,-15-48 0,-3-14 0</inkml:trace>
</inkml:ink>
</file>

<file path=ppt/ink/ink3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3:27.39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7 28317,'68'-1'-135,"0"0"1,0-1-1,2 1 1,-10 0 0,1 1-1</inkml:trace>
</inkml:ink>
</file>

<file path=ppt/ink/ink3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3:44.07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27852,'16'80'61,"1"-1"1,-1-4 0,-3-6-51,-6 12 0,2 0-11,-1-3-5,4 17-247,4-21 252,6-10 0,-10-33 0,-1-25 0</inkml:trace>
</inkml:ink>
</file>

<file path=ppt/ink/ink3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3:44.60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295 9 27303,'-60'-4'173,"-1"0"1,-2 12 0,12 11-118,24 29-48,9 0 1,5 2-26,12 29 34,32 5-6,6-36 17,42-25 17,-16-53-6,5-16 90,-19-29-6,-25 15 0,-12 7-123,-11 48 0,-1 10 0,0 45-201,6 5-4334,21 8 4535,-3-24 0,3-19 0,-16-17 0</inkml:trace>
</inkml:ink>
</file>

<file path=ppt/ink/ink3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3:45.08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27986,'2'58'4,"1"0"0,2-4 0,5-8 12,20-10 12,8-7 28,0-10 28,11-9 28,-7-26-72,-4-4-7,-11-41 62,-20 4-11,0-4-84,-15 22 0,3 33 0,-7 26 0,8 48 0,1 26 0,8 3 0,-1-36 0,1-2 0,1 16 6,-15-1 0,-8-36-12,-30-22-28,3-27-173,0-15 207,27-36 0,9 28 0,19-9 0</inkml:trace>
</inkml:ink>
</file>

<file path=ppt/ink/ink3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3:45.40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334 317 28440,'-67'-7'44,"0"0"1,-2-5 0,12-5-39,21-8-6,1-31 0,33 1-22,33-10-12,17 18 12,5 21-18,-6 36 24,-31 31-40,-16 16-180,-14 5-4726,0-26 4962,6-18 0,9-17 0,2-1 0</inkml:trace>
</inkml:ink>
</file>

<file path=ppt/ink/ink3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3:46.75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88 28076,'16'60'43,"0"1"0,-1-7 0,-2-8 310,-4-18-353,-4-18 5,-2-14-5,-4-19 0,-3-12 0,0-4 0,1-22-5,11 2-7,16-5 7,3 25-29,27 19-117,1 17 151,40 23 0,-44-13 0,7 12 0</inkml:trace>
</inkml:ink>
</file>

<file path=ppt/ink/ink3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16.88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73 28334,'15'48'16,"1"0"1,12 36-6,-17-48 68,-4 5 27,-3-17-100,-8 0-1,1-25 1,-8-12-6,-3-34 0,4 3-11,0-38 0,18 20-62,10-2-218,6 23-68,18 23 359,8 12 0,-18 6 0,1 0 0</inkml:trace>
</inkml:ink>
</file>

<file path=ppt/ink/ink3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17.21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201 366 28474,'-57'-54'5,"1"0"1,4-2-1,17 3-10,41-1-12,14 5-101,53 14 62,-28 24-78,22 31-191,-62 14-50,-28 17 375,-2-18 0,-4-15 0,19-18 0</inkml:trace>
</inkml:ink>
</file>

<file path=ppt/ink/ink3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17.62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212 1 27947,'-24'52'15,"0"0"0,13 4 0,14-9-15,39-13 34,7 22-1,-53-15-5,-39 1-28,-8-16-168,-26-15-1545,42-12 1713,5-13 0,24 8 0,6-6 0</inkml:trace>
</inkml:ink>
</file>

<file path=ppt/ink/ink3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17.89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27807,'20'63'110,"-1"0"0,-1-6 1,4-11-50,27-21 152,-17-13-185,-1-19-11,-24-21-28,-4-5-236,-3-16 247,7-4 0,-6 22 0,5-2 0</inkml:trace>
</inkml:ink>
</file>

<file path=ppt/ink/ink3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18.15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28126,'7'67'61,"0"-1"1,0 0 0,5 31 0,1-6-60,-3-27 1,0-4 0,3 3 0,1-5-423,7 1 420,11-15 0,-19-26 0,5-22 0</inkml:trace>
</inkml:ink>
</file>

<file path=ppt/ink/ink3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18.44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28110,'5'62'63,"-1"0"0,2-4 1,0-4-14,3 12-22,3-3 40,4 25-46,-2-9-16,3-3-46,-4-16-1197,-1-36-3630,-1-27 4867,-3-14 0,-3-8 0,-5 10 0</inkml:trace>
</inkml:ink>
</file>

<file path=ppt/ink/ink3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18.57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16 27454,'63'-4'-208,"0"-1"0,-6 1 0,-8 1 0,-21 3 0,-9 0 0</inkml:trace>
</inkml:ink>
</file>

<file path=ppt/ink/ink3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18.84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27231,'0'0'0</inkml:trace>
</inkml:ink>
</file>

<file path=ppt/ink/ink3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19.37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323 7 27813,'-75'-4'117,"0"1"1,9 6 0,11 7-118,8 21 16,42 22 12,30-10 0,49 13-28,0-12 17,-3-3 45,-28 1-57,-53-20 29,-31-4-40,-22-15-184,6-13-191,12-15 381,46-13 0,-7 15 0,20-2 0</inkml:trace>
</inkml:ink>
</file>

<file path=ppt/ink/ink3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19.59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28250,'8'61'9,"-1"0"0,-1-7 1,0-9-10,3-15 0,-6-17 0,1-1 0</inkml:trace>
</inkml:ink>
</file>

<file path=ppt/ink/ink3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19.75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24893,'0'0'0</inkml:trace>
</inkml:ink>
</file>

<file path=ppt/ink/ink3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22.32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73 27538,'70'-10'26,"0"0"0,-7 1 1,-5 1 29,16-7 39,-22 4 17,-5 2-28,-29 14 73,-18 27-79,-29 25-16,-2 5-32,-4-18 1,-5 0-31,-21 25 0,0 7 17,29-26-11,35-16-6,18-25-34,41-1-671,21-19 705,-30 2 0,-1-2 0,14-4 0,-19-2 0</inkml:trace>
</inkml:ink>
</file>

<file path=ppt/ink/ink3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22.68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185 423 28507,'-52'-63'0,"1"1"0,1-5 0,19 3-50,50-2-1,3 6 12,39 19 22,-16 53 12,-6 33 5,-27 11 0,-43 27-4570,-1-36 4570,7-9 0,8-23 0,26-15 0</inkml:trace>
</inkml:ink>
</file>

<file path=ppt/ink/ink3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27.71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122 1 28362,'-24'68'26,"0"0"0,1-4 0,4-4-20,3 16-1,6-1-5,5 22-5,20-14-208,23 1-3825,39-37 4038,-13-26 0,-7-15 0,-38-6 0</inkml:trace>
</inkml:ink>
</file>

<file path=ppt/ink/ink3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28.1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27667,'54'81'138,"1"-1"1,-21-17 0,-2 2 0,-10-5-111,-11 37-12,-6-22 1,-3-1-17,-7 19 0,2-14 0,-2-37 0,4-32 0</inkml:trace>
</inkml:ink>
</file>

<file path=ppt/ink/ink3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30.47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15178,'0'0'0</inkml:trace>
</inkml:ink>
</file>

<file path=ppt/ink/ink3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30.63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27951,'0'0'0</inkml:trace>
</inkml:ink>
</file>

<file path=ppt/ink/ink3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35.81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26 140 26088,'23'64'463,"0"-1"0,-3-6 0,-5-4 97,-12 18-454,-6-23-39,-4 8 40,-2-37-74,-2-15-16,-7-34-17,5-3 0,-12-52-11,13 4 0,1-18-12,29 13-217,22 18 10,10 26 230,7 22 0,-2 7 0,-17 4 0,35 1 0</inkml:trace>
</inkml:ink>
</file>

<file path=ppt/ink/ink3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36.14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134 310 28373,'-44'-65'-10,"-1"0"1,14 8 0,18 7-30,58 5-1,7 22-105,2 18 83,-36 29-27,-12 7-264,-24 5 353,-5-12 0,6-16 0,9-8 0</inkml:trace>
</inkml:ink>
</file>

<file path=ppt/ink/ink3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36.51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427 23 28205,'-67'-8'0,"0"0"0,6 2 0,8 7 0,2 22-6,23 0-11,2 21 17,40-2 0,8 1-5,32 23 16,-16-6 6,-3 12-56,-61-7-152,-28-23-772,-12-17 963,7-42 0,39 10 0,9-18 0</inkml:trace>
</inkml:ink>
</file>

<file path=ppt/ink/ink3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36.81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19 4 27919,'-7'67'22,"0"1"1,2-7-1,6-9 191,13-17-90,39-13-89,-18-20 33,30-32-56,-42-22-11,0-5-2391,-6-20 2391,-6 38 0,0-3 0,-5 28 0</inkml:trace>
</inkml:ink>
</file>

<file path=ppt/ink/ink3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37.11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28205,'17'72'50,"0"0"0,-1-4 1,-1-5-29,0 13-8,-4-25 0,1 1-8,9 38-6,-1-9-4010,-2-28 4010,1-59 0,-9 11 0,4-25 0</inkml:trace>
</inkml:ink>
</file>

<file path=ppt/ink/ink3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37.33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28199,'0'66'58,"0"0"0,-1 16 0,2-1-58,2-19 0,0-2 0,-1 0 0,1-1-1535,2-2 0,-2-7 1535,-7-6 0,4-8 0,-8-26 0</inkml:trace>
</inkml:ink>
</file>

<file path=ppt/ink/ink3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37.47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 28087,'66'-1'-10,"1"0"0,3 1 0,5-1 1,-13 1-1,-1 0 0,-3 0 1,1 0-1</inkml:trace>
</inkml:ink>
</file>

<file path=ppt/ink/ink3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37.66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27771,'0'0'0</inkml:trace>
</inkml:ink>
</file>

<file path=ppt/ink/ink3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38.21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1 106 28082,'11'76'33,"0"1"1,-1-4-1,1-6-27,7 13-3,-7-29 0,1 1 8,8 30-11,-4-10 252,-8-37-196,-6-51-56,-13-42 2,4 7 1,-1-3-3,-1 1 0,1-3-3,-1-21 1,3 0 2,2 19 0,4 2-6,5-5 1,6 4-29,17-10 23,7 38-12,14 56-33,-23 19-5,-4 28 5,-43-2 33,-1-25-671,-29-19 694,32-24 0,0-3 0,19-5 0</inkml:trace>
</inkml:ink>
</file>

<file path=ppt/ink/ink3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38.51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6 137 27656,'-3'61'185,"1"1"0,8 29 5,39-50-72,1-33-62,1-17 5,-7-37-55,-14-23-17,-5-21-359,-7 5 370,-9 27 0,-3 26 0,-2 22 0</inkml:trace>
</inkml:ink>
</file>

<file path=ppt/ink/ink3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39.03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273 1 28087,'-68'1'15,"0"1"0,12-3 0,11 9-15,13 43 0,29-12 5,27 3 1,9 1-6,5 1 11,6-4 1,-2-1 32,-15 0-16,-16-4-28,-44-17-56,-1-12-588,-12-13 644,19-22 0,14 16 0,4-14 0</inkml:trace>
</inkml:ink>
</file>

<file path=ppt/ink/ink3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39.45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27964,'3'59'44,"0"-1"1,2-2 0,1-4-17,8 20 6,15 22-34,-4-19 342,2-5-337,-10-58 1,-6-27-6,10-52 0,4 12-6,1 4 1,-4 24-1,3 68 6,-10-9-22,10 56-169,-14-31 191,1-6 0,-8-24 0,1-21 0</inkml:trace>
</inkml:ink>
</file>

<file path=ppt/ink/ink3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41.29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 27706,'74'-1'7,"0"0"1,-7 0 0,-8 1-434,-3 0 426,-22 0 0,-6 0 0,-22 0 0</inkml:trace>
</inkml:ink>
</file>

<file path=ppt/ink/ink3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41.47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10 27533,'70'-3'-895,"-1"0"1,-4 1 0,-9 0 0,-11 2 0,-15 0-1</inkml:trace>
</inkml:ink>
</file>

<file path=ppt/ink/ink3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45.53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92 1 27925,'-20'72'78,"0"0"0,2-3 1,2-5-51,7 9-14,6-15 0,1 3-14,-1 33 0,12-16 0,11-1-233,10-24 1,7-5 69,14 5 0,1-7 0,22 6 0,-16-32 1</inkml:trace>
</inkml:ink>
</file>

<file path=ppt/ink/ink3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46.30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284 246 27740,'0'-52'112,"1"-1"0,-7-34-45,-32 61-22,11 13-45,-24-2 0,27 27 39,1 25-16,12 8-12,7 50 0,22-4-6,-8-34 1,1 1-3,2-7 0,1-3 58,3 20-38,-20-16-6,-23-31-6,-11-4-11,-3-19-45,-1-25 28,21-14-28,4-20 6,21 6 39,12 18-28,25 15 23,9 24-1,4 32 17,-18 6 90,-17 56-62,-22-5-36,0-37 0,0 0-14,-4 32-73,14-36 84,56-30 0,-38-16 0,36-7 0</inkml:trace>
</inkml:ink>
</file>

<file path=ppt/ink/ink3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46.92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44 27163,'59'-17'176,"1"-1"1,30 9 64,-83 71-224,-15-1 27,-6 35-44,4-15 6,7-2 11,29-3 56,15-40-6,21-7-34,5-24-5,-1-34-28,-20-2-44,-8-34-68,-26 15 56,-9 1-84,-31 11 140,4 25 22,-34 14 45,30 37-16,-2 5 27,22 51-11,16-9-64,0-32 0,2-2 2,8 25 1,7-11-6,-17-35 0,0-7 0,-8-16 0</inkml:trace>
</inkml:ink>
</file>

<file path=ppt/ink/ink3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47.26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27645,'60'65'138,"0"-1"0,-4-1 0,-8-2-31,0 25-77,-22-18 1,-3 6-20,-9 1 1,-3 1-10,3-2 1,-5-1 0,-8 0 0,-7-5-3,-13 4 0,9-17 0,-7-26 0</inkml:trace>
</inkml:ink>
</file>

<file path=ppt/ink/ink3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56.97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27466,'20'61'132,"1"0"1,-2-3-1,-2-5-59,3 19-34,-2-7 23,4 8 380,-10-23-414,-1-24-28,-15-35 0,-10-61-5,0-22-18,0-2 0,9 40 1,5 3-67,13-10-225,7 7-828,22 28 1142,8 29 0,-18 0 0,-5 8 0</inkml:trace>
</inkml:ink>
</file>

<file path=ppt/ink/ink3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57.28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204 367 28378,'-55'-35'18,"-1"-1"1,6 5 0,13-3-24,32-28-1,16 1-44,20-1-1,3 26-44,18 26 84,-30 44-129,-2 11 0,-24 9 140,-5-8 0,1-29 0,2-7 0</inkml:trace>
</inkml:ink>
</file>

<file path=ppt/ink/ink3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57.64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227 1 27774,'-59'6'11,"0"-1"0,-32 13-11,81 30 17,22 12-17,5 3 17,20 17-29,-16-24 18,-11 3-79,-33-27-128,-3-16-796,-8-36 997,21-11 0,5 4 0,8 1 0</inkml:trace>
</inkml:ink>
</file>

<file path=ppt/ink/ink3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57.96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27589,'2'55'44,"0"0"1,9 39-5,9-59 44,19-4-17,-6-15 168,21-10-145,-17-39 10,-1-19-83,-17-5-17,-11-12 0,-8 37 0,0 1 0,0 23 0</inkml:trace>
</inkml:ink>
</file>

<file path=ppt/ink/ink3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58.29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27858,'4'63'102,"1"0"1,0-3 0,0-3-81,4 21-22,3-2 6,2 14-6,-3-29 0,1 17 0,-8-53 0,-1 0 0</inkml:trace>
</inkml:ink>
</file>

<file path=ppt/ink/ink3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58.55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28020,'13'69'87,"0"0"1,-1-5 0,-1-3-83,-1-8 1,-1-1-6,5 45 6,-1-5-1770,-8-18 1764,-14-47 0,6-6 0,-8-18 0</inkml:trace>
</inkml:ink>
</file>

<file path=ppt/ink/ink3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58.69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27331,'96'3'-1639,"1"-1"1,-22-1-1,-8 0 1,2 2 0,-47-3-1</inkml:trace>
</inkml:ink>
</file>

<file path=ppt/ink/ink3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58.95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6 26922,'71'-1'-4,"0"-1"1,-5 0-1,-7 1 4,12 1 0,-38 0 0,8 0 0</inkml:trace>
</inkml:ink>
</file>

<file path=ppt/ink/ink3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59.31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 1 28087,'0'67'80,"0"0"0,-1-5 1,-1-6-53,-2 5-22,-1-4-1,1 11 18,3-10-12,13 2 6,23-16-17,13-17-34,16-6 17,-11-12-56,-14-3-4889,3-4 4962,-10-8 0,-8 4 0,-7-5 0</inkml:trace>
</inkml:ink>
</file>

<file path=ppt/ink/ink3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4:59.67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28087,'17'82'76,"-1"1"1,1 11 0,-3-5-72,-8-33 1,-1-3-9,0 8 0,0-3 3,4 20 0,-5-39 0,-3-25 0</inkml:trace>
</inkml:ink>
</file>

<file path=ppt/ink/ink3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5:00.09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240 35 28322,'-57'-17'8,"0"-1"1,-42 28-14,79 67-1,14 10 23,17-31 28,28-26-12,7-37-22,0-7 34,1-25-45,-23 11 0,2 25-17,-10 13-83,1 29 100,29 2 0,-29-22 0,21 5 0</inkml:trace>
</inkml:ink>
</file>

<file path=ppt/ink/ink3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5:00.53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68 1 28003,'-21'61'22,"1"0"1,2-6-1,9-8-10,26-9 4,28-6 12,-5-17 62,17-11 28,-27-36-34,-9-18-51,-11-6 6,-10 6-50,0 23 11,7 30 6,6 43-6,3 14 0,-8-3 0,-3 4 45,-1 34-31,-14-41 0,-6-2-3,-20 19-6,-7-33-105,3-24-18,14-27 118,26-38 0,-11 25 0,23-22 0</inkml:trace>
</inkml:ink>
</file>

<file path=ppt/ink/ink3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5:00.85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167 372 28574,'-47'-62'0,"0"0"0,5 11 0,12 4-5,33-18-23,19 25-6,0 8 23,12 19 5,-19 42-10,-7 9-7,-15 8 23,-9-3 0,6-30 0,-1 0 0</inkml:trace>
</inkml:ink>
</file>

<file path=ppt/ink/ink3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5:01.16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86 27578,'15'54'492,"0"0"1,4 17-493,-25-80 6,-5-19-12,4-21 6,2 11-22,3-20-12,13 24-162,0 5-84,22 14 280,33 12 0,-32 2 0,19 1 0</inkml:trace>
</inkml:ink>
</file>

<file path=ppt/ink/ink3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5:01.84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27908,'62'3'110,"1"0"0,-7-1 0,-9 0 64,-16-2-174,-3 1 0,-6 9 0,3 7 0,6 27 6,12 19-6,0 4 2,-13-17 1,-2 2 3,13 35 8,-20-37 0,-2 1 75,3 27-55,-22-31-6,-36-14-17,-23-21-5,-16-1-863,11-8-1333,39-3 2190,21-3 0,13 2 0,-1-2 0</inkml:trace>
</inkml:ink>
</file>

<file path=ppt/ink/ink3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5:05.71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25882,'0'0'0</inkml:trace>
</inkml:ink>
</file>

<file path=ppt/ink/ink3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5:06.26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83 27594,'9'79'108,"0"0"1,0-4-1,-1-5-1,5 20-91,-5-30 1,-1 1 5,-3-9 1,-1-1 153,1 4 1,0-6-160,-4-5-12,0-44 1,-7-70-6,3 19 0,-1-7-3,-3-18 0,0-3-3,2 13 1,1 1-4,-1-11 1,3 4 3,10-16-18,21 3-22,23 41 29,3 27-35,23 33 40,-35 26-45,-3 28 50,-37-5-5,-40 7-67,-13-38-969,2-5 1047,15-45 0,26 10 0,7-18 0</inkml:trace>
</inkml:ink>
</file>

<file path=ppt/ink/ink3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5:06.55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71 27628,'15'61'65,"0"0"0,-2-5 1,4-10 74,16-18-50,-2-7 190,3-11-213,-10-19-22,-1-32-45,-8-25-12,-6-4-200,6-10 212,-5 39 0,-1 6 0,-4 24 0</inkml:trace>
</inkml:ink>
</file>

<file path=ppt/ink/ink3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5:07.03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208 47 27863,'-57'-15'70,"-1"0"0,-27-2-70,78 76 0,34-8 6,7 26-1,0-32 18,-16-8 100,-31-5-101,-2-16-1209,-16 4 1187,13-24 0,4 4 0,9-7 0</inkml:trace>
</inkml:ink>
</file>

<file path=ppt/ink/ink3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5:07.43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27891,'6'66'89,"1"0"1,-2-5 0,0-3-45,-1 36 28,-3-14 223,-1-1-296,0-54 0,3-30-11,20-46 6,0 16-1,29-5-5,-13 40 5,2 35-44,-20 24-79,-11 3-795,-10-4 924,4-37 0,-3-3 0,4-15 0</inkml:trace>
</inkml:ink>
</file>

<file path=ppt/ink/ink3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5:09.70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259 0 27986,'-52'57'65,"0"-1"1,4-2-1,9-2-31,9 21-12,9 6-14,12-20 1,4 3-6,3-1 0,6 2-62,11 8 0,7-3-104,-1-19 1,6-8 162,17-7 0,1-11 0,-4-8 0,5-8 0</inkml:trace>
</inkml:ink>
</file>

<file path=ppt/ink/ink3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5:16.65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0 113 27622,'32'48'121,"0"0"1,7-3-1,2-15-14,19-36-40,4-22-45,-25-3 46,-21-31-7,-28 9 1,-24-3-45,-16 23-17,-2 19-90,7 39-128,29 0 218,16 27 0,3-29 0,10-1 0</inkml:trace>
</inkml:ink>
</file>

<file path=ppt/ink/ink3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5:16.95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1 101 27410,'1'54'80,"0"1"0,21-1 0,11-13 32,36-29-72,17-16 312,-28-53-150,-39-17-174,-18 1 6,-35 0-62,-18 47-157,-9 16 185,23 44 0,15-12 0,22 10 0</inkml:trace>
</inkml:ink>
</file>

<file path=ppt/ink/ink3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5:17.19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28216,'2'60'39,"0"0"0,0-3 1,2-2-29,3 24-11,4-2-6,11 18-582,-3-18 588,-9-15 0,-2-30 0,-14-29 0</inkml:trace>
</inkml:ink>
</file>

<file path=ppt/ink/ink3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5:17.34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12 27914,'80'-4'-2228,"-1"1"1,-1-1-1,-4 3 2228,-21 5 0,-5 0 0,8-1 0,5 4 0</inkml:trace>
</inkml:ink>
</file>

<file path=ppt/ink/ink3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5:17.52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27771,'0'0'0</inkml:trace>
</inkml:ink>
</file>

<file path=ppt/ink/ink3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15.31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 28042,'30'61'71,"0"-1"0,-3-4 0,-6-6-32,-18-4-39,-1-5 224,-2 4-218,0-27-6,-2-14 0,-8-55-6,2-19 6,-3-17-11,6 24-6,5 9-16,18 29-1,-2 3-223,36 12 257,-3 8 0,-11 2 0,-10 0 0</inkml:trace>
</inkml:ink>
</file>

<file path=ppt/ink/ink3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17.45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10 28205,'43'70'18,"0"1"1,-2-7 0,-4-6-19,0 5 84,-7-20-62,-11-40 1,-10-17 5,2-20-28,-11-10-23,2-28 1,-2 1-314,0-7 336,1 34 0,-1 21 0,2 22 0</inkml:trace>
</inkml:ink>
</file>

<file path=ppt/ink/ink3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18.41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208 425 28457,'-56'14'14,"0"0"0,-33 19-20,84 29 1,3-18 10,23 6 6,6-34 1,21-16 10,-7-27-11,-12-2 28,-14-12-39,-12 45 0,-3 5-5,1 32-90,25 12-79,22-21 79,31-12 78,-10-34 6,3-51 16,-39-25-8,-18 30 1,-3-3 7,-6-3 1,-4 1-28,-8-33-29,-4 45 1,-1 5 67,-8 2 78,-7-2-73,10 44 17,3 18 79,-4 53-56,11 32-54,0-31 0,3 2-8,5-11 0,4-2-3,5 7 1,7-6 13,28 7 0,2-13 12,11-29 10,-20-51-27,5-18-6,-17-11 17,-7-11-17,-14 63 5,-2 11-5,-4 52 0,0 6-5,24 17 5,32-33 0,25-19 11,6-69 0,-31-12-6,-39 4 1,-8-2 0,-4-20-107,-14-2 101,-1 33 0,-2 21 0,4 16 0</inkml:trace>
</inkml:ink>
</file>

<file path=ppt/ink/ink3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21.03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477 263 28406,'-61'1'15,"1"0"0,6 0 0,5-1 52,-3 0-61,4-14-6,-4-10 0,16-8-11,2-17-6,22 9-17,5-4-16,21 12-45,29 10-28,-8 14 95,13 18 56,-43 17-28,-11 5 0,-42 13-34,12-24 34,-8 0 0,29-15 0,8-4 0</inkml:trace>
</inkml:ink>
</file>

<file path=ppt/ink/ink3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21.35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28283,'73'45'22,"0"0"1,8 12-1,-10 4 26,-38-10 0,-7 4-23,5 15 0,-10 3-20,-25-4 1,-12-1-45,-3-7 0,-6-6 39,-31 21 0,22-37 0,23-27 0</inkml:trace>
</inkml:ink>
</file>

<file path=ppt/ink/ink3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30.14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0 347 28020,'40'62'54,"1"-1"0,-4-5 0,-8-6-5636,-19-11 5594,0 4 1671,-4-10-1678,-5-18 855,-15-37-860,-1-17-6,-8-39 6,15 1 12,0-20-18,9 21 3398,12-5-3403,5 27-51,8 0 6,7 12-17,-5 16-274,23-1-762,14 13 1109,18 0 0,-29 10 0,-14 4 0</inkml:trace>
</inkml:ink>
</file>

<file path=ppt/ink/ink3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30.58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281 475 28507,'-66'-36'20,"0"1"1,0-5 0,16 2-21,33 3-6,1-31-11,16 9-5,14 1-12,30-2-10,17 29-12,8 5 22,-19 32 34,-30 22 0,-24 6 0,-11 2-2699,-4-11 2699,12-12 0,-2-3 0,12-9 0</inkml:trace>
</inkml:ink>
</file>

<file path=ppt/ink/ink3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30.91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274 31 28474,'-61'-11'7,"0"0"0,3 2 1,13 12-8,23 40 6,3 34-1,11 6-5,32 12-78,21-22-40,13-35-778,17-21 896,-23-32 0,-11 11 0,-16-13 0</inkml:trace>
</inkml:ink>
</file>

<file path=ppt/ink/ink3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31.61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331 111 28177,'-63'-33'33,"1"1"1,5 3 0,8 13-34,17 29-6,-4 23 6,18 13 22,4 16-22,47 4 0,0-17-5,40 6-6,-29-19 39,-7 1-6,-26-1-11,-44-12-16,-10 0-135,-8-11-896,8-9 1036,30-10 0,3 2 0,10-3 0</inkml:trace>
</inkml:ink>
</file>

<file path=ppt/ink/ink3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32.90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74 1 27376,'-20'73'192,"0"1"0,1-2 1,6-5-1776,11 25 1591,3-22 1,5 4-6,7-2 0,6 2-26,7 13 1,7-3-82,2-22 1,8-7 103,13-4 0,0-10 0,-5-11 0,9-4 0</inkml:trace>
</inkml:ink>
</file>

<file path=ppt/ink/ink3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36.03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14 27886,'20'65'20,"-1"0"1,2 7-1,-4-6-37,0 1 404,-3-3-387,-7-38 0,-5-33-34,-13-39-27,3-22 49,-4-4 7,7-17-12,16 30 6,0 7-191,14 18-134,10 25 336,11 7 0,-15 2 0,-3 3 0</inkml:trace>
</inkml:ink>
</file>

<file path=ppt/ink/ink3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36.38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0 133 27852,'13'54'50,"0"1"1,8-3-1,9-12 40,36-22-57,13-35-16,-21-12 34,-22-50-29,-36 7 28,-15 2-10,-41 7-63,-8 43-10,-12 18-51,24 22 84,23 55 0,19-47 0,10 26 0</inkml:trace>
</inkml:ink>
</file>

<file path=ppt/ink/ink3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36.71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0 184 27533,'31'51'125,"0"0"0,9-3 0,5-16-41,31-45-28,9-28 34,-34-11 22,-25-35-45,-52 18-22,-27 4-45,-12 26-12,-25 40-133,37 40-1457,10 26 1602,32-6 0,13-13 0,5-34 0</inkml:trace>
</inkml:ink>
</file>

<file path=ppt/ink/ink3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36.99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28350,'4'67'11,"-1"0"0,4 12 1,3-5-6,7 3-29,-2-18 1,1-3-841,2-3 863,-5 7 0,-8-43 0,-7-4 0</inkml:trace>
</inkml:ink>
</file>

<file path=ppt/ink/ink3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37.15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13 26973,'73'-3'-530,"0"-1"0,-13 1 0,-13 1 0,-29 2 0</inkml:trace>
</inkml:ink>
</file>

<file path=ppt/ink/ink3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38.45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1 264 27902,'79'-10'17,"1"0"0,-18 3 0,-2 0-23,2 3 1,-3-1 21,25-4-16,-6-1 56,-21-10-28,-40-2-22,-31-13-40,-30-4 18,-25 2 16,10 10-6,14 12 0,35 9 6,19 7 0,18 4 0,13 6-33,17 13 61,-13 9 190,-5 13-162,-22-5-17,-36 16-72,-8-13-925,-12 7 958,11-20 0,15-15 0,10-12 0</inkml:trace>
</inkml:ink>
</file>

<file path=ppt/ink/ink3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39.57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27998,'14'76'91,"0"1"0,-2-6 1,0-2-70,-4-6 1,-1-4-23,4 28-17,-5-26 0,5-5 17,21-8 0,-18-10 0,11-29 0</inkml:trace>
</inkml:ink>
</file>

<file path=ppt/ink/ink3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39.89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173 452 28490,'-45'-63'11,"0"1"0,3 4 1,12 6-12,23 8-6,3 1-38,17-10 10,4 20-56,34-3 46,3 29-46,1 31 79,-21 2 5,-25 38-2884,-22-21 2890,-6-2 0,4-21 0,2-15 0</inkml:trace>
</inkml:ink>
</file>

<file path=ppt/ink/ink3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0.30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155 415 27107,'14'-66'328,"0"1"1,0 6 0,-6 6-284,-21-2-23,-15 6-16,-3 7 10,-18 16-16,17 33-16,2 34 55,14 38 6,10 7-6,14-19 0,6 3-28,1-7 0,4 2-11,8 13 0,3 1 3,-2-6 0,-2-5 3,12 24-286,-17-32-913,-33-35 1193,-33-22 0,17 4 0,-14-16 0</inkml:trace>
</inkml:ink>
</file>

<file path=ppt/ink/ink3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0.45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1 213 27751,'72'-35'-217,"0"-1"1,-4 2 0,-4 3 216,16-3 0,-37 15 0,2-5 0</inkml:trace>
</inkml:ink>
</file>

<file path=ppt/ink/ink3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0.68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28502,'6'64'7,"0"1"0,5 15 1,1-4-8,7 13-6,-2-19 1,1 0-264,2 19 269,-5-5 0,-9-41 0,-9-28 0</inkml:trace>
</inkml:ink>
</file>

<file path=ppt/ink/ink3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0.80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0 128 27779,'75'-34'-372,"0"0"0,-21 6 0,-8 7 1,-10 11-1</inkml:trace>
</inkml:ink>
</file>

<file path=ppt/ink/ink3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1.08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35 1 28194,'10'64'14,"0"0"1,1-6 0,-6-2-15,-20-4 0,-2-6 0,9-5 0,-23 28 0</inkml:trace>
</inkml:ink>
</file>

<file path=ppt/ink/ink3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2.30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21 134 27718,'1'67'22,"0"0"0,2 3 1,2-8 335,6-11-341,1-28 0,-7-29 16,-20-54-44,-1-3 17,-2-20 5,8 21-17,31-9-38,9 25-91,6 3 135,27 16 0,-44 19 0,17 4 0</inkml:trace>
</inkml:ink>
</file>

<file path=ppt/ink/ink3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2.61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138 395 28490,'-38'-55'-28,"0"0"0,2 5 0,11 3-50,29-12-68,10 17-89,16-15 90,-4 37 145,2 10 33,-19 22-50,-4 10 17,-7 21 0,2-23 0,-2 8 0</inkml:trace>
</inkml:ink>
</file>

<file path=ppt/ink/ink3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3.00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259 20 28322,'-63'-6'15,"-1"-1"0,5 0 0,12 12-9,26 44-6,16 18 0,20 1-9,11-22 1,5-3-14,20 5 13,-11-15 1,-1-3 8,-4-5 0,-11 4-202,-49-20-123,-5 1 325,-16-8 0,27-2 0,7 0 0</inkml:trace>
</inkml:ink>
</file>

<file path=ppt/ink/ink3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3.33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27583,'10'59'11,"0"0"1,14 38-12,2-72 218,10-8 68,-12-8-253,14-18-5,-22-7-39,14-28 22,-13-4-56,-2 2-851,-7 1 896,-8 17 0,0 11 0,0 4 0</inkml:trace>
</inkml:ink>
</file>

<file path=ppt/ink/ink3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3.69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28311,'6'84'39,"1"-1"0,-1-3 1,1-8-40,4 9 0,-4-27 0,1 0 5,9 37-89,-3-7-50,0-27-9697,-7-40 8382,13-14 0,-14-4 0,8-9 0</inkml:trace>
</inkml:ink>
</file>

<file path=ppt/ink/ink3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3.95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28350,'2'75'13,"1"-1"0,-1-3 1,3-6-9,8 15 12,2-4-34,8 11 17,-6-22 0,-1-14 0,-10-29 0</inkml:trace>
</inkml:ink>
</file>

<file path=ppt/ink/ink3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4.10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35 27947,'90'-9'-161,"0"0"1,-26 3 0,-10 1 0,-7-1 0</inkml:trace>
</inkml:ink>
</file>

<file path=ppt/ink/ink3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7.12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156 1 28518,'-17'63'-21,"1"0"1,-6 10 0,-1-8 20,-9-11 0,4 0 0,11-36 0</inkml:trace>
</inkml:ink>
</file>

<file path=ppt/ink/ink3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7.42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28502,'6'85'1,"0"0"1,0-8 0,0-3-2,1-16 0,-2-3 3,0-5 0,-2 0-20,1 5 0,-1-2-1075,-1 9 1092,-15-26 0,10-28 0,-10-4 0</inkml:trace>
</inkml:ink>
</file>

<file path=ppt/ink/ink3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7.85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327 16 28373,'-72'-4'18,"0"0"1,12-3 0,10 12-11,19 37 1,11 11-9,2 34 5,14 12 1,24-37-1,42-29 12,5-63-6,10-22 85,-25-26-85,-27 16-11,-19 36 0,-4 30-62,6 34-89,5-4 151,14 13 0,-13-29 0,3-1 0</inkml:trace>
</inkml:ink>
</file>

<file path=ppt/ink/ink3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8.28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160 8 28423,'31'46'-3,"1"0"1,22 28 13,-23-80 0,-6-8 6,-2-11-12,-1-19-5,-8 10 23,1-6-12,-11 30 17,-1 43-6,-3 39-5,-5-15 0,-3 2-9,2-7 1,-5-2 5,-13 6 0,-7-5-9,-37 6-5,-20-10-5,7-32-18,27-26-206,17-33 229,52-11 0,-14 11 0,26 9 0</inkml:trace>
</inkml:ink>
</file>

<file path=ppt/ink/ink3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8.60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134 379 28630,'-38'-63'0,"0"0"0,5-5 0,14 7-5,32 18-23,22-18-17,-10 41 28,6 22 17,-33 39 0,-9 8-123,-31 22 123,18-35 0,-4-5 0,25-22 0</inkml:trace>
</inkml:ink>
</file>

<file path=ppt/ink/ink3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8.92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1 186 28233,'7'97'409,"0"-31"-409,-7-75-6,-5-41 6,4-14 0,-4-5-11,5-4-17,3 39-51,7-5-77,22 29-4205,17 25 4361,-1 4 0,-12 8 0,-24-14 0</inkml:trace>
</inkml:ink>
</file>

<file path=ppt/ink/ink3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9.17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28558,'20'57'-2,"1"1"0,-2-7 0,-3-3 2,-2 12-269,-7-19 269,-7 14 0,-1-37 0,-4 0 0</inkml:trace>
</inkml:ink>
</file>

<file path=ppt/ink/ink3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9.29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1 125 27897,'90'-32'-162,"1"1"1,-35 11 0,-6 3 0,22-7-1</inkml:trace>
</inkml:ink>
</file>

<file path=ppt/ink/ink3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9.48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 1 28373,'-2'59'15,"0"0"0,0-4 0,1-7-10,4-9 1,1-2-6,5-1 0,-5-18 0,1-1 0</inkml:trace>
</inkml:ink>
</file>

<file path=ppt/ink/ink3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49.81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27925,'65'26'168,"0"0"0,8 18 0,-9 11-121,-25 8 1,-9 5-31,2-2 0,-5 5-3,-8 22 0,-11 1-14,-17-26 0,-6-1-76,1 12 0,-5-2 76,-5-18 0,-1-8 0,-6 8 0,14-30 0</inkml:trace>
</inkml:ink>
</file>

<file path=ppt/ink/ink3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1.44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1 118 28238,'21'57'45,"0"1"0,-1-5 0,-1-4-12,6 8 18,1 10 50,-14-23-96,-6-6-5,-13-44 0,-14-39-17,7-30 12,-2-2-12,12-19-28,23 28-44,7-6-326,31 24 415,7 19 0,-23 18 0,-8 7 0</inkml:trace>
</inkml:ink>
</file>

<file path=ppt/ink/ink3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1.75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303 395 28558,'-65'-11'13,"-1"1"0,5-1 0,12-6-13,22-18 0,4-30 0,12-8-11,23-11-1,19 27 12,6 26-16,-1 59 10,-23 19 6,-5 12-538,-8-5 538,26-27 0,-19-12 0,20-6 0</inkml:trace>
</inkml:ink>
</file>

<file path=ppt/ink/ink3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2.00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213 1 28552,'-58'50'3,"0"0"1,6-4 0,14-2 2,32 4-23,22 15-22,3-25-325,48 7 364,3-39 0,-13 0 0,-15-12 0</inkml:trace>
</inkml:ink>
</file>

<file path=ppt/ink/ink3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2.48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237 3 28462,'-61'-2'5,"1"1"1,4 10 0,14 9-6,33 24 6,18 25-4,16-16 1,6 0 3,10 29-9,-10-24 0,-7-2-2,-26-2-1,-17-16-117,-31-23 123,7-10 0,8-1 0,15-6 0</inkml:trace>
</inkml:ink>
</file>

<file path=ppt/ink/ink3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2.84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215 1 28446,'-54'82'33,"1"0"1,6-6-1,9 1-33,24-2 0,9-1 0,1-17 0,6 2 0,16 37 0,14 1-22,8-27 0,10-3-128,-4-6 0,6 1 0,-4-8 0,-2-7 0,-2-7 0,-6-3 0,0 0 0</inkml:trace>
</inkml:ink>
</file>

<file path=ppt/ink/ink3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3.73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64 27807,'42'64'108,"1"1"0,-1 4 1,-9-5 221,-15-3-324,-8-26 11,-23-55-17,1-30 0,-5-45 0,12 36-23,8-38-27,25 54-51,5-3-750,58 34 851,-2 19 0,-16-5 0,-20 5 0</inkml:trace>
</inkml:ink>
</file>

<file path=ppt/ink/ink3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4.01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 28 28210,'-1'65'30,"1"1"0,-1-7 0,9-8-30,33-9 28,16-20 28,17-25-45,-7-47 6,-26-9 0,-25-37 5,-56 36-16,-22 7-34,-22 41-62,25 30-649,32 35 739,62-3 0,-19-9 0,23-17 0</inkml:trace>
</inkml:ink>
</file>

<file path=ppt/ink/ink3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4.29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0 200 28098,'5'52'17,"0"0"0,16 32-17,23-65 39,8-10 45,31-32-11,-11-37 22,-37 16 0,-6-5-61,0-41 5,-68 1-39,-22 55 0,-9 8-173,4 66 173,43 20 0,6-5 0,17-8 0</inkml:trace>
</inkml:ink>
</file>

<file path=ppt/ink/ink3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4.60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28479,'22'77'18,"1"0"1,3 15 0,0-4-22,-8-25 1,-1-3-18,4 11 0,0-3-383,6 22 403,-13-33 0,-10-41 0,-4-7 0</inkml:trace>
</inkml:ink>
</file>

<file path=ppt/ink/ink3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4.73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22 27662,'93'-6'-76,"-1"0"1,-31 0 0,-8 2 0,8 4 0</inkml:trace>
</inkml:ink>
</file>

<file path=ppt/ink/ink3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5.28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0 237 28076,'67'-6'11,"0"-1"0,-3 0 1,-3 1-12,28-4 0,-36 3 0,-1 0 50,15 0-33,-10-8-6,-62 8 6,-47-15-17,-17-6 0,4-1-11,17 0-1,38 6 18,22 9 0,10 1-6,39 22 84,-8 25-6,-4 23-22,-21 17-39,-30-16-17,-7-11 0,-9-23 0,8-12 0,1-4 0</inkml:trace>
</inkml:ink>
</file>

<file path=ppt/ink/ink3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5.71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1 156 28171,'26'54'91,"0"0"1,-2 2 0,-5-13-81,-13-33-11,-1-7 22,-10-46-11,4-19-16,4-15 5,7 16-28,20 6-191,6 29 219,38-5 0,-39 21 0,12 0 0</inkml:trace>
</inkml:ink>
</file>

<file path=ppt/ink/ink3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5.88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28272,'15'56'35,"0"1"1,-2-5-1,1-5-18,11 15-862,-5-11 845,-1-10 0,-11-19 0,-6-23 0</inkml:trace>
</inkml:ink>
</file>

<file path=ppt/ink/ink3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6.03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26782,'0'0'0</inkml:trace>
</inkml:ink>
</file>

<file path=ppt/ink/ink3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6.49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281 63 28468,'-64'-24'26,"0"1"0,6 8 0,10 15-20,19 62-6,11 16-6,53-32-5,24-7 11,-11-27 0,4-6 6,31 2-12,-8 19 12,-51 19-12,-36 16 6,-15-13 0,-42-15-89,14-29-74,4-14 163,20-47 0,22 34 0,9-27 0</inkml:trace>
</inkml:ink>
</file>

<file path=ppt/ink/ink3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6.83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28356,'0'69'37,"0"0"0,-1 11 1,3-5-21,11 20 0,-3-7 95,5-32-112,10-58 0,-6-11-6,36-40 6,-16 17 0,7 5 0,-19 51 0,-13 9-50,-5 35-398,-4-30 448,3 2 0,-4-25 0,2-5 0</inkml:trace>
</inkml:ink>
</file>

<file path=ppt/ink/ink3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7.04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28457,'3'68'28,"0"0"0,3 14 0,2-5-28,2 5-82,7-12 1,1-3 81,1-10 0,5 7 0,-19-51 0</inkml:trace>
</inkml:ink>
</file>

<file path=ppt/ink/ink3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7.17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0 134 28031,'79'-25'-883,"-1"0"0,14-3 0,-7 5 0,-10 8 0,6-2 0</inkml:trace>
</inkml:ink>
</file>

<file path=ppt/ink/ink3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8.40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29 1 28098,'15'56'-71,"0"1"0,-4-3 1,-8-8-882,-18-17 952,-12 0 0,11-12 0,2-7 0</inkml:trace>
</inkml:ink>
</file>

<file path=ppt/ink/ink3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8.88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0 144 27634,'21'55'181,"0"1"0,-2 1 0,-2-6 76,-8-8-257,-2-20 0,-6-28 17,-5-52-11,2-14-6,-2 0-6,4-12-16,1 41-163,22-15-515,20 36 700,31 1 0,-27 19 0,-3 1 0</inkml:trace>
</inkml:ink>
</file>

<file path=ppt/ink/ink3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9.18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145 347 28429,'-40'-60'-13,"0"-1"0,1 5 0,14 8-10,31 13-66,27-7 16,17 15-50,12 9 95,-19 28 5,-20 29-262,-33 3 285,0 0 0,-3-19 0,5-16 0</inkml:trace>
</inkml:ink>
</file>

<file path=ppt/ink/ink3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9.50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296 1 28362,'-75'3'35,"0"0"0,15-2 1,11 8-30,12 36-6,67 9-12,3 1-2,7-19 0,3-3-2,6 13 16,-6 6 5,-48-17-33,-14-16-1478,-29-7 1506,19-13 0,3 2 0,17-4 0</inkml:trace>
</inkml:ink>
</file>

<file path=ppt/ink/ink3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7:59.79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28322,'5'60'11,"1"0"1,15 36 33,12-83 16,20-12 34,-7-30-55,-7 2-35,-20-18-5,-16 8-756,-3 14 756,8 2 0,-6 15 0,6 5 0</inkml:trace>
</inkml:ink>
</file>

<file path=ppt/ink/ink3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8:00.06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28384,'23'79'37,"0"1"0,-1-6 1,-2-6-32,-1 8-6,-7-28 0,0 2-28,5 38-415,-2-10 443,-9-21 0,-6-41 0,0-4 0</inkml:trace>
</inkml:ink>
</file>

<file path=ppt/ink/ink3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8:00.28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28490,'19'72'5,"0"0"1,4 10 0,-1-7-6,4-5-107,-9-17 1,-2-2 106,-4-4 0,-1-5 0,-10-28 0</inkml:trace>
</inkml:ink>
</file>

<file path=ppt/ink/ink3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8:00.44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70 27583,'89'-18'-756,"-1"0"0,4 1 0,-13 5 0,-27 8 0,0 3 0</inkml:trace>
</inkml:ink>
</file>

<file path=ppt/ink/ink3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8:00.67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28384,'14'63'13,"0"0"0,-2-6 0,-3-10-13,-5-18 0,-4-15 0,0-1 0</inkml:trace>
</inkml:ink>
</file>

<file path=ppt/ink/ink3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8:01.11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28356,'18'70'46,"0"0"1,0-5 0,0-2-44,0-9 0,0-2 5,0 0 0,-1 1-5,0 5 0,-1-1-3,3 27 0,-13-42 0,-6-22 0</inkml:trace>
</inkml:ink>
</file>

<file path=ppt/ink/ink3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8:01.51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198 0 28250,'-54'50'48,"0"0"1,7-13-1,12 2-25,27 50-18,14-46 12,27 2-6,-5-36-5,36-39 5,-21-16-5,0-18-18,-14 37 12,-14 22-28,-4 34-106,4 6 134,8 2 0,-10-16 0,3-3 0</inkml:trace>
</inkml:ink>
</file>

<file path=ppt/ink/ink3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8:01.98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31 0 28423,'-11'57'5,"-1"0"1,5 4 0,11-6-23,37-3 12,17-11-1,0-23 6,-7-46 17,-32-13-23,-4-26 29,-12 17-23,-3 20 0,0 41 0,8 49 0,-5 2 14,2-8 0,-2 1 70,-14 24-56,-17 4-17,-12-34-28,1-25-33,3-21-354,22-36 404,10-18 0,3 9 0,10 4 0</inkml:trace>
</inkml:ink>
</file>

<file path=ppt/ink/ink3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8:02.3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134 373 28524,'-37'-55'2,"0"0"0,3 5 0,10 6 3,22 6-27,12-12-73,15 6-17,6 7 128,3 43 57,-20 38-56,-29 29-17,-4-10-1870,-15-5 1870,27-35 0,-3-3 0,16-16 0</inkml:trace>
</inkml:ink>
</file>

<file path=ppt/ink/ink3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8:02.72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0 433 28126,'73'-12'158,"0"-1"1,-5-4 0,-21 11-153,-41 18-6,-5-18 0,-1-35-17,5-17 6,4-3-23,16-20-44,13 27-6,14-1 11,-10 26-134,3 17-1473,-19 21 1680,-3 9 0,-10-5 0,-9 3 0</inkml:trace>
</inkml:ink>
</file>

<file path=ppt/ink/ink3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8:03.98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28014,'0'74'-54,"0"0"0,0-15 0,0-8 0,0-11 0,0-27 0</inkml:trace>
</inkml:ink>
</file>

<file path=ppt/ink/ink3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8:04.15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30 28054,'69'-6'-927,"0"1"1,-8 0 0,-8 0 926,-13 2 0,-20 1 0,-7-1 0</inkml:trace>
</inkml:ink>
</file>

<file path=ppt/ink/ink3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8:04.32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28115,'7'65'-41,"0"0"0,-1-5 0,4-7 41,12-7 0,-11-21 0,3-2 0</inkml:trace>
</inkml:ink>
</file>

<file path=ppt/ink/ink3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8:04.76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28261,'72'37'43,"-1"0"0,-5 0 0,-8 4-15,-23-3 0,-6 3-9,-3 2 1,-4 3 10,-3 21 1,-5 4-17,-4-3 0,-6-1-11,-4-2 0,-6-2-9,-6-5 1,-5-9 5,-18-8 0,7-7 0,11-26 0</inkml:trace>
</inkml:ink>
</file>

<file path=ppt/ink/ink3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6:38:22.60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1763 324 28070,'-27'-53'48,"0"0"0,-21-35-37,22 76 11,-4-1 17,-19-5-39,-10-1-5,-18-2 5,15 6-17,-18 1 51,4 5-29,26 6 1,-1 0-1,-34 0-8,32 3 1,0 0-9,-30 0 11,31 0 0,0 2 39,-45 8-39,24-1 0,-15 15 11,16 2-28,-16 9 45,12 8-28,20-8 6,8 14-6,13-1-6,-2 20 6,12-10 0,5 26 17,14-7-20,5-26 0,2 0 3,8 29-11,21 15 11,12-18 3,-13-30 0,4 1-1,2 2 1,2-3-3,24 26 0,-18-29 0,5-2-8,-3-9 0,4-2 13,15 7 1,5-1-1,4-6 1,1-4-6,-16-7 0,1-3 0,11 0 0,-2-4-11,-16-7 0,-1-2-9,13 1 0,-1-2 20,30-13-11,-37-4 0,-1-6-11,30-31 19,-35 18 0,-2-3-6,-8 0 1,-6 0 8,10-20 23,-14-22-23,-15-1 0,-7 21 0,-2-3 0,-1 9 0,-1-2-9,-1-22 1,-1 0 10,-1 14 1,0 1-3,0-9 0,-1 1-72,-4-24 72,-29 9 0,20 58 0,-18-9 0</inkml:trace>
</inkml:ink>
</file>

<file path=ppt/ink/ink3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5:49.83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27998,'28'67'28,"1"0"0,-2-2 0,-2-4-28,2 24-84,-2-32 0,5-2 84,31 21 0,-12-10 0,-11-39 0</inkml:trace>
</inkml:ink>
</file>

<file path=ppt/ink/ink3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5:50.08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639 1 28138,'0'78'49,"0"1"0,0 0 1,0 0-1,0 5 1,-1 1-1,0-6-40,0 5 1,-2-5-1,-1 3-752,-3 16 1,-3 3 0,-2-8 747,-1-6 1,-10-7 0,-18 5 0,-12-10 339,1-26 0,-8-11-488,-20-3 0,-1-18 143,26-29 0,6-9 0,-32-20 0,70-14 0</inkml:trace>
</inkml:ink>
</file>

<file path=ppt/ink/ink3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5:50.39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110 45 27790,'-13'78'-4,"1"-1"1,3-6-1,13-10 21,47-5 17,23-28 61,21-43 73,-25-53-51,-47 16 1,-14-6-104,-22 0 0,-12 4-14,-25-22-73,-7 50 0,-5 17 73,-22 41 0,13-16 0,32 22 0</inkml:trace>
</inkml:ink>
</file>

<file path=ppt/ink/ink3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5:50.65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1 105 27970,'32'60'33,"-1"1"1,1-8-1,3-12 23,32-29 140,15-34-5,-29-31-169,-8-28-22,-40 8 0,-10 9 0,-2 44 0,4 1 0</inkml:trace>
</inkml:ink>
</file>

<file path=ppt/ink/ink3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5:51.25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174 0 28384,'-48'70'9,"0"0"0,0-8 1,19-6 1,48-2 0,28-19-11,34-4 6,12-41 95,-23-2-101,-25 0 0,-35 23 0,-3 18-11,7 3-79,43-6 17,31-20 67,-32-16 1,-1-6 5,26-17 56,-34-33-11,-72 16-34,-30-2 6,-28 22-17,16 15-90,12 44-632,37 16 722,19 21 0,2-21 0,12-18 0</inkml:trace>
</inkml:ink>
</file>

<file path=ppt/ink/ink3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5:51.49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86 28255,'13'57'3,"0"0"0,24 35-3,23-62 11,33-16 45,-18-35-34,-9-21-22,-38-11-588,-47-22 588,6 13 0,-9 16 0,16 10 0</inkml:trace>
</inkml:ink>
</file>

<file path=ppt/ink/ink3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5:51.72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28261,'14'91'50,"0"1"0,-1-6 1,1 0-40,4-2 0,-1 0-5,-6 2 0,-1 2-6,-2-20 0,0 1 0,-2-4-45,-4 8 0,4-7 45,13-13 0,1-9 0,-9-14 0,24-12 0</inkml:trace>
</inkml:ink>
</file>

<file path=ppt/ink/ink3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5:52.08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307 835 28250,'-68'-28'29,"0"1"1,0 18 0,12 17-30,31 43-9,8 1 1,13 2-53,49 9 10,31-11 40,14-51 44,-35-26 1,-8-15 56,-18-9 0,-8-9-62,3-15 0,-6-6-23,-4-9 1,-5 1-20,-2 19 0,0-3 14,2-2 0,2-6 0,-1 14 0,2-7 0,-2 10 0,-1 0 0</inkml:trace>
</inkml:ink>
</file>

<file path=ppt/ink/ink3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5:53.09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301 574 28434,'-65'0'11,"1"1"0,-2 14 1,13 14-18,26 63 6,2-2-11,53-14 11,23-54 6,36-39-6,-15-15 19,-35-11 1,-7 0-26,-8 18-27,1-3-124,11 57 45,4-9 45,55-5 67,-13-54 42,-33 8 0,-5-6 36,15-44-53,-37 21 1,-7-3-18,-6 11 0,-3-2-11,0-14 1,-1 0-4,-2 15 1,-1 3 100,-3-45-95,-15 72 0,3 23 17,-20 91-12,20-2-5,4-6 0,6 5 5,11-21 1,6 0-9,5 8 1,6-3-43,4-18 0,4-7-123,18 8 168,-15-33 0,-24-18 0,-4-4 0</inkml:trace>
</inkml:ink>
</file>

<file path=ppt/ink/ink3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5:53.57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208 0 28362,'-51'17'2,"0"0"1,-30 22-14,95 27 11,19 4 0,0-3 6,4-1-6,-37-30 5,-30-3-117,-5-18-918,-12-9 1030,30-19 0,4 10 0,13-10 0</inkml:trace>
</inkml:ink>
</file>

<file path=ppt/ink/ink3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5:53.84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75 284 28266,'86'8'18,"1"-1"1,-7 0 0,-7-14-2,-18-32 0,-17-13 129,-26-23-102,-16-14-27,-62 60 0,-20 18-17,28 8 0,0 12-977,-25 30 0,11 11 977,28 7 0,9 34 0,46-70 0</inkml:trace>
</inkml:ink>
</file>

<file path=ppt/ink/ink3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5:55.03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28300,'1'77'9,"0"0"0,-1-7 1,2-3-10,6-14 0,4-6 0,17 17-34,22-28 1,7-14 33,11-28 14,-6-16 0,-6-13 8,-19-48-19,-20 31 0,-4 1-3,-8-25-84,-6 11-1249,0 33 1333,0 14 0,0 10 0,0 13 0</inkml:trace>
</inkml:ink>
</file>

<file path=ppt/ink/ink3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5:55.56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183 1 27818,'-39'63'9,"0"-1"1,4-5-1,19-6-9,82 9 0,-4-8 73,-5-2 45,-29-6 22,-60-19-107,-21-5-27,-25-9-482,16-19-426,25-9-7696,32 0 8598,17-3 0,0 13 0,-1 3 0</inkml:trace>
</inkml:ink>
</file>

<file path=ppt/ink/ink3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5:55.89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287 481 28451,'-59'-27'37,"0"-1"1,-1-4-1,11-1-31,21-6-6,0-34 0,24 3-23,29-13 18,-1 22-12,29 27-17,-17 49 1,-7 32-18,-13 17-2172,-16-4 2223,3-35 0,-4-15 0,4-18 0</inkml:trace>
</inkml:ink>
</file>

<file path=ppt/ink/ink3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5:58.98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298 172 28283,'-16'-96'157,"-14"21"-157,-20 81 0,-20 38 6,11 6-4,27 3 1,8 7-6,11-10 1,10 0-1,12 8 0,13-6-3,51 16 6,17-49 3,-30-37 0,-4-13 31,11-39 78,-9-3-118,-34 33 6,-22 50 0,-3 27-123,9 42-146,18-17 269,1-16 0,2-5 0,5-8 0,6-4 0</inkml:trace>
</inkml:ink>
</file>

<file path=ppt/ink/ink3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5:59.44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532 116 28132,'-70'-33'89,"1"0"1,-12 3 0,5 11-73,-3 25-15,23 11 1,6 12 3,9 46-9,31-25 0,14 0 3,52 33-5,13-34-1,-14-40 0,1-14 12,25-44 86,-38 17 1,-4 0-88,8-11-5,-35 40-5,-25 101 5,-2-6-14,6-11 0,1 2-96,0-22 1,-2-3-84,0 0 0,-4-3 193,-7-4 0,-1-8 0,0-12 0,-3-3 0</inkml:trace>
</inkml:ink>
</file>

<file path=ppt/ink/ink3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5:59.78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1 717 27880,'60'-34'-41,"-1"-1"1,1 0-1,10-8 1,-3 2-8,1 3 0,-6 0 56,-20 1 1,-4-4 181,6-8 1,-6-3 330,5-35-516,-24 48-5,-16 35-5,2 57 5,9-14 0,23 5 5,8-37 1,7-32-12,-15-22-296,-2-28 302,4 5 0,-16 27 0,4 16 0</inkml:trace>
</inkml:ink>
</file>

<file path=ppt/ink/ink3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00.06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180 431 28642,'-50'-52'1,"0"0"1,2 5 0,16 0-2,54-21-5,31 2-1,23 5-5,-5 24-28,-17 61-51,-49 20-834,-31 22 924,-5-16 0,-4-23 0,23-20 0</inkml:trace>
</inkml:ink>
</file>

<file path=ppt/ink/ink3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03.07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121 1 28266,'-29'57'15,"1"0"0,2-3 0,6-3-15,9 16 0,5 19 0,26-15 23,-1-10-12,38-33 17,-3-62 11,8-24-28,-20-14-11,-13-16-257,-13 24 257,7 0 0,-10 29 0,1 16 0</inkml:trace>
</inkml:ink>
</file>

<file path=ppt/ink/ink3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03.36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74 435 28591,'-29'-71'2,"0"0"0,14-7 0,14 7-2,26 14 0,45-13-23,-20 53 12,-1 43-22,-23 29-7,-18 8 40,-15-13 0,4-34 0,-3-7 0</inkml:trace>
</inkml:ink>
</file>

<file path=ppt/ink/ink3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04.46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0 839 27438,'74'-40'134,"1"1"0,-5 1 1,-6 0-96,-22 9 0,-3-3 28,6-14 1,-4-7 21,-9-1 1,-6-5-48,1-12 0,-8-1-40,-17 7 1,-7 4-3,-14-22 0,-30 29 0,3 50 12,-12 44 21,14 13 0,18 13 1,4 9-14,4 3 0,4 3-98,2-12 1,1 4 0,2 0 84,2-1 1,1 0 0,2-3-6,0 11 1,0-5-6,-1-2 1,-2-10-222,-11-9-6,-6-21 45,6-50 96,5-54 365,11-6-287,2-6-96,36 23-89,0 26 134,12 14 1,6 2 207,33-12 352,9 5-296,-36 14-102,-18 43-94,12-7 0,43-5 5,-36-35 0,-1-10-11,-7 3 0,-8-8 28,-4-19 0,-21-1 39,-61-8-50,-35 8-11,-19 32-6,42 30 0,7 10-96,8 27 96,69 27 0,-19-32 0,51-11 0</inkml:trace>
</inkml:ink>
</file>

<file path=ppt/ink/ink3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04.7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0 114 27824,'16'54'140,"0"0"0,9 38 101,-18-60-51,-3-5-123,-12-15-67,-5-34 0,2-33 0,30-37 0,5 41 0,6 4-11,37-22-48,-21 43 1,5 10 58,1 11 0,-2 5 0,10-2 0,6 8 0</inkml:trace>
</inkml:ink>
</file>

<file path=ppt/ink/ink3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05.71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28434,'6'86'26,"0"0"0,-1-5 1,-1-7-27,-4 6 0,2-6 0,-2 5-56,3-18-1227,4-13 1283,7-25 0,-5-20 0,2-3 0</inkml:trace>
</inkml:ink>
</file>

<file path=ppt/ink/ink3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06.17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0 300 27970,'23'-55'85,"0"-1"1,10-4 0,5 9-30,42 10-42,-27 20 0,0 7 9,31 12 66,-14 51-50,-61 34-31,-29-23 1,-14 2-12,-14 2 1,-8-4 2,1-12 0,-2-4-9,-4-6 1,14-4 8,36-12 5,15-10 1,92-19-6,-41 2 0,2 2-3,8 2 0,-3 7-8,27 29 17,-49 4-1,-88 39-5,2-46 0,-6-6-3,-2 4 1,-3-5-4,-15-4 1,3-10-259,1-21 264,8-24 0,41 10 0,19-7 0</inkml:trace>
</inkml:ink>
</file>

<file path=ppt/ink/ink3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06.59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0 193 28339,'2'70'26,"0"1"0,0-4 1,-1-4-11,-1 17-10,0-3 5,0 13 23,0-27-29,5-22 7,-2-45-12,3-36-6,-4-48 9,-1 32 0,0-2-3,1-1 0,2-1 0,5-18 0,6 1 0,4 22 0,6 3-3,6-3 0,4 5-3,43-9 12,3 37-12,-18 21 6,18 21 0,-54-14 0,14 14 0</inkml:trace>
</inkml:ink>
</file>

<file path=ppt/ink/ink3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06.77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28154,'71'3'-256,"1"1"1,-7-1-1,-8-1 256,-3-3 0,-25 1 0,-11-2 0</inkml:trace>
</inkml:ink>
</file>

<file path=ppt/ink/ink3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07.30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355 182 28300,'18'-96'39,"-14"20"-22,-48 69-17,-33 5 0,-5 26 3,36-5 0,3 7-12,11 14 1,7 5 8,-3 34 2,32-25 1,9 1 3,27 29-9,-12-36 0,2-1 48,17 25-6,-19-23-22,-34-24 0,-32-13-28,-13-9-62,2-10-134,12-19 207,38-17 0,-4 12 0,13 1 0</inkml:trace>
</inkml:ink>
</file>

<file path=ppt/ink/ink3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07.98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277 165 28166,'-40'-46'89,"0"1"1,5-1-1,2 18-77,-5 56-1,7 6-6,7 10 1,4 8-12,4 46 6,21-41 0,9-2 12,32 23 4,31-40-4,-20-38 38,-2-41-16,-34-19-29,-2-15-10,-15 20 5,-4 39-6,0 25-28,8 24-27,24 9 50,0-18 11,32 0 11,-19-54 11,9-22-22,-18-12 6,6-16-17,-7 44 16,12 17 1,2 54-12,-8 6-134,11 30 140,22-41 0,-36-1 0,18-24 0</inkml:trace>
</inkml:ink>
</file>

<file path=ppt/ink/ink3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08.33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350 546 28496,'-66'-26'11,"-1"1"0,-4 15 1,9 17-12,20 41-3,16 3 0,10 4-8,36 28 5,38-4 9,-13-56 0,4-11 2,38-22 6,-40-23 1,-6-13-1,-14-8 0,-6-9-6,2-19 1,-4-3-6,-8 17 0,-4 0-11,-4-8 0,-1 5 11,-2-15 0,0 22 0,0 27 0</inkml:trace>
</inkml:ink>
</file>

<file path=ppt/ink/ink3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09.91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51 1 28451,'0'59'0,"0"0"0,10 5 0,8-7 0,34-1 6,-9 5-6,-44-21 5,-42-17-16,4-17-28,-21-45-146,41-4-179,8-29 364,48 5 0,-19 38 0,16 0 0</inkml:trace>
</inkml:ink>
</file>

<file path=ppt/ink/ink3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0.18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117 1 28490,'-13'96'33,"0"1"1,1-6 0,2-3-31,5-6 0,2-1-1,0-4 1,0 0-20,1 10 1,1-3-15,0-29 0,0-6-1162,1 15 1193,-22-74 0,17 12 0,-17-29 0</inkml:trace>
</inkml:ink>
</file>

<file path=ppt/ink/ink3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0.47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1 149 27074,'80'-24'54,"-1"0"0,2-1 0,-11 12 489,-13 40-425,-7-3-62,-13 35-56,2-21 22,30-6-5,22-42-11,-14-15 150,-8-38 7,-59 7-152,-53 3-17,-36 22-50,-6 26 56,22 61 0,43-36 0,16 34 0</inkml:trace>
</inkml:ink>
</file>

<file path=ppt/ink/ink3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0.77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0 267 27746,'10'55'389,"0"-1"0,4 14-372,-12-82 0,-2-28-17,1-33 0,12 12-3,5 9 0,8 1-115,40-20-142,-17 36 0,6 11 260,-3 19 0,-2 8 0,15 2 0,-20 25 0</inkml:trace>
</inkml:ink>
</file>

<file path=ppt/ink/ink3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1.03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243 379 28535,'-57'-21'26,"0"1"0,3-8 1,11-2-27,25-11 0,4-35 0,42 19-6,17-1 6,10 25-22,-1 19-23,-21 38-140,-22 0 185,-28 12 0,6-16 0,-18-13 0</inkml:trace>
</inkml:ink>
</file>

<file path=ppt/ink/ink3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1.55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348 69 28535,'-66'-28'13,"0"0"0,-5 15 0,10 18-13,21 47 3,13-2 0,10 3-14,32 19 11,17-8 2,16-42 1,10-14 0,-5-19 0,1-10 2,5-1 1,-3-3 33,14-30-39,-39 31 0,-28 41-11,3 53-151,52 2 162,-22-36 0,3-4 0,31 5 0,-15-29 0</inkml:trace>
</inkml:ink>
</file>

<file path=ppt/ink/ink3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2.38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28339,'3'72'37,"0"0"1,0 0 0,-2 14 0,1 0-36,2-16 0,1 1 0,0-4-30,0 3 0,-1-5-25,-1 0 0,3-7-530,20 6 583,20-103 0,-18 29 0,8-44 0</inkml:trace>
</inkml:ink>
</file>

<file path=ppt/ink/ink3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2.63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20 389 26424,'0'-66'332,"0"1"0,8-5 1,5 6-104,15 1-27,30 11-56,13 43-130,-13 28 18,-1 46-6,-53 19-28,-25-28 0,-9-1 3,0-10 0,-6-5-107,-23 0 0,-1-10-310,2-8 414,39-39 0,15 9 0,38-24 0</inkml:trace>
</inkml:ink>
</file>

<file path=ppt/ink/ink3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3.18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258 1 28423,'-67'63'24,"0"-1"0,5-3 1,14 1-25,35-9 0,14-1 6,28 28 22,40-18-23,13-57-2,-22-30 0,-5-14 19,-22-3 1,-6-4-18,1 3 1,-4-1 16,-6-36-22,-24 69 0,1 17-11,-2 69-23,26 6 18,5-2-1,38-26 22,-5-51-5,-1-17 0,1-50 6,-20-6 16,-5 2-22,-13 34 0,-15 48 0,-4 25-50,0 33-191,18-13-2245,19-10 2486,-1-38 0,0-12 0,-25-9 0</inkml:trace>
</inkml:ink>
</file>

<file path=ppt/ink/ink3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3.43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85 28350,'63'10'42,"0"1"0,35-3-8,-92-58-23,-41 14-56,-15 9-1024,-5 63 1069,20 0 0,25 15 0,10-29 0</inkml:trace>
</inkml:ink>
</file>

<file path=ppt/ink/ink3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3.79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71 27869,'0'61'28,"0"1"0,3-5 0,2-5-28,3 5 112,6-8 297,-3-8-409,-6-36 5,-2-11 1,-3-39-1,0-32-5,27-16 0,-9 38 0,7 3-101,11 11 1,6 8 100,39-9 0,-30 32 0,-17 10 0</inkml:trace>
</inkml:ink>
</file>

<file path=ppt/ink/ink3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6.08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 1 28535,'-3'63'3,"0"1"1,0-6 0,1-5 2,12 18-6,3-25 0,9 2 22,19-32-16,-4-25-6,11-5 0,-14 9-6,-6 15 6,2 27-16,31-2 16,17-20 0,0-21 5,-1-49 1,-51-16-1,-4-1-27,-23 11 22,-28 52 0,19-4 0,-19 24 0</inkml:trace>
</inkml:ink>
</file>

<file path=ppt/ink/ink3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6.26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28182,'19'57'11,"1"0"1,13 38-12,-22-69 0,-6-12 0,-2-6 0</inkml:trace>
</inkml:ink>
</file>

<file path=ppt/ink/ink3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6.40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27052,'0'0'0</inkml:trace>
</inkml:ink>
</file>

<file path=ppt/ink/ink3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6.61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28390,'53'42'13,"1"1"0,0 0 1,-1 5-1,-1 3 1,-14-4-20,-12 26-61,-11-16 0,-5-1 67,-21 7 0,8-11 0,-14-28 0</inkml:trace>
</inkml:ink>
</file>

<file path=ppt/ink/ink3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6.74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0 175 28087,'79'-23'-1214,"0"-1"1,0 0 0,-5 1 1213,-17 4 0,-7 2 0,11-2 0,0-6 0</inkml:trace>
</inkml:ink>
</file>

<file path=ppt/ink/ink3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7.06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 0 28070,'-6'80'117,"-1"-1"1,2-3 0,0-6-95,2 22 19,2-33 0,0 0 14,1 34-51,6-8 6,4-45 6,28-57-17,27-37 0,-21 16 0,3 0-3,0 1 1,0 11 2,22 31-96,-35 45 96,-18-1 0,-7 2 0,-6 5 0,10-9 0</inkml:trace>
</inkml:ink>
</file>

<file path=ppt/ink/ink3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7.44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47 1 28507,'-10'62'24,"0"0"0,-1 18 1,3 1-20,3-16 1,2-1-3,3 11 0,6-3 2,10-14 1,4-8 0,22 9-6,41-28-28,-14-26-40,-1-11 68,-24-39 0,-31 26 0,-10-21 0</inkml:trace>
</inkml:ink>
</file>

<file path=ppt/ink/ink3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7.57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58 28093,'79'-9'-204,"0"0"1,1 0-1,-1 4 1,-11-2-1,9-11 1</inkml:trace>
</inkml:ink>
</file>

<file path=ppt/ink/ink3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7.90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47 1 28171,'6'74'114,"-1"1"0,1-3 0,-3-4-86,-8 24 5,-17 1-21,0-45-12,5-15 0,22-31 0,42-40 0,9 7 5,17 10-5,-24 33 0,-3 51-11,-17 10-325,19 7 336,6-29 0,-20-27 0,-2-20 0</inkml:trace>
</inkml:ink>
</file>

<file path=ppt/ink/ink3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8.14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159 377 28597,'-44'-60'7,"1"0"1,4 4-1,11 6-1,23 9-6,5 1 0,25 0-6,8 18 6,15 15-11,-16 20-28,-16 23-180,-15-12 219,-23-3 0,17-14 0,-17-8 0</inkml:trace>
</inkml:ink>
</file>

<file path=ppt/ink/ink3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8.74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50 0 28468,'-11'76'20,"0"0"1,0 16 0,2-1-27,4-26 0,2-3 6,6 7 0,2-5 0,-2 5 0,12-38 0</inkml:trace>
</inkml:ink>
</file>

<file path=ppt/ink/ink3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8.92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1 182 27684,'86'-32'-174,"-1"1"1,-4 2-1,-6 2 174,17-3 0,-42 13 0,-4 2 0</inkml:trace>
</inkml:ink>
</file>

<file path=ppt/ink/ink3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9.34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86 428 28614,'-25'-59'-2,"-1"0"0,4 3 0,10 3-9,40-28-6,15 17-112,25 8-476,27 59 605,-38 16 0,-3 5 0,19 12 0,-11 2 0</inkml:trace>
</inkml:ink>
</file>

<file path=ppt/ink/ink3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19.69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138 453 28591,'-38'-54'3,"0"0"1,-1-7 0,17 3-4,52-11 0,-6 0 0,49 4-5,-27 42-40,44 25 11,-54 41 23,11 6-28,-52 28 39,-15-35 0,5-6 0,-2-22 0</inkml:trace>
</inkml:ink>
</file>

<file path=ppt/ink/ink3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0.05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214 411 28602,'-54'-26'2,"0"0"0,4 4 0,12-4-2,27-27-6,4 9-22,31-39-50,20 25 22,21 4 6,-8 36 50,-23 32-17,-44 34 17,-21-3 0,4-6 0,0-20 0</inkml:trace>
</inkml:ink>
</file>

<file path=ppt/ink/ink3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0.56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24 0 28205,'1'63'35,"0"0"1,-1-4-1,1-1-21,2-4 0,-1-2 31,-1 24-14,2-21 0,-1-5 25,-5-5 5,-8-2-61,1-56 6,0-11-1,7-71-5,14 41 0,6-3-3,3-13 1,3 1-4,1 16 1,3 6-1,30-19 6,-27 82 0,-2 19 0,-14 18 0,-2 11 0,4-4 0,3 2-11,7 11 0,6-3 11,2-16 0,3-7 0,22 7 11,-8-54 17,-33-56-11,-5-39-17,-11 45 0,-3-1-6,-2-17 0,-2 0-1494,2-25 1500,1 5 0,2 40 0,6 33 0</inkml:trace>
</inkml:ink>
</file>

<file path=ppt/ink/ink3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0.86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88 28222,'8'58'41,"-1"-1"0,14-4 0,10-12-13,47-28 17,11-31 5,-31-8 17,-30-38-56,-50 4-11,-19-9-11,-24 24 0,9 18-107,1 53 118,34 48 0,-2-26 0,22 18 0</inkml:trace>
</inkml:ink>
</file>

<file path=ppt/ink/ink3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1.2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310 521 28401,'-13'-49'64,"0"-1"1,-39-28-54,-16 83-11,-2 13 5,2 44-10,43 12-6,29 18-1,24-29 12,55-26 6,-7-68 8,-34 0 0,-4-10 3,-11-18 0,-9-6-15,-5 9 1,-6-1-3,-8-12 0,-3 2-39,-6-19-790,2 9 829,19 35 0,-6 30 0,14 11 0</inkml:trace>
</inkml:ink>
</file>

<file path=ppt/ink/ink3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1.54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270 455 28608,'-58'-24'11,"-1"0"0,6 1 1,10-4-7,16-20 1,11-6-1,6-2-5,7-24 0,15 14 0,20 7-5,20 59 5,6 51 0,-16 11-6,-18 26-16,-18-51-376,-17 3 398,-5-31 0,0-4 0,4-6 0</inkml:trace>
</inkml:ink>
</file>

<file path=ppt/ink/ink3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2.46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28373,'0'73'26,"0"0"0,0-5 0,0 0-26,3 2 0,1-2 0,-1-5 0,1-1-45,2 0 1,1-4 44,10 29 0,-10-60 0,2-6 0</inkml:trace>
</inkml:ink>
</file>

<file path=ppt/ink/ink3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2.73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17 28082,'65'-6'31,"0"-1"1,-6 3 0,-9 12 7,-15 52-5,-28 23-18,-21-32 1,-8-1-17,-18 24-465,-21-29-167,42-51-9199,23-7 8743,19-21 0,-2 18 0,-4 4 1</inkml:trace>
</inkml:ink>
</file>

<file path=ppt/ink/ink3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2.98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1 106 27902,'16'57'56,"1"0"0,22 35 68,8-75-52,8-8 40,22-39 6,-18-24-45,-9-10-40,-40-26-27,-44 37-180,-13 7-397,-6 51 571,20 35 0,18-4 0,14 1 0</inkml:trace>
</inkml:ink>
</file>

<file path=ppt/ink/ink3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3.17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28300,'3'70'2,"1"-1"0,0-6 0,1-7-14,4-5-44,3-15-7023,-3-11 7079,-2-28 0,-4 6 0,-3-18 0</inkml:trace>
</inkml:ink>
</file>

<file path=ppt/ink/ink3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3.30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26692,'0'0'0</inkml:trace>
</inkml:ink>
</file>

<file path=ppt/ink/ink3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3.60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1 322 28311,'15'-66'31,"0"0"1,6-4 0,6 11-26,24 18-6,11 22 6,-17 42-12,-11 70 6,-27-44 0,-3 2 5,1 8 1,-2-1-331,-3 17 325,33-72 0,-25-3 0,25-36 0</inkml:trace>
</inkml:ink>
</file>

<file path=ppt/ink/ink3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3.79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28362,'1'90'26,"0"0"1,-1-17-1,1 1 1,0-6-27,1-9 0,1-2-14,2 32 0,2-2 14,6 10 0,-2-20 0,-3-40 0</inkml:trace>
</inkml:ink>
</file>

<file path=ppt/ink/ink3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3.93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68 27102,'84'-13'-47,"0"1"1,1 0-1,-15-3 1,-6 3 0,-2 10-1,0 1 1</inkml:trace>
</inkml:ink>
</file>

<file path=ppt/ink/ink3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4.19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124 358 28558,'-46'-61'-10,"0"1"1,20-7 0,20 7-8,47 17 3,3 15 0,2 5 8,-1 8 1,2 29-152,-60 32 157,2-5 0,-16 3 0,17-35 0</inkml:trace>
</inkml:ink>
</file>

<file path=ppt/ink/ink3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4.49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0 160 27998,'4'67'128,"0"1"1,0-6 0,-2-10-56,-2-13 72,-1-11-145,-1-36 0,0-14 6,8-34-6,26-34 0,-9 43 0,5 0-3,6-6 0,4 2-75,29-16-28,-15 32 106,28 39 0,-55 0 0,29 8 0</inkml:trace>
</inkml:ink>
</file>

<file path=ppt/ink/ink3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5.11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296 72 28597,'-60'-24'1,"-1"0"1,5 4 0,9 16-2,8 86 0,25-33 0,5 2-3,1 8 1,6-1 2,19 23 5,36-35-5,14-64 0,12-32 17,-14-23-11,-29 11-1,-18 22-5,-16 40-11,6 38-28,11 16 11,4 3 11,10-19 28,11-43 1,-11-35-12,8-10 5,-1-35-10,1 36 5,10 15 0,-3 75 0,-12 12-9,-19 3 1,1 2-278,25 14 286,15-7 0,-20-36 0,-3-25 0</inkml:trace>
</inkml:ink>
</file>

<file path=ppt/ink/ink3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5.41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320 536 28384,'-69'4'33,"1"0"1,-4 20 0,14 15-37,36 13 0,11 6 3,-5-1 0,12-4-6,25-2 1,14-11 22,44-25-6,7-26 14,-40-23 0,-8-13-14,-15-9 1,-7-7-12,5-15 0,-4-4-45,-5-11 0,-3-2-174,-2 2 0,-2 5 1,-1 29-1,-1 7 0,1-30 0</inkml:trace>
</inkml:ink>
</file>

<file path=ppt/ink/ink3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8.64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28412,'6'52'0,"0"0"0,5 36 0,-7-67 0,0-10 0,-3-4 0</inkml:trace>
</inkml:ink>
</file>

<file path=ppt/ink/ink3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8.89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0 165 28014,'67'-17'50,"1"1"1,-9 0 0,-12-3 178,-24-13-190,-21-7-27,-40 17-85,-11 19-162,1 27 235,16 34 0,28-27 0,4 4 0</inkml:trace>
</inkml:ink>
</file>

<file path=ppt/ink/ink3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9.16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28054,'0'79'87,"0"1"1,7 19 0,2 1-88,-3-16 0,1-2 0,2-2 0,0 0-79,-3 7 1,-2-8 78,-4-7 0,0-5 0,0-50 0</inkml:trace>
</inkml:ink>
</file>

<file path=ppt/ink/ink3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9.28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25858,'77'4'-398,"-1"0"0,14-1 1,-8 0-1,-14 2 1,8-2-1</inkml:trace>
</inkml:ink>
</file>

<file path=ppt/ink/ink3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9.53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282 1 28322,'-54'60'11,"1"0"0,4 12 1,14 1 7,31-20 1,6-2 33,-1 8 1,-1-2-10,-10 22-38,-5-38-12,-19-26-117,10-17 123,19-39 0,3 27 0,19-26 0</inkml:trace>
</inkml:ink>
</file>

<file path=ppt/ink/ink3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29.84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28485,'0'91'20,"0"-1"1,1 5-1,1-2-20,0-17 0,1-2 0,2 13 0,1-7 0,2 1-479,-4-24 1,0-5 478,3-17 0,-5 3 0,3-38 0</inkml:trace>
</inkml:ink>
</file>

<file path=ppt/ink/ink3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30.20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261 0 28530,'-65'43'13,"-1"0"0,3 15 0,16 6-5,31-10 1,12 2-1,5 2 0,9-5 20,39 10-28,10-53 0,-10-32 0,-1-12 3,-13-3 0,-3-4-3,3-6 0,-3 4-6,2 4-10,-23 40-253,-12 70 269,5-8 0,-4-8 0,4-27 0</inkml:trace>
</inkml:ink>
</file>

<file path=ppt/ink/ink3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30.57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152 6 28306,'19'93'22,"8"-20"-5,19-62 50,19-22-17,-21-12 51,13-36-34,-40 5-67,3 18 0,-7 77 0,-5 8 0,-4 11 0,0 21 0,-11 5 0,-22 6 0,-12-5 0,7-18 0,-9-6 0,-32 1 0,-4-12-5,-3-12-57,-1-30-27,81-39 89,51-36 0,17-4 0,-17 19 0,10-1 0,0 0 0</inkml:trace>
</inkml:ink>
</file>

<file path=ppt/ink/ink3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30.85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265 437 28614,'-64'-45'7,"0"0"0,2-7 1,16 0-8,30-1 0,4-34 0,34 32-6,-6 8 6,35 47 0,-30 24-22,8 48-1826,-25-13 1848,2-8 0,-5-22 0,4-28 0</inkml:trace>
</inkml:ink>
</file>

<file path=ppt/ink/ink3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31.12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47 232 28205,'0'56'207,"0"1"0,0 34-190,-11-67-6,2-23-11,-9-42 0,10-36 0,13 21 0,5-1-5,15-33-1,3 45 0,6 7-111,32 8 117,7 7 0,-28 20 0,-17 6 0</inkml:trace>
</inkml:ink>
</file>

<file path=ppt/ink/ink3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31.64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27818,'5'64'48,"1"0"1,-1-3 0,0-4-99,0 22-365,-3 4 415,0-29 0,-1-3 0,-1 5 0,0 3 0</inkml:trace>
</inkml:ink>
</file>

<file path=ppt/ink/ink3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5:56:31.79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27141,'0'0'0</inkml:trace>
</inkml:ink>
</file>

<file path=ppt/ink/ink3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16.18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1032 27135,'2'80'212,"0"0"1,1-1 0,10 1 0,5-1 0,4-7-182,6 4 0,13-7-16,24-6 0,17-3 0,-5-10-287,-11-12 1,5-7 269,18 2 0,11-2 0,-5-10-765,5-16 0,-5-9 756,0-1 0,1-7 5,-21-7 1,2-6-1,-6-6-51,-11-5 1,-5-5 0,0-4 59,13-13 1,0-6 0,-7-7-4,-18 7 0,-5-4 0,-4-5 0,-6-2-3,-4-10 0,-7-5 1,-5 0-1,-3 3 3,-2-11 0,-7 2 0,-9 1 14,-6 17 0,-6-2 0,-6 4 0,-5 9-7,-11 8 1,-6 8-1,-3 5-2,-22-19 1,-8 11-6,5 21 0,-8 8 0,-1 12-4,7 15 1,0 11-1,-3 6-2,6 0 1,-3 4-1,1 5 1,2 7-88,-1 10 1,3 9 0,2 5-1,4 1-96,4 2 0,4 5 0,3-1 1,6-3-1,2-4 0,6-3 1,5-2-1,6 10 0,-1-1 0</inkml:trace>
</inkml:ink>
</file>

<file path=ppt/ink/ink3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17.98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259 296 28003,'-43'65'117,"0"0"1,-5 15 0,6 1-85,18-13 1,6 4-25,4-7 1,0 4-1,5 2-867,5 5 1,5 3-1,5-4 858,6 20 0,14-4-2,8-21 0,12 0 1,8-12-15,3-18 1,7-11-1,5-3 12,20 5 1,6-5-1,-1-9 2,-14-9 0,-2-7 1,2-8 1,16-11 0,1-9 0,-9-8-2,-23-2 0,-8-7 0,-2-6 4,7-12 0,-4-9 0,-13-9-2,-21 5 0,-10-8 0,-8-2 0,-4 3-309,-6-15 1,-8 2-1,-14-3 314,-4 19 1,-9-6 0,-6 1 0,-5 5-1,-4 12 13,-7 10 0,-6 10 1,-4 7-1,-4 5-13,-13-2 1,-6 4 0,0 10-1,4 12-5,-8 14 0,4 16 0,8 17-24,23 11 0,4 13 1,8 8-1,10-2 24,11 11 0,13 2 0,3-3 0,-9 24 0,10-8 0,20-30 0,0 0 0</inkml:trace>
</inkml:ink>
</file>

<file path=ppt/ink/ink3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18.89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462 80 27897,'-64'33'78,"0"-1"0,4-1 1,8 4-48,17 12 0,7 7 30,-5 15 1,3 9-548,7-8 0,2 6 1,4 2 490,2 11 1,4 2 0,5-2-6,3-14 0,5-3 0,8 2-4,12 14 0,10 2 1,4-12 3,7-9 0,11-8-8,9-2 1,12 0-1,2-11-3,-7-21 0,1-9 0,4-6 7,14-5 0,4-7 0,-3-11 4,-3-11 0,-4-11 0,-7-11 0,-10-11 0,-8-12 0,-10-8 4,-19 3 0,-7-7 1,-7-3-1,-4 2-4,-5-14 0,-8 2 0,-8-5-2,-6 1 1,-7-5 0,-6 2 0,-2 10-456,-6 9 0,-5 9 1,-1 1 456,-1-2 0,-1 1 0,-4 13 0,-14 7 0,-10 24-146,-9 31 0,-11 21 1,6 9 145,17 6 0,5 9 0,-2-3 0,-11-7 0,-3-4 0,13 6 0,20 20 0,0-1 0</inkml:trace>
</inkml:ink>
</file>

<file path=ppt/ink/ink3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19.69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424 295 27746,'-71'27'173,"0"-1"1,6 0-1,9 7-148,23 10 1,8 5 13,-14 36-20,12-4 1,5 7-6,10-6 0,10 2-9,8-15 1,6 3 0,9-3-985,14 0 0,10-4 0,6-6 980,0-10 1,7-7 0,9-7-5,17-8 0,14-6 1,4-8-1,-5-7-11,-12-8 0,-3-7 0,1-4 0,0-1 11,9 1 0,3-2 1,-2-2-1,-9-4 3,0-6 0,-7-3 0,-10-9 0,8-27 0,-23-13-1,-35 17 1,-14-6 0,-10-4 9,-9-5 1,-11-6 0,-9-1 0,-8 5 5,0 13 1,-9 1 0,-4 3-1,-3 2 1,0 4-104,-11-8 1,-1 2 0,-5 8-1,-5 11 95,-14 12 0,-8 9 0,1 13 0,11 16-31,9 21 0,9 18 0,2 5 24,-7 9 0,2 6 0,12-1 0,6 4 0,16-1 0,26-13 0,1-1 0</inkml:trace>
</inkml:ink>
</file>

<file path=ppt/ink/ink3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20.85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39 907 28098,'-11'-72'52,"1"-1"1,0 2-1,2 4-29,8-19-18,0-11 0,0 48 1,0-2-6,2-15 0,3 0 0,3 14 0,4 2-28,27-41 12,20 75 16,-8 48 0,-21 21 0,-5 14 0,-7 5 0,-5 6-20,2 16 0,-2 0-58,-3-19 0,-2-4-373,-2-5 0,-1-8 451,3-12 0,-3-6 0,-2-33 0</inkml:trace>
</inkml:ink>
</file>

<file path=ppt/ink/ink3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21.12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23 27354,'1'71'128,"1"0"1,3-6 0,5-8-79,15 0 68,13-15 78,22-20-22,-6-41-74,0-40-55,-23-10-37,-23 17 1,-5 0-642,-8-13 633,-4 8 0,1 28 0,0 24 0</inkml:trace>
</inkml:ink>
</file>

<file path=ppt/ink/ink3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21.34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27550,'9'71'80,"-1"-1"1,1 1-1,0 2 1,1 1 0,0-2-81,3 23 0,0-2-236,1 6 1,2-12 235,9-13 0,-11-8 0,2-56 0</inkml:trace>
</inkml:ink>
</file>

<file path=ppt/ink/ink3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21.54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 1 27841,'-1'78'68,"0"-1"0,0 1 0,1-4 0,0 3 0,0 0 1,-1-5-66,-1 3 1,0-4 0,1 3-406,3 16 0,2 3 0,0-5-1111,-1 15 1,1-8 1512,2-27 0,0-5 0,-1 29 0,-5-68 0</inkml:trace>
</inkml:ink>
</file>

<file path=ppt/ink/ink3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21.97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1 604 27443,'11'-67'205,"0"-1"1,2-15-1,0 2-158,-4 21 1,0 3-37,-1-1 1,0 4-18,6-22 6,0 76 17,11 75-23,-9-10 1,0 9-116,3 16 1,-1 1-99,-1-16 1,0-5 218,3-7 0,0-11 0,-3-15 0,2-7 0</inkml:trace>
</inkml:ink>
</file>

<file path=ppt/ink/ink3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22.24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12 1 27645,'-4'74'121,"0"0"1,0 1 0,14 19 0,7-9-97,-4-29 0,9-11 59,67 0-39,-26-81-22,-3-26-23,-30-18-31,-23 28 0,-6 1-663,-4-22 694,2-6 0,-2 37 0,3 20 0</inkml:trace>
</inkml:ink>
</file>

<file path=ppt/ink/ink3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22.48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27975,'11'98'84,"0"0"0,0-1 0,1-5-73,-1-20 1,0-2-12,1 0 0,1 1 0,3 17 0,2-1-79,-3-18 1,1-3-580,-2-1 0,3-13 658,14-28 0,-21-22 0,4-32 0</inkml:trace>
</inkml:ink>
</file>

<file path=ppt/ink/ink3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22.65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10 0 27933,'-3'75'64,"0"-1"0,-1 1 1,4 6-1,2 8 1,1-1-1,0-8-64,-1-11 0,0-6 0,7 5-423,9 15 1,8 10-1,2-5 1,-4-22-1,12-3 1,4-12-1,0 0 1</inkml:trace>
</inkml:ink>
</file>

<file path=ppt/ink/ink3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31.09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1 829 28490,'41'-56'18,"1"1"0,0-1 1,16-21-1,0 4-15,0 14 0,-1 5-3,-18 16 0,-1-1-20,14-12 1,2-2 19,6 1 0,-4 5 0,-1-4 0,-14 18 0,1-1 0</inkml:trace>
</inkml:ink>
</file>

<file path=ppt/ink/ink3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31.49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28530,'49'67'3,"1"-1"1,0-2 0,1-9-4,-6-21 0,3-4-45,21 13 0,1 1 45,-12-6 0,-2-1 0,-5-5 0,-5-3 0,2 6 0</inkml:trace>
</inkml:ink>
</file>

<file path=ppt/ink/ink3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32.11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1 917 28278,'48'-57'15,"1"-1"1,-1 0 0,-1 2-1,0 1 1,-1 5-11,7-1 1,-2 3-1,-1-2 1,1-2-6,12-9 0,-4-3 0,-15 4 0,-5 3 0,-1 13 0,-7 4 0,-6-16 0</inkml:trace>
</inkml:ink>
</file>

<file path=ppt/ink/ink3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32.47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28362,'49'58'10,"0"0"0,0 0 0,-1-2 0,1-1 0,0-6-7,12 1 0,1-7-313,4 3 0,5-2 304,-2-8 1,5 0-1,-2-4-353,7 5 1,5-4 358,-9-9 0,11-1 0,-1-1 0,-16-4 0,-16-4 0,-3-2 0,32 2 0,-1-1 0</inkml:trace>
</inkml:ink>
</file>

<file path=ppt/ink/ink3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33.53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27852,'70'36'95,"-1"-1"0,-2-1 1,0-1-91,5 1 1,3-2-789,4-1 1,1-2 504,2-1 1,0-2 277,0-4 0,-9-5 0,-16-6 0,-3-1 0</inkml:trace>
</inkml:ink>
</file>

<file path=ppt/ink/ink3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34.38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60 0 28266,'-7'66'37,"0"0"1,0-5-1,0-2-37,-5 38-22,6-27 22,-4 24 0,10-63 0,-4 0 0</inkml:trace>
</inkml:ink>
</file>

<file path=ppt/ink/ink3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34.67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4 337 27869,'84'18'104,"0"1"1,14-12-1,-7-11-70,1-28-9,-33-11 0,-14-10 149,-40-41-152,-34 41 1,-17 8-15,-22 13 1,-9 14-9,2 12 0,4 19 0,0 52 0,14 11 0,15-18 0,29 4 0,1 0 0</inkml:trace>
</inkml:ink>
</file>

<file path=ppt/ink/ink3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33.12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1 582 28250,'57'-42'12,"0"0"0,1 1 1,9-8-1,3-1 0,-4 3-113,8-5 1,-1 3-844,9-8 1,-3 4-1,-27 18 1,-7 5 0,7-4-1</inkml:trace>
</inkml:ink>
</file>

<file path=ppt/ink/ink3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39.67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1 207 28031,'9'-52'36,"0"1"1,12-33-15,7 71 12,16 7-34,7 11 17,5 27 44,-19 5 46,-26 47-23,-56 2-68,17-34 1,-2-2-5,-34 26-12,15-15 11,35-35-11,23 0-163,30-18-357,12-12 520,27-21 0,-43 10 0,2-8 0</inkml:trace>
</inkml:ink>
</file>

<file path=ppt/ink/ink3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39.9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0 222 28250,'81'33'31,"-1"0"1,-7-5 0,-7-18-27,15-66 113,-36-23-51,-40-15-61,-43 30-4,-18 37 1,-8 21-3,10 44 0,2 7 0,-33-19 0,58 18 0,1 0 0</inkml:trace>
</inkml:ink>
</file>

<file path=ppt/ink/ink3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40.72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28188,'0'81'30,"0"0"0,0-6 0,0-7-19,0 10-11,6-11 5,1-7-21,8-5-2605,-8-22 2621,-4-8 0,-5-19 0,-2-6 0</inkml:trace>
</inkml:ink>
</file>

<file path=ppt/ink/ink3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41.07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35 1 27678,'28'74'130,"0"1"1,-5-6 0,-8-6-24,-26 8-90,-6-26-85,-25-25 68,14-66 0,10 33 0,5-38 0</inkml:trace>
</inkml:ink>
</file>

<file path=ppt/ink/ink3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41.18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0 112 26962,'76'-29'-219,"-1"0"1,-24 7-1,-7 5 1,3 3 0</inkml:trace>
</inkml:ink>
</file>

<file path=ppt/ink/ink3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42.14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1 213 28345,'45'-53'1,"-1"0"1,18 0 0,-1 13-2,-10 27 0,38 13 6,-61 52 22,-8 41-20,-22-43 1,-5 2 2,-11 18 0,-7-2-11,-2-19 0,-3-3 5,1-1 1,-1-5 0,-27 14-6,40-53 0,15-6 0,25-19-11,37 2-23,-11 7-117,32-4-823,-38 10 974,8-8 0,-34 11 0,-3-5 0</inkml:trace>
</inkml:ink>
</file>

<file path=ppt/ink/ink3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42.46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27634,'29'66'166,"0"-1"0,-7-11 0,-5-7-177,-4 2-493,-26-27-191,-4-23-5136,-7-10 5831,0-23 0,14 20 0,2 3 0</inkml:trace>
</inkml:ink>
</file>

<file path=ppt/ink/ink3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42.60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57 27606,'82'-11'-137,"0"-1"1,-7 0 0,-17 2 0,-38 4-1,-9 0 1</inkml:trace>
</inkml:ink>
</file>

<file path=ppt/ink/ink3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54.54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9 0 27634,'-3'72'-40,"0"1"1,1-9 0,2-7 39,7-9 0,-2-24 0,1-3 0</inkml:trace>
</inkml:ink>
</file>

<file path=ppt/ink/ink3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54.85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28020,'43'59'156,"-1"0"1,-3 4 0,-9-4-89,-15 5-57,-8-5-6,-13-15-217,0-31 212,-25-28 0,20 8 0,-12-20 0</inkml:trace>
</inkml:ink>
</file>

<file path=ppt/ink/ink3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55.00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28082,'77'0'-327,"0"0"0,9 0 1,-9 0 326,-19 0 0,1 0 0,-42 0 0</inkml:trace>
</inkml:ink>
</file>

<file path=ppt/ink/ink3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55.25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28423,'5'58'-24,"0"1"1,0-3 0,-2-12 0,-3-30-1,0-1 1</inkml:trace>
</inkml:ink>
</file>

<file path=ppt/ink/ink3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55.6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27835,'89'1'82,"0"1"0,3 7 1,-14 14 129,-26 47-139,-41-21 0,-12 2-39,-34 32-18,-12-36 1,-5-6 0,-14 8-11,7-4-6,37-12 0,50-15 5,19-2-44,30-7-84,1-6-23,-19-3 146,31-37 0,-62 28 0,29-27 0</inkml:trace>
</inkml:ink>
</file>

<file path=ppt/ink/ink3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56.01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78 1 28143,'14'63'43,"-1"-1"0,-1-5 0,3-5 47,25 13 22,-16-21-84,-23-5-6,-13-20-84,3-4 6,-18-9-28,10-6-655,-28-4 739,9-6 0,5 4 0,12-3 0</inkml:trace>
</inkml:ink>
</file>

<file path=ppt/ink/ink3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56.17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64 27309,'70'-9'87,"0"1"1,-5 0 0,-2 1-181,-9 2 1,-2 1 92,37-6 0,-19 3 0,-32 1 0</inkml:trace>
</inkml:ink>
</file>

<file path=ppt/ink/ink3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50.50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3 413 27751,'-1'-65'43,"0"-1"0,0 7 0,5 3-60,24-22 12,-7 37 5,27-7 78,-20 75-22,-1 8-28,-14 11 0,-5 8-28,2 40-339,-2-40 0,2-2 339,10 15 0,-6-32 0,0-28 0</inkml:trace>
</inkml:ink>
</file>

<file path=ppt/ink/ink3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50.75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73 28182,'0'54'46,"1"-1"1,13 0 0,9-10 9,40-21 68,11-19-113,-26-23 0,-26-39-173,-20 2 162,13-28 0,-11 43 0,12 4 0</inkml:trace>
</inkml:ink>
</file>

<file path=ppt/ink/ink3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51.01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28233,'2'73'49,"1"-1"0,-1 1 0,2 10 0,1-1-41,4 11 1,2-5-9,-2-30 0,1-4-26,-1-1 1,1-5-8774,6 12 8799,-3-51 0,-6-4 0,-1-12 0</inkml:trace>
</inkml:ink>
</file>

<file path=ppt/ink/ink3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51.22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 1 28104,'-1'79'84,"0"0"0,0-4 0,1-4-73,0 28-8,2-34 0,1 2-37,-1-9 1,0-1 33,1 5 0,1-5 0,-1 4 0,-1-31 0</inkml:trace>
</inkml:ink>
</file>

<file path=ppt/ink/ink3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51.49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22 1 28048,'0'63'-54,"0"0"0,-3 9 0,-2-10 54,2-24 0,-6 8 0,8-38 0</inkml:trace>
</inkml:ink>
</file>

<file path=ppt/ink/ink3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51.85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1 329 28289,'10'-55'30,"-1"-1"1,11-42-25,11 48-6,8 11-11,16 9 5,-2 45 6,-11 20 3,-22 10 0,-5 8-3,4 43-378,-11-41 0,2-2 378,11 11 0,-12-31 0,4-30 0</inkml:trace>
</inkml:ink>
</file>

<file path=ppt/ink/ink3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52.09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74 28227,'14'49'36,"0"0"1,23 26 8,45-70 11,-23-19 28,12-23-67,-49 1-874,-7-35 857,-19 32 0,2-1 0,-2 26 0</inkml:trace>
</inkml:ink>
</file>

<file path=ppt/ink/ink3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52.34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28205,'15'94'60,"0"0"0,-3-21 0,0 2 1,0-6-56,2 6 1,-2-4-6,0 0 0,-1-4-65,-3-7 1,6-11 64,21-21 0,-18-1 0,12-33 0</inkml:trace>
</inkml:ink>
</file>

<file path=ppt/ink/ink3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52.57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14 1 28339,'-3'91'43,"-1"-1"0,-1-5 0,3-2-43,11-9 0,3-2-14,-1-7 0,3-1-191,6 0 1,1-5 204,10 7 0,-14-41 0,-11-22 0</inkml:trace>
</inkml:ink>
</file>

<file path=ppt/ink/ink3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52.80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28278,'5'72'7,"0"-1"0,-2-14 1,2-9-8,5-7 0,-6-31 0,-1-4 0</inkml:trace>
</inkml:ink>
</file>

<file path=ppt/ink/ink3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45.27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 1 28541,'0'60'9,"0"1"0,0-4 1,0-2-10,-3 43 0,2-10 0,-2-18 0,3-29 0</inkml:trace>
</inkml:ink>
</file>

<file path=ppt/ink/ink3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45.58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2 123 28020,'-1'54'71,"0"-1"0,14 2 0,7-10-49,19-16 45,53-4-22,-12-49-20,-34 0 1,-3-7 2,13-36-17,-34 16 0,-14 0-5,-43-15-1,-27 8-83,-30 46-152,25 38 230,22 33 0,38-26 0,4 4 0</inkml:trace>
</inkml:ink>
</file>

<file path=ppt/ink/ink3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45.79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28020,'13'65'24,"1"1"0,1-1 1,-1-11-1,-4-26 0,1-1 1</inkml:trace>
</inkml:ink>
</file>

<file path=ppt/ink/ink3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48.51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27874,'8'55'64,"1"1"1,3 41-42,-9-57-23,-3 0 0,0-21 0,0-2 0</inkml:trace>
</inkml:ink>
</file>

<file path=ppt/ink/ink3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48.93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0 236 28160,'57'-60'3,"0"-1"1,-4 6 0,-1 13 7,12 27 73,17 12 12,-14 49-46,-9 3-22,-36 10 0,-14 8-20,-13-10 1,-9 0-1,-7 9 1,-9-4-4,-5-15 1,-4-7-1,-27 4-10,21-29-1,31-22-44,47-8-258,37-14-26,-20 13 1,5-1 333,24-10 0,-4 1 0,-4 2 0,8-7 0</inkml:trace>
</inkml:ink>
</file>

<file path=ppt/ink/ink3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49.19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41 273 28412,'75'26'7,"-1"-1"1,-4-2-1,-11-15-7,-14-50 6,-8-6 28,-14-28 16,-38 5-39,-51 3-11,-11 30 0,26 27 0,-2 13-53,3 25 0,9 13 53,15 30 0,-18 9 0,63-28 0</inkml:trace>
</inkml:ink>
</file>

<file path=ppt/ink/ink3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6:49.41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106 0 28362,'-5'73'-53,"-1"-1"1,2-7 0,-3-5 52,-30 28 0,25-50 0,-22 17 0</inkml:trace>
</inkml:ink>
</file>

<file path=ppt/ink/ink3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7:47.12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1 651 28569,'0'-62'5,"0"1"1,0 4 0,0 2-12,5-40 6,7 7 0,2 4-6,8 24 6,16 15-16,2 22-1,18 3 17,-21 31-6,-5 37 1,-23 30 10,-1 5-2,-7-27 0,-2 1-20,1 23-45,0 6-134,0-33-1131,21-25 1327,-12-27 0,13-2 0,-17-6 0</inkml:trace>
</inkml:ink>
</file>

<file path=ppt/ink/ink3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7:47.42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40 0 28250,'-11'74'9,"0"-1"0,1-6 1,3-8-5,12-8-5,15 2 39,11-21-5,20-15-28,-7-32-1,18-49-106,-36 20 1,-2-5 100,4-9 0,-2 0 0,5-16 0,-16 23 0</inkml:trace>
</inkml:ink>
</file>

<file path=ppt/ink/ink3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7:47.72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8 1 28289,'3'96'37,"0"0"0,-1-3 1,0-6-36,-1-27 1,-2-3-305,1 2 0,0 1 302,1-4 0,-2 2 96,-1 14 1,-2 1-145,2-12 1,-1-2-466,-1-4 1,1-5 537,8 9 1,-3-47-1,6-7 1</inkml:trace>
</inkml:ink>
</file>

<file path=ppt/ink/ink3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7:47.94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28188,'3'86'82,"0"0"0,0 0 0,-1-4-298,-2-18 1,0 0 215,0 26 0,0 7 0,0-25 0,0 2 0,0-6 0,0 7 0,0-5 0,0-8 0,0 1 0</inkml:trace>
</inkml:ink>
</file>

<file path=ppt/ink/ink3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8:31.59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93 535 28367,'-26'-59'-4,"1"0"0,1 3 1,7 5-3,19-8 12,14-18-6,13 11-39,16 0-28,-7 29 22,4 33 45,-27 23 33,1 51-49,-15 20 16,0-34 0,-2 0-23,1 28 23,7-18 0,-6-47 0,6-2 0</inkml:trace>
</inkml:ink>
</file>

<file path=ppt/ink/ink3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8:31.97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27141,'0'56'308,"0"0"0,0 43-263,0-27 16,8-9-50,10 2 219,17-30-180,0-24 40,18-41-12,-17-17-55,0-24-23,-16 13-269,-6 2-364,-5 21 633,4-6 0,-6 20 0,-2 6 0</inkml:trace>
</inkml:ink>
</file>

<file path=ppt/ink/ink3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8:32.25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28048,'19'66'59,"0"-1"1,-3-1 0,-3 1-60,-9 3 0,-3 2 11,1 1 1,-2 1-12,-2-3 0,-2 0-157,-8 10 0,-2-8 157,1-15 0,-11 12 0,22-59 0</inkml:trace>
</inkml:ink>
</file>

<file path=ppt/ink/ink3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8:32.47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28048,'6'85'59,"0"1"1,-1-5 0,-1-6-60,-4 20-37,-1-33 1,-1 2-899,-1-3 0,0-1 935,1-4 0,-1-5 0,-3 14 0,5-46 0</inkml:trace>
</inkml:ink>
</file>

<file path=ppt/ink/ink3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8:36.44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1254 1 27622,'-7'68'93,"1"1"1,0 0-1,0 0-51,3-13 0,1 1-634,-3 29 1,0 1 602,1-24 0,-1 1 167,-8 32 1,-9-3-154,-6-35 1,-9-5-12,-12 7 0,-8-8-9,-11-17 1,-2-9 122,13-8 1,0-7-126,-9-10 0,2-11 31,-25-32-26,35 6 0,1-6-11,14 4 1,2-6 337,-7-18 1,5-5-348,10 11 1,3-1 75,-3-9 0,3 0-56,8 12 1,3 5-4,-1-13-5,5 23-33,4 27 33,-5 13 5,7 17 40,-4 44-28,8 15-17,-2 21 11,3-26 0,-5-9 1,-4-37 38,0-5-44,-8-33-6,11-10 0,-3-23-12,14-44 18,12 15 0,9-22-12,5 51 6,14 22-6,13 26 1,-1 7-57,24 18 62,4 8 0,-36-13 0,7-2 0</inkml:trace>
</inkml:ink>
</file>

<file path=ppt/ink/ink3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16:08:37.44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1498 0 28014,'17'81'76,"1"1"1,-2-7 0,-4-6-60,-12 8-6,-3-3 39,-10 17-22,-1-28 40,-26 19-29,-7-39-34,-7-7 1,-34-18-12,-7-14 3,27-5 1,-4-2 4,-5 0 1,1-1-3,14 0 0,1 0 3,-9-1 0,4 2-3,-5 1-6,3 1 1,0 1-6,4 3 11,6-3 0,1 1 11,-2 1-11,-11-11 0,12-5-11,18-3 5,8-5 6,22 4-6,21 4-5,6 2 11,37 13 11,-18 10-11,26 18 0,-20 8 0,3 7 45,-19-16-45,-19-10 0,-13-17-5,-24-16 5,4-5 11,-9-9-17,3-9-11,17 11 17,15 7 6,20 22-6,20 18-106,24 12 106,-5-9 0,-9-3 0,-20-12 0</inkml:trace>
</inkml:ink>
</file>

<file path=ppt/ink/ink3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04.51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156 0 28563,'10'77'9,"0"-1"0,1 1 0,-2-3 0,0-1 0,-1 1-7,-3 7 0,0 0 0,-1-6-2,1 2 0,-3-1 1,-8-7 1,-3 3 0,-6-8-2,-9-8 0,-4-6 0,-2 1 0,-3-7 0,-33-1-11,43-106 8,28 10 0,11-5 3,12-16 0,13 2 0,11 11 0,8 9 0,-10 15 0,4 12-3,7 16 1,1 9-21,-9 5 1,-2 1-15,-2 1 1,1-3-211,9-6 1,-4-9 246,7-37 0,-10 16 0,-30-10 0</inkml:trace>
</inkml:ink>
</file>

<file path=ppt/ink/ink3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04.80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5 136 28149,'-2'67'51,"1"1"1,-1-1 0,17 14 0,17-16-30,24-39 1,9-17-15,-4-12 1,-1-14 2,12-21 0,-10-15 17,-28-1 0,-14-6 0,-13-11 0,-14 3-25,-8 15 0,-13 9-1,-36 6 1,-10 18-3,12 24 0,2 13-14,-6 6 0,11 13-252,21 12 0,19 6 266,30-2 0,10-3 0,12 15 0,21-30 0</inkml:trace>
</inkml:ink>
</file>

<file path=ppt/ink/ink3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05.25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78 0 28328,'-22'66'37,"1"0"0,0-5 1,7-2-21,24 36-6,22-12 6,30-8-6,4-36 3,-17-45 0,0-12 48,12-27-6,-5-12-56,-29 35 0,-23 52 0,15 29-6,30-6 6,6-26 0,34-71 0,-38-34 0,-26 19 0,-7-4-11,-13 0 0,-6 3-34,-9-28 45,-8 32 0,9 40 0,4 10 0</inkml:trace>
</inkml:ink>
</file>

<file path=ppt/ink/ink3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05.55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324 519 28569,'-76'-40'16,"-1"-1"1,2-7 0,16-5-17,30-38-3,21 38 1,9 0 2,33-31-6,7 37 0,15 38-5,-34 51-11,-14 18-45,-20 3-404,-12-10 471,37-53 0,-15 7 0,27-24 0</inkml:trace>
</inkml:ink>
</file>

<file path=ppt/ink/ink3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05.87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457 0 28412,'-86'0'46,"0"0"1,-5 7 0,12 9-41,19 23-6,5 12 0,90 26 0,42-15-3,-25-27 0,-1 0 3,25 23 0,-84-12-6,-29-17-156,-54-6-3383,49-16 3545,10-17 0,26 6 0,14-10 0</inkml:trace>
</inkml:ink>
</file>

<file path=ppt/ink/ink3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06.11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22 1 28496,'-6'66'28,"0"1"0,-1-2 0,4 1-25,10 10 0,4-2-3,-5-18 0,3 1-9,10 27 1,2-4 8,3-6 0,-2-11 0,-14-44 0</inkml:trace>
</inkml:ink>
</file>

<file path=ppt/ink/ink3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06.20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20 27790,'97'-5'-65,"0"-1"0,-41 2 0,-5 1 0,36 2 1</inkml:trace>
</inkml:ink>
</file>

<file path=ppt/ink/ink3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07.73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652 86 28031,'-64'-23'15,"-1"-1"0,-4 1 0,9 8 19,13 20 100,-41 29-64,47-5 0,3 7-17,-9 20 0,5 10-39,8 16 0,7 3-11,7-11 0,11 1 0,21 21 0,20-5-1,9-31 1,13-10-3,24 4 0,11-14-599,7-27 1,1-17 598,-20-6 0,-5-11 145,-2-19 1,-14-8-112,-15-21-18,-9 7-16,-31 35-5,-1 35 5,16 28 878,35-2-900,33-6 16,-1-31 0,2-48 6,-57-22 0,-12-2 6,-64-9-6,-26 41 0,24 20 0,-3 10 0,-34 31 0,36 38 0,38 13 0,33-24 0,15-6-22,57-1 13,-41-18 1,2-8 8,11-16 0,-4-13-6,3-33 14,-31 8 1,-5-5-6,-13-2 0,-5-2-3,4-36 0,-5 31-6,15 28 6,7 55 0,4 8 0,-8 12 0,-3 7 0,-6-6 0,-2 1 0,3 6 0,-1-2 6,1 18-1,-4-36-5,-6-43 0,12-40 0,7-33 0,-1-2-5,14-8 5,-16 56 0,14 39 11,-18 64-6,1 14-2,-16-22 0,-2-2 36,0 5-28,7-12-5,3-47 0,32-60-6,-15 12 0,2-4-3,7-11 0,1-1 3,-5 9 0,-1 5 0,10-2-22,-25 48-18,-11 34-766,18 36 806,13-9 0,-8-7 0,0-26 0</inkml:trace>
</inkml:ink>
</file>

<file path=ppt/ink/ink3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08.26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78 412 28395,'-22'-59'20,"1"0"1,1 5 0,5 6-21,15 6 0,30-5 5,14 13-10,26 7 5,-15 31 0,-4 40 0,-28 27 0,-2 13 78,-11-17-67,-5-44-5,2-32-6,5-31 0,21-41 0,-3 18 0,-1 13 0,0 3-6,1 9 6,6 32 0,-26 32 0,-2 55 0,-8-17 28,0-5-22,3-28 0,4-37-6,21-29 0,11-12-6,12 3 6,-9 31 0,-14 27-56,1 38-336,10-8 392,11-24 0,3-5 0,-3 3 0,28-22 0</inkml:trace>
</inkml:ink>
</file>

<file path=ppt/ink/ink3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08.67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42 274 28390,'75'35'5,"0"0"1,-6-4-1,-8-16 1,-1-53 61,-16-31-22,-38-4-40,-24 27 1,-9 2-6,-31-15 3,3 33 0,-4 15-3,-26 40 2,41 3 1,6 8-3,-7 45 0,42-23 0,17-4 0,56 4 0,-18-33 0,7-13 0,9-26 0,0-14 0,-13 1 0,-3-8 3,5-28 0,-3-6-6,-12 16 0,0 3 3,8 0 0,1 6 0,22-3 0,-11 95 0,-48-7 0,-7 8-11,3 18 0,-2 2-782,-4-17 1,2-3 792,16 22 0,-9-57 0,7-10 0</inkml:trace>
</inkml:ink>
</file>

<file path=ppt/ink/ink3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09.51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91 841 28205,'-23'-73'78,"1"0"0,0-9 1,6 3-79,12 26 0,4 2-3,-3-17 0,2 0-8,3 15 0,3 1-12,3-3 1,8 5-34,24 5 34,21 6 11,13 68 11,-9 11 0,-19 11 0,-2 10 2,-8-5 1,-1-1 0,-1 0 0,-1 1-1,-2 7 1,-6-3 9,-6 16-24,-3 10 12,-15-28 0,-1-26 0,0-16 0</inkml:trace>
</inkml:ink>
</file>

<file path=ppt/ink/ink3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09.73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10 28356,'68'3'-17,"0"-1"0,10 1 1,0-3 16,-11-3 0,-5-1 0,23 2 0,-6-6 0</inkml:trace>
</inkml:ink>
</file>

<file path=ppt/ink/ink3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10.02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106 433 28451,'-30'-57'13,"0"0"0,3-7 0,8 2-13,19-14-5,9 6-18,18 23 18,13 56-6,17 50-12,-10 9-78,-18-10 1,4-1 100,42 6 0,-32-9 0,10-34 0</inkml:trace>
</inkml:ink>
</file>

<file path=ppt/ink/ink3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10.27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365 15 28255,'-67'-7'71,"0"0"0,-4 11 0,10 13-37,12 42-26,25-9 0,6 5-8,10 39-14,29-34 0,14-5-162,12-20 0,12-8 176,11-7 0,11-5 0,-8-2 0,-11 0 0,-3-4 0,16-12 0,0 1 0</inkml:trace>
</inkml:ink>
</file>

<file path=ppt/ink/ink3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10.54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258 371 28278,'-64'-64'67,"0"1"0,10 5 0,10 6-67,13 1-11,34 6-17,51 25-45,29 2 34,4 21-6,-2 28 40,-56 13 5,-28 7-5455,-26-15 5455,-1-35 0,6-1 0,20-17 0</inkml:trace>
</inkml:ink>
</file>

<file path=ppt/ink/ink3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13.19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28070,'4'84'88,"-1"0"0,1-3 0,1-4-72,0-25 1,2 0 0,4 25 0,2 5-15,-1-3 1,2-1-3,-1-1 0,3-2-67,1-5 0,1-10 67,4-18 0,-3-4 0,-11-38 0</inkml:trace>
</inkml:ink>
</file>

<file path=ppt/ink/ink3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13.37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86 27964,'80'-17'-252,"0"0"0,-2 0 0,-7 3-3820,8 6 4072,-2 0 0,-36 5 0,-15 1 0</inkml:trace>
</inkml:ink>
</file>

<file path=ppt/ink/ink3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13.71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193 10 28272,'-52'69'33,"0"0"1,6-6 0,11-6-29,27-1 12,8-6-17,15-11 6,29-12 5,30-28-8,-23-17 0,-2-12 8,-3-10 0,-6-7-6,-8 3 1,-9-4-3,-15-10 0,-16 5 2,-50-2-44,-30 10-73,6 46 112,21 68 0,43-39 0,13 31 0</inkml:trace>
</inkml:ink>
</file>

<file path=ppt/ink/ink3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14.01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0 188 28149,'19'74'125,"-1"0"0,5 4 0,-7-15-108,-18-36 5,1-15 1,-28-49-18,6-53-5,15 40 0,6-2-6,12-10 1,11 2-34,9 10 0,7 7-79,49-7 118,-28 35 0,-4 8 0,-7 7 0,1 0 0</inkml:trace>
</inkml:ink>
</file>

<file path=ppt/ink/ink3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17.72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333 0 27673,'-62'13'7,"1"-1"1,6 0-1,9-4-12,11-8-29,13 0 23,-7 11 11,17 0 5,2 13-5,13 12-5,22-8 33,15 10-28,7-18 17,14 5 16,-11-1-38,5 4 10,-19-7 1,-16-5 39,-23 4 27,-36 0-44,-25 9-39,-8-11 11,-9-5 0,52-9 0,1-3 0</inkml:trace>
</inkml:ink>
</file>

<file path=ppt/ink/ink3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20.17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188 278 28210,'-45'57'50,"0"1"1,4-4 0,9-4-40,16 1 6,7 24-1,27-3 7,6-7-23,49-19 11,15-45-6,-32-16 1,-1-10 5,-5-8 1,-7-9-7,-10-11 1,-9-3-6,-5-34-6,-52-3 12,-13 54-1,-5 3-10,6 50-1,31 29-11,40 19 12,42-12 10,15-21 1,-23-40 0,-2-15-6,13-41 2,-36 13 1,-7-4-3,0-37-6,-24 40 1,-5 2 5,-7-6-6,-4 14 6,1 48 12,-1 42-1,9 21 0,3 14 3,-3 15 0,2 7-590,5-13 1,3 4 0,1-3 575,-3-14 0,1-1 0,4-1 0,5 6 0,5 1 0,0-9-231,4-4 1,1-7 230,-3-1 0,0-8 0,4-4 0,-19-41 0</inkml:trace>
</inkml:ink>
</file>

<file path=ppt/ink/ink3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20.29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77 27880,'72'-14'-136,"0"1"1,1 0 0,-8-2 0,-6 3-1,30 2 1</inkml:trace>
</inkml:ink>
</file>

<file path=ppt/ink/ink3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20.90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571 218 28334,'-18'-50'33,"0"0"1,-7 0-1,-5 12-27,-15 23 5,-45 0-5,0 51 10,32-5 1,3 7-14,10 3 0,7 5 0,2 21 0,14 2 2,28 25 1,45-8-1,46-66 12,-1-43 8,-37-13 1,-6-7 2,1-21-28,-6 13 0,-32 46 0,-14 40-34,7 47 34,16-30 0,3-1 0,-6 22 0,28-10 0</inkml:trace>
</inkml:ink>
</file>

<file path=ppt/ink/ink3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21.49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28474,'0'66'20,"0"-1"1,0-4-1,2-3-14,6 15-40,8 13-1926,11-29 1960,2-8 0,-11-34 0,-5-15 0</inkml:trace>
</inkml:ink>
</file>

<file path=ppt/ink/ink3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21.97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0 346 28233,'62'-57'39,"0"1"0,-4 14 0,4 1 1,2 7-18,25 4 0,4 7-591,-21 5 1,2 2 0,-4 3 568,9-1 0,-8 12 564,15 50-545,-103-7 1,-21 6-6,-14 15 0,-10 0 132,-4-9 0,-5-4-127,-9-5 1,6-7-9,14-10-11,25-7 0,57-25 895,38-3-895,6-1 0,8 1-3,9 2 0,2 6-8,14 12 0,-4 6 11,-22-5 0,-12 9 2,-19 19 1,-23 5 3,-85 23-6,3-30 0,-13-7-2,13-14 0,-6-5 0,3-3-12,-19 2 0,6-9-56,7-9 0,20-15 70,54-44 0,-16 24 0,52-16 0</inkml:trace>
</inkml:ink>
</file>

<file path=ppt/ink/ink3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22.18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49 1 28474,'-15'65'5,"-1"0"1,3 3-1,9-8-206,26-5-1009,7-9 1210,-2-37 0,-10-9 0,-14-13 0</inkml:trace>
</inkml:ink>
</file>

<file path=ppt/ink/ink3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22.49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8 28451,'64'8'64,"0"0"1,34 10-59,-95-49-23,-26 21-140,2 30 157,-2 16 0,14-4 0,11-2 0</inkml:trace>
</inkml:ink>
</file>

<file path=ppt/ink/ink3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22.81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125 541 28546,'-36'-70'4,"-1"0"0,3-10 0,17 3-7,29 27 0,9 4 3,11-43 0,38 31-6,-15 61 6,15 56 0,-17 10-31,-19-4 1,-3 4-91,-7-20 1,2-4 120,17-1 0,-1-4 0,-3 4 0,9-35 0</inkml:trace>
</inkml:ink>
</file>

<file path=ppt/ink/ink3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23.17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345 51 28546,'-63'-18'5,"0"0"1,4 4 0,8 15-6,19 38 0,10 12 0,-8 22 0,11-12 0,13-1 6,48 6-6,30-9 8,-19-59 1,1-13 7,30-18 1,-46-6 0,-9-3-6,-9-1-11,-5 7 0,-14 44-5,3 24-107,17 36 112,45-14 0,-31-5 0,23-28 0</inkml:trace>
</inkml:ink>
</file>

<file path=ppt/ink/ink3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23.46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30 72 28306,'-1'64'39,"0"0"0,0-6 0,1-6 174,0 0-202,-4-30-11,-1-19 0,-6-59 0,5-25 0,5 30 0,4 0-17,13-30-16,5 34-96,25 27-106,-6 26-613,35 14 0,-42-9 0,6 8 0</inkml:trace>
</inkml:ink>
</file>

<file path=ppt/ink/ink3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23.92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64 4 28429,'-19'56'19,"-1"1"1,-5 38-9,42-61 0,12-11-5,14-12-6,28-22 28,3-37 6,-2-1-12,-40 7 0,-6-1 1,-7 2-29,-4-5 1,-14 67 5,1 12 2,-2 23 1,0 11-3,2 0 0,-2 3 5,-8 15 1,-3-2-3,5-19 0,-5-6 2,-10-8 1,-5-10 5,-16-12-11,-14-22-5,4-37-18,15-3-2004,10-21 2027,30 21 0,-4 6 0,10 12 0</inkml:trace>
</inkml:ink>
</file>

<file path=ppt/ink/ink3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24.32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28535,'0'72'22,"0"0"1,0 17-1,0-5-16,0 8-6,1-22 0,1-2-90,0 1-128,3-20-1221,-3-45 1439,-2-35 0,0 9 0,-2 3 0</inkml:trace>
</inkml:ink>
</file>

<file path=ppt/ink/ink3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24.49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0 131 28451,'74'-19'0,"-1"1"0,21-4 0,1 4-143,-22 6 1,0 3 142,15-1 0,-6 1 0,6-2 0,-35 8 0</inkml:trace>
</inkml:ink>
</file>

<file path=ppt/ink/ink3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24.80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47 239 28429,'0'64'112,"0"-1"0,-2 11-112,-5-78 0,-5-69 0,0-8 0,2-2-17,7-6-28,20 43-173,37 5 218,34 23 0,-23 14 0,-7 4 0</inkml:trace>
</inkml:ink>
</file>

<file path=ppt/ink/ink3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25.11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279 494 28647,'-59'-26'5,"0"0"1,6 2 0,8-4-6,11-39 0,18 11-3,5 7 0,9-2-2,40-21-6,24 5 5,20 39 0,-22 39 6,-31 46 0,-68 7-16,6 0-931,-24-19 947,47-30 0,1-8 0,20-7 0</inkml:trace>
</inkml:ink>
</file>

<file path=ppt/ink/ink3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25.41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288 447 28636,'-67'-35'5,"-1"-1"1,9 4 0,10-3-6,17-33 0,20-7-6,15 1 1,40 6-1,9 44 0,-2 41 6,-20 36 0,-31 13 0,-8 2 0,0-45 0,3-3 0</inkml:trace>
</inkml:ink>
</file>

<file path=ppt/ink/ink3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41.49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1 222 28546,'66'21'-11,"0"0"0,-6-1 0,-5-13 5,15-53 6,-26-2 0,-10-14-5,-59 6 5,-8 19 5,-45 6-5,14 21-5,-14 26-7,18 23-32,23 9-214,18 15 258,77-31 0,-43-4 0,45-20 0</inkml:trace>
</inkml:ink>
</file>

<file path=ppt/ink/ink3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42.03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31 30 28294,'-15'52'22,"0"0"1,24 32-6,64-74 0,4-18 33,7-23 40,-52-20-51,-24-11-33,-33 17-1,-48 15-50,2 44 45,11 54 0,22-30 0,35 27 0</inkml:trace>
</inkml:ink>
</file>

<file path=ppt/ink/ink3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48.3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24575,'0'0'0</inkml:trace>
</inkml:ink>
</file>

<file path=ppt/ink/ink3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48.74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758 1 28037,'-67'10'9,"-1"1"0,7-1 1,8 2-5,11 10 7,1 3 4,1 4-21,-24 22 5,-4 19 8,24-19 1,1 7-9,1 10 0,6 2 0,7-10 0,5 3 0,2 24 0,9 2 0,13-14 0,11 0 5,17 16 1,9-5-4,-2-19 1,11-10-3,34-6 0,12-15 0,-9-21 0,4-14-419,-16-7 0,3-7 0,-4-2 410,15-5 1,-6-10 13,-1-24 1,-15-11 11,-32 14 0,-14-4 2,-14-14 1,-16 0 2,-22 7 1,-14 8 7,-1 11 1,-7 9-6,-24 5 1,-2 17-24,19 24 1,3 12-115,-6 1 0,6 8-191,19 4 1,13 4-239,14 38 1,19-48 0,12-4-1</inkml:trace>
</inkml:ink>
</file>

<file path=ppt/ink/ink3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49.0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27662,'13'68'26,"-1"0"0,1-7 0,-1-4-32,8 19 6,-8-20 0,-1-9 0,-9-26 0</inkml:trace>
</inkml:ink>
</file>

<file path=ppt/ink/ink3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49.34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64 50 28009,'64'23'63,"0"-1"1,-6-8-1,-14-15 44,-31-36-29,-50-15-61,-27 34-90,-30 19-201,28 32 274,25 36 0,37-30 0,4 5 0</inkml:trace>
</inkml:ink>
</file>

<file path=ppt/ink/ink3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49.74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28306,'8'76'-4,"0"0"0,-1-6 0,5-5 10,27 18-12,7-23 6,-1-11 28,-2-36 68,-29-48-68,-1 0 11,-15-52-45,-8 5-207,4-14 213,27 29 0,-14 28 0,23 29 0</inkml:trace>
</inkml:ink>
</file>

<file path=ppt/ink/ink3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50.0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163 394 28591,'-45'-59'0,"0"0"0,0 5 0,18 2 0,53-19-5,-2 21-12,42 2 0,-19 55 0,-4 19 0,-20 50-55,-32-10-2269,6-4 2341,3-31 0,3-24 0,9-7 0</inkml:trace>
</inkml:ink>
</file>

<file path=ppt/ink/ink3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50.3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15 470 28518,'-6'-72'4,"0"0"0,4 4 0,6 7-4,23-6-6,26-5 0,2 32 12,0 23-6,-5 87 0,-35-15 0,-5 6-11,2 16 0,3 1-82,1-11 1,4-7 92,23 14 0,-10-44 0,-4-29 0</inkml:trace>
</inkml:ink>
</file>

<file path=ppt/ink/ink3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51.2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416 162 27253,'-33'-44'131,"0"-1"1,-26-27-132,15 83 196,-10 24 73,-18 28-230,38-16 0,4 3-28,-10 36-11,25-27 0,14 0-78,46 25 61,2-8 6,8-46 0,6-15 5,35-33 9,-42-4 0,-3-8 11,-12-12 0,-8-6 19,3-36-11,-25 33 1,-5 1 117,-2-16-123,-2 32-11,0 30-1,0 50-5,15 22-694,21-8 694,17-5 0,-14-27 0,-9-20 0</inkml:trace>
</inkml:ink>
</file>

<file path=ppt/ink/ink3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51.8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 0 28238,'-3'77'48,"0"0"1,4-3 0,4-5-38,12 25-1560,13-5 1561,4-6 502,9 1-425,-12-29 173,13-48-262,-20-28 3,-1-24 0,0-7 2,19-27 802,15 3-813,4 44 1,-16 41 10,7 49-5,-33 14 6,-31 19-6,-20-51 0,-9-8 5,-43 13-8,20-30 1,1-8-4,-10-9-123,13-18-72,46-3 201,52-8 0,15 2 0,-20 9 0,54-18 0</inkml:trace>
</inkml:ink>
</file>

<file path=ppt/ink/ink3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52.0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 1 28479,'-10'71'9,"1"-1"1,0-4-1,3-6-9,5 8 0,8 8-241,0-25-307,7-17 548,-16-63 0,5 11 0,-11-22 0</inkml:trace>
</inkml:ink>
</file>

<file path=ppt/ink/ink3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52.3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38 28367,'47'45'8,"-1"0"1,21 15 58,-6-91 12,-42-12-68,-33-12-11,-10 19-280,-37 14 280,19 34 0,10-9 0,15 16 0</inkml:trace>
</inkml:ink>
</file>

<file path=ppt/ink/ink3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52.6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33 503 28440,'-12'-77'2,"0"0"0,4 5 0,7 7 3,18-3-5,10 9 6,-2 10-1,18 14-5,0 43 0,21 44-5,-17 20-40,-21-15 0,-5 1-257,0 18-325,-3-10 627,-9-30 0,-5-30 0,-1-5 0</inkml:trace>
</inkml:ink>
</file>

<file path=ppt/ink/ink3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53.1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379 166 28149,'-30'-46'145,"1"-1"1,-28-25-129,-1 89 16,-8 38-27,28-7 0,4 4-9,7-2 0,7 2 3,4 16 0,13-2-11,43 12 0,27-9 16,32-56 1,-19-32-6,-8-48 0,-41 1 45,-8-6-45,-15 46-6,-8 30 0,0 63-262,8-1 268,13 5 0,-9-32 0,7-23 0</inkml:trace>
</inkml:ink>
</file>

<file path=ppt/ink/ink3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53.4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96 28210,'29'70'65,"-1"0"1,-3-6-1,-4-6 81,-8-4-107,-13-15-39,-23-26 6,3-24-1,-17-56-10,27-16 5,4 31 0,5-1-17,21-39-17,1 32-111,25 27 145,25 25 0,-33 4 0,15 4 0</inkml:trace>
</inkml:ink>
</file>

<file path=ppt/ink/ink3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53.9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116 0 28082,'-8'66'24,"-1"0"0,17 8 0,9-8-24,19-5-3,8-22 1,5-9 58,21-14 78,-3-41-27,-31-35-74,-23-11-16,-11-13 5,-2 43-16,9 33-6,-2 39 6,8 45-4,-8-9 1,-4 6 16,-3 4 1,-3 1-9,-2 1 1,-6-1-1,-11 4 0,-10-8-8,0-32 0,-5-7-3,-5 1 0,-1-6 0,-20-4-56,0-39 56,6-61 0,21 41 0,0-38 0</inkml:trace>
</inkml:ink>
</file>

<file path=ppt/ink/ink3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54.6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28255,'9'90'51,"-1"1"1,-2-19 0,-1 2 0,0-3-46,2 12 0,0-3-6,-2 1 0,2-1-28,6 1 0,2-7 28,8 3 0,-5-17 0,-5-36 0</inkml:trace>
</inkml:ink>
</file>

<file path=ppt/ink/ink3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54.8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0 165 28160,'74'-16'-73,"0"0"0,19-2 1,2-2 72,-5-1 0,-6 1 0,-22 8 0,-3 0 0,-6-3 0,0 0 0</inkml:trace>
</inkml:ink>
</file>

<file path=ppt/ink/ink3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55.1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69 27869,'5'79'117,"1"0"1,-3-17 0,1-6 206,13 24-318,-24-68-6,4-11 11,-15-67-5,12-13-12,6-19-5,21 13-11,3 29-74,38 17-301,12 25 397,4 18 0,0 4 0,-1-3 0,-24 6 0,1 0 0</inkml:trace>
</inkml:ink>
</file>

<file path=ppt/ink/ink3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55.5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186 463 28474,'-52'-40'14,"0"-1"1,3-9 0,17-3-20,55-30 5,2 2 0,8 42 0,8 7-11,36 8-6,-5 5 0,-11 44 17,-65 18 11,-49 21-341,-28-9-269,21-24 599,62-29 0,17-6 0,25-7 0</inkml:trace>
</inkml:ink>
</file>

<file path=ppt/ink/ink3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8:57.6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574 379 28289,'-70'12'39,"0"0"0,6-1 0,7-3-16,-2 0-6,10-4 11,-1-1 5,8-16-33,5-4 0,-2-38-17,21-9 6,-1-23 11,29 21-17,32-1-44,28 31 27,18 6 23,-19 28 22,-28 19 12,-38 38-23,-34 5-51,-9 14-246,5-24 297,13-16 0,20-25 0,2-5 0</inkml:trace>
</inkml:ink>
</file>

<file path=ppt/ink/ink3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01.2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 1 28244,'-1'61'9,"-1"0"0,1-5 1,0-4-44,-3 3-201,3-8 235,15-11 0,-11-18 0,11-8 0</inkml:trace>
</inkml:ink>
</file>

<file path=ppt/ink/ink3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01.7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0 914 27583,'75'-58'181,"0"1"0,-8 4 0,-8 0-156,-20 7 1,-8-2-26,-4-6 0,-4-3-70,0-16 0,-6-4-59,-11 3 0,-7 3 118,-4 16 0,-7 5 61,-39-26-33,-9 64 0,-18 53 50,24 15 31,27 9 0,12 10 17,15-6 0,8 4-62,9 23 0,7 3-435,-2-33 0,3 0 1,1-3 384,9 12 0,2-3-1,4 6 1,-3-4-9,-16-28 1,-2-1-82,-2 4 0,-3-1-170,-3 14-398,-31-30 655,-21-32 0,12-4 0,-6-10 0</inkml:trace>
</inkml:ink>
</file>

<file path=ppt/ink/ink3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02.0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0 334 27068,'78'-25'30,"-1"0"0,-5 1 0,-8 1-14,3-5 141,11-21 269,-21-4-309,-8 0 259,-28 3-376,-18 46 0,-1 12 0,-2 59-17,5 8-84,15 13-403,6-34-28,7-29 532,-1-49 0,-20 14 0,1-19 0</inkml:trace>
</inkml:ink>
</file>

<file path=ppt/ink/ink3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02.3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73 28182,'65'16'46,"-1"1"1,-5-8 0,-15-13 77,-36-38-102,-38-2-28,-8 19-128,-27 25-616,35 52 750,24 22 0,6-11 0,21-11 0</inkml:trace>
</inkml:ink>
</file>

<file path=ppt/ink/ink3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02.6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1 361 28440,'4'-55'42,"0"-1"0,2-41-31,-3 49-11,3 7 0,23-3-11,-7 24 5,25 36-38,-18 54-21,-12-16 1,-2 4-172,-1 2 1,1-3-537,17 17 772,21-33 0,-25-37 0,8-4 0</inkml:trace>
</inkml:ink>
</file>

<file path=ppt/ink/ink3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02.9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281 556 28535,'-63'-28'0,"-1"1"0,0 16 0,11 19 0,24 82 0,21-32 0,11 0-6,17-9 1,9-6 5,28 12 6,35-65 33,-36-60-23,-30 15 1,-5-5-14,-7 4 0,-5-2-3,-6-13 0,-3 1-9,1 19 1,-3 2-152,-5-12 1,-5 2 159,-7 9 0,-2 6 0,-6-10 0,-6 22 0</inkml:trace>
</inkml:ink>
</file>

<file path=ppt/ink/ink3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03.7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28440,'14'66'33,"1"1"1,-3 17 0,-2 1-34,-5-16 0,-2-2 0,0 0 0,3-2-3,9 0 0,7-8 9,26-1-1,7-10-10,15-29-57,-16-35-330,-10-16 392,-85-46 0,29 38 0,-57-11 0</inkml:trace>
</inkml:ink>
</file>

<file path=ppt/ink/ink3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03.9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0 111 28009,'97'1'-460,"-1"-1"1,-17-6 0,-3-4 459,-2-8 0,-10-2 0,-9-5 0,-3-8 0</inkml:trace>
</inkml:ink>
</file>

<file path=ppt/ink/ink3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04.2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 0 28143,'-3'65'56,"0"0"0,4 14 0,1 1-3,2-17 1,0-2-40,2-2 0,-1-2 64,2 36-78,1-77 0,0-14 6,11-39-1,10-18-5,-5 17-5,9-4 5,-11 50 0,-6 8 0,2 38-23,1-11-55,2-5-667,41-17 745,14-19 0,-17-2 0,-6-3 0</inkml:trace>
</inkml:ink>
</file>

<file path=ppt/ink/ink3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04.5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107 451 28451,'-27'-59'20,"0"0"1,2 3 0,6 6-10,14-1-5,2 0-6,17-6-6,16 20 0,16 6-5,-5 39-22,-13 35-51,-38 19-213,-14 3 297,-4-20 0,6-26 0,17-17 0</inkml:trace>
</inkml:ink>
</file>

<file path=ppt/ink/ink3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04.9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28507,'27'83'11,"0"-1"0,-3-7 1,-3-2-12,-12-7 0,-3-3 0,-1-7 0,-1-1-96,2 4 1,-2-5 95,-12 10 0,5-35 0,-6-23 0</inkml:trace>
</inkml:ink>
</file>

<file path=ppt/ink/ink3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05.2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48 161 28154,'28'49'81,"1"0"1,39 24-71,14-78 84,-7-36-67,-49-22-5,-20-20-18,-46 10-16,-28 30 0,-3 20-56,-20 47-264,42 9-167,6 12 498,53 3 0,-4-31 0,19 1 0</inkml:trace>
</inkml:ink>
</file>

<file path=ppt/ink/ink3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09.1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1 169 28076,'20'55'-3,"1"1"0,17 35 26,11-68 44,-15-11 45,21-26 17,-26-20-79,-1-15 12,-16 7-62,-9 28-17,-3 24-22,1 38-6,11-11-5,16 13 61,-1-35 22,22-26-10,-30-15-12,7-45-17,-22 0-38,-1-14-472,2 13 516,-1 27 0,2 21 0,-3 17 0</inkml:trace>
</inkml:ink>
</file>

<file path=ppt/ink/ink3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09.54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226 442 28530,'-53'-38'16,"-1"-1"1,0-6 0,13-3-17,30-21-6,-1-1-5,38-4-17,23 44 23,12 1-46,25 42 29,-45 26 11,-18 20-1,-55 7-4,-3-22-645,-9-17 661,56-27 0,-11 0 0,22-6 0</inkml:trace>
</inkml:ink>
</file>

<file path=ppt/ink/ink3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09.91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290 82 28222,'-64'-25'31,"0"0"1,7 2 0,8 14-32,9 45-6,24 13-11,52 19 29,10-14-10,9-21 1,6-4-8,20 12 10,-6 6-5,-60-13 0,-36-14-33,-47-9-471,11-15 504,3-8 0,26 3 0,22-1 0</inkml:trace>
</inkml:ink>
</file>

<file path=ppt/ink/ink3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10.1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28110,'14'76'74,"-1"1"1,1-3 0,0-3-64,-3-20 0,1-2-3,0-1 1,2 1-9,4 11 0,0-3 0,8 21 0,4 5 0,-21-56 0,-2-12 0</inkml:trace>
</inkml:ink>
</file>

<file path=ppt/ink/ink3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10.3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42 27494,'72'-7'-162,"0"-1"1,-1 1-1,-3-1 1,-8 1-1,20 3 1</inkml:trace>
</inkml:ink>
</file>

<file path=ppt/ink/ink3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13.3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249 0 28205,'-61'58'46,"0"0"1,1 8 0,13-2-47,29-2 0,16 33 11,61-49-3,-14-22 1,5-10 13,13-18 1,-1-9-1,34-10 73,-27-28-100,-49 36-1,0 19-16,-3 14 10,32 11 7,8-19 5,2-16 11,-7-26 0,-34-19-16,-26-18 5,-16 16-23,-44 3 12,0 32 17,-14 24-18,20 44 7,26 10-18,39 40-49,57-32 55,5-12 19,-3-34 1,4-15-3,28-37 11,-42 7 1,-5-7-4,-11-11 1,-8-6-4,-8-1 1,-4 1-1,5-23-5,-3 13-56,2 28 45,2 17 0,-2 16 5,0 41 18,-9 14 38,-2 8-5,6-19-34,-7-34 0,20-44-11,-6-7 6,28-40-12,-7 23-22,9 4 28,-17 28 0,-13 52 6,-13 4-1,-4 40 107,-5-24-106,6-21-6,5-28-17,26-54 6,-3 8-79,29-23-27,-19 39-163,5 14 280,-15 40 0,-18-7 0,-3 9 0</inkml:trace>
</inkml:ink>
</file>

<file path=ppt/ink/ink3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14.0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15 537 28334,'-4'-56'39,"0"0"0,0 2 0,2 5-33,2-5-1,15-27-10,14 6-6,4 5 11,15 28-6,-14 53 0,5 45 6,-11 35-5,-9-4-1,-8-2 141,-8-53-130,0-13-5,-1-29-5,9-37 5,12-12 0,4-1 0,17 3-12,-6 43 7,3 41-1,-11 37 12,-12 9-1,-12 10 40,-4-49-39,1 1-6,1-36 5,20-26-10,17-26-12,22-13 17,-10 17-17,-8 21 12,-24 42-29,-8 13-274,6 11-241,4-12 549,22-13 0,-20-13 0,5 0 0</inkml:trace>
</inkml:ink>
</file>

<file path=ppt/ink/ink3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14.4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108 131 27975,'-27'57'39,"1"0"0,0-7 1,9-5 27,22-10 17,29-9-17,20-12-50,9-17 45,18-29 38,-38-20-77,-5-19-6,-48 2-17,-16 19-12,-53 19 12,0 49 0,1 10-11,21 51-6,60-10 1,52-4 21,-10-43 1,7-13 10,12-20 1,-1-11-11,-11 4 0,-4-7-4,5-23 1,-6-6 0,-12 12 0,-2 0-9,-1 0 1,1 4-1,37-17 12,-22 65-12,4 42 6,-22 31-157,-12 11-8339,-5-33 8496,12-24 0,-11-30 0,4-4 0</inkml:trace>
</inkml:ink>
</file>

<file path=ppt/ink/ink3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15.2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578 99 28306,'-69'-14'35,"0"0"0,-10 9 1,4 11-14,26 15 1,5 8-21,-8 11 1,3 6-3,14-6 0,7 3-6,7 9 1,14-2-6,42 14 11,31-11 6,15-33 5,-25-34 0,-2-13 56,17-31-36,-37 17 0,-6-1-26,3-18-5,-26 20-5,-11 30 5,1 37-23,-2 25 7,12 9-18,28 6 40,9-46 16,15-26-5,-12-49-6,-16-11-11,-13 13 0,-1-2 0,14-31-6,15-3-5,-8 37 6,9 40 5,-14 63-12,1 27 4,-19-29 0,-3 1-26,2 25-1943,6-25 1977,5-36 0,-5-5 0,0-10 0</inkml:trace>
</inkml:ink>
</file>

<file path=ppt/ink/ink3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15.55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299 0 28406,'-71'19'18,"1"0"1,11-7 0,11 8-22,23 26 1,11 5 2,2 9-56,34-2 0,16-4-235,33-9 58,13-11 1,2-9 0,-8-17 0,14-5 0</inkml:trace>
</inkml:ink>
</file>

<file path=ppt/ink/ink3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15.8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111 325 28479,'-36'-64'-6,"-1"1"1,11 3-1,15 7-16,33 14-28,43 4 38,-4 24 12,-1 14 23,-20 31-23,-37 19 0,-23 9-1221,-7-10-8610,22-23 9541,12-16 1,17-10-1,-10-3 1</inkml:trace>
</inkml:ink>
</file>

<file path=ppt/ink/ink3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16.2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369 2 28244,'-74'-1'44,"1"1"1,-2 5 0,11 10-39,20 31-12,6 3-16,58 7 0,44-14-6,11-5 14,-16-17 0,-2-1-9,3 2 18,7 12 10,-69-7-22,-14-7-55,-62-3-264,-5-14 336,-17-6 0,42 2 0,22-4 0</inkml:trace>
</inkml:ink>
</file>

<file path=ppt/ink/ink3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16.5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28390,'0'85'37,"0"0"0,2 14 1,-1-6-33,3-1-8,1-24 1,1-2 2,3 5 0,-2-16 0,-2-30 0</inkml:trace>
</inkml:ink>
</file>

<file path=ppt/ink/ink3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16.6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26 27690,'68'-5'-1072,"1"0"0,-4 1 0,-9-1 1,-18 2-1,-10 0 0</inkml:trace>
</inkml:ink>
</file>

<file path=ppt/ink/ink3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16.9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36 139 27947,'7'53'50,"-1"1"1,17 30-34,49-73 16,9-25 12,-2-6 50,-9-41 57,-46-6-96,-45-14-51,-17 21-5,-11 36 0,-7 10-28,-33 15-358,4 40 386,39 18 0,33-8 0,16-13 0</inkml:trace>
</inkml:ink>
</file>

<file path=ppt/ink/ink3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17.30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1 191 27841,'22'55'61,"0"-1"1,-1-4 0,-2-7 5,-1-7 392,-2-9-437,-7-18-10,-4-17-1,-5-21-11,0-14 5,-2-32-38,16-7-23,2 2-247,24 1 303,6 46 0,-17 4 0,-1 22 0</inkml:trace>
</inkml:ink>
</file>

<file path=ppt/ink/ink3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20.9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184 1 28429,'-43'60'15,"1"0"0,3-2 0,7-2-15,14 22-3,11-18 0,4 2 3,8 31-6,9-16 1,8 3-4,3-20 1,6-2-62,11 10 0,2-2-11,-10-17 0,3-4 81,17-1 0,-3-9 0,-16-10 0,23 2 0</inkml:trace>
</inkml:ink>
</file>

<file path=ppt/ink/ink3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21.4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28345,'18'68'41,"0"1"0,2 16 0,-4-1-41,-11-23 0,-2 0 17,3 11 0,-2-2 5,-4 25-50,-14-26 22,23-42 6,2-8 6,64-20 0,12-7-9,-35 2 0,0-1-36,21-5-79,-32-14 118,-28 7 0,-12-1 0,-1 12 0</inkml:trace>
</inkml:ink>
</file>

<file path=ppt/ink/ink3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21.8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309 15 28356,'-59'-7'0,"1"0"0,-40 7 17,66 42-12,1 44 18,13-14-18,7-5 1,9 4-15,16-17 1,7-2-6,8 9 0,6-5-14,1-16 0,7-8-227,18-8 1,4-11 254,35-18 0,-19 3 0,-28-13 0</inkml:trace>
</inkml:ink>
</file>

<file path=ppt/ink/ink3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22.41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 40 28115,'0'73'52,"0"0"0,-2-4 1,-1-3-47,-1 20-1,-3-6-16,2 8 218,3-35-190,0-18-17,2-46 0,0-28-6,3-49-5,5 34 0,1-3-3,-2 0 0,2-3-11,8-13 0,0 5 8,3-4 0,8-8 11,-5 77 12,2 19 11,-2 24 0,1 10-15,2 1 1,2 4-3,8 11 0,2 0-6,-8-17 1,0-2-157,29 34-1311,-31-49-8358,-35 2 9007,-18-21 1,-11-6 0,11-4 0</inkml:trace>
</inkml:ink>
</file>

<file path=ppt/ink/ink3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22.5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82 28026,'67'-16'-204,"-1"-1"1,-3 1-1,-9 2-3828,-7 9 4032,-10-3 0,-17 5 0,-11 0 0</inkml:trace>
</inkml:ink>
</file>

<file path=ppt/ink/ink3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22.8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27617,'74'47'235,"0"0"0,-4-2 0,-9 7-213,-20 13 1,-11 8-4,-4 7 1,-5 5-16,-5-17 0,-2 3 0,-4-3-24,-5 12 0,-8-3 20,-8 9 0,-3-11 0,0-25 0,-8 17 0</inkml:trace>
</inkml:ink>
</file>

<file path=ppt/ink/ink3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28.3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174 439 28401,'-33'58'8,"1"1"0,-1-1 1,-13 12-1,17-5-14,39-10 1,17-9 11,37-2-12,-16-29 1,4-12 2,1-23 0,-5-13 14,22-33-8,-44 7 0,-13-5-3,-28-26 0,-9 4-17,-42 33 17,16 48 0,5 33-39,59 13 22,53 0-5,14-20-6,-23-32 0,-2-14 16,9-48 12,-35 32 0,-4-5 3,-9-19 0,-10-1-9,-18-29-38,-8 0 44,-9 45 72,4 86-44,11 23-3,8 22 1,4 12-12,1 5 0,3 1-197,-1-33 1,1 1 0,2 2 148,4 15 0,2 3 1,2-6-138,5 6 0,3-5 118,1 9 0,-1-7 1,6 6-1,-15-46 1</inkml:trace>
</inkml:ink>
</file>

<file path=ppt/ink/ink3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28.49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0 140 27331,'81'-26'-138,"-1"1"0,-7 1 0,-8 2 138,6 0 0,-34 10 0,-13 4 0</inkml:trace>
</inkml:ink>
</file>

<file path=ppt/ink/ink3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28.8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 0 28373,'-3'67'29,"-1"-1"1,4-1 0,3-3-7,13 35-21,-5-48 1,3 1-6,3 15 1,2 1-63,-1-10 1,1-1 64,1 1 0,-1-6 0,3 4 0,-10-36 0</inkml:trace>
</inkml:ink>
</file>

<file path=ppt/ink/ink3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64 28026,'74'-10'-238,"0"0"1,22-5 0,-12 2 0,-37 10 0,30-10 0</inkml:trace>
</inkml:ink>
</file>

<file path=ppt/ink/ink3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29.3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64 1 28272,'-17'72'13,"-1"0"0,3-5 0,5-7-7,6 3 16,9-8 12,24-8-12,0-23 51,40-12 17,-19-38-29,-4 6-72,32 36 5,-14-15 6,27 6 0,-36-42-5,-27-51-12,-38 16 17,4-3 0,-7 32 0,10 23 0</inkml:trace>
</inkml:ink>
</file>

<file path=ppt/ink/ink3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29.6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77 28098,'19'53'123,"-1"0"1,27 32-29,12-70-56,31-17 62,-18-37-51,-8-22-44,-48-8 0,-64-8-12,-21 45-33,-21 29-583,36 66 622,22 2 0,31 1 0,3-43 0</inkml:trace>
</inkml:ink>
</file>

<file path=ppt/ink/ink3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0.8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345 236 28300,'-5'-52'28,"1"1"0,-12-34-17,-14 63 6,-5 7 33,-23 4-38,-4 35-18,-10 38 3,45-13 0,9 6-3,10 7 1,10-1 5,21 31 11,47-26 12,-3-52 16,-2-19 6,-16-37-12,-30-7-33,3 3-5,0 38 5,-1 29 0,7 31-6,-12 36 17,-27 8-5,-20-1-6,-13-45 0,-10-8 0,5-20 0,-2-5-25,-4 2 0,4-9-222,-11-36-4009,56-41 4256,25-2 0,4 10 0,-6 37 0</inkml:trace>
</inkml:ink>
</file>

<file path=ppt/ink/ink3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1.02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28429,'5'64'0,"0"-1"0,2 1 0,-1-9 0,-4-17 0,3-8 0,-3-17 0</inkml:trace>
</inkml:ink>
</file>

<file path=ppt/ink/ink3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1.1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27411,'0'0'0</inkml:trace>
</inkml:ink>
</file>

<file path=ppt/ink/ink3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1.7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1 190 28474,'24'75'5,"1"0"1,-2-8-1,3-7-5,31 7 90,-11-28-84,1-32-6,-26-34 5,-13-38-5,-7 13 0,0-4-51,0-1 1,1-2 50,4-11 0,-1 3 0,-1-11 0,6 29 0</inkml:trace>
</inkml:ink>
</file>

<file path=ppt/ink/ink3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2.02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135 495 28586,'-38'-60'1,"1"0"1,2 4 0,11 1 4,38-37-6,3 26-17,21-18 6,-8 63-152,0 47-397,-8 26 560,-9 1 0,-2-1 0,2-4 0,3 3 0</inkml:trace>
</inkml:ink>
</file>

<file path=ppt/ink/ink3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2.2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0 498 28462,'43'-65'5,"-1"1"1,1 0 0,-1-2 0,-1 0-1,-10 11-5,-5-6-5,1 5-1,18 95 1,-6 47-12,-14-22 0,-2 3-25,-6-13 0,0-2-512,21 32 554,-8-58 0,-7-6 0,-4-19 0</inkml:trace>
</inkml:ink>
</file>

<file path=ppt/ink/ink3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3.2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4 598 28222,'0'-71'72,"-1"0"1,0 4 0,0 5-67,1-5-1,3 1-5,10-16-17,19 21 17,4 11 0,26 50-16,-13 70 16,-23-16 0,-5 7-73,-6 11 0,-5 1-56,-7-14 0,2-6 129,22 21 0,-21-52 0,21-13 0</inkml:trace>
</inkml:ink>
</file>

<file path=ppt/ink/ink3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3.5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36 115 28031,'-14'65'0,"0"1"0,6-5 0,10-10 51,24-14-35,18-12 108,33-21-68,-1-47 16,-36 8 1,-5-7-28,-8-14 0,-11-2-28,-20-36-6,-51 17-78,-23 58-337,-7 61 404,32 40 0,28-9 0,25-13 0</inkml:trace>
</inkml:ink>
</file>

<file path=ppt/ink/ink3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3.8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462 607 28412,'-70'-51'13,"-1"0"0,15 6 0,1 17-16,4 43 1,5 19 2,15 7 0,6 9-17,-2 17 0,7 2 6,10-10 0,12-3 5,16-2 0,13-13 18,44-25 13,-25-34 0,-2-14-14,-8 0 0,-6-10 25,-4-39 1,-12-10-26,-8 14 1,-7-1-15,-6-14 0,-2 0-118,1 14 1,-2 7 120,-9-19 0,10 42 0,5 36 0</inkml:trace>
</inkml:ink>
</file>

<file path=ppt/ink/ink3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4.2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204 723 28474,'-41'-69'22,"0"0"0,4 3 1,6 2-18,12-31-5,9 33 0,1-1-3,3 10 1,2 3-9,-1-39-29,36 46 1,11 70-22,4 35 38,-13 13 17,-31-19 1,-9-1-17,-22 17-925,0 1-2313,6-36 3260,27-22 0,4-15 0,4 0 0</inkml:trace>
</inkml:ink>
</file>

<file path=ppt/ink/ink3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4.5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359 7 28222,'-70'-3'35,"0"0"0,-4 9 1,11 12-47,21 33 5,2 11-11,62 28-44,36-15 58,-18-31 0,3-3 42,28 19-39,-26-17 0,-62-27-39,-29-4-823,-22-10 862,12-6 0,24 3 0,24-3 0</inkml:trace>
</inkml:ink>
</file>

<file path=ppt/ink/ink3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7.0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28423,'5'65'2,"1"1"0,-1-8 0,1-3-8,2 18-67,-3-26-2783,-2 2 2856,-7-33 0,2-8 0,-2-7 0</inkml:trace>
</inkml:ink>
</file>

<file path=ppt/ink/ink3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7.3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88 28238,'73'18'52,"0"0"1,-12-5-1,-15-15 27,-38-62-74,-47 18-16,-6 21-62,-26 41-420,39 31 493,23 23 0,8-18 0,21-12 0</inkml:trace>
</inkml:ink>
</file>

<file path=ppt/ink/ink3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7.6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59 675 28462,'-17'-86'26,"1"0"0,1 18 1,5 1-30,10-8 0,6 4 9,8-24-6,4 9-17,11 46 6,3 87-26,-9-1 1,-1 9-138,1 21 1,-1 5-2068,1 1 1,-1-3 2106,-7-22 1,-2-6-1,6 9 1,-13-46-1</inkml:trace>
</inkml:ink>
</file>

<file path=ppt/ink/ink3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8.6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28541,'28'77'7,"-1"1"1,0 18-1,-5 1-10,-13-21 1,-1-2 4,5 9 1,4-5-3,-2-25 0,4-7 0,31 19-11,-3-40-73,18-1-62,-11-15 146,27-24 0,-53 10 0,16-15 0</inkml:trace>
</inkml:ink>
</file>

<file path=ppt/ink/ink3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8.7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 27734,'62'0'-105,"0"1"1,14-1 0,-2-1 104,25 1 0,-18 0 0,-30-3 0</inkml:trace>
</inkml:ink>
</file>

<file path=ppt/ink/ink3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9.1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28121,'14'68'99,"0"0"0,3 21 0,-1-3-80,-7-33 1,-2-2 13,7 33 1,-3-1 5,-3 12 17,1-10-56,-3-58 0,1-42 6,22-58-6,9-10 0,-2 0-11,-1 26 11,-16 54-6,-6 19-5,10 42-224,9 8 235,23-25 0,4-4 0,-12 7 0,49-16 0</inkml:trace>
</inkml:ink>
</file>

<file path=ppt/ink/ink3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9.3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208 590 28614,'-54'-65'5,"1"0"1,5 6-1,11 0-5,24 9 0,11 0-33,17-46 16,6 7-28,38 32-5,-21 65 39,-2 16-113,-40 50 124,-19-10 0,1-10 0,3-24 0</inkml:trace>
</inkml:ink>
</file>

<file path=ppt/ink/ink3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9.8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28535,'6'78'18,"0"1"1,-1 13 0,1-2-16,-2-25 0,2-3-3,1 10 0,4-2-3,2-14 0,2-7-25,10 13-134,-2-29 162,-7-21 0,-8-7 0,0-2 0</inkml:trace>
</inkml:ink>
</file>

<file path=ppt/ink/ink3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39.9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61 27807,'77'-15'-344,"0"1"1,0 1 0,-1 2 343,-12 8 0,-5 2 0,10-1 0,4 1 0</inkml:trace>
</inkml:ink>
</file>

<file path=ppt/ink/ink3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40.2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 93 27762,'15'64'95,"-1"1"0,7 4 1,3-7-46,8-12 298,4 1-326,-42-36 28,-27-41-44,-7-3-3,10-12 0,4-6-15,4-34-72,19-14-408,51 20 492,29 29 0,-19 25 0,-8 14 0</inkml:trace>
</inkml:ink>
</file>

<file path=ppt/ink/ink3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40.5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272 559 28552,'-57'-27'18,"-1"-1"1,5 3 0,9-6-13,10-55-6,14-12-3,15 37 0,5 1-3,14-25 1,27 28-6,-8 57 5,-3 38-11,-43 26 17,-17 11 0,-1-30 0,8-20 0</inkml:trace>
</inkml:ink>
</file>

<file path=ppt/ink/ink3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40.9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511 458 28602,'-90'-23'15,"0"1"0,7-2 0,8-6-12,27-5 0,9-4-3,-18-24-11,28-18-34,51 22 6,36 8 22,6 20 11,15 51 12,-54 21-17,-42 22-208,-30-10 219,-10-22 0,20-19 0,27-12 0</inkml:trace>
</inkml:ink>
</file>

<file path=ppt/ink/ink3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46.8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27052,'0'0'0</inkml:trace>
</inkml:ink>
</file>

<file path=ppt/ink/ink3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53.4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295 196 28373,'-66'1'-2,"1"0"0,3 2 0,13 10 2,26 43 5,12-4 1,3 4-11,1 34 5,4-6 0,3 5-12,4-18 1,1-2 8,1 10 1,2-3-37,11 22 39,4-58 0,-10-52-6,-1-56-11,-10-26 11,-6 44 1,-2-3-37,-4-15 0,-1-1-17,1 12 0,1 0 37,-2-11 0,4-1-20,13 6 0,5 4 30,10-24 26,8 41 0,7 5 3,34-12-28,17 6 11,-18 18 0,0 18 17,-28 31 112,6 19 27,-11 46-105,-9-3-29,-11-12 1,-3 6-23,0-5 0,-1 2-450,5 21 1,-1-2 435,-2-21 0,0-2 0,5 2 0,2-6-143,9 6 157,1-9 0,-14-36 0,-10-24 0</inkml:trace>
</inkml:ink>
</file>

<file path=ppt/ink/ink3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53.7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0 102 27818,'67'-20'11,"-1"1"0,11-2 1,-3 4-648,-22 10 1,-3 3 635,43-7 0,-33 8 0,-41 3 0</inkml:trace>
</inkml:ink>
</file>

<file path=ppt/ink/ink3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54.10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234 0 28210,'-59'18'69,"0"0"0,0 19 1,15 11-68,31 12 1,14 7-54,-1 13 1,6 0-68,3-14 1,13-9 117,40-7 0,6-14 0,-17-10 0,0-21 0,1 1 0</inkml:trace>
</inkml:ink>
</file>

<file path=ppt/ink/ink3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54.6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156 0 28054,'-42'65'65,"0"-1"0,5-4 1,10-1-72,20-7 0,10-1 1,28 37-46,16-4 35,9-42 16,20-46-62,-20-41 23,-1-26 56,-23-10 39,-27 24-34,-24 26 6,-3 63-34,2 30-22,20 12-16,47 12-12,22-53 72,29-17 24,-11-57-40,-28-5 56,-23-48 11,-37 21-56,-30-13 6,-5 32-34,-37 20-280,13 43-7141,-3 34 7438,24 2 0,22 1 0,15-29 0</inkml:trace>
</inkml:ink>
</file>

<file path=ppt/ink/ink3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54.9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73 26995,'36'67'22,"0"1"1,-3-7-1,-4-7 40,1-3 991,-10-12-992,-16-18 1,-18-49-6,-6-32-39,1-17-17,12-22-51,28 34-559,17 4 610,25 28 0,-23 22 0,-6 11 0</inkml:trace>
</inkml:ink>
</file>

<file path=ppt/ink/ink3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55.5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336 510 28378,'-70'-24'15,"0"-1"0,6 6 0,8 15-26,9 64 0,23 27-26,20-32 1,6-1-14,22 27 38,39-26 29,-5-55 28,6-46 11,-23-45-56,-21-7 8,-15 31 1,-4-3-18,0 12 1,-2 0-23,3-14 0,-1 2 31,0 15 0,-1 4 51,3-28-51,-3 65 28,-3 69-17,1 1 0,0 7-17,0 2 1,0 4 5,3 27 0,8-1-11,9-29 0,6-6 22,6 4 0,5-7 17,35 5-22,15-71-6,-24-44 11,2-23 17,-26 8 17,-18 23-40,-17 44-16,0 36-6,-2 20-33,4 0-7428,5-9 7478,0-38 0,-1 1 0,-7-13 0</inkml:trace>
</inkml:ink>
</file>

<file path=ppt/ink/ink3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55.6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27321,'0'0'0</inkml:trace>
</inkml:ink>
</file>

<file path=ppt/ink/ink3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55.9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0 341 28384,'15'-70'16,"-1"1"1,4-3 0,4 12-22,8 25-1,6 1-16,8 59 33,-8 40-5,6 14-18,-23-20 1,-3 0-308,10 17-3064,15-13 3383,-12-31 0,-3-29 0,-17-3 0</inkml:trace>
</inkml:ink>
</file>

<file path=ppt/ink/ink3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56.4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347 156 28238,'-57'-45'60,"0"0"0,-3 3 0,5 19-55,13 42-5,-13 41 0,35 17-17,35 14 57,41-31-29,12-29 11,24-51-11,-32-3-11,11-5 0,-21 31 6,17 59-3,-44-15 0,-5 5-3,0 9 0,-11 0 0,-24-6 0,-12-6-12,-34 11 15,4-39 0,-6-12-42,-35-19 39,45-6 0,3-2 0,-8-6 0,26-8 0</inkml:trace>
</inkml:ink>
</file>

<file path=ppt/ink/ink3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57.1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28474,'17'80'36,"1"-1"0,-4-9 1,0 2-1,-1-5-36,-2-4 0,-1 1-2,3 6 0,2 8 1,-1-5-13,3 7 0,1-4-37,3 9 1,-1-5-717,4 17-331,-39-55 1098,-41-63 0,14 9 0,-7-18 0</inkml:trace>
</inkml:ink>
</file>

<file path=ppt/ink/ink3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57.4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0 203 25242,'67'-52'5,"-1"1"1,11 0 0,-1 13 1254,23 27-787,-46 18 1,-1 9-172,25 39-257,-32 13-28,7 16-45,9-37 61,30-9-33,-13-31-33,12-42 167,-54-22 28,-35-24-70,-30 41 1,-11 5-59,-40-10-29,22 29 1,2 16-163,6 50 157,24 19 0,22-8 0,24-13 0</inkml:trace>
</inkml:ink>
</file>

<file path=ppt/ink/ink3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58.2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28535,'18'90'18,"0"0"1,-2-4 0,-4 0-16,-8-2 0,-3-2-1,0-20 1,0 0-3,0 29 0,7-4-3,7-37 1,5-6 2,10 2 0,7-7-20,8-14 1,5-10-77,49-2-441,-29-11 537,-23-16 0,-35 10 0,-5-10 0</inkml:trace>
</inkml:ink>
</file>

<file path=ppt/ink/ink3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58.3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13 27505,'86'1'-392,"-1"0"0,0-1 0,-2 0 392,-11-3 0,-6 1 0,10 0 0,2-5 0</inkml:trace>
</inkml:ink>
</file>

<file path=ppt/ink/ink3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58.9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28054,'3'68'98,"0"-1"1,-1-1 0,1 0-63,0-9 1,2-2-317,-1 2 0,3-2 302,2-2 1,2-1 103,3 7 0,2-2-93,9 23 92,3-14-114,-3-58-6,-6-29-5,18-52 0,1-9 0,1 1 313,0 17-313,-17 57-5,1 53-46,3 38-38,0 3-270,-1-38 1,10-8-3261,13-21 1,6-9 5965,6 6 0,-1-5 442,39-12-2498,-46-15-162,-63-5-45,-26-43-81,19 18 0,2-4-6,-3-18 0,6-2 3,9 9 0,8 1-6,12-4 1,12 9 5,44 9-28,7 44 17,-25 34-23,-45 65-55,-56-22 89,1-5 0,-1-33 0,28-30 0</inkml:trace>
</inkml:ink>
</file>

<file path=ppt/ink/ink3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59.4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523 736 28289,'-82'-36'26,"0"-1"1,0 0 0,-10-14-1,13 28-26,22 68 0,18 22-9,30-10 1,14 1-17,13 7 0,12-6-3,10-13 0,7-14 36,8-22 1,0-14 24,25-30 3,-47-18 1,-11-13-9,-12-3 0,-6-2-23,2-1 1,-4-3 0,-7-16 0,-4 1-18,0 24 1,0 2 11,-2-6 0,0 5 0,-3-11 0,10 37 0</inkml:trace>
</inkml:ink>
</file>

<file path=ppt/ink/ink3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29:59.74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127 527 28569,'-35'-77'-12,"0"0"1,0 5 0,13 3 0,28 12 0,7 4-45,3-19 45,16 23-12,-28 58-72,-18 62-56,-6-15-980,-5 21 1131,103-50 0,-57-3 0,62-22 0</inkml:trace>
</inkml:ink>
</file>

<file path=ppt/ink/ink3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0.21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149 0 28121,'-41'70'108,"0"-1"0,2-2 1,12 3-87,28 13 0,12 2-443,-5-16 0,3 3 426,5 8 1,3 9 0,0-5-1,6 9 1,0-1-8,-8-24 0,-1 1 0,-2-4 2,2 1 0,-6-6 215,-21 20-305,-5-61 156,-3-55-150,21-50 67,12-12 17,1 40 0,6 6-11,15 8 456,19 9-445,-8 29 22,20 6-28,-20 4 34,-2 9 73,-23 23-90,-14 3-83,-8 30 72,33-37 0,-25 4 0,25-33 0</inkml:trace>
</inkml:ink>
</file>

<file path=ppt/ink/ink3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0.3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27951,'0'0'0</inkml:trace>
</inkml:ink>
</file>

<file path=ppt/ink/ink3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0.6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4 335 28250,'-2'-66'22,"1"0"0,2 5 1,5 9-34,15 9 16,7 11-5,8 17-5,-3 55 38,1 37-33,-22-21 0,-4 2 0,-2-3 0,-3-4 0,-1 9 0,-2-30 0</inkml:trace>
</inkml:ink>
</file>

<file path=ppt/ink/ink3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0.7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28222,'7'66'9,"-1"1"0,0-6 1,0-7-16,3-4-5,-2-10-1367,-3-12-1585,-12-22 2963,-1-14 0,-2-4 0,5 0 0</inkml:trace>
</inkml:ink>
</file>

<file path=ppt/ink/ink3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0.9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27052,'0'0'0</inkml:trace>
</inkml:ink>
</file>

<file path=ppt/ink/ink3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1.1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28322,'19'68'57,"0"1"1,-1-1-1,6 17 1,-4 1-45,-7-9 0,-2 5 0,-2-3-1040,3 18 0,-1-3 1013,-1 0 0,0-3-73,-1-9 1,0-10 244,-5-16 0,3-8 0,-7-40 0</inkml:trace>
</inkml:ink>
</file>

<file path=ppt/ink/ink3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1.41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0 169 26570,'64'-23'-1563,"0"0"0,-4 1 0,-5 1 3507,26-14 1265,-27 13-2553,10-1-186,-35 57-436,4 41-23,-9 13-23,-7-25 1,1-2 11,7 9 0,-3-12 0,-11-33 0</inkml:trace>
</inkml:ink>
</file>

<file path=ppt/ink/ink3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1.54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25972,'0'0'0</inkml:trace>
</inkml:ink>
</file>

<file path=ppt/ink/ink3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2.0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0 466 27589,'68'26'235,"0"1"0,-5-3 0,-11-18-151,-14-76 12,-17-19-71,-12 33 0,-6 0 14,-23-41-28,-1 37-5,-30 44-17,8 76 5,20-16 1,3 4-4,3 2 1,7 1 2,18 42 17,21-61-5,23-55-3,-16-13 0,-1-9-6,-3-3 0,1-5-8,15-19 0,3 3-12,-10 25 1,2 8 16,2 2 1,1 11-1,12 27 0,-28 88 3,-25-35 1,-3 2-29,-3 11 0,3-1-543,7-12 0,3-6 574,4 7 0,7-31 0,-12-23 0</inkml:trace>
</inkml:ink>
</file>

<file path=ppt/ink/ink3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4.73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276 687 28406,'-68'40'-2,"1"1"0,6-3 1,13 6 1,28 7 0,11 4-34,6 38 34,20-10 6,55-46-60,-24-55 1,0-16-31,8-10 0,-6-9 76,-9-18 0,-12-3 8,-12 15 0,-12 2 19,-20 2 1,-12 9-9,-27 16-22,-1 33-6,22 25 6,64 35 16,53-30 48,-18-26 1,5-13-29,6-21 0,-4-11 6,-14 3 0,-8-9-1,-11-25 1,-14-8-31,-14 15 0,-9 0-3,-10-12 1,-5 2-7,4 17 1,-4 6-9,-23-22-61,7 51 72,11 66 9,7 6 0,3 9 19,3 6 1,3 7-16,2 1 0,2 6 1,4-1-131,2-11 0,3-1 0,1 1 119,3 13 0,2 1 1,0-4-20,7 9 1,0-5 22,-4 1 0,-5-12 0,-4-24 0,-9 10 0</inkml:trace>
</inkml:ink>
</file>

<file path=ppt/ink/ink3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4.8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74 25629,'68'-19'-215,"0"-1"1,26-6 0,-67 18-1</inkml:trace>
</inkml:ink>
</file>

<file path=ppt/ink/ink3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5.62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28462,'47'84'24,"0"0"1,-7-5-1,-13-1-21,-28-1 0,-9-2-6,5-12 0,0-2 3,-1-4 0,7-4 0,32 11 0,31-49 0,-15-10 0,3-5-45,2-4 1,-2-2-68,27-5 112,-13-20 0,-48 22 0,4-11 0</inkml:trace>
</inkml:ink>
</file>

<file path=ppt/ink/ink3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5.9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481 170 28345,'-48'-48'43,"0"0"0,4 5 0,-1 13-38,-38 35 12,0 50-6,39-10 0,7 9-11,8 22 0,13 4 0,12-12 0,13-1-20,22 16 1,18-11-174,18-28 0,12-12 102,-17-7 0,3-3 0,-3-4 0,6-5 0,-6-6 1,30-8-1</inkml:trace>
</inkml:ink>
</file>

<file path=ppt/ink/ink3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6.3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53 76 28244,'-12'63'52,"-1"1"0,3 11 1,2-2-48,5 24 147,3-8-141,-3-59-11,2-48 0,-2-76-12,12 36 1,4-3-3,0-14 0,3 0 11,5 12 1,3 7 7,16-9-5,-11 63-11,9 84 11,-17-20 0,0 3-6,0 1 1,2 2 5,6 15 0,-1-3-73,-8-27 0,-1-4 73,2 3 0,-1-5 0,1 3 0,-10-30 0</inkml:trace>
</inkml:ink>
</file>

<file path=ppt/ink/ink3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6.4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52 27494,'71'-9'-41,"0"1"0,0 0 0,27-4 0,-13 3 1,-27 7-1,-19-1 0</inkml:trace>
</inkml:ink>
</file>

<file path=ppt/ink/ink3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8.4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99 143 28446,'-27'56'-2,"-1"0"0,2-3 0,8-4-4,20 2 6,16-3 0,36-5 12,36-28-7,-33-25 1,-3-10-6,-7-10 0,-7-7 5,11-43-16,-68-15 17,-46 45-9,16 25 0,-3 10-53,-43 38 6,35 13-90,50 56 123,69-26 22,-14-33 1,5-6 19,-1-9 1,1-10 44,9-19 0,-5-13 36,8-39-92,-31 15 0,-2-4-9,-5 0 1,-3 0-6,11-25 0,21 17-28,-10 45 17,8 59 11,-19 14-6,-21 12 1,-7 9-7,-3-16 1,-2 0-174,-1 9 1,3-4 184,19 21 0,-14-47 0,12-31 0</inkml:trace>
</inkml:ink>
</file>

<file path=ppt/ink/ink3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9.1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53 45 28614,'-12'60'5,"0"-1"1,1-4-1,2-3 1,4 8 0,2 14 5,3-21-6,0 11 1,0-21-6,0 0 7,6 24-7,14 1-7,27 10 7,23-23 0,13-28 0,-19-33 0,-6-37 0,-33-27 0,-3-26 0,-14 19-6,-6 10 6,-4 75-5,0 26-1,0 28-16,28 21-1,21-38 23,10-7 6,20-29 0,-31-45 10,-1-29-16,-32 14 0,-5-6 3,-2-6 0,-2-1-6,-2 10 0,0 1-39,2-13 0,3 1 42,2 8 0,1 4 0,3-23 0,1 14 0</inkml:trace>
</inkml:ink>
</file>

<file path=ppt/ink/ink3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9.5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28401,'2'75'15,"1"0"0,-2-8 0,2-5-15,9 11-359,-1-23-195,1-10 554,-1-58 0,-6 7 0,-2-21 0</inkml:trace>
</inkml:ink>
</file>

<file path=ppt/ink/ink3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09.7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21205,'0'0'0</inkml:trace>
</inkml:ink>
</file>

<file path=ppt/ink/ink3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10.0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28440,'1'69'3,"1"0"0,-1 1 1,2 6-1,1 2 1,1-9-10,2-7 1,1-5 19,2 6 0,1-5 19,6 8-33,0-59 0,-1-34-3,5-14 1,4-7-1,8-6 0,1-1 6,1 0 0,0-2-6,9-7 0,-2 3-187,8-10 190,-2 11 0,-26 32 0,-12 22 0</inkml:trace>
</inkml:ink>
</file>

<file path=ppt/ink/ink3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10.2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28406,'77'59'-110,"1"1"0,7-1 0,-3-11 110,10-22 0,-22-4 0,-18-13 0</inkml:trace>
</inkml:ink>
</file>

<file path=ppt/ink/ink3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10.7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 0 28390,'-4'82'24,"0"0"0,0-6 0,2-3-21,7-14 0,3-1-26,-1-4 1,1-1 22,2-1 0,1-5 0,2 8 0,-8-38 0</inkml:trace>
</inkml:ink>
</file>

<file path=ppt/ink/ink3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11.0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36 26654,'70'-12'332,"1"0"0,-8 1 0,-12 14 10,-26 57-12,-40 9-240,-33 11-84,-8-24-1636,-3-23-1843,47-22 3473,17-8 0,6-2 0,3-2 0</inkml:trace>
</inkml:ink>
</file>

<file path=ppt/ink/ink3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11.34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77 305 28580,'-23'-58'-10,"-1"0"1,3 4 0,12 8-19,39 9-17,24 9 28,19 6 17,-13 21-5,-14 30 10,-32 11-16,-33 16 11,-12-8 0,-2-21 0,8-12 0</inkml:trace>
</inkml:ink>
</file>

<file path=ppt/ink/ink3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12.0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355 352 28524,'-63'-20'2,"-1"1"0,7-3 0,8 13-2,5 41 0,10 27-6,3 14 0,19-16 1,11-1-40,40 19 45,25-7 17,13-38-17,-26-41 0,-3-14 0,11-45 5,-29 16 1,-6-4-1,-8 9 1,-5 0 5,-5-10 1,-3 0 4,-2-31-4,-1-9 27,0 32-34,-8 25 1,-1 54-6,-6 9 0,1 33 0,5 4 0,5-9 0,0 4 0,1 3 0,2 4 0,2 12 0,6 1 3,6-8 0,6-5-3,5-14 0,5-7 5,28 6 1,15-43-1,-24-31-5,-5 0 6,-19-9-6,-7 34-17,-4 18-22,5 8-627,7 2 666,-1-32 0,-4 7 0,-5-14 0</inkml:trace>
</inkml:ink>
</file>

<file path=ppt/ink/ink3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12.17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27681,'0'0'0</inkml:trace>
</inkml:ink>
</file>

<file path=ppt/ink/ink3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12.6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376 24 28552,'-66'-12'7,"0"0"1,-7 16-1,9 17-4,32 21 0,8 11-9,-6 9 1,10 2 13,22-9 1,11-6-9,29 14 5,16-51 1,8-19 10,-12-15 1,-1-9 0,5 1 0,-4-3-17,14-28 0,-37 42-6,-4 50-22,14 25-44,5 2 72,6-30 0,1-5 0,-17-5 0,33-4 0</inkml:trace>
</inkml:ink>
</file>

<file path=ppt/ink/ink3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16.3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99 1 27981,'-27'64'5,"0"0"1,3-5 0,7-10-6,14-20 28,3-4-6,9 7-67,7-3-442,2-2 487,-3-1 0,-10-18 0,-5 2 0</inkml:trace>
</inkml:ink>
</file>

<file path=ppt/ink/ink3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16.7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24 28104,'18'98'101,"25"-21"-23,11-94 6,4-15 6,-25-9-62,-27-13-45,-28 26-414,2 2 431,-14 55 0,22-19 0,1 28 0</inkml:trace>
</inkml:ink>
</file>

<file path=ppt/ink/ink3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18.7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27501,'0'0'0</inkml:trace>
</inkml:ink>
</file>

<file path=ppt/ink/ink3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18.9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27951,'0'0'0</inkml:trace>
</inkml:ink>
</file>

<file path=ppt/ink/ink3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19.9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184 0 28524,'-37'80'-40,"0"-1"1,7-19 0,4-1 39,7-3 0,4-6 0,4-16 0,3 9 0</inkml:trace>
</inkml:ink>
</file>

<file path=ppt/ink/ink3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0.1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205 0 28362,'-51'65'-211,"1"0"0,4-8 0,11-6 211,21-6 0,9-23 0,1-6 0</inkml:trace>
</inkml:ink>
</file>

<file path=ppt/ink/ink3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0.4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28434,'6'62'24,"-1"-1"1,1-2-1,0-4-24,5 18 0,1 1 0,-8-21 0,-2 2-67,1-4 0,-1 0-264,-12 45-732,0-28 0,-1-47 1,3-9-1</inkml:trace>
</inkml:ink>
</file>

<file path=ppt/ink/ink3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0.6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0 207 28115,'69'-42'7,"-1"0"1,-5 3 0,-3 7-132,12 12-402,0 4 526,8 6 0,-38 6 0,0 2 0</inkml:trace>
</inkml:ink>
</file>

<file path=ppt/ink/ink3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3.9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1 28059,'1'78'41,"1"0"0,1-4 0,-2-6-13,-8 4-28,5 1 40,0 16-35,7-12 18,-1-7-23,3-25 0,3-40 0,-3-13-17,6-45 28,-1-22 0,-3 25 0,2 0-16,13-45-12,-1 33 11,13 27-5,4 58 84,7 41-34,-11 14-25,-22-16 0,-6 1-87,-3 33-873,3 2 946,28-39 0,-20-32 0,19-22 0</inkml:trace>
</inkml:ink>
</file>

<file path=ppt/ink/ink3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4.2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227 500 28440,'-59'-60'18,"0"-1"1,8 7 0,11-1-25,23-31 1,24 23 5,42-18-11,19 54 22,4 14 0,-17 62-11,-37 24-73,-25 21 73,-1-26 0,-10-30 0,15-29 0</inkml:trace>
</inkml:ink>
</file>

<file path=ppt/ink/ink3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4.83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58 1 28485,'-9'76'31,"0"1"1,2-3 0,0 1-32,2 5 0,2-3 0,1-20 0,0 0-3,1 23 0,1-5 15,-4-2-29,-4-9 6,18-51 11,7-13 5,27-17-5,31 8-39,1-1-73,14-2-3977,-19-10 4089,-25-5 0,-21 8 0,-16 2 0</inkml:trace>
</inkml:ink>
</file>

<file path=ppt/ink/ink3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5.15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331 0 28406,'-74'10'35,"1"1"1,-3 19 0,14 15-39,38 15 0,13 10 0,1 10 1,12 0-26,19-9 0,11-8 0,-3-16 0,8-9-278,23-7 1,6-14 305,-13-17 0,-3-6 0,34 6 0,-26-18 0</inkml:trace>
</inkml:ink>
</file>

<file path=ppt/ink/ink3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5.5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82 149 28390,'-24'70'7,"1"-1"0,2 11 1,7-3-19,17 23 61,5-1-50,0-51-11,-2-46 5,-6-37-5,2-58-22,3 10-4,2 4 1,4-4 10,3 20 1,4 3 17,6-6 0,4 6 8,18-10 16,21 68 57,-12 73-42,-22-16 0,-2 5-20,-1 15 0,-5 0-14,-7-16 1,-1-2-29,1 1 0,-4-3 31,-3 15 0,2-22 0,-13-14 0</inkml:trace>
</inkml:ink>
</file>

<file path=ppt/ink/ink3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5.7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33 27846,'80'-2'-144,"-1"1"0,18-5 1,-8 0-1,-12 0 1,12-5-1</inkml:trace>
</inkml:ink>
</file>

<file path=ppt/ink/ink3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6.0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 1 28462,'-5'64'4,"0"0"0,1-5 0,0-9-923,4-14 919,4-30 0,-4 2 0,4-22 0</inkml:trace>
</inkml:ink>
</file>

<file path=ppt/ink/ink3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6.1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27951,'0'0'0</inkml:trace>
</inkml:ink>
</file>

<file path=ppt/ink/ink3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6.6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335 47 28345,'-76'-19'33,"1"0"1,1 11 0,13 17-40,30 53 6,13 11-9,35-23 1,12-2 3,28 14 122,5-5-206,-35-20 89,-29-26 0,-11-1 0,5-9 0</inkml:trace>
</inkml:ink>
</file>

<file path=ppt/ink/ink3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7.4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563 499 28434,'-60'-56'20,"0"-1"1,4 6 0,6 10-10,12 16-11,-33 10-17,-7 24 17,-7 42 0,54-6 0,10 6 0,8 47-39,33-33 0,15-5 0,5-24 0,7-8 30,8 2 1,1-10 8,28-25 95,-32-68-73,-41 21 1,-8-6-15,-9-17 1,-6-3-7,0 0 1,-5 4-9,0 16 1,-3 4 5,-12-35 0,21 61 0,5 4 0</inkml:trace>
</inkml:ink>
</file>

<file path=ppt/ink/ink3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7.7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81 459 28345,'-22'-62'1,"-1"1"1,0 5 0,10 2-16,30 2 0,10 4-14,8-9 68,21-12-18,-28 81-22,-23 11-11,-18 36-40,3-25-626,-7 6 677,60-26 0,-32-6 0,36-5 0</inkml:trace>
</inkml:ink>
</file>

<file path=ppt/ink/ink3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8.2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64 1 27970,'-18'73'136,"-1"-1"0,2-2 0,7 0-108,21 7 0,7 0-8,-5-16 0,2 2-6,4 5 1,3 6 0,-2-5-1,-2 4 0,-1-3-11,2 8 0,-9-4-3,-27 18-6,-5-47-134,-28-41 73,25-42 62,4-9-7,42-14 7,39 6 7,-13 26 1,4-1 42,1-3 0,-2 0 89,21-24-72,-33 8-62,-32 36 0,-7 43 0,0 8-17,-2 50-128,25-32 145,26-23 0,-16-17 0,11-30 0</inkml:trace>
</inkml:ink>
</file>

<file path=ppt/ink/ink3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8.3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4 197 11900,'-1'-55'0,"0"1"0,-1-34 0</inkml:trace>
</inkml:ink>
</file>

<file path=ppt/ink/ink3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8.6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94 377 28496,'-30'-76'11,"0"-1"0,7 9 1,12 7-24,29 2-21,33 24 16,8 47 17,4 34 11,-16 28-11,-23-2-162,-4 1 162,49-44 0,-43-2 0,40-22 0</inkml:trace>
</inkml:ink>
</file>

<file path=ppt/ink/ink3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8.9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205 496 28552,'-54'-55'13,"-1"-1"0,7 4 0,12 3-13,26-4 0,9-4-11,15 4-23,24-10 23,18 26 6,2 16-1,-21 36-95,-22 33-823,-16-4 924,21-2 0,-17-21 0,18-16 0</inkml:trace>
</inkml:ink>
</file>

<file path=ppt/ink/ink3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29.3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444 553 28423,'-74'-30'45,"0"0"0,6 0 0,7 14-40,-13 53-5,28-1-3,17 10 1,11 7-4,41 34 6,5-38 0,9-5-6,11-11 1,5-11 5,39-10 5,-24-37-5,-39-23 22,-18-39 1,-7-11-23,0 45 0,-1-3 0,-2-19 0,-1-10 0,1 11-11,-2 20 0,2 6-56,0-45 67,1 42 0,0 37 0,0 10 0</inkml:trace>
</inkml:ink>
</file>

<file path=ppt/ink/ink3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32.0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28182,'6'64'28,"0"1"0,4 12 0,0-2-31,0-20 1,0-3 2,0 0 0,1-1 22,14 44 213,-13-54-235,-2-21-5,-7-29 5,-3-31 11,11-28-11,23-5-17,5 2 11,0 38 1,6 8-6,38 6 5,-32 24 1,-2 10 5,25 38 0,-32 15 0,-58 21 11,-52-29-11,18-29 0,-4-5 0,3-8 0,2-5-28,-31-2-633,63-31 661,58-10 0,-18 4 0,28 0 0</inkml:trace>
</inkml:ink>
</file>

<file path=ppt/ink/ink3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32.4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241 516 28591,'-62'-25'7,"1"-1"1,6 3 0,12-4-14,24-35 6,26-20 0,14 0-3,8 30 0,6 6-2,34-3-6,-1 7 5,-14 54-5,-39 8-28,-28 37-163,-2-27-9629,-17 11 7501,28-24 0,-2-4 1,11-7-1</inkml:trace>
</inkml:ink>
</file>

<file path=ppt/ink/ink3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32.8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42 27611,'89'-12'-88,"-1"1"1,-31 1 0,-7 2 0,15 8-1</inkml:trace>
</inkml:ink>
</file>

<file path=ppt/ink/ink3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35.2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104 0 27544,'-11'73'86,"-1"1"0,2-5 0,1-1-86,5-4 0,0 0-9,-4 3 1,-1 1-12,-3 10 1,1-3-1639,-3 19 1658,17-41 0,5-46 0,4-7 0</inkml:trace>
</inkml:ink>
</file>

<file path=ppt/ink/ink3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35.9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71 0 28552,'-19'69'2,"-1"0"0,3-6 0,4-5 9,12 1-11,19 9 0,15-23 28,21-6-17,-4-41 11,0-34 6,-28-11-28,-2 15-5,-17 21-1,-3 34-11,28 4 23,15-13-6,10-17 0,1-43 0,-33-22 0,-7-20-90,-20 14-408,4 22 498,23 25 0,-14 17 0,21 7 0</inkml:trace>
</inkml:ink>
</file>

<file path=ppt/ink/ink3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36.1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219 354 28608,'-59'-33'7,"1"1"1,4 2-1,15-1-7,30-8-5,17-24-18,26 5 12,-3 6 11,12 37-5,-29 29-74,-17 33-374,-3-15 453,27 13 0,-16-32 0,28 1 0</inkml:trace>
</inkml:ink>
</file>

<file path=ppt/ink/ink3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36.4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155 501 28619,'-46'-85'3,"1"0"1,4 5 0,18 6-4,55-18 0,-2 34-11,24 32-6,-36 63-50,-16 23-39,-16 12 106,7 24 0,1-65 0,17 15 0</inkml:trace>
</inkml:ink>
</file>

<file path=ppt/ink/ink3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36.6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37 363 28602,'-11'-94'2,"1"-1"0,-2 19 0,8 14-8,20 26 12,10 70-6,7 6-9,-11 10 1,-1 5-154,15 31 162,-1-40 0,0-4 0,-4 7 0,16-28 0</inkml:trace>
</inkml:ink>
</file>

<file path=ppt/ink/ink3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37.3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28378,'17'70'33,"-1"0"1,1-2 0,0-4-23,8 29-5,2-1-9,-10-32 0,0 0-78,-7-7 0,0-2-580,10 40 661,-42-36 0,15-42 0,-19-9 0</inkml:trace>
</inkml:ink>
</file>

<file path=ppt/ink/ink3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37.5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1 105 28255,'82'-20'-586,"0"-1"0,-1 1 0,-3 4 586,-19 8 0,-6 3 0,10-1 0,3-2 0</inkml:trace>
</inkml:ink>
</file>

<file path=ppt/ink/ink3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39.94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 1 28423,'-3'81'7,"0"0"1,0 0 0,3-3 3,8-11 0,4-5 0,23 29-5,10-43 39,9-53-1,-21-33-4,-3-12-40,-15 27-34,-12 38-5,7 21 16,31 8 29,17-52 22,12-44-6,-23-15-16,-32 8 0,-9-4-6,-10-34-34,-1 43 0,-2 2-8977,-4-13 9011,1 40 0,8 21 0,2 13 0</inkml:trace>
</inkml:ink>
</file>

<file path=ppt/ink/ink3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40.2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1 236 28037,'43'46'35,"1"-1"1,-4-2-1,0-13 83,17-32-40,11-34 34,-19-25-70,-24 14 0,-9-4-25,-19-34-3,-21 40 0,-11 7-14,-56 7-6,39 28 1,3 12-202,-18 52-180,64 24 387,31-23 0,10-5 0,6-5 0,17 3 0</inkml:trace>
</inkml:ink>
</file>

<file path=ppt/ink/ink3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40.5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57 423 28552,'-15'-57'13,"-1"0"0,3 4 0,2 3-13,10-23 6,15 14-12,-3 9 6,29 26-5,5 57 5,16 22-26,-29-11 1,-3 3-59,19 27 84,-3-33 0,-1-7 0,-15-10 0,35 2 0</inkml:trace>
</inkml:ink>
</file>

<file path=ppt/ink/ink3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40.8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45 130 28513,'-22'58'5,"0"1"1,30 37 0,83-83 5,-29-24 0,-1-7 11,30-20 6,-51-5 0,-12-6-16,-24-24-12,-52 1 0,-10 31-3,2 30 0,-1 15-47,-11 35-264,28 29 314,82 19 0,-9-28 0,29-21 0</inkml:trace>
</inkml:ink>
</file>

<file path=ppt/ink/ink3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41.2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505 492 28451,'-12'-58'45,"1"-1"0,-1 6 0,-9 10-40,-60 20 6,-16 13-8,37 21 0,1 10-3,9 10 0,7 7-6,-8 45 0,44-25 1,16-4-28,56 10 33,5-10 5,-9-42 1,0-16 11,16-47-6,-40 12 0,-7-6-8,-10-12 0,-12-5-3,-14 2 0,-6 2-6,-6-30-190,-11 1 196,56 33 0,-23 13 0,32 15 0</inkml:trace>
</inkml:ink>
</file>

<file path=ppt/ink/ink3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41.5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140 355 28630,'-38'-59'4,"0"-1"0,2-3 0,10 6-10,24 7-5,7 5 5,9 25 1,0 30 5,0 27-6,-20 16-257,-8 13-129,11-13 392,39-21 0,-14-18 0,22-11 0</inkml:trace>
</inkml:ink>
</file>

<file path=ppt/ink/ink3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41.8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289 10 28474,'-68'-4'22,"0"1"0,7 1 1,11 9-23,20 30-6,19 24 6,37 22 0,2-17-5,25 0 27,-33-38-22,-13 14 0,-29-23-39,-5 0 39,-6-10 0,18-9 0,6 0 0</inkml:trace>
</inkml:ink>
</file>

<file path=ppt/ink/ink3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42.4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28569,'1'65'11,"0"0"0,1-2 0,-1-3-11,-3 25-5,2-1 5,5-6-151,7 9 151,13-35 0,-10-6 0,2-36 0</inkml:trace>
</inkml:ink>
</file>

<file path=ppt/ink/ink3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42.7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6 27953,'72'-3'63,"-1"0"1,-3 5-1,-3 5-55,-5 10 1,-6 8 16,-13 6 0,-3 5 48,33 33-28,-92 18-39,-58-33-12,26-26 0,-2-5-1500,-35 3 1506,48-26 0,33-2 0,15-5 0</inkml:trace>
</inkml:ink>
</file>

<file path=ppt/ink/ink3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44.4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301 87 28300,'-65'-12'13,"0"0"0,4 2 0,12 13 4,26 43-6,2 34-11,10-18-11,6 35 17,37-54 5,23-14 11,11-42 17,-21-12 1,-1-9 27,12-32-22,-6-10-45,-39 44 0,-26 50-45,-6 38 34,17 11 5,18-25 12,26-27 22,0-54-12,17-24-21,-12-13 5,-12 27 0,1 3-11,6-1 5,15 2-5,-27 67-28,-7 2-225,1 44 264,38-29 0,-34-7 0,29-19 0</inkml:trace>
</inkml:ink>
</file>

<file path=ppt/ink/ink3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44.80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331 555 28507,'-68'-22'9,"1"0"1,6 4-1,8 14-9,2 50-33,27 17 5,18 0 16,54-11 12,19-41 40,17-44-12,-27-8-12,-31-9 1,-7-8-17,-8 7 0,-3-2-3,2-12 1,-1-1-38,-4 4 1,0 4-73,5-24-9719,6 18 8942,4 42 0,-6 5 0,-2 15 1</inkml:trace>
</inkml:ink>
</file>

<file path=ppt/ink/ink3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45.2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305 209 28272,'-11'-54'101,"1"0"0,-30-36-79,-19 80-28,-19 47 6,15 8 0,35 5 0,13 4 6,30 18-6,28-6 6,10-33 22,17-45 0,-25-23 0,-1-12-23,-19 7-5,-14 27 0,-10 70-3,0-9 1,-2 6 4,2 20 1,0 2-3,2-12 0,2-2-31,2 1 1,1-4-1247,5 6 1277,-5-6 0,-7-31 0,-5-18 0</inkml:trace>
</inkml:ink>
</file>

<file path=ppt/ink/ink3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45.4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1 137 28188,'68'-28'-844,"0"0"0,-6 2 1,-5 4 843,4 5 0,-27 8 0,-14 2 0</inkml:trace>
</inkml:ink>
</file>

<file path=ppt/ink/ink3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47.3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305 0 28552,'-58'19'-2,"0"0"0,4-1 0,9 7-3,0 54-1,22-12 0,8-11 1,8 1 5,40 17 11,23-10-11,13-36 11,25-62 23,-34-24-6,-1-23-11,-30 18-17,-18 45-6,-11 28-16,0 25-101,2 7-57,3-15 180,27-2 0,-20-17 0,18-7 0</inkml:trace>
</inkml:ink>
</file>

<file path=ppt/ink/ink3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47.6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400 39 28406,'-76'-17'30,"0"0"0,-5 13 0,11 13-30,22 31-3,18 4 0,11 8-2,35 40-7,8-34 1,7-3 11,-2-13 0,5-4 3,9-3 0,-2-7 53,-7-6-45,-26-5-39,-30-13-129,-49-4 157,8-7 0,10 5 0,21-5 0</inkml:trace>
</inkml:ink>
</file>

<file path=ppt/ink/ink3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48.2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0 28412,'3'87'30,"0"0"0,-1-4 0,1-7-19,-2 23-9,3-36 1,0 0-6,1-7 1,0-2 2,1-3 0,-1-3-196,2 23 196,-29-51 0,16-2 0,-17-18 0</inkml:trace>
</inkml:ink>
</file>

<file path=ppt/ink/ink3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48.3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61 27583,'76'-6'-213,"1"-1"0,9-3 0,-9-1 1,-17 0-1,4-5 0</inkml:trace>
</inkml:ink>
</file>

<file path=ppt/ink/ink3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48.9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0 28530,'-2'67'9,"0"-1"0,3 10 1,3-7 1,8 0 0,5 20 45,-10-50-50,6-11-6,-1-28 0,16-31 5,-1-3-10,5 9 5,-10 25 0,-6 31-40,8 32-206,17 2-140,6-3-314,30-15 1601,-30-33-733,7-9 6,-41-34-141,-11-3 7,-15-54-35,5-5-11,13 37 1,5 1-6,9-23-23,31 30 29,-20 52 49,-12 31-21,-31 4-18,-47 22-5,13-29 0,-1-7 0,32-14 0</inkml:trace>
</inkml:ink>
</file>

<file path=ppt/ink/ink3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50.0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56 131 27942,'-21'-84'610,"2"38"-604,14 142-6,3-26 0,0 6-3,-1 19 0,0 0-25,3-17 0,2-4-202,6-5 1,2-10 229,5-12 0,5-10 0,-13-30 0</inkml:trace>
</inkml:ink>
</file>

<file path=ppt/ink/ink3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50.3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1 140 27880,'19'50'78,"-1"1"1,29 25-40,11-67 56,6-14 79,14-38-6,-29-21-107,-13-27-44,-68 17-17,-9 31-28,-48 38-134,36 52-197,6 5 359,56 38 0,-2-52 0,21 1 0</inkml:trace>
</inkml:ink>
</file>

<file path=ppt/ink/ink3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50.7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 0 28558,'-9'92'1,"1"-1"1,4-20 0,8-6-5,11-12 1,9-10 13,31-9 17,7-21 11,-19-36-33,-23-8-29,-14 7-10,7 23 21,23 5 7,2-7 5,23-42 22,-38-25-22,-12-21 0,-24 24 0,-10 16 0,12 37 0,3 3 0</inkml:trace>
</inkml:ink>
</file>

<file path=ppt/ink/ink3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51.0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205 511 28625,'-56'-59'0,"0"0"0,6 4 0,14 3-6,30-8 6,7-1-17,14 0 1,21 0-35,11 28 23,0 23-22,-19 52-17,-19 6-241,-17 24-919,13-28 1227,18-1 0,-9-23 0,16-10 0</inkml:trace>
</inkml:ink>
</file>

<file path=ppt/ink/ink3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51.3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312 1 28233,'-77'12'65,"0"1"0,20 9 1,9 6-66,-5 37-3,60-14 0,14 2-2,28 31 5,-18-38 0,1-1 22,11 16-5,-34-21-370,-32-28-1607,6-20 1960,-6-9 0,19-5 0,4 9 0</inkml:trace>
</inkml:ink>
</file>

<file path=ppt/ink/ink3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52.8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106 587 28065,'-29'-65'89,"0"0"1,-1-10 0,12 3-90,42-19 8,-4 37 0,5 2-2,29-20 0,26 31 44,-26 66-28,1 36-22,-23 13-31,-21-23 1,2-3-586,24-2 616,18-6 0,-15-30 0,-4-10 0</inkml:trace>
</inkml:ink>
</file>

<file path=ppt/ink/ink3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53.1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1 250 28362,'67'30'31,"0"-1"1,3-13 0,-11-21 46,-17-74-59,-24 30 1,-8-1-8,-23-23-12,-40 17-23,-13 43-94,-8 44-1664,28 56 1781,27 1 0,21-9 0,4-50 0</inkml:trace>
</inkml:ink>
</file>

<file path=ppt/ink/ink3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53.5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487 413 28468,'-71'-40'20,"1"1"1,6 1 0,4 13-21,-15 41 0,11 36 2,32-12 1,6 5-3,2 44-9,43-38 1,18-8-14,14-21 0,9-12 10,1-2 1,3-11 5,19-27 1,-11-18 41,-34-5 1,-13-8-9,-9-10 0,-16-1-26,-20 7 1,-13 6-14,-7 11 0,-3 6-1428,-20-11 1439,40 23 0,19 22 0,13 4 0</inkml:trace>
</inkml:ink>
</file>

<file path=ppt/ink/ink3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53.8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199 336 28524,'-56'-32'11,"0"-1"0,6 3 1,14-3-18,42-39-39,33 13 28,0 5 1,28 32 27,-37 48-11,-12 15-17,-54 16-84,-4-14 101,-24-15 0,40-19 0,4-5 0</inkml:trace>
</inkml:ink>
</file>

<file path=ppt/ink/ink3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59.1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99 0 27998,'-6'60'9,"1"-1"0,0-3 1,1-7-16,3-1 0,1-5-206,0-10-2796,-16-2 3008,-7-17 0,3-1 0,1-13 0</inkml:trace>
</inkml:ink>
</file>

<file path=ppt/ink/ink3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59.5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21 28182,'72'42'11,"-1"-1"0,-7-6 1,-10-16 10,-18-38 174,-16-27-123,-20 11-45,-38-8-22,-20 29-45,-15 31-85,25 9 124,43 24 0,11 3 0,-3-16 0,24 32 0</inkml:trace>
</inkml:ink>
</file>

<file path=ppt/ink/ink3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0:59.8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1 568 28233,'0'-79'82,"0"-1"0,0-10 0,0 7-48,1-13-29,4 9-16,12 35 11,15 69 11,11 61-11,-20-11 0,-4 6-6,-2-4 1,-2 2-68,-5 15 1,1-6-651,13-3 723,12-14 0,-13-44 0,0-25 0</inkml:trace>
</inkml:ink>
</file>

<file path=ppt/ink/ink3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00.3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 1 28541,'7'74'26,"1"0"0,0 21 0,-3-3-23,-5-37 0,0-1-1,0 33 1,0 0-6,0-31 1,0-5-15,0 47-129,0-36-100,-3-55-700,-4-13 946,-6-29 0,5 13 0,0 2 0</inkml:trace>
</inkml:ink>
</file>

<file path=ppt/ink/ink3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00.5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84 28362,'93'-17'5,"0"0"1,-7 1-1,-2 4-19,-13 9 0,-3 2 14,-3-3 0,-2-1 0,35 3 0,-37-4 0</inkml:trace>
</inkml:ink>
</file>

<file path=ppt/ink/ink3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03.7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28283,'15'69'50,"0"1"1,3 18-1,-2 1-47,-5-18 0,-2 1-645,5 18 1,1-1 605,-5-23 0,0-4 138,7 32 1,-12-65-1,-1-14 1</inkml:trace>
</inkml:ink>
</file>

<file path=ppt/ink/ink3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03.9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1 124 27163,'79'-10'-193,"1"0"1,1-2 0,0-2 192,-5-3 0,-6 0 0,11-3 0,5-4 0</inkml:trace>
</inkml:ink>
</file>

<file path=ppt/ink/ink3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04.2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28037,'4'68'95,"1"0"0,-1-3 0,0 0-64,2 4 0,-1-2-17,-2-17 0,2 0 11,2 25 0,0-4-2,2-7 27,5 3-44,8-57-6,3-19 5,37-51 1,1-4-12,11 7 1,-23 36-1,-16 71-100,-17 19-645,17 6 751,7-28 0,-12-32 0,-3-15 0</inkml:trace>
</inkml:ink>
</file>

<file path=ppt/ink/ink3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04.6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288 36 28513,'-60'-14'13,"0"1"0,5 5 0,9 11 4,20 39-12,0 50 1,17-41 0,4 2-6,4 8 0,10-3 0,40 21 5,32-53-5,-1-42 0,-34-9 0,-6-5 6,-3-13-12,-6 11-39,-24 31-89,-4 21 134,32 2 0,-23-10 0,22-3 0</inkml:trace>
</inkml:ink>
</file>

<file path=ppt/ink/ink3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04.8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28490,'7'78'22,"1"1"1,0-4 0,0 0-23,5 9 0,0-3 0,-4-20 0,0 2-6,4 34 0,0-1-42,-4-36 1,2-6 47,5-3 0,0-5 0,1 3 0,3-42 0</inkml:trace>
</inkml:ink>
</file>

<file path=ppt/ink/ink3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05.0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77 27331,'73'-21'-196,"0"0"0,-18 3 0,-9 4 0,-18 12 0</inkml:trace>
</inkml:ink>
</file>

<file path=ppt/ink/ink3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05.5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 1 28406,'-4'76'26,"0"1"0,0-3 1,2 1-33,5 11 1,3-2 7,0-21 1,3 2-7,4 10 0,3 6 1,-1-10 20,12 23 41,-9-24 1,1-16-53,-7-46-6,-1-24 0,3-35 0,14-44 0,6 8-6,-1 7-5,-3 65 11,-20 42-33,-2 67-113,3-7-515,24 0 661,24-38 0,-16-33 0,-2-16 0</inkml:trace>
</inkml:ink>
</file>

<file path=ppt/ink/ink3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05.9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383 0 28446,'-84'24'22,"0"0"0,15-7 1,11 11-18,20 31 1,15 11-1,11-13 1,5 0-6,-1 1 0,9-2-3,15-6 1,12-10 2,44-15 0,-19-30 0,0-13 5,-3-13 1,-5-9-1,-10-10 1,-7-4-6,1-28-6,-24 21 6,-17 37-5,1 22 10,-24 49 1,3 33-15,15-26 1,1 2-149,-5 39-531,39-37 688,25-34 0,-8-19 0,2-9 0</inkml:trace>
</inkml:ink>
</file>

<file path=ppt/ink/ink3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06.2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325 0 28339,'-60'8'20,"1"0"1,4 11 0,13 10-21,31 51-6,11 4-11,6-33 1,1-2 32,2 16-10,-26-5-112,-15-29 106,-8-44 0,14 7 0,21-17 0</inkml:trace>
</inkml:ink>
</file>

<file path=ppt/ink/ink3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07.1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51 1 28446,'-1'97'22,"0"0"0,0-21 1,1-1-12,-1 14 0,2-4 3,-1-28 0,0-5 48,-4 47-62,4-60 0,9-48 0,10-23 0,36-18 0,10 21-11,14 11 5,-22 30 0,-19 40 6,-34 11 6,-44 16-6,-30-17 0,-8-24-11,-11-20-23,48-17-83,1-16-443,29-3 560,30-11 0,-13 14 0,19 5 0</inkml:trace>
</inkml:ink>
</file>

<file path=ppt/ink/ink3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07.4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50 28121,'33'56'41,"1"-1"0,-1-5 0,4-13 71,35-28-45,23-23 6,-25-28-11,-15-23-46,-87-5-16,-19 25-17,-9 28 1,-6 14-191,-22 29-684,8 20 891,61 17 0,18-20 0,22-16 0</inkml:trace>
</inkml:ink>
</file>

<file path=ppt/ink/ink3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07.7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 0 28468,'-1'94'15,"0"-1"0,1-4 0,-1-5-10,1-24 1,0-3-6,-1-1 0,2 1 0,7 11 0,1-2-28,3 24-126,0-32 0,0-5 154,-3-11 0,-4-8 0,-5-25 0</inkml:trace>
</inkml:ink>
</file>

<file path=ppt/ink/ink3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07.8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1 124 27516,'90'-32'-201,"1"0"1,-27 9-1,-9 4 1,-9 2 0</inkml:trace>
</inkml:ink>
</file>

<file path=ppt/ink/ink3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08.2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28434,'2'75'24,"0"1"1,0 15-1,0-2-10,-2-24 0,0-3-9,0 1 1,0-1 5,0-5 1,0-8 5,0-7-12,23-30 1,5-32-6,27-30 2,-14 16 1,2 3-8,36-10-1,8 28 1,-36 68 5,-28 12-258,-18-15 0,-3 0 258,2 5 0,-2-10 0,2-27 0</inkml:trace>
</inkml:ink>
</file>

<file path=ppt/ink/ink3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22.2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 1 28479,'-6'72'7,"0"0"1,2 13 0,0-1-6,3-24 1,1-3-6,-1 0 1,2-1-24,0-2 1,1-5-692,0-7-5332,11 3 6049,-3-46 0,1 5 0,-5-17 0</inkml:trace>
</inkml:ink>
</file>

<file path=ppt/ink/ink3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22.4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0 107 27718,'79'-30'93,"-1"0"0,15 1 1,-4 11-78,-29 25 1,-5 9 70,1 4 0,-7 7-54,11 32-22,-71-11 1,-19 1-12,-7-8 0,-8-3-31,-18 6 0,-4-3-42,13-12 1,2-5-4756,-32 4 4828,58-41 0,7 10 0,19-15 0</inkml:trace>
</inkml:ink>
</file>

<file path=ppt/ink/ink3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23.3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445 176 28154,'-56'-49'95,"1"1"0,7 3 1,2 13-85,-10 31 12,-2 41 5,2 3-23,26 9 1,8 9-9,9-11 0,8 2 3,9 9 0,10-3 0,33 22 28,30-37-5,-13-42 5,-2-36-23,-29-20 1,-1-17-6,-18 18 0,-8 10 0,-6 43-6,0 13-11,0 39 1,5-12-1,23 5 28,10-35-11,7-19 11,10-42 0,-12-20-11,-19 27 0,0-1 0,15-28 6,-9 33-12,-2 45 6,-5 21 0,7 48-5,-14-24 55,2 27-39,-6-43-11,-4-16 0,5-26 0,14-44 0,8-7 0,2 5 0,-1 23-5,-23 68-23,-2 23-90,-4 29 118,43-20 0,-34-31 0,31-24 0</inkml:trace>
</inkml:ink>
</file>

<file path=ppt/ink/ink3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23.9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546 683 28345,'-66'-23'39,"-1"0"0,6 1 0,3 8-11,-17 22 12,1 25-35,-3 28-8,51-16 1,6 4-4,-1 32-22,65 6 34,43-52-1,-21-25 1,2-12-1,2-18 1,-6-10 2,-16 1 1,-7-8 2,-11-24 0,-11-7-8,-10 4 0,-8-2-1,-4-18 1,-5 0-9,2 16 1,-6 3-79,-10-8 0,-8 6 84,-2 21 0,0 5 0,-12-24 0,2 26 0</inkml:trace>
</inkml:ink>
</file>

<file path=ppt/ink/ink3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24.6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447 286 28378,'-20'-59'24,"0"1"1,2 4-1,-3 7 21,-22 4 17,-22 19-51,-27 28-14,45 19 0,4 11 0,8 10 1,9 5-15,10 41 8,37-40 1,15-8-3,55-6 11,-43-16 0,1-8-3,4-18 0,-5-12 20,0-24 22,-8-20-11,-26 12-28,-12 31 0,-2 35 6,-2 27-6,1 8 0,-1 3 0,-1 35 5,1-9 1,1 3-6,5-20 0,2-2-3,0 7 0,1-2-92,11 30 95,-5-45 0,-7-27 0,-6-20 0</inkml:trace>
</inkml:ink>
</file>

<file path=ppt/ink/ink3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24.7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1 162 28272,'83'-32'-34,"1"-1"1,-7 3-1,-6 5 34,17 5 0,-42 10 0,-5-1 0</inkml:trace>
</inkml:ink>
</file>

<file path=ppt/ink/ink3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27.3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328 213 28322,'10'-53'101,"0"1"0,-1-35-84,-25 74-12,-33 5-5,-21 28 0,22 8 0,2 7 3,8-2 0,5 5-6,1 28 0,12 5-5,15-18 0,8-2 2,15 46 0,53-35 12,17-67-1,-31-15 1,0-11 8,-7-9 0,-5-5 8,-12 4 1,-6-2-12,3-27-11,-30 52-5,-14 44-12,4 11-123,-2 48-420,38-33 560,14-6 0,-3-26 0,-5-19 0</inkml:trace>
</inkml:ink>
</file>

<file path=ppt/ink/ink3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27.6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298 23 28440,'-67'-9'15,"0"1"0,7 2 0,10 12-26,14 42 11,18 36 0,35 6 5,0-38 1,4-1-1,22 21-5,-7-25 0,-37-22-257,-21-15 257,-8-7 0,3-4 0,13-7 0</inkml:trace>
</inkml:ink>
</file>

<file path=ppt/ink/ink3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28.1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415 499 28356,'10'-56'33,"0"1"1,-10-4 0,-12 8-6,-44 13-23,11 18 1,-4 7 11,-38 14-15,32 23 1,7 14-9,18 11 1,9 8-1,0 13 1,11 0 2,10-12 0,14-6-5,20-6 0,10-13 30,47-27-5,-35-23 0,-4-15 2,-11-14 1,-9-7-15,-9 1 1,-7-4-3,-10-14 0,-9 0-54,-15-29-159,9 46 0,3 3 210,10-17 0,-2 33 0,19 23 0</inkml:trace>
</inkml:ink>
</file>

<file path=ppt/ink/ink3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28.4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74 429 28311,'-15'-61'0,"0"1"0,7 3 0,7 5 0,24-4-22,17 2-6,16 2-23,-14 25 35,-5 17-236,-53 85 67,-13-20-199,-6 4 1,-5-2 383,-10-7 0,6-7 0,25-26 0</inkml:trace>
</inkml:ink>
</file>

<file path=ppt/ink/ink3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28.7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385 55 28457,'-76'-22'13,"1"0"0,-1 12 0,15 15-13,30 39-17,9 38 6,58-17 0,7 10 33,4-9-16,-23-23-6,-61 2-11,-14-21-768,-6-6 779,18-36 0,30 9 0,9-18 0</inkml:trace>
</inkml:ink>
</file>

<file path=ppt/ink/ink3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29.04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241 1 28384,'-57'27'15,"0"1"0,0 8 0,13 6-15,26 30-17,10 2-336,72-6 353,-17-51 0,4-5 0,28 12 0,-5-18 0</inkml:trace>
</inkml:ink>
</file>

<file path=ppt/ink/ink3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29.27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173 486 28574,'-47'-71'4,"-1"0"0,6 5 0,11 6-4,26 6-6,8 1-16,23-1 10,-4 23 7,16 5-96,-12 85-134,-13-28 235,19 55 0,-25-66 0,13 0 0</inkml:trace>
</inkml:ink>
</file>

<file path=ppt/ink/ink3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29.5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12 367 28429,'-6'-71'3,"1"0"1,6-3 0,9 10-10,17 18-5,8 6 22,10 42 1,-12 49-12,4 24 0,-11 2-135,-7-4-873,-6-42-5931,14-6 6939,-5-18 0,-1-7 0,-12 0 0</inkml:trace>
</inkml:ink>
</file>

<file path=ppt/ink/ink3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32.1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343 419 28496,'-24'-93'34,"-21"20"-29,-17 79 1,-1 13-1,-16 42-10,39 27 2,22-30 0,7 0-2,22 35-18,52-21 34,19-57 6,8-49 11,-31-47-17,-32-12-5,-31 29 0,-9-1-6,-2 16 0,-3 1-12,-7-10 1,-1 2-22,-16-21-6896,12 16 6929,30 41 0,-2 3 0,11 17 0</inkml:trace>
</inkml:ink>
</file>

<file path=ppt/ink/ink3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32.7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187 156 28390,'-52'30'0,"1"1"0,4-2 0,13 1-6,31 28 0,20 4 18,11-25 27,14-8-11,-4-37 0,-6-36-17,-15-9-5,-5-12 5,-7 45-11,-5 19-23,6 36 1,2-1 5,6-8 40,8-9 10,-3-43-16,13-28-17,-9-17 0,-4 20 0,3 0-6,15-16-10,10 7 27,-7 58-11,-13 31-23,-2 66-111,-12-9 134,1 6 0,-8-42 0,-3-29 0</inkml:trace>
</inkml:ink>
</file>

<file path=ppt/ink/ink3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33.04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 0 28311,'-1'65'48,"0"0"1,3-1 0,2-4-10,13 25-34,1-27 1,3 2-12,-1-7 1,0-2-43,-1 0 1,0-3-9784,9 24 7816,-42-49 0,15-5 1,-23-16-1</inkml:trace>
</inkml:ink>
</file>

<file path=ppt/ink/ink3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33.19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32 27438,'78'-7'-155,"-1"-1"0,-5 0 0,-11 3 0,-25 3 0,-11 1 0</inkml:trace>
</inkml:ink>
</file>

<file path=ppt/ink/ink3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33.7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230 117 28160,'-57'-35'56,"0"1"0,-29-13-56,71 83 0,12 4 6,23 25-23,20-1 17,4 0 28,15-9 106,-34-26-123,-19 3-5,-17-15-17,-35-2-12,16-11-189,-9-2-444,9-2 656,8 0 0,3 0 0,11 0 0</inkml:trace>
</inkml:ink>
</file>

<file path=ppt/ink/ink3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37.0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357 1 28395,'-68'46'3,"-1"0"1,5-1 0,11 3 2,18 36-6,3 8 0,19-18 0,3 2 3,2-19 0,3 3-3,7 37 0,9 1-126,9-27 0,8-4-373,11 4 1,7-7 498,3-21 0,2-9 0,14-3 0,-22-29 0</inkml:trace>
</inkml:ink>
</file>

<file path=ppt/ink/ink3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37.5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38 0 28546,'-11'54'7,"0"0"1,1 14 0,4-2-8,11 12 0,7-20 0,9-5 11,32-6-5,28-15 5,-7-57 0,-24-5 17,-21-13-28,-23 39-11,-2 12-28,19 23 22,15-14 17,17-37 17,-10-37-6,-18-14-17,-24-24-50,-10 46-67,-6-17 123,21 17 0,-10 20 0,18 1 0</inkml:trace>
</inkml:ink>
</file>

<file path=ppt/ink/ink3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37.9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28496,'0'93'12,"0"1"1,0-20 0,1 2-1,1-8-12,2-9 0,2-2 0,6 30 0,2-2 6,-2-33 0,2-5 66,12 39-72,-11-58 0,-7-46 0,14-57 0,-2 15-5,14-15 5,-12 71-6,-3 65-16,-7 17-306,2 2 1,6-1 327,28-5 0,-9 10 0,-1-69 0</inkml:trace>
</inkml:ink>
</file>

<file path=ppt/ink/ink3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38.1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66 480 28194,'-18'-79'80,"0"0"0,0-5 0,7 8-63,17 3-17,7 12 11,20 33-5,-3 59 0,-4 23-6,-22 32 0,-15-17-180,-7-13-1001,4-29 1181,33-13 0,-15-5 0,22-9 0</inkml:trace>
</inkml:ink>
</file>

<file path=ppt/ink/ink3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38.5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7 175 28171,'-1'55'11,"0"0"1,-1 40-1,6-28-22,1-25 291,3-1-241,-8-25-39,-9-24 0,2-9 5,4-53 1,16-21-9,-5 33 0,0 0 3,8-32-11,4 12-129,14 43 140,53 8 0,-42 15 0,23 11 0</inkml:trace>
</inkml:ink>
</file>

<file path=ppt/ink/ink3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38.8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274 507 28507,'-69'-25'17,"-1"0"0,13 7 0,11-7-17,15-65 5,32 3-5,12 33 0,5 1-5,17-23-23,31 25 16,-34 48-60,-3 32-348,-40 15 420,3 2 0,-8-19 0,14-18 0</inkml:trace>
</inkml:ink>
</file>

<file path=ppt/ink/ink3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39.4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69 11 28586,'-23'76'-2,"-1"0"0,6 5 0,14-9-4,43-12 6,2-8 28,28-50 0,-31-41-5,-3-11-23,-20 17 0,-14 28-17,9 54-5,31-8 16,0-1 6,42-49 0,-38-40 17,-4-27-17,-45-18-17,-11 24-437,-14 0 454,18 40 0,3 3 0,8 20 0</inkml:trace>
</inkml:ink>
</file>

<file path=ppt/ink/ink3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39.7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183 469 28597,'-51'-64'1,"0"0"1,3 5 0,15 1-2,49-29-5,6 21-1,7 9 6,-6 43-11,-14 53-51,-25 14-1511,1 11 1573,1-24 0,5-22 0,17-16 0</inkml:trace>
</inkml:ink>
</file>

<file path=ppt/ink/ink3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40.5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349 392 28485,'-66'-6'18,"1"0"1,6 3 0,8 13-2,2 57-6,32-20 0,4 4-11,-4-1 0,5 1-3,16 7 0,13-7 9,41-8-6,38-28 11,-10-37 6,-39-10 0,-9-7 11,-6-16-28,-6 28-6,-22 29-22,15 58-11,31-23 5,32-11 29,0-38 2,-33-16 0,-7-11 3,-16-5 0,-6-6 3,2-15 0,-5-5-1,-7-1 1,-5 1-6,-2 15 1,-3 3 2,-14-39 5,-18 72 1,-20 65 0,3 24-6,24 11 0,9 8-3,10-19 0,9-1-3,13 9 1,12-7 5,10-23 0,8-12 11,47-7-8,-29-46 0,-4-19-6,-16-8 0,-5-7 3,1-2 0,-5-5 3,-8-22 0,-9-2-9,-9 16 0,-6 0 12,-5-9 0,-7 4-6,-18-20 0,-26 92 0,6 50 0,16 25 0,8 13 2,9-9 1,7 2-9,11 13 1,7-3-26,-2-24 0,12-10 31,37-9 0,4-14 0,-20-10 0,39-7 0</inkml:trace>
</inkml:ink>
</file>

<file path=ppt/ink/ink3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40.8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33 113 28266,'11'58'18,"1"-1"1,11-3 0,8-15 15,45-34-23,3-19 6,-35-12 0,-7-9 78,-4-40-45,-31-14-33,-64 31-17,-14 30-6,14 38 1,1 14-113,-7 37 118,46-9 0,8 1 0,-1 8 0,40-7 0</inkml:trace>
</inkml:ink>
</file>

<file path=ppt/ink/ink3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43.0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0 184 28440,'19'73'-6,"-1"0"1,-2-7-1,-2-4 6,4 15-11,9-23 39,25-9-28,-6-38 39,11-42 40,-24-14-7,-5-1-72,-19 28 0,-11 34-22,0 46 0,26-6 16,-1-4 12,40-33-1,-16-57 1,4-28-6,-32 18 0,-4-4-34,8-38 34,9 1 0,1 6 0,-12 28 0,5 1 0,1-1 0</inkml:trace>
</inkml:ink>
</file>

<file path=ppt/ink/ink3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46.3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401 90 28160,'-67'-29'22,"0"1"1,5 5-1,8 14 23,12 43 28,-8 52-68,33-30 1,3 2-6,-3 0 0,7 1-11,19 12 0,16-8 11,43-6 8,-15-32 0,6-14 45,1-27 1,-3-14-10,-8-6 1,-8-6-17,11-39-33,-31 18-23,-19 50-51,-2 16 79,32 53 0,-23-32 0,24 21 0</inkml:trace>
</inkml:ink>
</file>

<file path=ppt/ink/ink3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46.6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40 450 28440,'-9'-71'33,"0"0"1,1 6 0,2 9-12,4 11-16,0-3-1,0 15-5,1-3-5,37 12 5,1 28 0,16 15-6,-15 63-78,-25 13-202,-1-40 1,3-3 285,21 19 0,-10-36 0,4-28 0</inkml:trace>
</inkml:ink>
</file>

<file path=ppt/ink/ink3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46.94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56 329 28093,'74'-12'91,"0"0"1,-6 3-1,-13-10-18,-23-50 17,-21 0-68,-44-8-22,-8 33 3,-7 28 0,-4 15-31,-32 48-42,42-14 0,6 6-255,2 48 325,54-39 0,9-6 0,-1-8 0,29-5 0</inkml:trace>
</inkml:ink>
</file>

<file path=ppt/ink/ink3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47.37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394 645 28350,'-40'-59'41,"1"1"0,2 4 1,-2 12-26,-27 24-4,-1 19-7,5 15 6,18 51-11,46 16-31,17-32 1,11-4 7,10-10 1,6-8 22,46-2 5,-38-40 1,-8-15 11,-3-51-3,-21 18 0,-7-2-6,-9 10 1,-7 0-4,-8-10 1,-7 3-28,-19-27-15,12 39 1,0 2-670,-7-15 706,25 22 0,6 27 0,10 7 0</inkml:trace>
</inkml:ink>
</file>

<file path=ppt/ink/ink3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47.6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235 532 28608,'-57'-36'7,"0"-1"1,4 1-1,12-3-7,23-25 3,12 14 0,3-1-3,13-41-6,17-1 1,0 60 5,-3 40 5,-30 39-5,-13 6-33,-15 12-152,16-14 185,75-9 0,-39-22 0,54-18 0</inkml:trace>
</inkml:ink>
</file>

<file path=ppt/ink/ink3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48.0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28569,'0'73'9,"0"0"0,5 20 1,4-2-10,3-17 0,3-3-17,4 8 0,3-4-790,-4-24 1,0-9 806,5-7 0,-16-27 0,-7-18 0</inkml:trace>
</inkml:ink>
</file>

<file path=ppt/ink/ink3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48.3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82 26407,'66'-3'13,"0"-1"0,-6 5 0,-3 4 256,32 25 403,-1 6-409,-2 0-157,-31-23 1,0-7-73,36-26 44,-41 5 1,-5-5 201,8-39-219,-53 13 34,-74 11-89,23 29 0,-2 8-6,-7 13 0,3 7-12,-19 19-374,72 57 386,75-32 0,-22-7 0,15-30 0</inkml:trace>
</inkml:ink>
</file>

<file path=ppt/ink/ink3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49.0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75 1 28434,'-20'71'11,"0"0"0,2-4 1,5-5-6,10 16 5,3-6-11,9 5 5,0-28 23,13-4-22,-4-44 0,5-10-1,17-24-10,14 14 5,26 12 0,-15 24-6,-2 40 23,-55 12-17,-50 10 0,-42-26 0,-9-24-11,1-39-107,57-21 118,54-39 0,-12 31 0,42-9 0</inkml:trace>
</inkml:ink>
</file>

<file path=ppt/ink/ink3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49.30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404 491 28535,'-79'-19'30,"-1"1"0,8 1 0,9-7-30,-5-44 0,32-19-9,30 33 1,10 0 2,24-27 6,50 24-5,-19 45 5,-6 16 0,-27 14-17,-23 12 17,-11-8 0,5-3 0,-5-12 0</inkml:trace>
</inkml:ink>
</file>

<file path=ppt/ink/ink3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51.42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388 179 28048,'-29'-50'69,"1"1"0,-3 4 0,-3 12 4,-17 32-45,-5 20-14,13 13 0,5 10-3,11 9 0,8 7-11,-3 10 0,13 1-11,23-8 0,12-7 11,25 13 8,1-52 1,3-16 52,13-47 23,-6-20-61,-34-1-6,-22 13-23,-6 41-72,2 45-426,23 28 504,16 24 0,-8-27 0,0-23 0</inkml:trace>
</inkml:ink>
</file>

<file path=ppt/ink/ink3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51.85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368 481 28434,'-45'-54'33,"0"1"1,4 4 0,-1 12-34,-26 29 0,6 45-11,8 33 5,43-17 1,12 3-1,29 33-3,14-47 1,10-12 0,-4-16 0,2-13 10,4-12 1,-5-11 14,12-24 0,-44-8 0,-12-8-1,-12 10 1,-6 0-17,-1-13 0,-4 0-56,-3 8 0,-2 4-5046,-12-24 5102,29 38 0,3 22 0,15 19 0</inkml:trace>
</inkml:ink>
</file>

<file path=ppt/ink/ink3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52.1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110 556 28507,'-30'-77'7,"0"0"1,2-11 0,8 5-20,19-11-16,10 6 12,3 39 4,25 58-60,-6 40-46,0 28 51,-15-4-432,-15-9 499,7-31 0,-6-16 0,6-5 0</inkml:trace>
</inkml:ink>
</file>

<file path=ppt/ink/ink3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52.4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316 13 28087,'-63'-4'86,"0"-1"0,5 1 0,8 4-81,11 12-5,11 7-5,14 29 16,36 8-11,19 15 0,9-7 0,-24-11 0,-35-20 0,-36-3 0,19-21 0,-4 0 0</inkml:trace>
</inkml:ink>
</file>

<file path=ppt/ink/ink3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52.74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208 1 28401,'-58'37'26,"1"-1"0,6-1 0,13 2-26,35 42-17,22-22-64,7-14 0,13-6 81,42-20 0,4-10 0,3 18 0,-21-25 0,-1-1 0</inkml:trace>
</inkml:ink>
</file>

<file path=ppt/ink/ink3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52.9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142 501 28591,'-40'-63'0,"0"0"0,1-10 0,17 3-11,49-16 11,-6 2-6,16 28 1,-21 50-68,-23 37-33,2 6 106,0 42 0,4-52 0,13 14 0</inkml:trace>
</inkml:ink>
</file>

<file path=ppt/ink/ink3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53.2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0 131 28054,'41'-45'47,"0"-1"1,36 6-9,-18 88-22,-15 23-28,-16-17-73,-8-13-314,7-29 398,11-13 0,-11-2 0,-2-9 0</inkml:trace>
</inkml:ink>
</file>

<file path=ppt/ink/ink3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53.6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398 466 28334,'-61'-26'37,"1"0"0,4 1 1,7 8-22,9 23 7,-17 41-6,16 28-17,19-21 0,10 2-6,23-6 0,9-4-5,23 12 6,54-40 21,-33-64 46,-8-35-45,-30-11-6,-25 26 0,-5 0-11,-2 10 0,-1 1-48,0-13 1,1 0-225,-3 12 1,5 6-659,17-13 930,29 49 0,-15 18 0,10 13 0</inkml:trace>
</inkml:ink>
</file>

<file path=ppt/ink/ink3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58.5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285 181 27762,'-28'-96'-33,"-1"19"55,1 72 51,0 2 73,-11 3-90,0 18-17,-7 29-39,17 9-9,16-5 1,7 3-48,17 30-28,32 0 84,25-38 28,1-40 129,3-43-6,-35-17-50,-8-12-124,-17 17 18,-15 33-23,2 23-23,-2 25 7,12 13-1,5-13 17,20 0 78,3-35-39,-1-15 12,-2-18 38,9-44 1,-16 33-51,13 7-11,-31 58-11,-3 36 17,-6 22 5,0-25 11,6 1 6,7-46-17,26-41-11,17-22 6,-20 20 0,0 2-6,21-12-6,-4 24 0,-27 47-184,0 8-96,-12 9 286,-6-6 0,-6-23 0,0-3 0</inkml:trace>
</inkml:ink>
</file>

<file path=ppt/ink/ink3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58.8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28384,'15'85'18,"0"-1"1,0-6 0,0-7-19,9 10-73,-8-31 0,-1-1-408,8 15-935,3 11 1,-17-54 0,-2-6 0</inkml:trace>
</inkml:ink>
</file>

<file path=ppt/ink/ink3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1:58.9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29 28171,'83'-5'-70,"0"0"0,1 0 1,-9 0-1,-8 1 1,-15 2-1,1 0 1</inkml:trace>
</inkml:ink>
</file>

<file path=ppt/ink/ink3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02.3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170 422 28378,'-46'66'17,"-1"-1"0,6-4 0,11-4-17,25 7-6,21 17 17,28-27 1,6-6 21,48-62-33,-23-52 19,-36 18 1,-5-5-14,-8 5 0,-10-1-1,-33-44 6,-30 57-11,-19 15-11,14 58 6,22 2-1,55 31 6,42-40 5,-11-28 1,4-11-6,-5-4 0,-2-10-3,11-28 1,-9-13 2,-24 5 0,-8-4-3,4-11 0,-8-1 0,-19 10 0,-7 5 3,-7-17-11,-24 42 0,12 94 11,12 2 0,4 8 3,2 5 0,3 6-3,3-2 0,2 5 0,3-2-102,7 14 1,2-1 99,-3-22 0,0 2 0,3-4-23,8 17 0,1-9-48,-5-24 0,-1-7 73,5 14 0,-13-44 0,-4-8 0</inkml:trace>
</inkml:ink>
</file>

<file path=ppt/ink/ink3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02.4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0 226 27958,'86'-43'-1283,"1"-1"1,-7 4 0,-5 5 1282,18 4 0,-43 14 0,-6 2 0</inkml:trace>
</inkml:ink>
</file>

<file path=ppt/ink/ink3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08.00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27522,'12'64'-196,"-1"0"0,-1-7 0,2-8 196,6-14 0,-8-18 0,-5-1 0</inkml:trace>
</inkml:ink>
</file>

<file path=ppt/ink/ink3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08.3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13 27813,'62'25'277,"0"-1"0,32-6-238,-113-55-33,-22 4-219,-8 23-117,11 28 330,80 54 0,-28-42 0,43 25 0</inkml:trace>
</inkml:ink>
</file>

<file path=ppt/ink/ink3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08.5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28182,'11'71'54,"1"1"0,-1-2 1,0-3-55,1-15 0,1 0 2,4 21 1,2 0-6,-4-20 1,-1 2 2,4 42 0,-3-6 0,-3-29 0,-6 31 0</inkml:trace>
</inkml:ink>
</file>

<file path=ppt/ink/ink3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08.70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23 26766,'71'-6'-329,"0"0"1,-15 1 0,-11 1-1,-20 3 1</inkml:trace>
</inkml:ink>
</file>

<file path=ppt/ink/ink3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09.04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248 0 28238,'-70'7'41,"1"-1"0,4 8 1,21 9-42,67 39 2,5-18 1,6-1-6,3-7 1,2 0 4,6 7 1,-7 0 42,-13 17-56,-38 5-2380,-13-27 2391,1-25 0,15-12 0,21-8 0</inkml:trace>
</inkml:ink>
</file>

<file path=ppt/ink/ink3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09.3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222 560 28563,'-52'-58'9,"0"0"1,4 3-1,9 3-9,18-5 6,12-32-6,41 9-17,18 8 11,11 34-16,-6 69-34,-35 24-118,-11 26-1970,-10-19 2144,-4-19 0,5-31 0,0-3 0</inkml:trace>
</inkml:ink>
</file>

<file path=ppt/ink/ink3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09.6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28328,'0'78'33,"0"0"1,0-4 0,0-2-32,0-19 1,0 0-3,4 15 0,1 0-28,2-8 0,1-1-31,0-3 1,2-4 58,17 23 0,-18-52 0,5-6 0</inkml:trace>
</inkml:ink>
</file>

<file path=ppt/ink/ink3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10.0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227 263 27897,'3'-58'95,"0"-1"0,-7 1 0,-6 10-5,-17 22-90,-24 12 50,2 59-39,23 2 1,5 9 4,4 23 1,6 4-9,0-9 1,6 1 19,13 20 0,9-2-20,1-26 1,5-2-12,11 11 0,2-4-17,-8-23 1,-1-5-261,27 25-3416,-33-48 3696,-6-10 0,-11-12 0,-7-6 0</inkml:trace>
</inkml:ink>
</file>

<file path=ppt/ink/ink3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10.1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67 27897,'88'-18'-342,"1"-1"1,-10 2-1,-9 5 342,-5 12 0,-32 0 0,-13 0 0</inkml:trace>
</inkml:ink>
</file>

<file path=ppt/ink/ink3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12.3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28367,'68'67'23,"-1"1"1,-23-6 0,-4 6 0,-10-4-24,-14 0 0,-9 3-148,0 7 0,-2 8 0,-4-5 145,-10 9 0,-4-2-62,4 8 1,-1-5-3988,-2-29 0,1-8 4088,4-2 1,7-36-1,1-16 1</inkml:trace>
</inkml:ink>
</file>

<file path=ppt/ink/ink3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12.5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10591,'0'0'0</inkml:trace>
</inkml:ink>
</file>

<file path=ppt/ink/ink3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23.21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28395,'25'67'24,"-1"1"0,-1-5 1,-5-6-3,-7 7-10,-1 19-12,-4-26-12,2 21-167,-3-45 179,29 4 0,-23-26 0,18-1 0</inkml:trace>
</inkml:ink>
</file>

<file path=ppt/ink/ink3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24.84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49 32 28227,'-13'54'64,"-1"0"1,-8 43-65,33-53 0,9-1 0,34 4-6,16-20 6,17-9 6,-7-45 5,-26-4-11,-14-46 6,-28 4-6,-9 0 17,-49-3-12,-32 43-39,23 15 1,-2 11-1180,6 23 1,5 8 1212,-12 12 0,36 14 0,22-31 0</inkml:trace>
</inkml:ink>
</file>

<file path=ppt/ink/ink3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25.36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276 0 28138,'-41'72'31,"0"-1"1,9-14 0,1-3-27,-10 27-5,2-22 0,14-17 0,0-11 0</inkml:trace>
</inkml:ink>
</file>

<file path=ppt/ink/ink3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26.12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101 0 28238,'-33'57'0,"0"0"0,-2 36 0,77-69-5,19-4 5,3-2 11,13 12 39,-27 3-44,-7 5 5,-62 10-11,-29-11-17,-23 0-39,5-17-190,24-11 246,4-43 0,27 26 0,-7-26 0</inkml:trace>
</inkml:ink>
</file>

<file path=ppt/ink/ink3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26.30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51 28054,'71'-14'-12,"0"0"1,6 1 0,-1 4 11,-11 8 0,-5 2 0,17 0 0,4 0 0</inkml:trace>
</inkml:ink>
</file>

<file path=ppt/ink/ink3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26.89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28222,'41'69'22,"-1"0"0,-1-5 1,-2-9-23,7-10-11,0-2 11,14 23 0,-32-38 0,8 15 0</inkml:trace>
</inkml:ink>
</file>

<file path=ppt/ink/ink3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27.38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5 228 28339,'16'-62'42,"-1"1"0,28-29-14,16 76 23,8 57-40,-34 36 0,-17-18 0,-4 3-11,-6-8 0,-8 0 3,-12 10 0,-11-3-3,-3-18 0,-5-4 5,-7 3 1,-2-7-6,-21-3 0,39-32 0,53-35 0,38 4-11,6 5-40,-22 16 1,3 0 50,17-8 0,-4 0 0,10 5 0,-27-4 0,0 0 0</inkml:trace>
</inkml:ink>
</file>

<file path=ppt/ink/ink3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27.65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1 232 27986,'31'52'20,"0"-1"1,3-6 0,5-11-21,51-28 11,-41-8 0,3-4-11,19-10 0,0-9 84,-14-4 0,-6-8-20,2-11 1,-13-4-20,-23-30-17,-41 37 0,-17 8-28,-10 16 0,-8 10 0,-14 2 0,-1 10-42,15 7 0,4 10 42,0 15 0,11 3 0,15-1 0,5 6 0</inkml:trace>
</inkml:ink>
</file>

<file path=ppt/ink/ink3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28.56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374 1 27275,'-60'56'-140,"0"1"0,1-3 0,5-7 140,-11 0 0,27-21 0,0-2 0</inkml:trace>
</inkml:ink>
</file>

<file path=ppt/ink/ink3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29.34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20 83 28132,'70'-25'28,"1"0"0,-9 1 0,-10 16 50,-22 38-16,-16 8-6,-6 3-6,-31 32-44,-5-17-6,-25 20 0,3-32 0,-1-5 6,4 3-1,-28 20-16,104-53 11,38-3-3,-8-11 0,4-2 3,-8 3 0,2-2-62,16-5 1,-2-2 61,10-2 0,-12 3 0,-38 7 0</inkml:trace>
</inkml:ink>
</file>

<file path=ppt/ink/ink3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30.00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459 1 28289,'-58'72'1,"0"1"1,5-6 0,8-6-2,12-1-64,5-16 0,-3 0 64,0-3 0,-1-3 0,-19 26 0,12-26 0</inkml:trace>
</inkml:ink>
</file>

<file path=ppt/ink/ink3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30.44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 1 28278,'-3'70'9,"0"1"0,1-6 1,0-6-100,2-1 90,28 12 0,-21-38 0,21 6 0</inkml:trace>
</inkml:ink>
</file>

<file path=ppt/ink/ink3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30.76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1 171 28048,'59'-48'11,"0"0"0,-7 3 1,-5 16 21,-5 36-10,-22 14 55,-20 46-33,-41 19-34,17-32 0,-1 0-5,-22 30-1,22-9 12,36-36-67,23-7-432,25-20 482,7-29 0,-24 10 0,-15-10 0</inkml:trace>
</inkml:ink>
</file>

<file path=ppt/ink/ink3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31.28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28121,'71'27'11,"0"-1"0,-2-1 0,-5-1 1,21 14-1,-25-11 0,1 4-17,-8-1 1,0 3 5,8 7 0,-4-1 0,0 5 0,-22-12 0</inkml:trace>
</inkml:ink>
</file>

<file path=ppt/ink/ink3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33.45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98 28345,'63'-24'11,"-1"0"0,-5 3 0,-8 5-5,-13 7-6,8 6 17,-8 25-6,-7 1 17,-18 46 0,-51-1-28,12-26 0,-3-2-6,-38 20 6,-9-13-5,42-28 10,4 4-5,37-15-5,36 4-23,26-10-151,15-5-695,-21-2 874,-24-10 0,-27 8 0,-9-3 0</inkml:trace>
</inkml:ink>
</file>

<file path=ppt/ink/ink3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34.01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121 0 28322,'-8'61'-14,"0"0"0,-2 34-3,53-72 1,11-8 16,5 14 0,-12 13 28,-70 3-23,-14-7-21,-52 3-539,30-24 555,5-1 0,26-13 0,21-3 0</inkml:trace>
</inkml:ink>
</file>

<file path=ppt/ink/ink3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34.20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1 124 27986,'76'-18'-136,"1"-1"0,-3 1 0,-2 1 136,-16 4 0,-5 2 0,8-2 0,-2-1 0</inkml:trace>
</inkml:ink>
</file>

<file path=ppt/ink/ink3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3.09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0 133 28614,'86'4'1,"0"1"1,-5-1 0,1-1-2,4-3 0,-2 0 14,-16 0 0,-2 0-14,-8-1 0,-10-3 0,-15-5 0,-98-13 0,16 11 0,-5 1 0,-14-2 0,-2 0 3,5 2 0,4 1-9,-26-4 6,51-3 0,66 8 0,15 0 0,4 5 0,4 3 0,33 7-5,-1 16 5,-37 22 0,-35 2 5,-51 28-5,-19-10-45,17-27 1,-1-3 44,-20 9 0,24-20 0,28-22 0</inkml:trace>
</inkml:ink>
</file>

<file path=ppt/ink/ink3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3.49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46 1 28563,'-2'73'9,"-1"1"1,1-6-1,-1-6-14,-3 7 5,3 10-1613,1-17 1613,-9-9 0,8-28 0,-8-19 0</inkml:trace>
</inkml:ink>
</file>

<file path=ppt/ink/ink3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3.69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0 150 28250,'71'-22'-21,"0"0"1,0 0 0,-5 1 0,-1 2 0,0 4 20,37 4 0,-9 6 0,-5-5 0,-26 9 0,-1 0 0</inkml:trace>
</inkml:ink>
</file>

<file path=ppt/ink/ink3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3.98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0 105 28418,'70'-9'-204,"0"-1"1,0 0-1,-5-2-5296,14-9 5500,-8-1 0,-33 10 0,-18 3 0</inkml:trace>
</inkml:ink>
</file>

<file path=ppt/ink/ink3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4.13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83 27684,'82'-22'-269,"0"-1"0,-20 5 0,-11 4 1,-18 8-1</inkml:trace>
</inkml:ink>
</file>

<file path=ppt/ink/ink3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4.31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28356,'4'70'5,"0"1"1,0-6 0,-2-6-23,-2 2-140,0-5 157,5-3 0,-4-25 0,4-6 0</inkml:trace>
</inkml:ink>
</file>

<file path=ppt/ink/ink3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4.61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156 177 28390,'32'48'22,"0"-1"0,0-3 1,6-13-18,14-34 1,2-15 16,18-9 14,-27-8 1,-14-8 8,-45-36-28,-21 1-20,-20 43 0,-12 13-31,4 16 1,0 17 33,-5 34 0,5 7 0,-18-4 0,64 2 0,0 0 0</inkml:trace>
</inkml:ink>
</file>

<file path=ppt/ink/ink3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4.82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180 0 28446,'-8'61'-842,"1"0"0,-3-6 0,-8-10 567,-47-14 0,28-16 0,2-7 0</inkml:trace>
</inkml:ink>
</file>

<file path=ppt/ink/ink3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5.67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42 1 28474,'-4'72'16,"-1"0"1,1-4 0,0-4-23,-2 18 0,4-27 1,-1 1-202,-2 43 207,1-8 0,1-41 0,1-36 0</inkml:trace>
</inkml:ink>
</file>

<file path=ppt/ink/ink3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5.95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57 37 27981,'73'-15'99,"0"0"0,2 9 0,-10 13-15,-18 45-68,-7 11-10,-43-11 0,-16 0-23,-12-8 0,-10-3-140,-13 7 0,-4-4-154,8-14 1,0-7 310,-33 6 0,58-28 0,10-1 0</inkml:trace>
</inkml:ink>
</file>

<file path=ppt/ink/ink3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6.15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28278,'66'4'-76,"0"-1"0,-7 0 1,-9 0-1,-25-3 1,-9 0-1</inkml:trace>
</inkml:ink>
</file>

<file path=ppt/ink/ink3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6.30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42 27835,'78'-12'-197,"1"1"0,-20 1 0,-10 3 0,-15 6 0</inkml:trace>
</inkml:ink>
</file>

<file path=ppt/ink/ink3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6.65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0 109 28059,'66'-30'50,"-1"0"1,-5-1-1,-6 14 29,12 41 50,-25 18-57,-13 32-44,-40-7-5,-43 8-18,1-33-5,20-8 0,32-19 6,73-14-90,19 1 84,-18-2 0,-1 0 0,4 1 0,0-1 0</inkml:trace>
</inkml:ink>
</file>

<file path=ppt/ink/ink3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6.83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131 0 28233,'-11'59'-77,"0"-1"1,0-3-1,-5-8 77,-21-1 0,16-22 0,-3-2 0</inkml:trace>
</inkml:ink>
</file>

<file path=ppt/ink/ink3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7.46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522 72 28434,'-81'-24'24,"1"1"1,14 4-1,4 14-13,-3 39 1,9 15-12,4 13-3,15 1 0,14 1-3,37-12 6,53 7 0,-17-50 0,5-12-3,10-8 1,0-9 13,-9-2 0,-5-6 45,15-27-56,-35 33 0,-23 38 0,-2 31 0,-6 51 0,1-46 0,0 2-25,-1 11 0,0-1-1000,-2 35-442,-14-39-2319,-2-33 2575,-30-20 7613,-1-20-5998,-3-4-130,18-6-229,20-4-23,50 8-11,2 2-11,9 6 0,5 1-548,35-16 548,6-9 0,-39 12 0,-27 3 0</inkml:trace>
</inkml:ink>
</file>

<file path=ppt/ink/ink3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7.83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0 121 28227,'64'-25'-10,"-1"1"1,-5 2 0,-5 4-254,0 5 263,-2 4 0,-24 4 0,-5 0 0</inkml:trace>
</inkml:ink>
</file>

<file path=ppt/ink/ink3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7.98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71 28227,'69'-13'-143,"0"0"0,0 1 0,-6-5 1,-7 5-1,27 9 0</inkml:trace>
</inkml:ink>
</file>

<file path=ppt/ink/ink3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8.15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28233,'2'70'-21,"0"1"1,1-7-1,4-8-248,9-12 269,14-6 0,-13-17 0,2-7 0</inkml:trace>
</inkml:ink>
</file>

<file path=ppt/ink/ink3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8.41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205 245 28395,'91'9'50,"-1"0"1,-19 6-1,-11-16-14,-16-51 1,-21-14-20,-47-12-17,-11 40 0,-10 9 0,-3 16 0,-5 17 0,-13 33 0,-5 21 0,11-6 0,-9 9 0,13 11 0,-1-1 0</inkml:trace>
</inkml:ink>
</file>

<file path=ppt/ink/ink3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2:59.41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1 198 28362,'99'-10'35,"0"0"0,-17 2 0,2-1 0,-5 1-24,8-1 0,-4-1-11,1 1 0,-5 0 45,-17 5 0,-15-4-45,-29-5 0,-30 4 0,-32-9 0,-17 4-3,-2 4 0,-2 1 3,-21-3 0,1-1 0,83 10-6,57 1 6,-4 2 0,3 2 3,-3 8 0,-1 3-3,41 12 17,-50 47-17,-92 5-672,17-32 0,-1-3 672,-21 17 0,14-27 0,52-28 0</inkml:trace>
</inkml:ink>
</file>

<file path=ppt/ink/ink3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00.84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33 0 28541,'16'71'7,"1"0"1,-2-7-1,-1-3 10,0 32 0,-16-6-17,-13-36 0,-6-2-39,-21 19 33,15-50 6,25-19-11,60-37 11,-9 23 11,44 1-28,-8 15-140,10 0-733,-17-11 890,-38 0 0,-20-3 0,-19 6 0</inkml:trace>
</inkml:ink>
</file>

<file path=ppt/ink/ink3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01.17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268 0 28306,'-68'39'50,"0"-1"0,7-3 1,12 7-51,27 52 2,27-44 1,5 1-3,1-1 0,8-2-31,23 2 1,9-10-312,-2-18 1,2-7 341,6 0 0,-3-4 0,14-5 0,-31-12 0</inkml:trace>
</inkml:ink>
</file>

<file path=ppt/ink/ink3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01.65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106 1 28194,'-1'72'56,"0"-1"0,0-3 0,-3-3-31,-3-7 0,-4-2-20,-2-7 1,-1 0-6,-3 2 0,1-7 0,-5-14 6,22-40 5,16-44-8,3 6 0,1-3-3,7-31 2,-7 13 1,-1 0-3,4-17 11,1 11 45,25 62-50,-15 39-3,3 14 0,2 8-3,-11-4 0,-2 1-3,5 9 0,0-2 3,10 20-179,-8-19 179,-27-20 0,3-15 0,-13-1 0</inkml:trace>
</inkml:ink>
</file>

<file path=ppt/ink/ink3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01.78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98 27902,'64'-24'-98,"0"0"0,-6 2 0,-9 5 0,-20 10 0,-11 3 0</inkml:trace>
</inkml:ink>
</file>

<file path=ppt/ink/ink3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02.01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68 27796,'80'-7'-1085,"0"0"0,-7 1 1,-9-3 1084,-7-8 0,-27 7 0,-5-1 0</inkml:trace>
</inkml:ink>
</file>

<file path=ppt/ink/ink3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02.17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48 27359,'92'-12'-223,"1"0"0,-39 4 0,-5 2 1,33-4-1</inkml:trace>
</inkml:ink>
</file>

<file path=ppt/ink/ink3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07.37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28440,'6'60'9,"1"-1"0,0-1 1,-3-6-10,-4 12-6,0-2-279,0 10 285,2-28 0,-2-5 0,2-29 0</inkml:trace>
</inkml:ink>
</file>

<file path=ppt/ink/ink3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07.68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1 257 28110,'15'64'76,"-1"0"1,4-7-1,8-11-31,45-22 5,12-12-14,-20-21 1,0-12-6,-6-9 0,-5-11-3,2-14 0,-15-8-23,-32-6 1,-19 0-6,-5 15 0,-14 7-6,-33 0 1,-4 28 5,27 59 0,3 9 0,-36-26 0,63 30 0,-1 1 0</inkml:trace>
</inkml:ink>
</file>

<file path=ppt/ink/ink3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11.23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0 157 28591,'92'10'3,"0"0"1,-1-1 0,-3-3-4,-22-5 0,-1-3 0,0-1 0,3 0-3,11 1 1,0 0 4,-19-1 1,-2 0 0,-1 2 0,-8 0 3,-18-2-6,-37-3 5,-56-11-5,10 0-3,0 2 1,-1-2 2,-25-12 16,4 0-10,21 5-6,43 14 0,15 4 0,24 9 0,50 6-6,-13 2 6,-10-4 0,-1 3 12,2 10-1,-8 14-11,-45 3 0,-41 27 0,-15-13-2621,1 2 2621,32-28 0,12-14 0,23-14 0</inkml:trace>
</inkml:ink>
</file>

<file path=ppt/ink/ink3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24.11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28440,'5'81'5,"-1"0"1,0-5 0,-1-4-6,2-10 0,0-4-9,-1-4 1,0 0-127,1 5 1,0-4 134,1 14 0,-3-36 0,-3-23 0</inkml:trace>
</inkml:ink>
</file>

<file path=ppt/ink/ink3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24.34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64 27499,'83'-15'-36,"0"1"1,9 1 0,-1 4 35,-11 4 0,-5 3 0,20 1 0,-44-1 0,1 0 0</inkml:trace>
</inkml:ink>
</file>

<file path=ppt/ink/ink3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24.62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10 28014,'71'0'-254,"0"0"0,-1-2 0,-13 0 1,-25 1-1,-5-3 0</inkml:trace>
</inkml:ink>
</file>

<file path=ppt/ink/ink3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24.78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33 27628,'87'-9'-357,"1"1"0,11-4 0,-24 9 0</inkml:trace>
</inkml:ink>
</file>

<file path=ppt/ink/ink3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24.98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90 1 28026,'-26'66'28,"1"0"0,1 8 0,10-4-90,28 13-806,1-6 868,23-31 0,-23-33 0,2-10 0</inkml:trace>
</inkml:ink>
</file>

<file path=ppt/ink/ink3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25.28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110 179 28317,'-15'53'36,"0"0"1,4 35-32,68-59 12,33-18-17,-40-12 0,1-8 0,12-15 0,-7-13 25,-25-5 0,-10-8 3,-7-8 0,-13 1-11,-39-27-17,-21 50 0,-11 17-45,5 25 1,2 20 44,0 27 0,7 8 0,16-27 0,9 2 0,22 15 0,1 1 0</inkml:trace>
</inkml:ink>
</file>

<file path=ppt/ink/ink3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25.54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159 1 28390,'-29'64'-389,"1"0"1,2-5 0,3-8 388,-5 2 0,14-26 0,3-9 0</inkml:trace>
</inkml:ink>
</file>

<file path=ppt/ink/ink3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25.91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 0 28076,'-1'63'65,"0"-1"0,1-3 1,0 0-63,-1-6 0,0 0-9,1 44-39,1-45 0,2-4 45,4 10 0,-3-30 0,3-22 0</inkml:trace>
</inkml:ink>
</file>

<file path=ppt/ink/ink3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26.19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0 240 28205,'44'-61'18,"0"0"1,-2 5 0,4 13 3,52 25 34,-26 48-22,-20 50-20,-60-18 0,-14 3-14,1-6 0,-8-3 0,-18 2 0,-3-9-924,-9-9 924,5-13 0,28-23 0,18-10 0</inkml:trace>
</inkml:ink>
</file>

<file path=ppt/ink/ink3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26.42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28272,'72'6'-418,"0"-1"0,-6 0 0,-11-2 418,-18-3 0,-18 0 0,-5 0 0</inkml:trace>
</inkml:ink>
</file>

<file path=ppt/ink/ink3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26.57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0 115 27723,'71'-19'-125,"0"-1"0,-1 1 0,-9 0 1,-6 3-1,-6 5 0,1 1 1</inkml:trace>
</inkml:ink>
</file>

<file path=ppt/ink/ink3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2.61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14 1 26486,'-3'83'-114,"0"0"0,1-19 0,1-4 114,-2-5 0,1-7 0,2-13 0,0-3 0</inkml:trace>
</inkml:ink>
</file>

<file path=ppt/ink/ink3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3.14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0 168 27768,'47'-48'123,"0"0"0,4 2 1,-4 20 72,2 65-152,-4 7-19,-27 10 1,-9 7-24,-3-6 1,-5 1 14,-9 10 0,-6-1 0,-6-9 0,-5-5-12,-30 17 18,-28-23-18,43-32-10,-4-30 5,50-1-6,37-19 12,35 24-4,-28 17 1,2 6-68,-2 0 1,-2 3-266,23 18 330,-21-11 0,-32-17 0,-7-4 0</inkml:trace>
</inkml:ink>
</file>

<file path=ppt/ink/ink3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3.33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28306,'0'64'-148,"0"1"1,0 1-1,0-10 148,0-23 0,0-2 0,0-23 0</inkml:trace>
</inkml:ink>
</file>

<file path=ppt/ink/ink3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3.82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356 200 27779,'-15'-53'327,"0"0"1,-32-25-288,-3 62 4,-36 55-10,24 30-31,29-17 0,7 5 2,4 34-5,72-18 0,36-60 0,-26-23 0,1-7 31,-8-2 0,-5-3-3,13-22-28,-37 31 0,-26 67-11,-5 42 8,4-44 0,0 2-11,-3 20 0,-1-1-45,0-16 0,-1-2-543,-4 8 0,0 0 602,-12 28 0,8-40 0,8-30 0</inkml:trace>
</inkml:ink>
</file>

<file path=ppt/ink/ink3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3.97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0 124 27583,'80'-33'-1497,"0"0"1,-24 6-1,-9 6 1,-3 11-1</inkml:trace>
</inkml:ink>
</file>

<file path=ppt/ink/ink3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4.15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45 27706,'67'-9'-273,"1"-1"1,3 1 0,-8 2 272,-6 3 0,-12 3 0,-21-3 0</inkml:trace>
</inkml:ink>
</file>

<file path=ppt/ink/ink3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4.33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93 27930,'73'-23'-3277,"1"1"0,-7 1 0,-6 6 1860,7 9 1,-31 4-1,-15-1 1</inkml:trace>
</inkml:ink>
</file>

<file path=ppt/ink/ink3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4.56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28182,'15'69'20,"0"1"1,-2-5 0,-2-6-21,-3 1 6,-3 13-953,5-21 947,5-10 0,-5-25 0,1-17 0</inkml:trace>
</inkml:ink>
</file>

<file path=ppt/ink/ink3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50 1 28401,'-16'56'0,"-1"-1"0,1 40 5,64-56 35,-14 9-24,-7 15-10,-43 0-650,-3-18 644,-13-25 0,21-15 0,5-12 0</inkml:trace>
</inkml:ink>
</file>

<file path=ppt/ink/ink3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5.17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66 27852,'66'-18'-26,"-1"-1"0,-7 3 0,-2 4 26,33 12 0,-51 0 0,20 2 0</inkml:trace>
</inkml:ink>
</file>

<file path=ppt/ink/ink3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5.77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1 322 28462,'88'-7'2,"0"1"0,-5 0 0,-1-1-2,-2-2 0,-4-2 0,-21 5 0,0-1-3,19-3 0,-5 0 26,-17 2-23,-10-5-23,-69 2 7,-7-4 4,-57-15-4,16-4 38,-4-10-16,32 5-1,36 13 6,28 12 1,44 6 10,14 8-5,0 9 5,-13 21-16,-42 23-1,-14 20-133,-32 7 128,-11-17 0,8-24 0,5-21 0</inkml:trace>
</inkml:ink>
</file>

<file path=ppt/ink/ink3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6.56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249 1 28513,'0'66'20,"-1"0"1,1-4-1,-1-4-8,3 9-7,-10 1 1,-11-3-6,-6-22 0,-5 0 0,-35 30-11,4-10-6,21-40 11,49-36 1,46-29-1,34 17 6,4-2-45,-37 31 0,0 7 45,28 2 0,-26 8 0,-14-13 0</inkml:trace>
</inkml:ink>
</file>

<file path=ppt/ink/ink3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6.82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289 1 28395,'-69'18'31,"1"1"1,4 0 0,14 7-15,26 32-17,11 30-5,41-5-23,-5-35 0,11-5 28,29-11 0,5-8 0,2 4 0,16-19 0</inkml:trace>
</inkml:ink>
</file>

<file path=ppt/ink/ink3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7.23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149 36 28227,'-29'64'30,"-1"0"0,3-3 0,6-6 20,10 9 6,3-6 73,-6-1-129,6-55 6,8-42-1,6-34-5,6 11 0,1-2-5,1-25 5,2 9-6,-6 33 12,11 52-6,26 39 0,-11-8 0,3 4 0,5 10 0,-1 0 0,-7-10 0,-3-2-191,19 29 191,-35-37 0,-6-7 0,-9-14 0</inkml:trace>
</inkml:ink>
</file>

<file path=ppt/ink/ink3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7.40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0 108 28188,'84'-14'-66,"0"-1"1,-6 1 0,-5 0 65,17-10 0,-42 12 0,-1-3 0</inkml:trace>
</inkml:ink>
</file>

<file path=ppt/ink/ink3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7.58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96 28009,'69'-15'-419,"0"0"1,-5 2 0,-8 0-8510,-10-3 8928,-11 3 0,-19 7 0,-8 2 0</inkml:trace>
</inkml:ink>
</file>

<file path=ppt/ink/ink3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7.74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93 26956,'72'-25'-899,"0"-1"1,-14 4 0,-12 6-1,-26 13 1</inkml:trace>
</inkml:ink>
</file>

<file path=ppt/ink/ink3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8.58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78 260 28300,'-6'-59'53,"-1"1"0,2-40-47,28 78 5,6 4-5,4 8-1,25 12 29,-3 40 28,-4 33-40,-23 12 0,-42-26 1,-14-1-21,-5-12 1,-8-4-3,-9 4 0,-3-5-5,-28 12 5,44-41 5,47-27-10,46-14-62,21 6-62,3 2 129,-14 4 0,-4 1 0,-20 5 0,31-14 0</inkml:trace>
</inkml:ink>
</file>

<file path=ppt/ink/ink3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3:38.82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18 319 28412,'84'19'15,"-1"0"0,15-16 0,-9-15 13,-41-9 0,-7-9 16,14-20 1,-18-5-11,-62-26-31,-12 39 0,-12 8-9,-23 11 0,-5 14-14,11 7 1,4 15 19,1 44 0,14 8 0,14-17 0,22 3 0,-1 1 0</inkml:trace>
</inkml:ink>
</file>

<file path=ppt/ink/ink3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4:14.93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660 0 28518,'-13'66'11,"0"-1"0,1-2 1,1-2-12,-3 36 0,4-27 0,1 4 0,0 3 0,0 1 5,-1 0 1,0 1 2,-3 17 1,-1 1-307,-1-11 0,-2 0 300,3-14 0,0 2 0,-1 1-392,1-2 0,-1 1 0,1-5 390,-3 13 0,2-3-3,1 6 0,1-3 212,2-22 0,0-1-207,-4 14 1,-1-2-3,3-17 0,-1-3 0,-2 4 0,3-4 0,-1-2 6,5 6-6,-7-39 275,4-11-275,-11-19 1083,-6-28-1077,-2-14 1,-9-17-2,11 17 23,6 11-22,24 37-1,5 15-5,15 24 6,10 40-6,2 7 0,11 6 0,-8-33 0,19-39 0,3-56 0,3 0 0,-21 1 0,0-2 0,23-18 0,-25 28 0,1 0-28,28-27 28,-15 9 0,-21 22 0,-17 7 0</inkml:trace>
</inkml:ink>
</file>

<file path=ppt/ink/ink3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4:15.90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272 1 27908,'-29'75'123,"0"1"0,1-4 1,3-5-108,0 14 1,-1 0-17,3-8-325,-8 19 325,7-17 0,4-16 0,9-27 0</inkml:trace>
</inkml:ink>
</file>

<file path=ppt/ink/ink3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4:16.24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92 103 28048,'-9'51'42,"0"1"0,9 30-31,21-70-11,18-6 0,3-14-5,18-33-23,-14-19 33,-7-24 34,-45 18-44,-17 27-102,-46 31-957,0 47 1064,-9 11 0,29-5 0,22-13 0</inkml:trace>
</inkml:ink>
</file>

<file path=ppt/ink/ink3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4:16.89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123 0 28339,'-26'58'28,"-1"0"0,4-5 0,3-1-28,3 30 6,9-21-6,7 26 5,28-51 7,19-20-7,7-36-5,14-44 6,-34 5 44,-2 7-39,-39 54-11,-7 27-44,-10 44-63,13-29-16,43-2 95,-4-47 11,44-43 34,-30-23-34,-6-14 17,-19 1 0,-16 46 0,0 4 0</inkml:trace>
</inkml:ink>
</file>

<file path=ppt/ink/ink3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4:17.29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75 388 28457,'-25'-60'5,"-1"-1"1,9-6 0,11 6-6,24 12-12,33-17 12,-17 44-5,11 21-18,-29 36-16,-12 4-179,-21 14 218,0-35 0,0-1 0,13-17 0</inkml:trace>
</inkml:ink>
</file>

<file path=ppt/ink/ink3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4:17.69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332 1 28115,'-56'9'28,"1"1"0,4 10 0,12 10-28,28 49-3,9-27 1,2 2 7,5 34 74,0 8-18,-18-32-61,-14-3-78,-4-28-437,-4-58 515,23-26 0,3 3 0,9 7 0</inkml:trace>
</inkml:ink>
</file>

<file path=ppt/ink/ink3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4:17.98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331 0 28059,'-20'76'56,"0"0"0,0-3 0,1-3-48,7-20 1,0 1-6,-7 20 0,-3 3-3,-2-4 0,-1-1 0,2-1 0,-1-4-1636,4-12 1,0-7 1635,-7-5 0,16-20 0,-2-11 0</inkml:trace>
</inkml:ink>
</file>

<file path=ppt/ink/ink3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4:18.13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70 27746,'78'-15'-49,"0"0"0,-8 2 1,-11 1-1,-24 3 1,-13 3-1</inkml:trace>
</inkml:ink>
</file>

<file path=ppt/ink/ink3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4:41.62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0 644 28619,'69'-39'13,"0"-1"0,-6 3 0,-6 0-13,-21 1 0,-1 0 3,7-2 0,2 1-3,-2 1 0,4 1-3,14-2 0,3 7 6,-14 12 0,1 5-3,13-1 0,0 3 0,-8 4 0,-4 4 0,23 6 0,-16 2 7,-34 0-7,-8-2 0,-21-9 0,-11-4 0,-34-16 0,6 6 0,-43-13 0,26 13 0,2 1 0,32 5 0,37 10 0,20 0 0,39 4 0,3 7 0,-4 3 0,-16 22 0,-37 12 0,-27 21 0,-27 6 0,-7-16-169,-3-9-571,57-46 740,5-6 0,16-12 0,-10 4 0</inkml:trace>
</inkml:ink>
</file>

<file path=ppt/ink/ink3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4:42.07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58 94 28619,'0'59'3,"0"-1"1,0-5 0,0-5-4,0 3 6,0-11 29,3-10-35,-2-32 0,-6-14 0,-12-51 0,-3-8 0,2 0 0,17-4 0,37 33-7,18 2-10,26 23-117,1 14-275,-10 10 409,16 0 0,-49 0 0,9-1 0</inkml:trace>
</inkml:ink>
</file>

<file path=ppt/ink/ink3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4:42.39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1 103 28513,'13'56'25,"0"-1"0,20 33-25,54-78 0,2-30 3,-38 4 0,-5-5 2,14-26 18,-32-17-6,-60 15-17,-25-1 0,-13 18 0,-23 20-12,39 45-228,16 21 240,58 17 0,-4-23 0,24-22 0</inkml:trace>
</inkml:ink>
</file>

<file path=ppt/ink/ink3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4:42.71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74 97 28423,'18'47'36,"0"0"1,27 27-15,24-75 1,22-30 33,-23-13-23,-11-23-27,-83 7-6,-23 20 0,-13 25 0,-7 9-11,17 6 0,1 6-48,-1 4 0,7 6-204,11 13 263,93 12 0,-25-26 0,32-1 0</inkml:trace>
</inkml:ink>
</file>

<file path=ppt/ink/ink3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4:43.01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28642,'10'71'5,"0"0"1,3 10-1,0-3-5,8 18 0,-2-2-5,-6-21-258,-11-39-432,-1-16 695,-1-41 0,0 10 0,0-18 0</inkml:trace>
</inkml:ink>
</file>

<file path=ppt/ink/ink3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4:43.15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20 28574,'74'-5'-36,"-1"0"1,0 0 0,-3 1 35,-15 4 0,-5 0 0,8 0 0,0 0 0</inkml:trace>
</inkml:ink>
</file>

<file path=ppt/ink/ink3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5:43.60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28619,'10'91'2,"1"1"0,-1-8 0,-1-3-2,-6-19 0,-1-4 0,1-6 0,-2-1-168,2 49-157,2-52-3708,1-42 4033,6-29 0,-6 3 0,1 1 0</inkml:trace>
</inkml:ink>
</file>

<file path=ppt/ink/ink3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5:43.96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53 27561,'81'-17'110,"0"0"0,10 4 0,-8 8-54,-7 23 22,-23 2 1,-6 9 139,-11 36-167,-15 2-6,-73 14-43,10-54 1,-6-4 0,-16 3 0,-2-5-1,3-7 1,1-5-1991,-31-2 1988,54-17 0,18 8 0,30-8 0</inkml:trace>
</inkml:ink>
</file>

<file path=ppt/ink/ink3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5:44.20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10 28390,'69'7'-14,"0"0"1,-5 0 0,-3-2-552,31-10 565,-29-7 0,-8 5 0,-38-4 0</inkml:trace>
</inkml:ink>
</file>

<file path=ppt/ink/ink3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5:44.38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28054,'80'0'-381,"1"0"0,11 0 0,-9 0 0,-16 0 1,6 0-1</inkml:trace>
</inkml:ink>
</file>

<file path=ppt/ink/ink3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5:44.78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146 1 28345,'-35'58'35,"0"0"1,4-3-1,6-3-35,9 15 0,13 22-17,50-15 6,7-13 5,15-43 1,9-19 2,-11-17 0,-2-12 34,2-3 0,-5-6 8,-14 1 0,-18-2 17,-54-35-39,-55 50-17,22 23 0,-1 10-34,6 11 1,8 8-141,-9 33 174,77 14 0,-11-44 0,27 0 0</inkml:trace>
</inkml:ink>
</file>

<file path=ppt/ink/ink3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5:45.03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28446,'31'57'18,"0"0"1,-5-5 0,-13-6-87,-37 0 68,-7-12 0,6-7 0,11-16 0</inkml:trace>
</inkml:ink>
</file>

<file path=ppt/ink/ink3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5:45.58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366 296 28244,'14'-53'33,"0"0"1,-2-2 0,-12 8 16,-39 10-27,-4 4 27,-49 16 6,17 38-34,-8 30-22,33 11-5,27 35-12,66-34 6,31-8 13,-20-44 1,3-9 3,30-16-6,-14-34 50,-48 3-38,-3 24-7,-21 28-5,-6 50 0,0-6 0,1 4 0,1 3 0,0 1-3,0-1 1,1-1-21,2 3 1,-1-6-409,-7 6 431,-13-11 0,9-25 0,-6-22 0</inkml:trace>
</inkml:ink>
</file>

<file path=ppt/ink/ink3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5:45.75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1 118 28362,'73'-24'-105,"-1"0"0,-3 2 1,-5 3 104,13 6 0,-36 6 0,0-1 0</inkml:trace>
</inkml:ink>
</file>

<file path=ppt/ink/ink3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5:45.99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29 28289,'66'-3'-56,"0"0"0,2-2 0,-11 0 0,-23 0 0,-1-2 0</inkml:trace>
</inkml:ink>
</file>

<file path=ppt/ink/ink3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5:46.15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7 27611,'71'-2'-364,"0"1"0,24 0 0,-61-2 0</inkml:trace>
</inkml:ink>
</file>

<file path=ppt/ink/ink3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5:46.56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149 1 28317,'-41'57'0,"0"0"0,4-4 0,11-6 0,23-4-6,17-5-89,22 10-532,31-17 627,13-1 0,-28-20 0,-16-9 0</inkml:trace>
</inkml:ink>
</file>

<file path=ppt/ink/ink3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5:46.75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43 1 28328,'-11'68'48,"-1"0"1,3-3 0,2 0-44,4-1 1,3-2-6,3 29-82,2-28 1,1-6 81,0-10 0,5-8 0,-11-30 0</inkml:trace>
</inkml:ink>
</file>

<file path=ppt/ink/ink3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6:08.11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1118 33 28602,'-59'-6'4,"0"0"0,4-1 0,9 2-4,16 1 0,2 1 0,2 2 0,-13 1 5,-3 0-5,-18 8 6,-2 7-6,11 7 5,-16 20-5,10 5 6,-9 13-6,18-13 0,5 2 0,15-10 6,-5 20-1,3 6 1,6-7-6,-3 14 0,9-11 0,-7 15 5,10-17-5,-3 15 0,7-15 6,-5 16-6,2-2 0,3-19 0,4 12 0,4-12 0,3 17 0,3-15 0,7 12 0,5-16 0,10 6 0,6-6 0,-1-16 0,21 8 0,4-11 0,21 4 0,-10-11 0,27-8 0,-5-7 0,-32-5 0,1-1 0,0-1 0,-2 0 0,25 2 7,1-1-14,-27-3 7,15-1 0,-16-14 0,29-21 7,-8-17-7,-32 22 0,0 1-7,28-24 7,-28 19 0,3-12 7,-8-10-7,2-2 0,-2-26 0,-23 15 0,-1-16 0,-12-3 0,-4-7 0,-1 14 0,-2 28 0,-3-1 0,-15-33 0,-5-1 0,4 36 0,-6 2 0,0 7 0,-3 2 0,-13-12 0,-3 2 0,-3 3 0,-1 5 0,-2 7 0,1 6 0,-31-5 0,35 28 0,-1 9-7,-36 31-4,2-1 11,29-2 0,6 0 0,15-9 0,-14 5 0</inkml:trace>
</inkml:ink>
</file>

<file path=ppt/ink/ink3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6:10.04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980 0 28614,'-62'13'1,"-1"0"1,5-2 0,10-2 4,19-4-6,-12-1 11,-6 6-5,-15 7-6,12 0 0,-11 12 0,11 0 5,-13 15-5,1 10 6,15-4-6,-4 14 5,18-8-5,-5 17 0,11-15 6,-2 14-6,9-10 0,0 15 0,8-17 0,7 13 0,3-10 7,2 14-7,0-17-7,8 7 7,15-15 7,16 14-7,16-1 0,7 0 0,-14-14 0,10 5 0,-15-16 0,2-3 0,10 3 0,-3-8 0,19 3 0,3-5 0,-1-9 0,-17-8 0,15-7 0,3-8 0,2-6 0,-24 1 0,0-3 0,28-11 0,11-5 0,-15 1 0,-7 1 0,-18 3 0,21-7 0,-4-3 0,-2-1 0,14-19 0,-23 1 0,10-15 0,-13 2 0,-17 19 0,-9 4 0,-10 16 0,2-10 0,-6 7 0,4-22 0,-4-1 0,-2-12 0,-5 1 0,-7 16 0,-18-10 0,-6 2 0,-19-15 0,9 12 0,-13-6 0,-1 13 0,11 16 0,-3 0 0,-10-3 0,-2 1 0,5 3 0,-1 1 0,-20-9 0,-1 3 0,15 9 0,0 3 0,-14 1 0,1 3 0,17 6 0,1 6 0,-16 10 0,-1 8 0,7 5 0,1 3 0,-11 2 0,0 3 0,9 4 0,6 0 0,-19 15-52,-1 23 52,27-6 0,3 1 0,-10 5 0,21-17 0,0-1 0</inkml:trace>
</inkml:ink>
</file>

<file path=ppt/ink/ink3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6:13.63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0 241 28630,'76'2'5,"-1"0"1,-3-2 0,5-1 0,1-1-5,-3-2 1,0-1 0,3 0-835,15 0 1,3 1-1,-6-1 833,-18-1 0,-4 1 0,-3 0 378,18 1 1,-11 2-367,-17 1 393,-14-4-405,-49-8 0,-13-3 0,-24-10 0,-40-5 0,14 6 668,13 8 1,1 1-669,-9-3 0,7 5 0,35 7 0,31 5 0,41 5 0,38 9 0,9 1 0,-32-1 0,-2 3 0,10 8 0,-11 16 0,-54-6 0,-62 30 0,-21-8 0,-3-1 0,15-15-141,43-28-408,35-3 549,45-25 0,-17 12 0,12-13 0</inkml:trace>
</inkml:ink>
</file>

<file path=ppt/ink/ink3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6:16.64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64 1 28602,'3'77'7,"0"-1"1,-2-4 0,-2-5-8,-9 15 0,-7-5 0,-4 14 5,9-33 1,3 4 0,60-31-1,39-16-2,-15-13 0,4-3-3,-13-3 0,-1-2 0,4-3 0,-8 0-11,-9-1-29,-12 2-172,-42 1 212,-19-6 0,5 5 0,-1-2 0</inkml:trace>
</inkml:ink>
</file>

<file path=ppt/ink/ink3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6:16.967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284 0 28597,'-71'38'7,"1"0"1,13-11-1,10 6-7,21 20 0,14 5-5,14 31 5,18-38 0,7-3-6,29 17-45,0-40 1,10-13 50,4-20 0,-3-5 0,23 9 0,-1-26 0</inkml:trace>
</inkml:ink>
</file>

<file path=ppt/ink/ink3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6:17.44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213 28 28574,'-40'82'4,"0"1"0,6-4 0,3-2-7,10-11 0,4-5 9,-4 23 44,15-38-50,4-46 0,5-46 0,9-9 0,3-7 0,6-5 0,3 6 0,4 0 0,5-8 0,3 3-3,-5 19 0,1 9 3,13 5 0,1 87 0,-25-8 0,-2 5 0,2 4 0,1 2 0,6 14 0,2-2-44,20 16 44,7-9 0,-24-39 0,-12-27 0</inkml:trace>
</inkml:ink>
</file>

<file path=ppt/ink/ink3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6:17.62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20 28451,'84'-1'-1619,"0"0"1,0 0-1,-4-1 1619,-16-1 0,-6 0 0,10 1 0,2-4 0</inkml:trace>
</inkml:ink>
</file>

<file path=ppt/ink/ink3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6:17.847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17 28401,'65'0'-196,"0"0"0,-3 0 0,-6 0 196,11-8 0,-31 7 0,-3-6 0</inkml:trace>
</inkml:ink>
</file>

<file path=ppt/ink/ink3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6:17.994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20 28479,'78'-3'-184,"1"-1"0,-1 0 0,-8 0 0,-8 0 0,-11 4 0,0 0 0</inkml:trace>
</inkml:ink>
</file>

<file path=ppt/ink/ink3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6:19.28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332 0 28619,'-59'55'2,"1"-1"0,5-6 0,14-6 3,29-15-5,8-4 6,28-6 0,19 0-6,13-7-6,40 4 6,-1 3 0,0 2 3,-44-3 0,-6 6-3,-4 26 0,-23 23 0,-83 6 0,8-40 0,-8-7 0,1-5 0,-2-6 0,-15-5 0,4-5-6,-15-4-11,12-5-156,32-20 173,34-46 0,4 32 0,8-25 0</inkml:trace>
</inkml:ink>
</file>

<file path=ppt/ink/ink3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6:19.46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93 28390,'81'-12'9,"0"1"1,-3 1 0,6 1 0,-8 1-16,-5 2 1,1 0-124,12 0 1,7-1 0,-15 1 0,2 2-1,-27 0 1,-1 1 0</inkml:trace>
</inkml:ink>
</file>

<file path=ppt/ink/ink3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8T21:36:22.936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1372 61 28574,'-60'-17'5,"0"0"1,6 2 0,9 4 5,19 11-11,0 0 6,1 0 5,-22 4-5,14 1-1,-28 12 1,18 2-6,-8 7 0,13-6 6,-4 1-1,6-8 1,-16 9-6,-4 0 0,14 0 0,-2 3 0,27-9 0,-6 5 0,8-3 0,-7 5 5,-2 4-10,-2 4 5,1-1 5,7-4-5,-3 6 0,1-1 0,-7 8 0,0 1 0,7-9 0,-1 5 0,7-6 0,-4 8 0,6-8 0,2 7 0,5-6 0,1 11 6,1-1-6,-1 2 0,1-12 0,1 1 0,0 4 0,2-3 0,0 7 0,0-11 7,0 9-7,0-6 0,2 5 0,5-1 0,4-4 0,6 6 0,-2-7 0,10 3 0,0-4 0,14 7 0,5-1 0,-7-10 0,8 4 0,-19-14 0,12 8 0,-11-7 0,0-1 0,13 5 0,-7-7 0,6 3 0,1-2 0,-5-3 0,-4-2 0,16 0 0,-20-7 0,31 1 0,-10-4 0,8 0 0,-14 0 0,-5-3 0,-7-2 0,14-6 0,11-8 0,11-6 0,-13 1 0,-5 0 0,-11-1 0,-15 9 0,16-17 0,-5 4 0,14-12 0,5-4 0,-6 0 0,-12 13 0,-4-12 0,-4 2 0,-1-3 0,5-15 0,-16 16 0,-1 2 0,-10-7 0,-4 13 0,-1-7 0,-5-5 0,1 9 0,-1 2 0,-1 1 0,-1 6 0,-3-10 0,-2-9 0,1 9 0,-9-14 0,-3 15 0,-8-7 0,5 15 0,-2 0 0,-1 4 0,-9-9 0,-6 1 0,7 10 0,5 6 0,-4 5 0,6 2 0,-6 0 0,1-2 0,1 4 0,-12-3 0,-1 4 0,-1 0 0,14 3 0,-10-3 0,5 6 0,-1-2 0,-10 4 0,10 1 0,-9 0 0,0 0 0,11 0 0,-12 7 0,8 1 0,-1 6 0,-6 2 0,15 0 0,-8 4 0,13-6 0,-12 5 0,15-8 0,-13 8 0,17-9 0,-7 9 0,4 4 0,-4 5 0,-10 22 0,8 3 0,-3 18 0,13-11 0,11 14 0,9-8 0,3 19 0,5-18 0,6 8 0,5-27 0,4 4-7,-3-15 7,4-5 0,-12-19 0,2 1 0</inkml:trace>
</inkml:ink>
</file>

<file path=ppt/ink/ink3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05.66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28339,'91'0'-2,"0"0"0,10 0 1,-7 0-218,-38-1 1,-3 2 218,1 1 0,-3 1 0,6-1 0,-35 3 0</inkml:trace>
</inkml:ink>
</file>

<file path=ppt/ink/ink3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05.91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 27925,'87'-1'-2838,"-1"0"0,-2 0 1,-5 0 2837,-18 1 0,-7 0 0,9 0 0,-2 0 0</inkml:trace>
</inkml:ink>
</file>

<file path=ppt/ink/ink3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06.39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28014,'81'40'7,"1"1"1,-6-3 0,-7-5 3,2-6-11,-10-1 123,-9 8 51,-27 10-129,-25 22-40,-16-7 12,-21 21-23,16-34 6,-3 21 0,16-45 0,2 5 0</inkml:trace>
</inkml:ink>
</file>

<file path=ppt/ink/ink3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07.21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262 522 27818,'66'-57'13,"0"1"0,-5 4 1,-12 2-3,-22-1-6,-12 1 57,-18 1 5,-57-9-45,17 34 1,-6 4-15,-15-1 1,-1 4-9,13 5 0,4 8-11,-23 26-12,52 33 79,11 44-5,22-2-26,4-25 0,6 2-20,3-10 1,1 0-3,5 15 0,-4 2 11,-6-6 0,-6-5 3,-3 28 11,-52-19-96,-11-52-21,-12-4-12,1-45 129,23-27 11,8-35-39,13-10-22,42 10-1,1 29-33,49 22 56,-7 40 23,-4 17 47,-37 17 0,-8 10-20,-10 8 1,-7 4-49,-8 18 1,-3 2 2,3-3 1,-1-3 0,-5-10 0,2-5-62,9 18-168,15-22 224,6-30 0,-4-10 0,-4-6 0</inkml:trace>
</inkml:ink>
</file>

<file path=ppt/ink/ink3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10.34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158 252 28177,'63'-10'46,"0"1"1,-5 1 0,-12-5-47,-25-10 11,-10-17-17,-33-6-10,-39-5 16,-5 18-12,16 20 1,0 8-17,-12 13 28,6 11-11,17 41 45,28 30-20,9-24 0,4 5-12,10 8 1,6 1-3,0 1 0,3-3 0,-1-18 0,-1-3-3,-3-1 1,-6-4 7,-11 4-5,-8-8-56,-24-25-112,1-22 95,1-26 124,15-20 10,20-21-55,10 10-6,29-4-17,12 26 6,4 5 0,16 14 28,-28 41 117,-7 34-89,-29-9 0,-9 7-37,-7 12 0,-4 0-8,4-11 0,-1 0 6,-3 4 0,3-3-34,9 10 28,5-12 0,-2-29 0,0-24 0</inkml:trace>
</inkml:ink>
</file>

<file path=ppt/ink/ink3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10.86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53 59 28238,'68'-24'9,"-1"-1"1,-4 15-1,-14 18 25,-31 73-20,-23-30 0,-5 0 3,-14 27 5,-28-18-22,35-41 0,14-9 6,35-9-12,43-5-72,5 32-45,-6 23 50,-27 12 42,-62-15 0,-19-1 25,-10-12 1,-10-6-1,-18 6 1,-3-9 5,10-17 0,6-6 0,-14 1 0,49-24 0</inkml:trace>
</inkml:ink>
</file>

<file path=ppt/ink/ink3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11.43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57 27230,'60'-17'241,"1"0"0,-5-1 0,-11 14-68,-17 46-33,-18 34-106,-15 17-17,-7-22 0,-1 1-12,2-13 1,4-1-9,4 11 0,9-3 0,16-12 1,7-7-15,34 12 14,-8-39 0,3-12-70,27-21 17,-2-21 0,-37-5-173,-48-22 195,-35 25 146,-16 4-78,-10 32-34,20 22 45,12 55-34,23-25 0,6 4 3,0 1 0,4 1 31,10 20 0,4 0-1,-1-21 1,1-3-9,0 8 1,-2-3-9,-8 28-28,-27-34 0,7-27 0,-5-13 0</inkml:trace>
</inkml:ink>
</file>

<file path=ppt/ink/ink3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11.66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 1 27785,'1'59'-159,"0"0"0,-6 30 0,4-61 0,-5-19 0</inkml:trace>
</inkml:ink>
</file>

<file path=ppt/ink/ink3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12.46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325 213 28373,'11'-50'-23,"0"0"1,-26-37-12,-61 74 18,1 1-7,-2 36 23,35 24 6,12 44 11,16-4-12,16-25 1,6 2-6,3-15 0,3 0 11,3 8 0,2 0-6,1-8 1,0-5-6,3 16 0,-12-8 0,-16-30-44,-26 2 32,8-18-111,-28-18 67,26-24 23,3-22-1,16-9 34,16 15 6,19 8-6,13 22-40,10 6 29,-5 25 11,-19 10 90,-8 42-1,-16 14-67,-1-24 1,-1 1 5,-2 33-3,1-31 1,-2 1 24,-13 37-39,6-34 0,0 1-8,-3-6 0,1-3-3,-3 24-50,10-25-460,31-30 510,-2-29 0,7 9 0,-14-18 0</inkml:trace>
</inkml:ink>
</file>

<file path=ppt/ink/ink3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13.04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149 1 28390,'-41'53'22,"-1"1"0,2-5 1,15-7-23,34-9 0,33-14 0,33 2-17,3-13-17,13 11 6,-45 12 23,-8 1-1,-35 22 1,-40-9 5,-26 5 11,-27-16-84,4-18-319,28-23 392,22-21 0,29 10 0,2-7 0</inkml:trace>
</inkml:ink>
</file>

<file path=ppt/ink/ink3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13.21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77 27942,'73'-20'-161,"1"0"0,-5 3 1,-5 4 160,11 8 0,-34 4 0,-4 1 0</inkml:trace>
</inkml:ink>
</file>

<file path=ppt/ink/ink3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13.44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71 1 27986,'-3'55'54,"0"1"0,-3 1 1,-4-11-55,-11-21 0,4-2 0,6-16 0</inkml:trace>
</inkml:ink>
</file>

<file path=ppt/ink/ink3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14.44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144 140 28446,'35'-39'-3,"0"1"0,22-24-3,-57 90 6,0 0 0,0 0-11,0 3 11,0-7 11,0 1 34,0 16-22,0-6-1,-11 37-22,0-4 0,-2 18 0,5-22 11,8-15-5,0-20 39,-20-14-45,-19-2 0,-9-12 5,-16-1-16,27-4 11,17 0 0,32-1 0,26 2 6,51 3-6,7 0 0,-3 0-275,-18 0 275,-51-10 0,-7 8 0,-14-8 0</inkml:trace>
</inkml:ink>
</file>

<file path=ppt/ink/ink3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15.08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27768,'57'33'93,"1"1"0,-9 9 1,-12 7-69,-26-1 0,-9 5-8,-1 17 0,-1 0-26,-1-15 1,2-2-3,11 9 0,3-3-23,10 23-61,51-22 0,-1-42-140,19-10-510,-12-37 258,-28-2 151,-23-37 336,-22 14 504,-28-3-236,-3 24 130,-38 21 28,11 42-197,1 28-165,32-7 1,6 5-40,4-6 0,3 2 6,6 24 0,3 3-20,-1-12 0,1 1 28,-1 11 1,1-2-38,-1-20 1,-2-5 3,-3 24-6,-5-42 0,4-18 0,-4-6 0</inkml:trace>
</inkml:ink>
</file>

<file path=ppt/ink/ink3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15.73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25 1 28322,'-4'65'7,"-1"1"1,1-6 0,0-8-19,0-12 11,1-12 0,3-13 0,0-8 0</inkml:trace>
</inkml:ink>
</file>

<file path=ppt/ink/ink3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16.45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336 339 27970,'58'-49'112,"-1"0"0,-6 5 0,-11 2-90,-26-6-16,-13 14-46,-44-11-49,-29 29 66,18 8 1,-2 4 11,-37 16 19,42 5 1,5 8 97,-7 47-78,27-20 0,6 6-3,10 7 0,7 1-8,7-10 0,6-1 0,12 12 0,4 0-6,0-15 0,0-2-8,-1-1 0,-1 0 8,5 46 0,-30-45-5,-27-9-40,-17-34 6,-14-43 17,14-4-6,13-46 11,21 19-10,18-8 10,10 27 6,30 19-6,4 23 12,7 38 50,-17 37-45,-19 14 0,-18-17 1,-4 3-7,-2-13 1,0-1-6,1 10 0,0-1 0,-3 25-34,11-16-319,16-39 353,9-5 0,-7-18 0,-7-9 0</inkml:trace>
</inkml:ink>
</file>

<file path=ppt/ink/ink3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17.37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372 1 28401,'-64'39'28,"-1"0"0,4-1 0,8 1-23,3 23 3,24-14 1,3 6-12,7 3 1,7 1-1,4 0 0,12-1-6,20 7 1,17-8-1,10-24 1,9-9-9,11 5 1,3-10 13,-8-24 0,-6-10 3,22-18 6,-42-52 22,-38 17 0,-32 2-28,-4 29 0,-40 35-39,25 29-241,5 11-4783,66 5 5063,8-16 0,16-13 0,-27-12 0</inkml:trace>
</inkml:ink>
</file>

<file path=ppt/ink/ink3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17.58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12 0 28121,'2'60'33,"0"0"1,0-6 0,-1-5-18,-6 3-721,-1-18-4975,-1-14 5680,8-26 0,-1-4 0,6-1 0</inkml:trace>
</inkml:ink>
</file>

<file path=ppt/ink/ink3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17.97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41 27673,'60'-15'232,"0"-1"1,39 6-127,-69 85-56,-20-25 1,-5 4-32,-4 14 1,-6 0 2,-10-2 1,-4-5-12,-20 24 28,-16-26-39,41-41 0,11-3 0,34-11-28,34 1-593,-8-1 621,8-1 0,-33-3 0,-16 0 0</inkml:trace>
</inkml:ink>
</file>

<file path=ppt/ink/ink3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18.18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 1 28306,'-1'65'14,"1"0"1,-1-5 0,-1-6-3,-3 0-7,-2-10-10,2-4 5,-1-22 0,3-3 0,1-15 0</inkml:trace>
</inkml:ink>
</file>

<file path=ppt/ink/ink3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19.86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250 0 28367,'-59'70'33,"0"0"1,4-6 0,11-2-28,21 30-6,13 3 2,20-39 1,11-3 5,10-11 1,10-7-9,17-9 0,4-10 0,-9-6 0,0-8 0,9-13 0,-7-11-11,3-33 16,-12-12-2,-32 15 0,-12-2-3,-37-39-6,9 38 1,-8 4-4,-13 9 1,-8 10-3,-2 9 0,0 11-1,-29 15-301,15 38 313,67 36 0,-7-31 0,30 9 0</inkml:trace>
</inkml:ink>
</file>

<file path=ppt/ink/ink3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20.10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27813,'2'58'59,"-1"0"1,3 3 0,-1-8-60,2-10 0,1-8 0,-6-20 0</inkml:trace>
</inkml:ink>
</file>

<file path=ppt/ink/ink3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20.47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47 120 27555,'19'61'56,"1"-1"0,2-10 0,8-14 11,59-39-55,-23-22 83,-12-43 62,-47-2-17,-44-9-118,-9 26-25,0 34 0,-5 9-131,-15 17-4395,2 43 4529,32-4 0,21 5 0,11-31 0</inkml:trace>
</inkml:ink>
</file>

<file path=ppt/ink/ink3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20.81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1 277 27180,'30'50'168,"1"0"0,27 30-67,5-72 123,3-32 17,9-24-149,-43 6 0,-7-4-36,7-33-17,-21 28 1,-9 1-7,-28-7-38,-18 6-1,-9 34-111,-17 48 117,44 37 0,-4-23 0,30 12 0</inkml:trace>
</inkml:ink>
</file>

<file path=ppt/ink/ink3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21.40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27634,'56'45'136,"0"0"0,-4 9 0,-16 3 27,-44 37-152,-5 1 0,3-40 0,1-2-11,4 17-67,19-5-90,41-21-156,22-31-1,12-30 359,-23-20 73,-31-30-118,-30 12 28,-24-7 151,-9 31-78,-4 4 95,-15 27-40,8 48-100,-1 38-50,24-19 0,8 3-6,5-10 0,7 1 5,10 15 1,6-2 5,0-24 0,1-3-6,2 3 1,-5-3-45,-7 7 39,-72-35 0,33-15 0,-35-8 0</inkml:trace>
</inkml:ink>
</file>

<file path=ppt/ink/ink3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22.83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78 1 28446,'-8'56'-2,"1"1"0,-1-4 0,3-5-110,3 8 112,-18 0 0,13-27 0,-13-4 0</inkml:trace>
</inkml:ink>
</file>

<file path=ppt/ink/ink3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25.09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260 481 28076,'52'-52'71,"1"0"0,-3-3 0,-13 4-71,-33 10-11,-4-30-73,-28 18 84,-13-4 44,-17 24-21,13 17-23,9 43 0,20 31 19,9-6 1,3 4-3,1-4 0,2 2 5,3 23 0,0 1-22,-2-15 0,0 0 3,2 12 0,-4-1-6,-9-12 0,-4-5 3,-10 17 6,-27-25-107,21-35 45,-12-25 51,24-11-1,-1-42 6,15 1 11,23-14-16,16 12-1,8 25-5,21 14 0,-27 20 44,20 37-5,-32-2 39,2 66-36,-21-45 0,-5 4-14,-7 18 0,-5 4-6,1 6 0,-3-3-8,-3-14 0,0-3 2,3 6 1,3-5-12,2 10-33,30-8-73,-1-35 112,55-37 0,-48 3 0,21-11 0</inkml:trace>
</inkml:ink>
</file>

<file path=ppt/ink/ink3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27.84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1 546 28227,'9'-60'28,"1"-1"0,-1 5 0,0 5-28,0-5 6,1 0-6,2 2-11,9-12 11,-5 23-34,12 1 6,5 55 6,-5 10-6,15 66 25,-29-41 0,-2 3 3,2 13 0,-1 0-78,2 33 78,-8-15 0,-5-57 0,-2-4 0</inkml:trace>
</inkml:ink>
</file>

<file path=ppt/ink/ink3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28.14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22 1 27998,'-11'76'52,"0"0"0,16 2 0,14-11-40,38-23 4,14-4 52,0-47-7,-46-29-38,-6-23-23,-17 1-499,-2-18 499,15 20 0,-11 12 0,12 14 0</inkml:trace>
</inkml:ink>
</file>

<file path=ppt/ink/ink3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28.39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27690,'0'78'154,"0"0"1,0-3 0,0-3-135,0-19 0,0 0-18,1 20 1,0-1-3,1-21 0,1-1-20,1 20 1,1-5 19,3-10 0,-1-10 0,-6-34 0</inkml:trace>
</inkml:ink>
</file>

<file path=ppt/ink/ink3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28.64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27757,'5'73'160,"1"1"1,-2-4-1,0 1-154,3 10 0,-1-2-1,-1-21 1,-1 0-15,3 29 1,0-3-20,-2 9 28,-8-10 0,1-44 0,-4-28 0</inkml:trace>
</inkml:ink>
</file>

<file path=ppt/ink/ink3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28.81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27695,'2'79'-6,"-1"-1"1,0 16-1,2-35 1</inkml:trace>
</inkml:ink>
</file>

<file path=ppt/ink/ink3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29.16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0 429 28199,'2'-74'3,"0"0"1,1 6 0,4 8-4,21-8-22,0 22 22,6 8 0,-8 40 22,10 56-19,-21-10 0,-3 6-6,3 15 0,-3 3-3,-4 0 1,-3-4-23,-1 29 28,-4-37 0,0-42 0,0-11 0</inkml:trace>
</inkml:ink>
</file>

<file path=ppt/ink/ink3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29.44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68 35 27790,'-18'62'114,"0"0"0,3-4 0,4-3-114,6 12 62,44 1-51,16-29 0,16-8 56,8-58 23,-42-22-79,-7-33-126,-23 32 0,-4-3 115,-2 0 0,-1 4 0,1-17 0,0 18 0</inkml:trace>
</inkml:ink>
</file>

<file path=ppt/ink/ink3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29.71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27914,'9'84'95,"0"1"0,0-7 0,1-3-90,2-6 1,1-1-6,-1-5 0,-1-2 11,1-1 1,-2-2-12,1 37 0,-9-66 0,-2 0 0</inkml:trace>
</inkml:ink>
</file>

<file path=ppt/ink/ink3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29.99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27807,'8'87'123,"1"0"0,-2-4 1,1-2-122,-1-1 1,1-2-11,0-4 0,1-1-15,-1-4 1,0-2 22,0-12 0,-1-8 0,-1-17 0,-1-5 0</inkml:trace>
</inkml:ink>
</file>

<file path=ppt/ink/ink3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30.26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 0 28065,'-2'62'18,"-1"-1"1,1-3 0,-1-4-19,-1 18 0,2-17 0,1-2 0,1-5 0,0 19 0</inkml:trace>
</inkml:ink>
</file>

<file path=ppt/ink/ink3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31.51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26 28070,'65'0'17,"-1"1"0,-5-3 0,-8-2-23,-5-5 51,-8-3 0,-19 13 22,-4 18-22,-15 20-23,0 52-22,1-37 0,1 3 3,2 16 0,0 0-6,0-16 0,1-2 6,1 8 0,-1-4-70,1 14 67,0-10 0,-3-29 0,0-29 0</inkml:trace>
</inkml:ink>
</file>

<file path=ppt/ink/ink3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31.66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27667,'92'0'-267,"-1"0"1,-33 0-1,-7 0 1,17 0-1</inkml:trace>
</inkml:ink>
</file>

<file path=ppt/ink/ink3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31.84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 1 28076,'0'62'33,"0"1"1,0-5 0,0-5-34,-1 21-168,-1-24 168,-2 7 0,2-40 0,1-4 0</inkml:trace>
</inkml:ink>
</file>

<file path=ppt/ink/ink3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32.22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 1 28345,'-7'62'5,"0"1"1,2-5 0,0-4-6,-1 6 5,4-6 1,15-10-17,29-4-34,29-18-188,-22-12 1,2-4 232,44-16 0,-38 7 0,-23-10 0</inkml:trace>
</inkml:ink>
</file>

<file path=ppt/ink/ink3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32.43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46 1 28115,'-12'89'33,"1"1"1,3-22 0,1 2 0,2-7-29,3 0 1,2-4-152,4 4 1,3-4 145,12 8 0,-2-39 0,-2-27 0</inkml:trace>
</inkml:ink>
</file>

<file path=ppt/ink/ink3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33.07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39 27746,'63'-12'-2,"1"-1"0,-7 2 0,-8 8 2,-14 19 258,-14 14 38,-15 51-229,-18-25 1,-5 5-54,1 20 0,-2 1-14,-1-14 0,1-2 0,4 9 0,14-6-45,43 7 34,25-10 11,10-36 0,16-53-28,-37-19-11,-4-35-124,-28-7 124,-17 17 112,-19 11 28,-17 45-62,-16 53-22,5 15-9,19 11 0,6 9 3,8-9 1,3 1 2,3 18 0,2 0-12,-1-6 1,1-6-3,1-19 0,1-4-78,-3 38-73,-1-57 151,28-23 0,-21-9 0,22-19 0</inkml:trace>
</inkml:ink>
</file>

<file path=ppt/ink/ink3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33.70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27634,'58'40'162,"0"1"0,-4 16 1,-16 6-141,-31-4 1,-9 2-15,3 15 0,1 0 3,2-19 1,4-3-12,6 3 0,7-6-17,37 8-53,-13-31 0,2-5-188,33 2-210,-27-30 1,-1-11 221,15-25 212,-7-36 40,-33-10 117,-34 17 790,-21 2-353,-12 39-431,-13 14-85,13 33 40,-12 62-50,32-19 0,4 10-23,3-9 0,2 6 0,2 1-156,3 5 0,2 3 0,4-1 145,5-2 0,4 0 0,0-4 0,2 10 0,2-5 3,4-5 0,-1-9-3,-5-8-274,-5 6 274,-23-48 0,12 3 0,-12-19 0</inkml:trace>
</inkml:ink>
</file>

<file path=ppt/ink/ink3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42.4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387 1 28188,'-60'11'41,"0"1"0,-3 7 0,9 9 10,6 41-23,1 10-12,24-17 1,6 5-6,6-7 1,8 1-10,12 13 1,13-2 0,14-12 0,9-10-3,2-14 0,7-11-3,22-10 0,0-15 8,-21-14 1,-4-8 0,7-2 0,-6-8-6,-19-9 0,-9-4 0,2-28 0,-37-14-12,-25 30 57,-30 8-45,-2 29 0,-21 56 0,36 30-6,26-18 1,8 5-76,14 2 0,13-1 81,13-7 0,4-4 0,9 9 0,9-24 0</inkml:trace>
</inkml:ink>
</file>

<file path=ppt/ink/ink3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43.2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1 212 28434,'73'1'9,"0"0"1,-4-1-1,-1 1-3,3-1 0,-1 0 5,-3 0 0,1 0 0,7-2 0,-4-2 68,19 0-79,-42-15-6,-56 0 6,-7-3 0,-27 0 0,-19-5-5,-13-2 5,-10-4-6,18 9 0,37 14 6,32 16 0,29 12-5,40 22 10,11 5-2,-36-20 0,-2 1 8,14 20 12,-52-3-23,-33-9 0,-55 17-6,5-9-22,2-1 28,22-1 0,38-28 0,4 4 0</inkml:trace>
</inkml:ink>
</file>

<file path=ppt/ink/ink3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44.4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22 28082,'66'-6'5,"-1"0"1,-5 1-1,-9 1-5,-14 3 0,-17 1 0,-9 0 0</inkml:trace>
</inkml:ink>
</file>

<file path=ppt/ink/ink3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44.9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28300,'8'70'54,"1"0"0,-1-1 0,-2-6-20,-4 14 0,0 10-23,-2-22 0,-2 3-11,-1-1 0,0 0 5,0-2 1,1-1 2,-1-6 1,-1-6 8,3-1-17,7-4 5,3-25 1,23-6 5,13-11-11,26 0 0,4-5 0,-16 0 6,-12 0-6,-21 0 0,-14 0 0,1 0 0</inkml:trace>
</inkml:ink>
</file>

<file path=ppt/ink/ink3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48.0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0 144 27247,'70'-40'140,"0"0"0,-13 2 0,-5 13 17,1 29 39,-19 25 6,-5 21-135,-13 9 22,-33 31-55,-27-5-23,10-33 0,-5-1-5,-3-3 0,-2-5-6,-21 17-40,16-23 40,36-31 0,15-6 0,18-8-5,27 3-1,10 8-111,16 4-18,-18-2 135,12-14 0,-46 5 0,12-12 0</inkml:trace>
</inkml:ink>
</file>

<file path=ppt/ink/ink3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48.8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27135,'58'2'344,"0"0"1,35 1-300,-63-2-34,-6 7 62,0 2 67,-4 9-23,-7 4 40,0 30-78,-6 29-74,-2-22 1,1 4-4,1 11 1,1-1-3,0-13 0,3-1 0,7 11 0,3-4 17,8 16 50,-3 4-61,-19-34 0,-19-26-1,-31-13-10,-7-11-2745,-6-3 2750,17-9 0,22 5 0,13-4 0</inkml:trace>
</inkml:ink>
</file>

<file path=ppt/ink/ink3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49.2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7 28037,'63'-2'0,"-1"0"0,-3 0 0,-10 2 22,-15 3-95,-2 0 73,-8-3 0,-10 0 0,-5 0 0</inkml:trace>
</inkml:ink>
</file>

<file path=ppt/ink/ink3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49.69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28166,'16'64'69,"0"0"0,-1-2 0,-4-5-36,-10 16-8,0-18 1,-1 5-4,0 1 1,0 2-9,0 10 0,0-2-12,0-17 1,0-4-3,0 22 11,0-36 1,14-18-7,28-6-10,5-13 5,43-1-6,-25 0-442,4 1 448,-35-10 0,-19 8 0,-13-8 0</inkml:trace>
</inkml:ink>
</file>

<file path=ppt/ink/ink3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50.17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68 1 28171,'-11'62'33,"0"0"1,0-5 0,5-3-34,20 20 0,24-13 0,5-9 6,38-26-34,-21-50-40,1-22 12,-28-14-263,-30-30-577,-46 15 759,9 34 0,-5 4 137,-9 10 0,-2 6-11,-29 3 11,29 65 0,35-30 0,12 31 0</inkml:trace>
</inkml:ink>
</file>

<file path=ppt/ink/ink3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50.6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27600,'64'7'13,"-1"0"0,-6 0 0,-9-3 833,-16-4-829,-11 13-12,-12 7-5,-8 48 0,-3 28 5,14-30 1,5 3-6,-5-11 0,3-1-3,20 12 1,4-3 2,-13-16 0,-2 0-3,1 7 0,-4-1 9,2 20 11,-48-14-6,-26-43-17,-31-1-11,-1-17 17,22-1 0,28 0 0,20 0 0</inkml:trace>
</inkml:ink>
</file>

<file path=ppt/ink/ink3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51.6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38 63 27930,'-6'58'48,"-1"0"0,-5 36-37,0-95-11,14-12-11,10-23 11,19-22 0,-7 15 89,1-12-50,-8 21-39,7 13 0,0 9 40,31 36-40,1 13 44,11 16-10,-21-14-34,-15-7 0,-23-23 0,-1 0 0</inkml:trace>
</inkml:ink>
</file>

<file path=ppt/ink/ink3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52.8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57 0 28132,'-16'61'7,"1"0"1,0-5-1,4-7 33,11-7 27,10 8-67,16-7 0,3-5-6,31-8-33,-2-17-527,17 2 566,-18-9 0,-21-3 0,-23-3 0</inkml:trace>
</inkml:ink>
</file>

<file path=ppt/ink/ink3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53.0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28070,'1'100'67,"-1"-1"0,2-21 1,0-4-63,1-1 1,1-6 11,4 15-118,-1-7-3338,2-36 3439,5-40 0,-5 1 0,2-10 0</inkml:trace>
</inkml:ink>
</file>

<file path=ppt/ink/ink3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53.5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0 301 28037,'79'-7'43,"-1"0"0,-3-1 0,-5 2-15,20 2-9,-31-1 1,0-1-9,39-4 0,-8-1 135,-41-1-146,-51-4 0,-16 2-45,-38-15 34,11 8-12,-26-23 40,25 8-6,1-1-11,27 15 0,26 16 0,44 24 6,20 12-6,1 7 22,-8 15 29,-42-3-34,-43 18-23,-8-14-50,-44 7 56,37-31 0,2-3 0,25-19 0</inkml:trace>
</inkml:ink>
</file>

<file path=ppt/ink/ink4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54.5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13 27919,'72'3'-26,"0"0"0,-6-1 0,-11 0-226,-25-2-9579,-8 0 9229,-11-10 0,-4 7 0,-7-6 0</inkml:trace>
</inkml:ink>
</file>

<file path=ppt/ink/ink4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55.3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28339,'5'71'45,"-1"0"0,1-3 0,0-5-6,0 11-28,0-19 0,1 2-6,-1-2 1,1 2-6,0 8 0,0-1 0,-1 22 12,-1-17 27,-4-40-34,6-3-5,13-17 6,1-5 0,13-4-1,-9 0-10,9 0 5,-9 0 0,7 0-6,-8 0 6,21 0 0,-26 0 0,10 0 0</inkml:trace>
</inkml:ink>
</file>

<file path=ppt/ink/ink4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58.6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0 144 28059,'65'-39'39,"1"-1"0,-11 5 1,-7 10-40,-16 21 5,-10 7-5,7 19 12,-16 0 128,3 31-112,-45-4-23,-11 9-10,-19-12-1,12-18 0,31-14 6,24-14-5,21 0-1,22-2 6,3 18-11,3 22 11,-23 4 6,-20 27-6,-46-26 5,-16-1-33,-10-23-196,-12-13-633,31-13 857,4-1 0,20 0 0,12 2 0</inkml:trace>
</inkml:ink>
</file>

<file path=ppt/ink/ink4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59.2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27964,'70'11'24,"0"-1"0,-5 0 1,-9-3-8,-8-7 50,-9 0 134,-16-1-195,-5 1 0,-5 5-1,-2 8 18,-1 11 61,-3 35-51,-3-6-14,-2 3 1,-1 7-17,-2-6 0,2 3 2,6 14 1,5 2-6,1-7 0,2-5 0,18 27 67,-5-34-61,-43-31 0,-6-15-6,-26-1 5,-8-10-16,19 0-51,-7 0 62,29-2 0,5 2 0,7-1 0</inkml:trace>
</inkml:ink>
</file>

<file path=ppt/ink/ink4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6:59.70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48 28317,'79'-10'-2,"1"-1"0,-8 1 0,-11 3 13,-19 5 6,-10-1-17,-15 1 0,-8 1 0,-6-1 0</inkml:trace>
</inkml:ink>
</file>

<file path=ppt/ink/ink4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7:00.4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28322,'6'76'41,"1"-1"0,-2-3 1,0-8-26,2 8 1,-3-2 11,-1-5 0,-1 14 0,-2-18-17,0 0-5,9-32-6,12-16 6,6-13-6,26 0 0,-14 0 0,40 0 0,-11 0-34,6 0 34,-23-5 0,-27 4 0,-18-3 0</inkml:trace>
</inkml:ink>
</file>

<file path=ppt/ink/ink4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7:02.1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1 127 27611,'63'-35'84,"0"0"0,-4 1 0,-8 12-39,-12 24 17,-4 10 94,-3 22-16,-17 0-16,-19 28-80,-44-14-44,-3-4 0,-32-6 6,32-24-6,25-4 0,27-7-6,37-3 6,27 3 6,5 14-17,3 13-6,-28 5-50,-24 2 16,-51 3 29,-23-16-96,-29 3-9713,15-19 9065,18-24 1,35 12-1,8-13 1</inkml:trace>
</inkml:ink>
</file>

<file path=ppt/ink/ink4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7:02.8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 27314,'60'-2'4,"1"-1"0,-5 1 0,-7 1-4,-7 2 173,-8 0 202,-13-1-375,4 14-11,-9 0 11,8 15 224,1 16-89,-2 14-46,1 24-55,-11-12 22,-5 22 0,-8-8-37,3-31 1,0 2-20,0-3 0,0-3 34,5 25 61,-3-18-84,-11-35-5,-4-7-6,-16-11 0,5-4 0,3 0 0,9 0 0</inkml:trace>
</inkml:ink>
</file>

<file path=ppt/ink/ink4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8:58.30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90 148 28597,'-24'64'9,"0"-1"0,3-3 1,5-5-5,11 4 1,7 26-6,28-5 6,25 3-6,12-33 0,-16-34 0,2-12 5,34-37 1,-3-2-6,-43-8 0,-7-8 0,-16 4 0,-5-4 0,2-12 0,-8-3 0,-18-3 0,-12 3 2,-9 3 1,-7 7-3,1 12 0,-7 8 0,-15 5 0,0 18 0,14 31 0,3 11-3,-2-5 1,6 9-32,2 46 1,15 13 33,18-14 0,6-2 0,-6-10 0,3-6 0,18 28 0</inkml:trace>
</inkml:ink>
</file>

<file path=ppt/ink/ink4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8:59.48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271 42 28227,'-51'66'20,"-1"0"1,7-6 0,7-9-27,15-14 12,29-29-6,11-20 11,22-30 23,16-35 61,-13 2-28,-3 4-17,-16 19-16,-17 53-6,-1 13-17,-4 38-6,0-3 1,-2 4 0,1 32-3,0-10 0,0 1-1,0-22 1,-1-2 2,-3 7 1,-4-4-6,-24 24 6,-7-35-6,-41-15 0,18-19 7,2-2-7,52-7 0,62-1 0,41 0 0,-3 0-7,-5 0-4,-44 0-73,3-6 84,11-12 0,-29 8 0,8-7 0</inkml:trace>
</inkml:ink>
</file>

<file path=ppt/ink/ink4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9:00.36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75 348 28317,'-13'-66'57,"0"0"1,3 7 0,11 6-52,44-5-6,-4 27 6,17 16 10,-6 35 12,5 29-5,-19 13-9,-24-4 0,-8 5-6,-11-2 1,-6 2-1,-6 15 0,-7 1-2,-9-4 0,-4-5-6,5-17 0,-3-5 0,-4-6 0,1-7 0,2-9 0,1-19 5,27-20-5,23-17 0,18 16-5,26 28 5,17 25 0,-16 10-12,16 4-156,-21-35 168,6-5 0,-26-13 0,-15-4 0</inkml:trace>
</inkml:ink>
</file>

<file path=ppt/ink/ink4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9:01.40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1 178 28580,'47'-49'7,"1"0"1,-3 5-1,-2 12-1,-1 28-6,4 4 6,17 27 5,-22-1 0,5 60 0,-46 9-8,-12-34 0,-7-1-1,2-11 1,-4-4 3,-42 32-6,31-47 0,17-8 0,27-20 0,27-9 0,44-4 0,16 8 0,-49 7 0,0 7 0,8 16 0,-7 12 0,-24 10 0,-8 7 0,2 16 0,-9 1 0,-14-12 0,-10-1 0,-16 7 0,-11-7 0,-2-23 0,-5-6 0,-7 1 0,-4-6-6,5-11 1,2-8-23,-19-13 28,12-15 0,39 9 0,4-4 0</inkml:trace>
</inkml:ink>
</file>

<file path=ppt/ink/ink4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9:04.10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217 229 28614,'-32'52'0,"-1"0"0,-19 32 0,42-58 0,3-19 5,7-20-5,6-18 0,9-15 0,6-7 0,15-27-5,-10 20 5,11-30 0,-20 40 0,1 25 0,-12 24 11,-1 37 0,-5 28 0,0 20-11,0 3 3,0-29 0,0-2 2,0 27 1,-6 7-6,-5-31 0,-22-12 0,-8-22 0,-12 0 0,2-9 0,11-4 0,13-1 0,19 5 0,26 0 0,48 16 0,18-6-11,10 4-387,-29-32 398,-35-7 0,-22-11 0,-8 9 0</inkml:trace>
</inkml:ink>
</file>

<file path=ppt/ink/ink4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9:04.94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0 354 28440,'18'-56'46,"-1"1"1,1 3 0,3 7-25,18 0 6,20-2-28,-12 18 6,33 5 0,-12 37-1,10 39 1,-23 9-4,-33 0 1,-12 6 0,-17-8 0,-10 0-3,-10 15 0,-9-2 3,-10-7 1,-6-7-4,9-16 0,-1-5 0,-34 18 0,79-36 0,15-6 0,32-9 0,13-5 0,-4-2 0,2-1 0,9 1 0,-3 0 0,20-5 0,-30 3 0,-35 5 0,-4 0 0,-9 0 0</inkml:trace>
</inkml:ink>
</file>

<file path=ppt/ink/ink4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9:05.83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32 187 27846,'14'-48'269,"0"-1"0,11-30-118,-10 68-106,-6 12-11,-1 13-18,-18 19-4,-20 48-12,-4 11-3,18-37 0,2 0 3,1 22 0,41-17 6,13-33-12,24-1-39,4-12-22,-16-7-846,6-3 913,-30-7 0,-1 2 0,-19-1 0</inkml:trace>
</inkml:ink>
</file>

<file path=ppt/ink/ink4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9:06.03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29 0 28468,'-8'75'24,"0"-1"0,1-4 1,2-6-20,5 6-5,0 21 0,6-7 0,-4-22 0,4-20 0</inkml:trace>
</inkml:ink>
</file>

<file path=ppt/ink/ink4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9:09.42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47 0 28160,'-4'68'69,"0"0"0,0-7 0,2-7-41,3-5 11,29 4-33,18-21 0,14-3-1,20-42-10,-24-31 21,-4-28-16,-25-1 6,-29-17-6,-42 37 0,-33 6-6,-5 34-5,25 24 0,6 15 11,24 23 0,5 4 0,-22 5 0,34 28 0</inkml:trace>
</inkml:ink>
</file>

<file path=ppt/ink/ink4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59:09.99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223 49 28317,'-51'73'11,"0"0"0,5-5 0,11-5-5,27 3-6,5-3-11,25 4 33,24-27-22,9-8-3,-7-43 1,1-14 2,-7-4 0,-4-7 14,6-19 0,-5-5 8,-10 12 0,-7-2 28,-8-15 1,-17 2 0,-51-16-46,10 37 1,-8 13-9,-13 27 0,0 17-42,11 8 1,6 12 44,8 31 0,12 4 0,11-3 0,11 7 0</inkml:trace>
</inkml:ink>
</file>

<file path=ppt/ink/ink4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09:18.69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3812 0 28446,'-58'15'0,"0"-1"0,3-1 0,8-1 0,4-2-6,3-1 12,-12 2 10,17-4 7,-16 3-29,17-2 6,-11 4 0,14-2 0,-12 3 23,17-4-23,-30 12 5,16-4-10,-7 4 5,7-3 16,19-8-10,-21 9-6,21-10 0,-20 13 0,13-9 0,-7 8 17,2-1-17,7-5 5,-4 5-10,5-5 5,-9 4 5,9-3-5,-10 4 17,5-1-17,-7 2 0,2 1 6,3-3 5,2-1-5,7-4-6,-7 6 0,8-9 0,-14 12 0,3-6 5,-6 7 1,3-3-6,-3 1-6,6-3 6,-7 1 6,11-3-1,-6 1-10,13-6 5,-19 12-6,12-7 12,-5 4 5,1-1-17,6-4 6,-2 0 0,-7 5 0,5-4 12,-4 1-12,-5 0 0,-1-2 0,6 0 0,-15 6-6,10-6 12,-9 5-6,14-9 0,5-1 0,-4 2 0,1-1 5,-2 2-5,0-1-5,6-2 5,-2 1-6,3-2 6,3 2 6,-5 2-1,4-1-10,-5 6 5,8-6-6,-6 9 12,4-4-1,-7 8-5,2 1-5,-8 6-1,-1 4 12,7-3-6,6-1 0,10-7 0,-4 6 0,3-4 0,-3 1-6,-3 4 17,6-6-11,1-1 0,-4 12 0,7-12-5,-3 6 10,5-10 1,3-1-6,1 4 0,-2 5 0,0-5 5,-6 15-5,2-10 0,-7 13 0,9-13 0,0 4 0,5-13 0,-4 20 0,3-11 0,-2 3 0,0 4 0,2-14 0,-3 9 0,-2 7 6,-1 2-6,-1 8 0,1-5-6,0 4 12,1-4-6,-1 10 0,5-15 0,-2 9 0,3-8 0,-2 6 6,-3 1-1,4-12-5,-7 14 0,2-3-5,-3 12 5,4-12 11,2 2-11,1-11 0,0 9 0,-2 5 0,2-10 0,-2 16 0,3-7 0,-2 10 0,6-14 0,-1-1 0,3-21 0,-1 11 0,-3-12 0,3 4 0,-4-6 11,3-2-11,-10-19 0,6-8 0,-15-33 0,13 4-6,-12-34 12,6 13-6,-5-10-6,6 23 12,1 25-6,11 28 0,4 17 0,13 31-6,9 9 6,9 14 6,-4-21-6,2-7 0,-14-30 0,7 3 0,-5-18 0,13-6 0,17-34 0,20-27 3,-31 23 1,-1-1-4,23-33 0,-23 31-405,-24 18 405,-16 11 0,3 5 0,-5 0 0</inkml:trace>
</inkml:ink>
</file>

<file path=ppt/ink/ink4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03.98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158 966 28166,'57'-42'56,"1"0"0,0 0 0,22-16 0,-10-2-28,-28 5 0,-10-3-20,-6-6 0,-9-6-8,-8-17 0,-11 0-8,-9 17 0,-13 6-15,-24-3 1,-14 14 10,5 29 1,-4 12 8,2 2 1,1 11-4,-4 26 1,9 17-1,19 7 0,9 10 45,-2 22 1,8 8-246,15-22 1,5 4 0,5 1 227,7 10 1,6 3 0,1-3-20,-2-10 1,1-3 0,2 2-1,8 20 1,3 3 0,-3-4-2,-8-19 0,-2-3 0,0-1-4,-1 0 0,1-1 0,-3-1 2,5 31 0,-4-8-1120,-5 7 1120,-10-36 0,-3-30 0,-8-45 0</inkml:trace>
</inkml:ink>
</file>

<file path=ppt/ink/ink4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04.14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0 105 27925,'81'-17'-4,"0"0"0,-6 1 1,-5 2-440,18 3 443,-30 4 0,-2 0 0,6 0 0,5-2 0</inkml:trace>
</inkml:ink>
</file>

<file path=ppt/ink/ink4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07.44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28462,'10'69'13,"1"0"0,-1-6 1,-3-7-14,-3-3 0,1-10-1300,4-4 1300,-2-24 0,1 0 0,-5-18 0</inkml:trace>
</inkml:ink>
</file>

<file path=ppt/ink/ink4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07.77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77 28048,'20'58'39,"-1"0"0,8-5 1,5-16 55,26-42-67,8-40 112,-23-27-90,-20 0-22,-51 5-28,-28 45-84,-23 36-257,24 25 341,28 54 0,29-49 0,6 8 0</inkml:trace>
</inkml:ink>
</file>

<file path=ppt/ink/ink4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08.08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6 552 28339,'-2'-83'39,"0"-1"0,0-10 1,4 6-23,15-8-23,8 9 6,21 68-6,-9 49-11,-9 22 1,-4 12-35,-6-1 1,-2 2 2,1 0 1,0-1-413,0-2 1,-1-9 459,2-10 0,0-11 0,-11-26 0</inkml:trace>
</inkml:ink>
</file>

<file path=ppt/ink/ink4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08.46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275 724 28479,'-62'-26'9,"0"1"1,4 5-1,11 18-9,21 68-3,13-8 1,7 6-1,13-3 0,10 0 0,10 5 0,11-7 9,12-20 0,6-14-6,40-24-3,-47-33 0,-8-17 20,-18-9 0,-8-9-15,2-24 1,-4-3-144,-6 15 1,-4-1 142,-1 13 0,-2-2 0,0 3-5,1-6 0,-6 2 3,-15-5 0,-3 5 0,10-6 0,-30 40 0</inkml:trace>
</inkml:ink>
</file>

<file path=ppt/ink/ink4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11.72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347 463 28485,'-65'-36'7,"1"0"1,4 3-1,9 18-7,15 53-5,5 10 5,8 14 8,12-8 0,6 6-2,7 3 0,6 0-6,-1 2 0,9-4-3,17-2 0,12-15 9,50-21-9,-36-36 0,-1-14 11,-7-17 1,-9-10-4,-11 2 1,-8-5 8,-7-12 0,-10 4 3,-12 1-17,-23-4 0,9 64 0,-12 54-6,35 42 0,12-35 1,10-2 2,5-12 0,6-6-2,39 5 10,10-76 1,-34-39-3,-26 12 0,-5-5-6,-6 9 0,-5-2-3,-3-16 1,-4 1-7,-7 18 1,-3 3 17,-1-1 0,-9 11-1,-28 24-10,3 60 5,18 29 0,9 15-6,10-5 0,11 3-416,15 15 1,9-3 421,-4-27 0,9-9 3,24-11 0,8-18-9,32-29 6,-37-23 0,-4-15 0,-5-17 0,-10-10 3,-8 2 0,-8-6-3,-4-27 0,-9-3-9,-12 20 1,-8 4 19,-8 0 0,-7 5-11,-22-11 0,3 99 0,1 27 3,13 19 0,9 14-3,5-10 0,4 5 0,8-1-284,12-4 0,9-1 1,4-6 218,12 7 1,10-12 64,22-17 0,0-15 0,-6-11 0,0-10 0</inkml:trace>
</inkml:ink>
</file>

<file path=ppt/ink/ink4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3.06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28569,'23'76'5,"1"1"1,-3-6 0,-6-2-6,-15-7 0,-1-4-6,10-6 0,6-2 9,7 4 0,9-7 0,12-14 0,4-9-3,37 0-17,11-17-11,-48-7-191,-6-3-553,-33-10 772,-41-7 0,19 3 0,-19 3 0</inkml:trace>
</inkml:ink>
</file>

<file path=ppt/ink/ink4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3.20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35 26855,'93'-1'-1367,"1"-1"1,-11-1-1,-8-2 1367,1-5 0,-38 2 0,-14 2 0</inkml:trace>
</inkml:ink>
</file>

<file path=ppt/ink/ink4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3.59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28373,'25'63'26,"0"0"0,-2-3 0,-3-1-21,-5 2 1,-2-4 11,3 29 19,-6-23 1,-1-4-15,-3-5-10,13-25-1,11-68-11,22-43 5,-24 35 1,-1 2 0,18-14-12,-14 39 6,-11 57-56,4 12-353,31 19 409,21-11 0,-20-26 0,-5-10 0</inkml:trace>
</inkml:ink>
</file>

<file path=ppt/ink/ink4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3.79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142 531 28530,'-39'-73'11,"0"0"0,4 5 0,10 6-11,22-5 0,26-15 6,8 24-6,7 10-23,-11 64-16,-27 9-392,-10 36 431,0-34 0,3-2 0,7-19 0</inkml:trace>
</inkml:ink>
</file>

<file path=ppt/ink/ink4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4.44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353 14 28446,'-62'-6'28,"-1"-1"0,-6 17 0,10 17-20,29 19 0,10 10-2,-6 9 0,7 2-6,14-11 0,9-4 0,21 11 5,51-49-5,0-61 19,-35 15 1,-2-3 3,12-37-1,-29 16-22,-39 48-5,-12 59-1,0 39 3,14-40 0,7 0-5,19 3 0,11-6 2,24-13 6,12-22 0,-1-65 6,-26-37-4,-11 28 1,1-2-3,0 1 0,1 4-5,23-27 5,-4 47 0,-15 51 5,-9 67-5,-13-6 0,-3-11 0,4 0-151,18 7 151,18-6 0,-10-38 0,1-23 0</inkml:trace>
</inkml:ink>
</file>

<file path=ppt/ink/ink4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4.68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221 0 28468,'-58'45'26,"0"-1"0,6-3 0,13 1-26,25 35 0,39-10-5,6-5-110,17-39 0,11-10 115,-3-12 0,-1-3 0,33 2 0,-17-10 0</inkml:trace>
</inkml:ink>
</file>

<file path=ppt/ink/ink4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4.98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75 422 28535,'-22'-64'2,"-1"1"0,2 6 0,12 4 3,44-11-5,14 11-5,13 2 5,-21 35 0,-49 40 0,-21 22-482,-11 14-72,26-17-5264,23-20 5818,16-14 0,-10-9 0,-4 0 0</inkml:trace>
</inkml:ink>
</file>

<file path=ppt/ink/ink4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5.34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334 1 28429,'-66'18'7,"0"0"1,4 5-1,19 6 4,52 21 1,30 18-18,23-4 6,-9-17 0,-26 0 6,-73-20 5,-24-3-28,-11-10-431,14-20 448,54-17 0,3 9 0,17-7 0</inkml:trace>
</inkml:ink>
</file>

<file path=ppt/ink/ink4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5.62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17 0 28328,'-6'72'69,"0"1"0,1 18 0,7 1-64,11-18 1,4-1-3,-5-1 0,5 0-3,10-2 0,3-8-140,1 1-672,-13-10 812,-25-32 0,-6-17 0,-1-4 0</inkml:trace>
</inkml:ink>
</file>

<file path=ppt/ink/ink4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5.75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89 27785,'66'-15'-162,"0"-1"1,0 1-1,1 0 1,-9 1-1,0 0 1</inkml:trace>
</inkml:ink>
</file>

<file path=ppt/ink/ink4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6.03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67 127 28054,'-9'61'35,"-1"0"0,5-6 1,8-9 20,20-21-34,41-14-22,10-50 11,-32 8 1,-4-7 49,-6-14 1,-14-4-12,-40-38-38,-20 35-12,-9 43 0,-5 15-241,-16 41 241,9 14 0,34-6 0,27-13 0</inkml:trace>
</inkml:ink>
</file>

<file path=ppt/ink/ink4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6.34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91 127 28244,'30'59'13,"1"0"0,-4-6 0,-5-6 211,-10-6-168,-19-5 6,-36-15-45,-13-26-17,23-31 0,4-10 0,-8-24 2,29 15 1,11 0-3,26-16 0,12 22-22,20 9-73,-5 26 95,9 12 0,-35 2 0,1 0 0</inkml:trace>
</inkml:ink>
</file>

<file path=ppt/ink/ink4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7.45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343 0 26390,'-67'11'304,"-1"0"1,7-1-1,11 6-220,17 21 39,18 5-16,30 12-23,38-4-23,30-6-61,-12-14 45,-14-9 112,-49 2-157,-19-9 22,-50 20-66,-16-13 44,-19 3 0,42-11 0,18-8 0</inkml:trace>
</inkml:ink>
</file>

<file path=ppt/ink/ink4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8.26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163 433 28418,'-50'66'18,"0"0"1,8 7 0,21-6-14,49-11 0,8-15 1,8-7-6,45-10 8,-33-24 1,0-7-3,20-22-1,-42-9 1,-8-8 0,-9-40-1,-15 33 1,-8 1 5,-32-31 0,-3 37 0,-17 29-16,33 46-1,15 10 1,58 7 5,7-16 2,1-28 1,4-12 3,26-36-6,-39 11 0,-6-6 0,7-39-23,-34 28 1,-8-1-17,-21-28 33,-9-4 12,-15 36-12,4 32 17,-3 67 6,25-3 0,6 9 8,-4 31 0,3 6-175,4-8 0,5 3 153,4-7 1,4 6 0,3-4-4,0-13 0,2-3 0,2 1-4,4 9 0,3 1 1,0-5-20,5 6 1,-1-10 22,18 15 0,-29-63 0,-8-15 0</inkml:trace>
</inkml:ink>
</file>

<file path=ppt/ink/ink4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8.38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70 27225,'94'-17'-95,"0"-1"1,-38 6 0,-6 2 0,30-2 0</inkml:trace>
</inkml:ink>
</file>

<file path=ppt/ink/ink4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8.77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110 475 28535,'-31'-57'2,"1"1"0,1 4 0,9 2-2,31-22 5,20 5 1,3 4-12,33 19 1,-10 31-18,1 24 23,-21 22 6,-58 19-12,-9-7-66,-45-8 72,39-24 0,1-3 0,29-10 0</inkml:trace>
</inkml:ink>
</file>

<file path=ppt/ink/ink4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9.18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326 0 28322,'-68'36'52,"0"0"1,-2 12-1,14 3-41,22 13-3,14-10 1,11-1 8,40 7-17,29-10 6,37-69-6,-17-16 8,-39-4 0,-8-5 48,-4-14-56,-6 25 0,-21 31-140,-3 58 140,43 2 0,-30-11 0,33-17 0</inkml:trace>
</inkml:ink>
</file>

<file path=ppt/ink/ink4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29.73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212 129 28283,'-60'56'37,"-1"1"1,7-5-1,18 0-31,53 41-6,25-34 0,10-22 0,9-12 0,-6-21 0,0-12 16,7-12 1,-6-11-6,-17-13 1,-10-6-10,-12 3 1,-7-3 3,-5-13 0,-5 2-12,0-20 40,0 8-29,0 37-5,0 47 0,0 53 0,0 33 5,0-32 1,0 0 2,1-12 1,0-4 36,1 30-28,1-37 0,5-21-12,10-18-5,15-33 6,11-8-6,5 5 5,-1 49-5,-14 16-5,8 50-62,-9-27-398,8-8 465,-17-34 0,-8-15 0,-14-5 0</inkml:trace>
</inkml:ink>
</file>

<file path=ppt/ink/ink4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30.91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1 507 28546,'0'-67'0,"0"0"0,0 4 0,0 6 0,0-2 0,0 4 0,1-9 6,3 26-12,9 1 6,13 57 0,14 47-3,-16-14 1,-2 4 2,-3-3 0,-1 1-9,0 4 1,0-7-322,9-6 330,26-34 0,-29-10 0,11-29 0</inkml:trace>
</inkml:ink>
</file>

<file path=ppt/ink/ink4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31.19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16 103 28065,'-7'69'78,"-1"1"0,12-2 1,9-12-40,16-26 0,51-12 12,-7-63-18,-31 12 1,-5-5 11,12-45-17,-32 31 0,-13 2-17,-48-12-11,-28 11-50,-25 52-46,25 26 96,59 61 0,14-53 0,27 22 0</inkml:trace>
</inkml:ink>
</file>

<file path=ppt/ink/ink4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31.55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323 457 28434,'-62'-10'17,"0"-1"0,4 4 0,9 11-23,4 46 6,19 4 5,11 0 1,9 2 0,41 26-6,31-7 0,-16-55 0,3-13 0,33-24 11,-44-17 0,-8-11 9,-18-5 0,-7-5-15,0-17 1,-4 0-6,-7 14 0,-3 0-26,-5-7 1,-1 0 25,2 9 0,0 5 0,-6-20 0,8 9 0</inkml:trace>
</inkml:ink>
</file>

<file path=ppt/ink/ink4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31.90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225 544 28524,'-55'-35'18,"0"-1"1,5 0 0,12-2-19,24-26 0,7-34 6,2 10-6,16-1 0,5 43-6,27 33-33,-7 49-6,-4 24 11,-18 6 34,-16 13 0,0-53 0,0 3 0</inkml:trace>
</inkml:ink>
</file>

<file path=ppt/ink/ink4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32.34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43 124 28283,'-12'69'26,"0"1"0,-1-7 1,7-3-25,23-10 1,6-4 3,10 14 5,6-24 0,6-10 34,13-24-11,-1-50-29,-28-43-10,-17-8-37,-10 34 0,-3 0 42,-5 10 0,0 4 0,3-22 0,-10 14 0</inkml:trace>
</inkml:ink>
</file>

<file path=ppt/ink/ink4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32.91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301 34 28227,'-60'-12'54,"1"-1"0,4 4 1,8 10-55,7 34 0,18 24 0,14 6-6,47 27 17,18-16-8,-18-33 0,-1-1 8,16 26-11,-35-24 0,-39-18 11,-46-10-16,2-11-4465,2 0 4470,29-8 0,24 2 0,8-2 0</inkml:trace>
</inkml:ink>
</file>

<file path=ppt/ink/ink4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33.14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40 1 28390,'-11'73'11,"1"0"0,0-5 0,4-9-16,4-6 5,2-10-420,0-5-320,2-25-6222,-2-13 6962,2-25 0,-2 7 0,0 3 0</inkml:trace>
</inkml:ink>
</file>

<file path=ppt/ink/ink4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33.42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28 28401,'60'25'39,"1"-1"0,25 5-5,-96-81-34,-16 17-224,-40 17-157,30 30 381,6 29 0,21-15 0,10 11 0</inkml:trace>
</inkml:ink>
</file>

<file path=ppt/ink/ink4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33.74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8 358 28390,'-4'-67'26,"0"1"0,4-4 0,7 8-20,19 11-1,16 9-5,8 69-5,-14 15 5,-18 9 0,-5 6-6,0 32-95,-2-6-274,14-26 375,10-51 0,-8 0 0,-1-16 0</inkml:trace>
</inkml:ink>
</file>

<file path=ppt/ink/ink4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34.19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311 94 28474,'-61'-28'24,"-1"-1"0,6 5 0,8 12 4,15 34-22,-1 42 0,18 23-9,26-35 0,12-3 3,10-8 0,10-10 3,15-12 0,3-13-3,35-21 0,-48-10 0,-7-3 0,-5-9-6,3 10 12,-26 46-1,-3 55-5,-24 12 0,-4-35 0,-7-2 0,-8-9 0,-5-8 0,-35 6-11,-16-22 11,14-43 0,26 20 0,6-22 0</inkml:trace>
</inkml:ink>
</file>

<file path=ppt/ink/ink4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35.04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318 527 27874,'-2'-59'78,"-1"0"1,-9-31-51,-51 58 90,-5 22-34,-12 33-67,24 7 16,22 63-50,46 2 11,8-40 1,8-3-6,8-12 0,6-9 22,36-5 34,7-76 11,-60 9 0,-7-9-23,3-17 1,-6-4-26,-7 13 1,-7 0-12,-10-8 0,-8 3-42,-14-16 45,-4 8 0,12 33 0,18 28 0</inkml:trace>
</inkml:ink>
</file>

<file path=ppt/ink/ink4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35.50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109 693 28054,'64'-59'74,"0"0"1,-6 5 0,-9 3 9,-10-6-12,-15-27-60,-20-5-12,-21 3-45,-8 39 0,-9 7 0,-45 5 45,-2 3-17,-8 62 17,43 29 22,24-7 1,7 8 27,13 7 1,9 4-12,12 9 0,6-1-28,-2-13 1,3 0-4,13 19 1,1-1-4,-13-17 1,-2-1-6,0-2 0,-2 1-3,-2 0 0,-4-5-9828,4 5 9736,-8-29 0,-4-17 0,-10-33 0</inkml:trace>
</inkml:ink>
</file>

<file path=ppt/ink/ink4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35.65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29 27740,'65'-8'-1157,"0"1"0,-1-1 1,-12 3-1,-25 5 1,-4 0-1</inkml:trace>
</inkml:ink>
</file>

<file path=ppt/ink/ink4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36.28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385 90 28149,'-61'-25'16,"0"0"1,6 1 0,8 9 22,19 23 6,3 17-34,12 16-5,10 2-6,36 14 0,18-13 17,18 7-6,-18-9-11,-29-4 6,-38-10-12,-47 2 6,-14-11 6,1-5-572,20-7 566,37-28 0,11 16 0,6-16 0</inkml:trace>
</inkml:ink>
</file>

<file path=ppt/ink/ink4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37.28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15 1 28401,'-4'58'-149,"1"0"1,-1 41 148,1-57 0,3-21 0,0-4 0</inkml:trace>
</inkml:ink>
</file>

<file path=ppt/ink/ink4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38.04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226 0 28037,'-61'29'74,"1"0"1,5-1 0,14 6-64,32 57-5,15-16 2,10-12 0,10-3 32,39 3-7,-20-33 1,2-10 5,27-22 23,-3-57-6,-36-20-42,-20 31 0,-2 0-3,-2-29-17,-18 34 6,3 51 0,-5 50 0,5 10 0,6-15 0,6 0-11,21 7 0,16-9 16,14-50 1,-13-26-6,9-43 0,-8 1-6,9-3 1,-3 29 5,-17 37 11,-1 48-56,-7 16-728,19-1 773,-10-21 0,-6-28 0,-19-10 0</inkml:trace>
</inkml:ink>
</file>

<file path=ppt/ink/ink4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38.40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272 388 28429,'-65'5'15,"-1"0"0,6 1 0,11 11-15,22 74-6,22 1 6,20-43 0,7-4-6,23 9 6,51-60 34,-25-52 0,-6-12-15,-38-17 1,-12-7-23,-10 38 0,-4 0-28,-3-32 1,-7 4-1807,-23 3 1837,3 34 0,3 26 0,17 18 0</inkml:trace>
</inkml:ink>
</file>

<file path=ppt/ink/ink4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40.68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190 0 28485,'-47'55'22,"0"0"0,4-3 1,9-4-23,23 1 6,5 3-6,4 1 16,18 13-4,24-14-7,30-9-5,21-39 0,-17-19 39,-9-22-39,-43 27 0,-8 7-5,-15 42-18,17-3 23,31-5 0,4-29-5,33-44 5,-36-22 0,-8-20 0,-22 17 5,-29 3-5,-19 25 0,-25 8-5,-19 35 5,13 19 0,9 50 5,38 1-10,42 10-1,8-31 1,56-27 5,-17-53 0,8-21 2,-49 9 1,-5-3-3,10-26 0,1-4-5,-5 31-1,-2 8 6,3 18 6,-12 45-6,0 22-6,-9 27 6,-8-4 11,-4-27-11,10-37-5,3-29 5,13-20 0,1-10-6,20-21 12,-5 10-1,-3 8-5,-15 39 0,-21 28 0,-1 36 0,-5-2 28,0 3-28,5-34 0,8-25 0,11-23 0,27-19 0,-13 17 0,17 1 0,-31 51 0,-6 23 0,-13 9-168,6 8 168,12-36 0,-7-2 0,4-19 0</inkml:trace>
</inkml:ink>
</file>

<file path=ppt/ink/ink4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45.07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28283,'24'64'43,"0"0"0,-2-2 0,-2-5-26,-2 13-12,0 0-5,2-3 0,2 9 0,-4-20 0,-5-11 0,-7-26 0</inkml:trace>
</inkml:ink>
</file>

<file path=ppt/ink/ink4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45.40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46 27762,'72'-18'149,"-1"-1"1,6 11-1,-10 15-109,-12 55-12,-8 6-6,-31 28 0,-58-28-5,-21-1-45,-23-29-33,20-22-3065,21-28 3126,33-3 0,6-1 0,6 3 0</inkml:trace>
</inkml:ink>
</file>

<file path=ppt/ink/ink4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45.83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252 0 28289,'-65'19'39,"0"-1"0,10 6 0,11 10-31,26 14 1,14 5-9,10 25-11,35-15 28,19-48-28,10-36 39,-16-27-12,-24-9 57,-17 0-78,-11 57-1,-2 3-61,0 35 67,28 9 0,-21-26 0,21 6 0</inkml:trace>
</inkml:ink>
</file>

<file path=ppt/ink/ink4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46.13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98 27998,'16'55'266,"1"0"0,8 39-255,-23-86-6,-2-10 1,0-24-6,0-9 0,0-5 0,6-20-11,11 6-73,3 3-56,20 18 140,20 28 0,-26 1 0,11 10 0</inkml:trace>
</inkml:ink>
</file>

<file path=ppt/ink/ink4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46.44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136 498 28574,'-37'-61'7,"0"0"1,4 5 0,8 1-8,21-26 0,12 22 5,16-21-10,0 51 5,16 14 0,-23 58 0,-15 22-11,-29 22 11,2-29 0,-3-24 0,23-30 0</inkml:trace>
</inkml:ink>
</file>

<file path=ppt/ink/ink4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47.87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28530,'27'70'22,"-1"0"0,-1-2 1,-7 1-21,-19 1 1,-5 1-3,6 0 0,-1 1 0,-4-3 0,4-3 0,7-7 0,10-10-5,22-13 16,22-8-5,-9-28-46,-1-13-44,-30-9-173,-2-7 257,-13-11 0,-5 22 0,0-5 0</inkml:trace>
</inkml:ink>
</file>

<file path=ppt/ink/ink4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48.04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1 105 27712,'76'-6'15,"-1"0"0,-5 1 0,-9 0-60,-1-6 45,23-22 0,-47 21 0,14-15 0</inkml:trace>
</inkml:ink>
</file>

<file path=ppt/ink/ink4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48.44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28160,'18'64'74,"-1"-1"1,1-2 0,-2 0-50,-4 0 0,0 1 0,-1 2 1,-1 0-7,-1-3 1,-1-1-1,-1-1 1,-2-7-9,-2-6-11,17-23 0,-5-35 0,15-29 17,6-29-6,1 0-16,-2 5 5,-2 27 0,-21 45 0,8 40 5,-8 18-21,1 0-253,25-11 269,8-37 0,-9-4 0,-3-11 0</inkml:trace>
</inkml:ink>
</file>

<file path=ppt/ink/ink4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48.69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142 455 28591,'-39'-60'5,"1"0"1,4 6 0,9 2-6,20-24 0,17 20-6,18-15 6,14 45 6,3 27-12,-16 20-94,-17 34-124,-11-17 224,5-2 0,-4-21 0,4-12 0</inkml:trace>
</inkml:ink>
</file>

<file path=ppt/ink/ink4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50.95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1 466 28406,'28'-57'32,"0"0"0,-1-6 0,-8 3-38,-18-10 6,3 5 0,9 8-11,7 36 22,15 6-11,9 44 0,5 31-6,-9 11 3,-19-19 1,-4-2 13,1 3 51,0 12-57,-11-56 1,3-31-1,7-43 12,9-26-11,-2 18-6,3 10 0,-9 59 0,-3 11 0,0 33 11,-3 17 11,-4-13-22,7-4 0,-6-35 0,10-19 6,16-28-6,-4 16-6,27-1 6,-11 66 0,15 26 0,-32-18 0,-3 2 0,16 24-72,13-29 72,-9-61 0,-9 14 0,-9-25 0</inkml:trace>
</inkml:ink>
</file>

<file path=ppt/ink/ink4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54.82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135 0 28255,'-17'62'15,"-1"-1"0,8 2 0,11-6 24,31-9-22,-2 1-11,-50-6-23,-14-20-146,-13-4-1545,14-26 1708,18-12 0,12 1 0,3 2 0</inkml:trace>
</inkml:ink>
</file>

<file path=ppt/ink/ink4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55.12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1 228 28188,'42'46'54,"-1"0"0,-3-2 0,1-15-14,35-63 49,-17-21-44,-29 12 0,-6-4-28,-5-31-17,-53 0 5,-18 47-5,-9 4-140,10 69 140,40 17 0,5-3 0,14-10 0</inkml:trace>
</inkml:ink>
</file>

<file path=ppt/ink/ink4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55.74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108 1 28434,'-21'57'14,"0"0"0,7 39-14,46-58 0,21-14 0,26-11 0,-23-23 34,12-33 28,-45-17-18,-5-2-27,-19 10-17,-5 44 0,0 18 6,-7 66-6,3-21 0,-2 3 0,-1 0 0,-4 2 0,-16 17 0,-7-3 0,2-24 0,-1-6-3,1 2 0,0-5-64,-23 2-39,45-61 106,59-72 0,-28 41 0,38-35 0</inkml:trace>
</inkml:ink>
</file>

<file path=ppt/ink/ink4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56.00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 98 28423,'11'51'50,"-1"0"1,18 27-40,37-82 34,-4-40-6,-9-21-28,-22-5-11,-51 1 0,-18 44-67,-29 30 67,31 29 0,5 6 0,-10 4 0,14 25 0</inkml:trace>
</inkml:ink>
</file>

<file path=ppt/ink/ink4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56.27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17 13 28395,'-7'87'45,"0"0"0,5-19 0,9-9 11,41-2-23,29-73-30,-29-9 0,-1-7-1,-8-1 1,-4-4 0,0-12 0,-8-1-3,-7-10 0,-2 15 0,-18 21 0</inkml:trace>
</inkml:ink>
</file>

<file path=ppt/ink/ink4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57.20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0 159 28244,'7'53'67,"1"0"0,7 38-61,-8-51 0,0-10 38,-2-5-16,2-12 6,-3-14-6,5-36-11,-6-23-12,1-28-5,-2 4 0,-2 24-22,0 8-168,25 24-712,34-2 902,33 15 0,-26 6 0,-12 9 0</inkml:trace>
</inkml:ink>
</file>

<file path=ppt/ink/ink4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57.48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191 379 28490,'-53'-35'11,"-1"-1"0,5-9 1,15-2-12,34-7 0,27-33-6,11 44 1,14 12-1,-14 40-22,-18 42-106,-15 4 134,12-6 0,-13-22 0,14-24 0</inkml:trace>
</inkml:ink>
</file>

<file path=ppt/ink/ink4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57.77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28462,'20'86'33,"-1"1"1,-2-6 0,1-4-31,0-12 0,0-4-3,-2-1 0,-1-2 0,-1-2 0,0-2 0,6 34 0,-16-60 0,1-1 0</inkml:trace>
</inkml:ink>
</file>

<file path=ppt/ink/ink4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57.92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10 28059,'86'-3'-142,"1"0"0,-7 1 0,-7 0 0,5 2 1,-27 0-1</inkml:trace>
</inkml:ink>
</file>

<file path=ppt/ink/ink4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58.12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14 0 27846,'-4'59'63,"1"1"1,-2-6 0,3-4-14,9 1 29,10-10-35,9-14 136,23-13-52,-5-38-88,0-21-35,-22-11-27,-12-14-297,1 30 319,7 0 0,-3 21 0,1 11 0</inkml:trace>
</inkml:ink>
</file>

<file path=ppt/ink/ink4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58.42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80 28054,'14'73'110,"-1"0"0,-2-16 0,-2-7 103,3 1-202,-9-39-5,-1-21-6,-2-20 0,0-42 5,9-8-5,9-12-17,13 25-151,28 30 168,-5 23 0,-8 12 0,-20 1 0</inkml:trace>
</inkml:ink>
</file>

<file path=ppt/ink/ink4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59.40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1 449 28266,'6'-58'37,"0"1"1,-1 3-1,1 6-3,4 5-23,-3 0 0,5-14-11,-2 21-5,2-6-12,22 32 17,7 37 0,11 4 0,6 46-67,-20-20 67,-3 4 0,-18-31 0,-10-14 0</inkml:trace>
</inkml:ink>
</file>

<file path=ppt/ink/ink4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0:59.88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28457,'4'75'26,"0"0"0,0-7 0,-1-3-20,0 22-1,5-26 7,24 24 4,26-44-10,32-4-6,-7-21 0,16-19-336,-45-4-1070,-23-9 1406,-36 4 0,-14 3 0,1 5 0</inkml:trace>
</inkml:ink>
</file>

<file path=ppt/ink/ink4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1:00.03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29 27326,'73'-4'-252,"0"1"0,-8 0 0,-6 0 252,3-5 0,-31 4 0,-10 0 0</inkml:trace>
</inkml:ink>
</file>

<file path=ppt/ink/ink4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1:02.00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27975,'8'65'121,"0"0"1,-1 0-1,0-4-93,5 30-9,-5-27 1,1 2 2,1-10 1,1 0 50,-2-2 0,0-6-73,2 1 5,-7-52-5,1-23-5,1-14 5,17-17 5,7 20-10,15 18 5,-4 63-6,-11 9-39,-13 38-1679,-4-46 1724,5-5 0,-5-27 0,2-13 0</inkml:trace>
</inkml:ink>
</file>

<file path=ppt/ink/ink4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1:02.34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152 454 28597,'-42'-65'9,"0"0"0,1 5 1,14 4-10,40-16-6,14 12 6,2 7 0,19 31-11,-22 54-17,-2 17-493,-22 18 521,-13-21 0,0-22 0,2-21 0</inkml:trace>
</inkml:ink>
</file>

<file path=ppt/ink/ink4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1:02.72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28546,'1'78'24,"-1"-1"1,2-4-1,0-1-21,2 0 0,1 0-1,0-5 1,1-2-3,-2-1 0,1-3-28,3 23-582,2-55 610,12-59 0,-9 24 0,6-39 0</inkml:trace>
</inkml:ink>
</file>

<file path=ppt/ink/ink4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1:03.00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18 167 28339,'35'47'73,"-1"0"0,23 24-59,-6-79 0,2-19 19,9-31-16,-10-14-6,-39-15-11,-58 41-16,-29 13-21,21 42 1,1 12-82,-29 19 118,49 11 0,10 1 0,8-16 0,12 19 0</inkml:trace>
</inkml:ink>
</file>

<file path=ppt/ink/ink4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1:03.54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50 1 28619,'-14'63'7,"0"1"1,0-6 0,6-4-8,27 16 0,27-25 11,30-13-11,-2-40 5,11-36 8,-43-2-13,-15 13 0,-26 29-7,-15 41 7,14 0 0,25-5 0,2-22 0,12-37 0,-26-9-11,-4-19-17,-9 13-398,3-4 426,17 19 0,-12 4 0,11 10 0</inkml:trace>
</inkml:ink>
</file>

<file path=ppt/ink/ink4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1:03.90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278 442 28597,'-60'-27'13,"1"-1"0,6 4 0,9-3-7,19-33-1,11 12-5,-3-33 0,13 27 0,3 0 0,12 27 0,6 16-11,24 13-17,-3 16-11,-5-2-420,-14 18 459,-17-13 0,-2-3 0,0-10 0</inkml:trace>
</inkml:ink>
</file>

<file path=ppt/ink/ink4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1:04.26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245 0 28266,'-61'8'52,"-1"-1"1,5 6-1,13 7-35,23 14 17,26 34-18,40-8-10,20 11-6,-4-23 39,-17-6-39,-47-20 0,-30-2-117,-3-9-186,-15-6 303,33-12 0,4 5 0,14-5 0</inkml:trace>
</inkml:ink>
</file>

<file path=ppt/ink/ink4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1:04.53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28502,'5'83'33,"-1"-1"1,0-4-1,1-1-30,2-2 0,1-1-6,0-2 0,0-1 3,1-2 0,-1-2-1036,2-6 0,0-11 1036,3-19 0,-3 1 0,-3-37 0</inkml:trace>
</inkml:ink>
</file>

<file path=ppt/ink/ink4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1:04.64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76 25926,'66'-21'0,"0"0"0,-14 4 0,1 0 0</inkml:trace>
</inkml:ink>
</file>

<file path=ppt/ink/ink4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1:05.77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28210,'13'72'60,"0"0"0,1 12 0,-3-7-49,-6 1-6,0-20 1,0-2-6,4 6 0,-3-13 0,1-26 0</inkml:trace>
</inkml:ink>
</file>

<file path=ppt/ink/ink4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1:06.09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1 206 27908,'63'-23'177,"0"1"0,-5-6 1,-17-2-77,-37-8-28,-45-10-73,-20 32-28,-8 19-3372,50 28 3400,30 2 0,21-4 0,-12-19 0</inkml:trace>
</inkml:ink>
</file>

<file path=ppt/ink/ink4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17.85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1 908 28541,'22'-83'11,"0"0"0,-3 5 0,-4 6-5,-10-9 0,-4 2-6,-1 24 0,0 1 0,0-24 0,5 19 0,4 2-12,15-9 24,21 10-12,8 49 0,5 73-6,-10 13 3,-22-2 0,-3 8 6,-7-14 0,-3 0 0,1 14 0,-1-1-3,-5-23 0,-1-4-40,-3-3 1,1-7-454,2-7 493,6 1 0,-8-31 0,5-5 0</inkml:trace>
</inkml:ink>
</file>

<file path=ppt/ink/ink4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18.04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28199,'65'6'-1219,"1"0"0,15 0 0,-7-2 1219,-8-4 0,5 0 0,-46 0 0</inkml:trace>
</inkml:ink>
</file>

<file path=ppt/ink/ink4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18.32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85 391 28479,'-23'-61'11,"-1"0"0,3 4 1,6 6-23,13 2 11,27-9 16,18 24-10,24 14-12,-1 68-10,-20 6-52,-28 0 1,-3 2-750,14 11 817,10-8 0,-13-34 0,-1-22 0</inkml:trace>
</inkml:ink>
</file>

<file path=ppt/ink/ink4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18.56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204 1 28490,'-58'44'5,"0"1"1,6 6 0,16 1-17,36 5-23,44 24-307,39-37 341,-23-24 0,1-3 0,19 0 0,-17-14 0</inkml:trace>
</inkml:ink>
</file>

<file path=ppt/ink/ink4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18.92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131 491 28462,'-36'-56'5,"0"0"1,1 6 0,12 3 5,32-19-5,12-1-12,17-7 1,-3 25-1,12 23 6,-25 32 6,0 8-73,-22 30-852,-7-17-425,3 4 1344,10-24 0,2-7 0,3 0 0</inkml:trace>
</inkml:ink>
</file>

<file path=ppt/ink/ink4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19.38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337 73 28261,'-74'-21'56,"0"-1"0,13 1 0,8 12-56,-4 51-6,40-2 12,35 18 5,17-19-17,49 12 6,-24-9-11,-5 12 11,-29-13 11,-48 0-11,-19-22-156,-24-3-516,9-21 672,23-8 0,19 1 0,14 2 0</inkml:trace>
</inkml:ink>
</file>

<file path=ppt/ink/ink4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19.65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28390,'7'85'14,"0"0"1,1-4 0,-1-6-18,-3-24 1,0-1 2,1 13 0,2 2-3,-1-10 0,0-1 3,0 3 0,-1-6 0,4 3 0,-6-30 0</inkml:trace>
</inkml:ink>
</file>

<file path=ppt/ink/ink4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19.79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61 27236,'76'-16'-792,"0"0"1,21-4 0,-53 11 0</inkml:trace>
</inkml:ink>
</file>

<file path=ppt/ink/ink4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20.03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 98 27628,'-8'70'22,"-1"0"1,3-14-1,10-10-50,44-12 95,12-45-67,11-31 0,-26-9 73,-18-42 34,-49 20 33,-19 3-202,-26 36-308,17 44 370,12 38 0,29-18 0,4 5 0</inkml:trace>
</inkml:ink>
</file>

<file path=ppt/ink/ink4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20.37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0 236 27830,'39'75'655,"-8"-19"-644,-51-87-11,3-19-11,6-8 22,2-15-5,7 20-6,11 6-124,13 25-581,20 2 705,12 12 0,-19 4 0,-7 4 0</inkml:trace>
</inkml:ink>
</file>

<file path=ppt/ink/ink4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20.82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286 74 27785,'-64'-22'65,"1"0"0,5 0 1,10 15-55,20 39 0,13-2 0,5 7 12,39 2-174,15 3-29,22 8 119,-15-10 61,-21 6 112,-40-8-62,-20 1-61,-5-13-958,-17-15 969,20-22 0,7 8 0,11-10 0</inkml:trace>
</inkml:ink>
</file>

<file path=ppt/ink/ink4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21.29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 83 27622,'61'8'-8,"-1"0"0,38-3 8,-85-34 0,-7 1 140,-4 5 263,-35 6-308,-16 10-84,-24 23-44,17 9-1199,24 6 1232,37-5 0,-2-18 0,10-2 0</inkml:trace>
</inkml:ink>
</file>

<file path=ppt/ink/ink4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21.71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1 135 28300,'60'27'9,"0"0"0,-6-1 1,-11-18 29,-25-69 56,-21-1-55,-26 0-40,-7 24-79,-27 54 79,24 38 0,5-13 0,20 6 0</inkml:trace>
</inkml:ink>
</file>

<file path=ppt/ink/ink4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24.67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191 1 28518,'-48'85'5,"1"-1"1,8-16 0,7 0-9,16 7 1,9-1-1,6-18 0,6-1-6,11 6 1,5-4-14,21 15-1,47-38-5,-10-59 3,-32 2 0,-3-6 25,-8-14 0,-7-4-17,6-31 28,-30-18 45,-32 33 6,-21 8-56,-27 52-6,12 31-12,29 12 1,7 8-241,6 32-218,25-2 470,39-18 0,-13-42 0,8-3 0</inkml:trace>
</inkml:ink>
</file>

<file path=ppt/ink/ink4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25.30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1 171 28177,'75'-4'1,"0"-1"1,-3 1 0,-7-1-2,6 2 0,-2 0 28,14 1 140,-20 2-168,-16 0 0,-40-4 12,-55-10 10,-15-8-33,-12-11 11,23 7-6,18 2 6,41 11 11,30 4-16,7 12 10,29 30 35,-35 27-18,-4 33-5,-26-11-28,-20 6 11,6-51 0,-5-4 0,11-28 0</inkml:trace>
</inkml:ink>
</file>

<file path=ppt/ink/ink4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26.85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121 396 28339,'47'-54'9,"-1"0"1,-2 4-1,-14 5-3,-28 2 5,-7 3-28,-24-11 17,1 22 0,-37 0-17,13 35 12,-5 28-6,23 8 11,16 47 5,29 3 12,0-31 0,2 2-17,2 0 0,2-3 5,8 33 1,-10-3-45,-25-39-28,-8-7 50,0-36-6,-3-26-49,5-47 49,6-9 1,-2-14 27,9 25 12,22 15-39,18 29 16,25 5 23,-5 26 134,2 45-112,-41-9 1,-6 8-29,3 16 0,-1 4-17,-3 3 1,0-3-21,-4-18 1,4-4-619,31 30 644,1-60 0,-8-5 0,-9-19 0</inkml:trace>
</inkml:ink>
</file>

<file path=ppt/ink/ink4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30.08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0 175 28166,'48'-47'3,"-1"0"1,-6 3 0,-2 12 24,3 27 28,-9 19 50,-4 26-83,-26 25-18,-20-1 29,-25 9-23,-2-29-11,3-5-22,12-18 22,27-20 5,11-6 6,16-5-11,28-6-5,-8 7-6,27 0-12,-36 44 23,-3-1 17,-44 63 5,-28-16-25,11-36 1,-4-5 2,-37 10-140,9-32-151,20-26 291,0-36 0,28 24 0,-5-20 0</inkml:trace>
</inkml:ink>
</file>

<file path=ppt/ink/ink4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30.38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28149,'7'56'8,"1"1"1,5 41-9,-13-58 0,0 4 0,0-22 0,0 0 0</inkml:trace>
</inkml:ink>
</file>

<file path=ppt/ink/ink4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31.05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61 1 28334,'62'49'5,"0"1"1,-6-4-1,-10-9 1,-22-18 11,-7 6-17,-9 18 28,-16 10-23,-7-2 7,-29 5 10,-6-24-33,-7-6-135,14-13-162,5-16-151,14-12 459,-6-11 0,15 7 0,4 1 0</inkml:trace>
</inkml:ink>
</file>

<file path=ppt/ink/ink4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31.26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45 27986,'63'-8'-56,"1"-1"0,-6 1 0,-7 1 56,-16 1 0,-14 2 0,-7 2 0</inkml:trace>
</inkml:ink>
</file>

<file path=ppt/ink/ink4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31.70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 0 28076,'4'54'-107,"0"1"1,2 39 106,-16-54 0,7-19 0,-8-2 0</inkml:trace>
</inkml:ink>
</file>

<file path=ppt/ink/ink4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35.86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196 0 28294,'-51'71'9,"0"-1"1,4-4-1,12-7-9,27-8 0,4 3-28,10 14 28,26-11 6,21-11-12,3-23-27,18-31-18,-32-22-5,0-19 73,-23-11 6,-16 14-12,-24 13 22,-11 23-49,-13 29 16,14-1-28,11 35 28,67-11 0,-34-11 0,37-9 0</inkml:trace>
</inkml:ink>
</file>

<file path=ppt/ink/ink4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38.37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28311,'21'65'18,"1"-1"1,-5-3 0,-7-4 9,-28 27-11,-2 4-17,3-4 0,10-3-17,30-40 17,14-9 6,9-17-6,23-41-34,-14-15 6,5-28 11,-25-3 17,-17 20 17,-32 2-17,-14 28-39,-14 2 17,1 12 22,8 18 16,14 3 52,2 30-40,8 14-28,1 8 33,5 34-16,17-1 2,-4-37 1,1 0-20,15 34 17,3-3-23,-14-43 1,-5 1-79,-8-23-224,-29-12 308,-13-9 0,6-4 0,4-2 0</inkml:trace>
</inkml:ink>
</file>

<file path=ppt/ink/ink4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39.35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12 783 27393,'-4'-60'108,"0"0"0,1 5 1,3 8-70,7 12 73,12-23-67,9-9-34,-7 21 0,2-1 6,5 3 0,0 3 11,16-24-17,-5 21 34,-10 18 139,4 5-184,-18 6 0,-7 7-16,-42 11-24,-7 0 40,-1 0-16,14-7 16,25-9 11,9 2-11,10-4 0,6 9 61,-5 2 7,23 17-35,-16 20-22,3 7-5,-18 32-269,-20-11 263,4 2 0,-5-27 0,7-19 0</inkml:trace>
</inkml:ink>
</file>

<file path=ppt/ink/ink4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40.51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135 1 28345,'-37'76'15,"-1"1"0,3-7 0,11-8-4,27-3 28,27 6-33,-2-26 16,45-3-16,-3-49-12,13-27 12,-20-19-1,-27 8-5,-30 15-5,-11 37-7,-3 10 12,4 32-5,13-6-40,18-3 28,2-20-5,24-42 11,-19-15 16,-3-23 18,-21-1-35,-22 23 12,-30 8-11,-20 25 17,-11 37 5,17 26-11,26 13-6,49 13 1,30-41-6,23-6 11,-9-31 44,-11-26-38,-35-18-6,-2-20-17,-10-9 17,0 15 11,14-4-22,-6 33 6,14 4 5,-14 31-12,7 31-16,-12 15-100,-2 2-612,-4-1 740,3-26 0,-4-6 0,3-11 0</inkml:trace>
</inkml:ink>
</file>

<file path=ppt/ink/ink4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40.93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46 0 28121,'-16'63'9,"0"-1"0,6 1 1,10-9 12,24-19-22,0 13 6,-27-21-281,-8-4-369,-7-20 644,6-15 0,4 0 0,8 1 0</inkml:trace>
</inkml:ink>
</file>

<file path=ppt/ink/ink4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41.19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 0 28059,'-4'68'5,"1"-1"1,-1-6 0,1-10 16,1-19-1069,0-5 1047,2-15 0,0-1 0,0-13 0</inkml:trace>
</inkml:ink>
</file>

<file path=ppt/ink/ink4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41.34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26512,'0'0'0</inkml:trace>
</inkml:ink>
</file>

<file path=ppt/ink/ink4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41.76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240 375 28233,'-56'-25'44,"1"-1"1,-37-2-45,68 74 12,12 25-1,19 19-22,36-17-12,7-30 6,23-38 23,-35-43 50,-7-24-45,-20-5-11,-22-26-33,-6 13-124,5 30 0,-1 0-778,-7-36 935,8 28 0,9 27 0,3 23 0</inkml:trace>
</inkml:ink>
</file>

<file path=ppt/ink/ink4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42.08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231 372 28451,'-57'-53'15,"1"1"0,4 4 0,12 3-15,24-5-11,7 1-17,14 3 0,11 17-6,-2 38-50,1 24-420,-23 20 504,1-5 0,-5-16 0,7-22 0</inkml:trace>
</inkml:ink>
</file>

<file path=ppt/ink/ink4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42.43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0 185 28485,'23'-47'-457,"0"-1"1,26-23 456,16 57 0,-31 11 0,5 2 0</inkml:trace>
</inkml:ink>
</file>

<file path=ppt/ink/ink4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42.77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191 405 28474,'-47'-62'7,"-1"-1"0,5 6 1,10 6-19,22 8 11,6-9 5,1 19-16,20-1-22,-4 24 21,12 40 12,-15-8 0,-12 29-5611,-15-17 5611,12-10 0,-7-6 0,21-11 0</inkml:trace>
</inkml:ink>
</file>

<file path=ppt/ink/ink4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43.16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236 308 28255,'-63'15'30,"1"0"0,5-1 0,14 6-41,33 36 11,27 4-17,36-4-11,29-27 0,-3-36 45,-3-46 33,-49-25-5,-16 29 0,-7-3-31,-14 1 0,-6 2-14,-10-23-152,-23 2 152,19 28 0,7 10 0,10 14 0</inkml:trace>
</inkml:ink>
</file>

<file path=ppt/ink/ink4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43.77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28 0 28546,'-1'64'13,"0"-1"0,1-3 1,-3-6-9,-10 12-5,6-6 0,4-4-5,20 1-1,19-13 6,28-6 11,9-19-16,-15-12 5,-18-5 0,-28-2 0,-5 0 0</inkml:trace>
</inkml:ink>
</file>

<file path=ppt/ink/ink4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44.00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17 28322,'61'-5'-38,"0"1"1,-1 0 0,-7 1 37,-7 3 0,-15 0 0,-5 0 0</inkml:trace>
</inkml:ink>
</file>

<file path=ppt/ink/ink4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44.33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11 27897,'14'62'28,"0"-1"0,-1-4 0,4-13-6,16-25 90,20-10-101,3-26 17,6-20 12,-23-9-24,-17-19-10,-36 21-23,-35 7 12,-21 20-1,2 25-644,17 20 650,35-1 0,10-4 0,6-13 0</inkml:trace>
</inkml:ink>
</file>

<file path=ppt/ink/ink4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2:44.69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19 76 27852,'6'60'75,"0"-1"1,12 28-76,49-62 6,5-48-23,14-21 101,-30-11 112,-21-19-67,-57 24-84,-32 7-34,-33 25-17,9 30 6,37 23 0,7 6 0,9-10 0,2 34 0</inkml:trace>
</inkml:ink>
</file>

<file path=ppt/ink/ink4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3:50.44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140 0 28591,'-22'77'9,"1"-1"1,0-4-1,1-3-9,1-11 0,3-2 3,3-5 0,6 1-3,8 2 0,7-4 0,20 11 0,55-29-17,-3-24-151,15-12 168,-23-15 0,-33 6 0,-20-3 0</inkml:trace>
</inkml:ink>
</file>

<file path=ppt/ink/ink4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3:50.68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 0 28485,'0'82'19,"0"-1"1,0-14 0,-1 1-1,1-2-16,0 14 0,-1-3-3,0-1 0,1 0-26,3 1 1,5-8-663,17 0 688,0-12 0,0-35 0,-16-21 0</inkml:trace>
</inkml:ink>
</file>

<file path=ppt/ink/ink4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3:51.13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1 219 28378,'87'-11'15,"0"0"0,-20 2 0,-2 0-10,2-2 1,-7-1 0,-4-2-6,-8-13 0,-54 14 0,-43-12 17,-16 10 0,2 0-17,18-3 5,53 8 1,12-1 5,49 5-5,-21 4 5,23 26-6,-45 17 1,-9 30-62,-26 1 56,2-20 0,-2-24 0,9-21 0</inkml:trace>
</inkml:ink>
</file>

<file path=ppt/ink/ink4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3:51.81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303 305 27729,'18'-54'123,"1"-1"0,-7-1 0,-12 7-89,-43 10 72,-20 5-78,-1 16 23,4 42-18,34 37-30,14-9 0,6 5-3,6-4 0,5 1 5,6 19 1,1 0-6,-4-16 0,-2-2 5,-1 8 1,-7-2 6,-30 23-12,0-38-12,-7-51-10,26-44 11,7-5 11,23-28 0,10 34-11,20 6 5,8 37-5,-3 56 11,-12 6 19,-23 4 1,-7 7-1,-5-8 1,-3 0-20,2-1 0,0 1 0,-1 5 0,4-4-95,17 11 95,23 5 0,-20-41 0,6-14 0</inkml:trace>
</inkml:ink>
</file>

<file path=ppt/ink/ink4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3:52.37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0 236 28490,'5'-54'20,"-1"-1"0,10-36-9,19 75-6,5 3 7,2 7 16,15 20-17,-20 38 6,-10 28-6,-43 14-6,-3-26 1,-9-26-6,30-30 0,15-2-6,44 3 6,-7 1 6,36 23-6,-48 12 0,-19 26 0,-40-12-3,-12-23 0,-7-6-2645,-27 6 2648,5-17 0,27-13 0,29-18 0</inkml:trace>
</inkml:ink>
</file>

<file path=ppt/ink/ink4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3:52.57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39 1 28485,'-1'60'15,"-1"0"0,0-4 0,-1-4-15,-10 22-6,5-24 6,0 6 0,6-39 0,2-8 0</inkml:trace>
</inkml:ink>
</file>

<file path=ppt/ink/ink4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3:53.37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 0 28490,'5'100'17,"31"-9"6,22-52 5,-4 29-12,-38 21-16,-37-2-33,-3-28-51,-13-28 84,-4-39 0,21 6 0,-9-12 0</inkml:trace>
</inkml:ink>
</file>

<file path=ppt/ink/ink4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3:53.55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1 131 28093,'66'-35'-300,"0"0"0,4 2 1,-10 10-1,-25 20 1,3 2-1</inkml:trace>
</inkml:ink>
</file>

<file path=ppt/ink/ink4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3:53.76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57 1 28479,'-8'66'15,"-1"0"0,-1 3 0,0-10-1589,0-16 1574,3-11 0,5-22 0,5-15 0</inkml:trace>
</inkml:ink>
</file>

<file path=ppt/ink/ink4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3:54.21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0 341 28182,'22'-61'56,"1"-1"0,-3 6 0,5 6-50,36-4 0,5 23 10,0 5 12,-2 70 12,-37 40-24,-13-15 1,-5 5-9,-8-11 1,-6-1-6,-7 12 0,-5-5-3,-25 14 5,2-10-5,22-42 6,27-24-6,32 3 0,-4 2 0,23 16-370,-9-15 370,3-4 0,-21-6 0,-14-5 0</inkml:trace>
</inkml:ink>
</file>

<file path=ppt/ink/ink4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3:57.11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14 0 28194,'-4'69'46,"1"0"1,0 7 0,1-8-53,0-8 6,4 1 0,-2-44 0,2-12 0</inkml:trace>
</inkml:ink>
</file>

<file path=ppt/ink/ink4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3:57.37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28345,'0'69'11,"0"0"0,2-6 0,3-7-11,9-5 0,9-7-196,22 9 196,-6-25 0,-6-1 0,-14-24 0</inkml:trace>
</inkml:ink>
</file>

<file path=ppt/ink/ink4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3:57.53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13 1 28250,'-4'77'31,"0"0"1,0 8 0,7-8-626,28 6 594,4-11 0,1-41 0,-13-25 0</inkml:trace>
</inkml:ink>
</file>

<file path=ppt/ink/ink4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4:01.30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28177,'54'0'33,"0"0"1,39 4-23,-61 6 6,-2 9 39,0 31 11,-14 23-20,-8-19 1,-2 3-20,-4 40-14,-3-31 0,2 0-14,5-15 0,5-2 0,4 8 0,9-6 0,47 14 6,-2-38-3,-21-39 0,-2-14-9,16-37 6,-6-13-3,-36 25 0,-10 0 3,-29-21 6,-23-5-12,-24 31 6,5 39 0,22 31 0,21 68 8,21-28 1,5 6-1,5 24 1,1 1-6,0-15 0,0 0 8,1 10 0,-3-5-8,-7-31 0,-5-2-9,-5 2 0,-2-4-906,-2 7-2707,-3-39 3619,14-20 0,6-12 0</inkml:trace>
</inkml:ink>
</file>

<file path=ppt/ink/ink4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4:04.40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0 387 28434,'37'-60'-26,"0"0"0,0-2 0,-7 5-680,-10 2 706,-4 4 0,-7 20 0,-8 20 0</inkml:trace>
</inkml:ink>
</file>

<file path=ppt/ink/ink4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4:04.794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1 537 27589,'19'-63'35,"0"1"1,-1 2-1,1 4 4,11-11-27,10-20-5905,-17 32 5893,-1-5 0,-18 43 0,-4 8 0</inkml:trace>
</inkml:ink>
</file>

<file path=ppt/ink/ink4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4:05.76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22 0 27510,'5'65'4,"0"-1"0,0-3 0,-2-5-223,-10 15 219,-5 17 0,3-41 0,-2 3 0</inkml:trace>
</inkml:ink>
</file>

<file path=ppt/ink/ink4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4:06.061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8 0 27768,'2'78'-6,"0"-1"1,0-5-1,-1-4-442,-1 25 114,-3-35 1,0-3 0,1 6 0,-4 3 0</inkml:trace>
</inkml:ink>
</file>

<file path=ppt/ink/ink4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4:09.10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878 57 28418,'-60'-16'5,"0"1"1,8-1-1,7 6-5,10 13 17,7 0-6,3 4 34,-12 1-34,11-3 1,-17 4-12,10 0 11,-8 7 11,11-1-22,-15 15 0,23-13 0,-20 16 11,16-10-11,-8 7 12,11-5-7,-7 9-5,9 3 0,-4 14 0,6 8 6,3 3-6,6-14 0,-5 6 5,5-14-5,-1-4 0,5-4 6,2 5-6,2 2 0,1 19 0,1-13 0,6 10 6,8-6-1,13 12-5,-1-13-5,14 6 10,-2-15-10,13 9 10,4-10-5,-11-12 0,9-9 0,-9-12-5,12-2 5,-12-3 5,11-9-5,-7-4-5,12-11-7,4-9 7,-14 3 5,14-21 0,-15-2-6,0 0 6,-17 11 0,-4-2-5,0-10 10,11-36-5,-19 16 0,-4 13 0,0-16-5,-9 19 5,-5-23 5,-13 18-5,-16-29 0,-7 17 0,-5-10-117,16 19 117,10 20 0,11 25 0,2 8 0</inkml:trace>
</inkml:ink>
</file>

<file path=ppt/ink/ink4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4:10.437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646 47 27919,'-58'-14'31,"0"-1"0,-39-3-31,58 34 0,2 9 39,-16 18 6,16-6 39,-14 26-51,15-7-5,-8 22-28,17-19 45,4 16 17,7-15-29,-5 20-27,1 0 5,4-16-5,7 11 5,6-17 17,20 15-22,1-19 10,39 10-21,9-11 5,-22-20 0,2-1 5,3-2 1,1-2-3,1-2 0,-1-3-3,28 8 0,11-9-12,-25-15 12,1-1 6,15-20-34,-1-19 19,-29 6 1,1-3-1,-2-5 1,-4-2 3,20-25 16,-14-13-5,-24 5-12,-2-24 6,-11 16 3,-9 27 0,-6 0-15,-28-39 23,10 31 1,-5-2-12,-14-2 0,-3 4 0,8 10 0,-3 3 0,-13-5 0,-4 7 0,10 17 0,-2 4 2,-10 1 1,0 3 3,-26 2-40,-4 33 34,11 22 0,27-13 0,4 9 0</inkml:trace>
</inkml:ink>
</file>

<file path=ppt/ink/ink4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4:13.341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1 825 27494,'54'-47'37,"0"0"0,-3 4 1,-9 7-38,-17 14 28,5-2 5,-2 6 6,13-3 12,-6 6 10,30-16-38,3-7 38,16-12-21,-19 10 44,0 5 16,-15 16-49,19-7-51,-12 7 22,20-12 1,-18 6 77,12 1-88,-13 10 4,-15 14-10,10 12 0,1 0 5,21 3 11,-16-6 23,11-3-34,-19 6 0,12 4-11,5 1 0,-14-6 12,24-7-7,-6-4-5,16 0-5,-17 0 5,4 0-6,-15 0 23,17 0-17,-14 0-6,25-8 6,-12-6-11,16 0 22,-8 2-11,-24 9 6,16-1-12,-5-3 12,14-5-17,-24 3 27,-14 0-10,-31-4 22,-3-2-28,-24-7 11,-23 0-11,-5 6 0,-24-10 0,13-1 34,-12-5-1,11 5-21,12 9-12,22 15 5,18 7-5,35 11 0,-4-3 6,30 6-6,-10-7 0,11 1 0,-16-4 0,-10 0 0,-10 10 5,-12-1-5,-1 10 0,-15-1 0,-11-4 0,-19 14 6,-13 2-6,3-1 0,0 2 0,48-40 6,2-4-6,29-27 0,5-7 11,-17 13-11,-18 20 0,-19 17 0,-20 21 0,8-8 0,10-11 0,5-6 0</inkml:trace>
</inkml:ink>
</file>

<file path=ppt/ink/ink4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4:15.25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0 148 28373,'0'64'9,"0"0"0,1-5 1,3-9 74,5-12-73,-3-21-5,1-14-12,-12-26 6,0-37-6,0-18 6,4-20 6,1 21-280,0 12-186,22 40 460,10 11 0,-4 11 0,-1 9 0</inkml:trace>
</inkml:ink>
</file>

<file path=ppt/ink/ink4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4:15.531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176 507 28367,'-49'-73'26,"0"-1"0,5 8 1,12 4-27,31-16-6,23 13 0,-4 7 6,24 27 6,-22 38-68,-2 23 62,-11 22 0,-7-15 0,2-5 0</inkml:trace>
</inkml:ink>
</file>

<file path=ppt/ink/ink4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4:15.785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1 27998,'15'69'100,"0"0"1,4 15 0,1-3-104,-2-23 0,0-1-420,3 6 1,0-2 422,7 16 0,-12-40 0,-13-27 0</inkml:trace>
</inkml:ink>
</file>

<file path=ppt/ink/ink4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4:15.95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60 27628,'71'-10'-3277,"0"-1"0,-6 1 0,-9 0 2827,-12 0 1,-20 4 0,-10 3 0</inkml:trace>
</inkml:ink>
</file>

<file path=ppt/ink/ink4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4:16.211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0 153 27813,'29'50'154,"-1"1"0,25 27-132,-11-85 6,-14-11 17,9-32-11,-25-9-85,-3-12-313,-7 13 364,1 17 0,-2 22 0,2 10 0</inkml:trace>
</inkml:ink>
</file>

<file path=ppt/ink/ink4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4:16.49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89 27908,'8'55'102,"0"0"1,2 1 0,0-6 104,-1-11-196,1-14-11,-9-31 12,-2-23-1,-1-35-17,0-3 6,0-1-11,4 6-381,14 29-297,2 8 689,19 12 0,-19 11 0,0 2 0</inkml:trace>
</inkml:ink>
</file>

<file path=ppt/ink/ink4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4:16.75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5 312 28334,'-2'-62'14,"0"-1"1,6-2 0,10 9-9,27 17 11,14 12 0,-15 41 16,1 52-27,-19-5-18,-5-12 1,4-1 11,18 4 0,-14-10 0,2-27 0</inkml:trace>
</inkml:ink>
</file>

<file path=ppt/ink/ink4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4:17.439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0 27146,'34'68'-171,"0"-1"0,2 1 1,-4-11-1,-6-26 0,-1-1 1</inkml:trace>
</inkml:ink>
</file>

<file path=ppt/ink/ink4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4:14:17.687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1 23274,'0'0'0</inkml:trace>
</inkml:ink>
</file>

<file path=ppt/ink/ink4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15.417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551 0 28311,'-56'52'31,"0"-1"1,-1 1 0,7-4-15,12-3 0,-8 16-11,12-11 10,-3 20 29,4 2-34,15-25 1,0 4-10,0 5 1,1 0-3,-5 35 3,12-34 0,0 1 2,-2 36 6,7-34 1,1 1-12,-3 32 0,6-38 0,0 0 5,1 35-2,0-35 0,0 1 2,2 2 1,1-3-6,4 29 3,1-32 0,2-1-3,11 33 2,-7-30 1,-1 0-3,9 30 6,-8-33 0,2 0-1,14 30-2,-9-31 0,2 1-3,3-3 0,0-3-6,18 22 12,12-1-6,-8-25 5,1 0-5,11-4 0,-12-10-5,14-2 5,-11-9 5,-13-8-5,-6-7 0,-11-1 0,4-14 0,-11 1 0,-6-28 0,-17 11 0,-16-24 0,-10 8 6,-13-9-6,5 8-6,9 13 6,23 26 0,15 14 0,20 22 0,4 2 0,21 19 0,-3 3 0,3 7 0,-20-16 0,-17 4 6,-18-7-6,-11 13 0,-1-11 0,-12 1-6,9-15-1114,-5 2 1120,0-17 0,12-4 0,1-14 0</inkml:trace>
</inkml:ink>
</file>

<file path=ppt/ink/ink4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16.25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0 27622,'1'54'76,"0"0"0,8 41-60,18-50-16,5-4-50,21-2-504,0-17-141,3-12 695,-2-40 0,-33 15 0,-1-14 0</inkml:trace>
</inkml:ink>
</file>

<file path=ppt/ink/ink4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16.506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103 0 27947,'9'72'82,"0"0"0,0-3 1,1-4-67,16 23 9,-12-26 1,-2 4-4,-4-4 1,-1 1-15,0 7 0,-3-4 4,-14 20-18,-16-35-156,-14-40-74,-1-21 236,-14-73 0,36 49 0,-8-41 0</inkml:trace>
</inkml:ink>
</file>

<file path=ppt/ink/ink4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16.826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12 149 27953,'32'47'9,"-1"-1"0,6-1 1,0-19 18,14-58-11,-8 1 55,-20-42 1,-40 11-22,-24-3-46,-25 27-5,6 27-145,1 43-735,37 11 880,28 8 0,-1-20 0,20-18 0</inkml:trace>
</inkml:ink>
</file>

<file path=ppt/ink/ink4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17.106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6 37 27673,'-1'61'128,"0"-1"1,-2-4 0,5-5-101,34 16 101,26-31 11,31-43-56,-16-25-37,-45-11 1,-9-7-25,-9-29-23,-9-7-213,-7 34 213,-14 35 0,11 15 0,-7 11 0</inkml:trace>
</inkml:ink>
</file>

<file path=ppt/ink/ink4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18.361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60 0 28160,'-16'54'98,"-1"0"0,-10 39-64,27-59-1,0 2-16,0 16-17,15 0 0,12 9 6,18-18-1,9-18-5,-10-13 0,6-25 0,-16-18 0,-3-2 23,-13-6-23,-13 45 0,-3 5-12,-2 25 7,9-5 10,19-15 1,12-16-6,3-19 0,-3-34 0,-24-7-6,-3 1 29,-45-10-23,10 45 0,-41-2-6,30 64-5,3-2-157,22 51 168,70-21 0,-42-14 0,41-20 0</inkml:trace>
</inkml:ink>
</file>

<file path=ppt/ink/ink4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18.614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48 28177,'4'63'7,"1"1"1,1-8-1,5-8-7,20-15 6,24-16 22,-2-25-6,-4-9-16,-16-36-387,-21-14 381,5-19 0,-10 30 0,2 14 0</inkml:trace>
</inkml:ink>
</file>

<file path=ppt/ink/ink4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18.894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0 28132,'24'69'63,"0"-1"1,0 1-1,-4-1-49,-8-14 0,-2 0-14,0 3 0,0 2 0,1 19 0,-1-2 0,-3-21 0,1-1-1019,5 24 0,2-8 1019,5-24 0,-2 5 0,-7-51 0</inkml:trace>
</inkml:ink>
</file>

<file path=ppt/ink/ink4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19.267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178 702 27762,'-17'-56'249,"1"0"1,-9-26-189,-17 68-55,11 57 0,3 3-1,14 6 1,10 3-12,26 24 1,22-8 16,21-55-6,-10-43 29,-31-17 0,-8-10-12,-7-7 0,-7-4-22,-4-19 0,-5 0 0,1 17 0,-3 3-34,-7-6 1,-4 5 33,-18-13 0,14 19 0,1 25 0</inkml:trace>
</inkml:ink>
</file>

<file path=ppt/ink/ink4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19.801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296 337 28194,'-66'-2'37,"0"0"0,5 2 1,11 10-22,15 45-27,17 20 17,23 17-6,17-23 5,34-24-5,-6-48 6,1-39 11,-24-9 2,-18 0 1,-7-5-3,-5 5 0,-5-1-17,1-13 0,-2 0-6,-3 5 0,0 4 6,-6-20 0,8 36 0,8 30 0</inkml:trace>
</inkml:ink>
</file>

<file path=ppt/ink/ink4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20.081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0 325 27751,'76'12'48,"0"1"1,-15-2 0,-6-13 1,-10-32 1,-11-13 161,-4-38-72,-25-13-39,-45 34-95,-8 33-1,-21 73 1,39 27-73,2 17 67,56-28 0,8-7 0,-19-13 0,52 10 0</inkml:trace>
</inkml:ink>
</file>

<file path=ppt/ink/ink4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20.86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15 1 28356,'-3'90'28,"1"-1"0,1-3 0,-1-6-11,-3 19-17,4-33 0,5 1 0,12-11 0,7-2-6,3 5 1,7-7 2,12-19 0,3-10-3,28 2-156,-3-40-656,-45-21 79,-6-6 739,-62 1 0,-13 2 0,25 13 0,-19 3 0,0 0 0</inkml:trace>
</inkml:ink>
</file>

<file path=ppt/ink/ink4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20.974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0 140 27326,'86'-23'-1639,"0"0"1,-5 0-1,-12 0 1,-22-3 0,-14 5-1</inkml:trace>
</inkml:ink>
</file>

<file path=ppt/ink/ink4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23.00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0 28182,'3'92'60,"0"-1"0,2-4 0,1-6-49,0-30 0,1 0 25,4 16 1,0 1-9,-3-11 0,-1-2-17,2-2 0,-2-5 23,1 10-29,-1-48-5,10-39 0,0-2 6,14-36-17,-9 39 16,4 22-5,-9 28 0,3 39-5,-9-21-46,11 10-178,-5-35-1199,9-30 1428,-12-4 0,-1-11 0,-12 17 0</inkml:trace>
</inkml:ink>
</file>

<file path=ppt/ink/ink4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23.189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4 0 28328,'-1'63'22,"0"-1"1,-1 30-1888,2-47 1865,0-38 0,0 3 0,0-16 0</inkml:trace>
</inkml:ink>
</file>

<file path=ppt/ink/ink4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23.326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1 27411,'0'0'0</inkml:trace>
</inkml:ink>
</file>

<file path=ppt/ink/ink4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23.68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222 1 28350,'-56'21'13,"0"0"0,7 5 1,14 7-14,41 45 0,23 12 28,-2-36 22,-1 3-22,-32-22-2565,-25-18 2537,-3-21 0,4 1 0,17-10 0</inkml:trace>
</inkml:ink>
</file>

<file path=ppt/ink/ink4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24.149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120 1 28306,'-44'55'14,"0"0"1,19 1 0,19-5-3,66-4-7,7-4 23,-5 0 6,-65-2-34,-32 8-420,-10-10-454,10-22 874,38-23 0,7-3 0,8-3 0</inkml:trace>
</inkml:ink>
</file>

<file path=ppt/ink/ink4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24.416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272 408 28479,'-63'-29'18,"-1"1"1,3-9 0,13-3-19,27-12-11,6-39 11,44 28-11,5 8-34,8 43 11,-17 30-184,-23 38 218,-8-8 0,-2-9 0,4-18 0</inkml:trace>
</inkml:ink>
</file>

<file path=ppt/ink/ink4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24.629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0 28171,'0'71'15,"0"0"0,1 4 0,2-9-945,3-17 930,22 0 0,-18-34 0,12-11 0</inkml:trace>
</inkml:ink>
</file>

<file path=ppt/ink/ink4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24.856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25 28177,'56'-10'5,"1"1"1,32 3 0,-77 49 5,-31 12-218,-12 4 207,-8-21 0,12-19 0,17-18 0</inkml:trace>
</inkml:ink>
</file>

<file path=ppt/ink/ink4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25.24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213 1 28468,'-58'33'30,"0"0"0,6 7 0,13 4-25,34 25-5,16-9 11,31-26-11,13-39 12,5-11-12,-16 4-6,-22 13-16,-12 19-337,11 12 359,7-14 0,-6-2 0,-2-15 0</inkml:trace>
</inkml:ink>
</file>

<file path=ppt/ink/ink4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25.55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44 28098,'7'98'107,"-2"-16"44,-3-52-5,-2-2-146,-2-23 0,2-10 0,-1-26 0,1-9-6,0-1 6,1-13 0,3 18-73,4-4-414,33 19 487,7 11 0,-4 1 0,-11 9 0</inkml:trace>
</inkml:ink>
</file>

<file path=ppt/ink/ink4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46.999"/>
    </inkml:context>
    <inkml:brush xml:id="br0">
      <inkml:brushProperty name="width" value="0.035" units="cm"/>
      <inkml:brushProperty name="height" value="0.035" units="cm"/>
      <inkml:brushProperty name="color" value="#FF8AD8"/>
    </inkml:brush>
  </inkml:definitions>
  <inkml:trace contextRef="#ctx0" brushRef="#br0">1 0 24575,'0'0'0</inkml:trace>
</inkml:ink>
</file>

<file path=ppt/ink/ink4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47.371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238 105 24945,'0'-26'1781,"0"0"-1299,-11 0-213,-14 10-191,-3 7 40,-17 8 67,22 1-129,-19 17-56,24-2 5,-11 33 68,20 6-73,2 15 0,31-4-6,1-22-33,39-20 11,-5-36 28,-4-9 0,-4-35 431,-32 8-431,-3 18 6,-16 46-17,-1 21-236,0 25-710,10-35 957,11-4 0,-7-17 0,5-5 0</inkml:trace>
</inkml:ink>
</file>

<file path=ppt/ink/ink4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47.625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8 0 28406,'-2'88'11,"0"0"0,-1-7 1,2-3-7,4-14 1,2-4-26,4-4 1,1-2-43,0-2 1,0-4 61,16 14 0,-17-45 0,-2-10 0</inkml:trace>
</inkml:ink>
</file>

<file path=ppt/ink/ink4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47.75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79 27051,'78'-21'-266,"0"0"1,-17 3 0,-12 5-1,-23 7 1</inkml:trace>
</inkml:ink>
</file>

<file path=ppt/ink/ink4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48.05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132 333 28490,'-38'-72'4,"-1"1"0,5 14 0,14 6-16,39-11-10,-1 43 0,-1 20-12,-11 16 34,-10 27 0,3-25 0,-4 3 0</inkml:trace>
</inkml:ink>
</file>

<file path=ppt/ink/ink4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48.31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14 1 27902,'-4'71'15,"0"0"0,1-4 0,0-7-155,3 9 140,19-14 0,1-3 0,-10-5 0,29 22 0</inkml:trace>
</inkml:ink>
</file>

<file path=ppt/ink/ink4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48.81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1 28222,'5'66'11,"-1"0"0,1-5 0,4-11-11,14-15 39,21-11-22,-8-11-11,10-13 44,-6-51 29,-18 5-63,2-19-16,-19 36 6,-3 35 16,3 38-22,-3 1 6,2 40-6,-23-23 0,-10 3-17,-5-25-4108,-7-30 4125,26-18 0,-1-5 0,14 3 0</inkml:trace>
</inkml:ink>
</file>

<file path=ppt/ink/ink4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49.559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43 36 28199,'-12'67'37,"1"1"1,-1-7-1,5-7-26,8-5 12,31-7 10,21-19-21,12-20-35,17-55 34,-46-30-3,-21 28 1,-12 0-9,-22 7 0,-9 6 0,-27-11-67,-35 32-482,49 50 549,21 7 0,18 1 0,19-10 0</inkml:trace>
</inkml:ink>
</file>

<file path=ppt/ink/ink4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8:49.865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0 267 28412,'9'-64'0,"0"0"0,7-32-134,29 66 134,0 22 0,-10 4 0,-7 4 0</inkml:trace>
</inkml:ink>
</file>

<file path=ppt/ink/ink4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9:16.289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193 0 27942,'-53'53'123,"0"-1"0,4 4 0,13-2-84,34 7-27,7 14-18,20-12 12,3-24 10,29-22-16,-6-48 0,5-21-5,-17-11 5,-17-18 61,-15 32-21,-10-6-40,-3 37 5,0 18 6,4 50-11,11-6 0,13 33-5,11-27-40,6-2-39,-5-21 84,16-25 0,-33-3 0,12-8 0</inkml:trace>
</inkml:ink>
</file>

<file path=ppt/ink/ink4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9:16.58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1 28474,'5'67'8,"-1"-1"0,1 1 1,2 28-1,0-5-47,1-19 0,0-6-140,5 26 179,-1-34 0,-7-41 0,-1-9 0</inkml:trace>
</inkml:ink>
</file>

<file path=ppt/ink/ink4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9:16.72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92 27958,'66'-25'-576,"0"0"1,21-14 0,-55 36 0</inkml:trace>
</inkml:ink>
</file>

<file path=ppt/ink/ink4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9:17.18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0 28418,'1'62'28,"0"0"0,0 8 0,0-2-23,7 20-5,5-4 11,27-12-5,19-41-40,22-5-162,4-36-117,-26-4 313,-27-32 0,-24 29 0,-12-8 0</inkml:trace>
</inkml:ink>
</file>

<file path=ppt/ink/ink4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9:17.356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89 27695,'79'-11'-96,"-1"0"1,-6-3 0,-8 0 0,-8-6 0,-20 1 0</inkml:trace>
</inkml:ink>
</file>

<file path=ppt/ink/ink4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9:17.769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0 28350,'14'71'28,"-1"-1"0,0-4 0,0-6-11,8 0 50,5 16-11,-7-14-11,-3-6-22,-10-17-23,-4-25 0,1-13 0,7-17 0,7-14 0,20-25 0,4 12 0,12 4 0,-9 47 0,-15 17-17,-4 34-106,-1-16-745,29-1 868,19-11 0,-20-20 0,-6 0 0</inkml:trace>
</inkml:ink>
</file>

<file path=ppt/ink/ink4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9:18.00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163 469 28513,'-44'-65'22,"-1"0"0,6 4 1,11 6-23,22 3 0,6 1 0,19-7 0,7 26 6,8 3-6,0 53-12,-23 16 12,-1 10 0,-10-13 0,0-25 0</inkml:trace>
</inkml:ink>
</file>

<file path=ppt/ink/ink4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9:18.66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325 2 28166,'-61'-1'65,"1"1"0,4 0 1,11 6-55,18 15 0,9 7 11,10 25-16,25 9-6,5 4 5,7-24 1,3-2 5,15 15-11,-5-2 0,-44-4 0,-23-28 0,-44 10-291,8-22-129,5-18-3957,31-8 4377,29-17 0,5 17 0,2 6 0</inkml:trace>
</inkml:ink>
</file>

<file path=ppt/ink/ink4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9:19.58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198 95 28378,'-53'25'18,"0"0"1,4 11 0,13 5-13,29 38 5,24-1-5,15-33-6,9-42 0,11-49 11,-20-21 11,-6-1 51,-14 5-73,-12 54 0,0 12-5,0 30 5,0 17 5,2-17-5,14 2 0,2-50 0,8-8 0,-2-27 0,4-16 6,3 2-12,-2 5 1,3 16-1,-4 35 6,-7 13 11,9 38-11,-20-2 0,5 33 6,-9-27-1,4-23 1,-3-24-6,7-37 0,5-14 6,-2 15-6,9-6 5,-3 30-5,7 19 6,-1 18-12,-4 9 12,4-6-1,-7-24-5,10-13-5,8-24 5,-12 14 0,11 9 0,-26 23 0,6 26 0,-9 3-45,2-6-616,2-11 661,20-17 0,-20-5 0,14-1 0</inkml:trace>
</inkml:ink>
</file>

<file path=ppt/ink/ink4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9:19.88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63 412 28518,'-18'-62'5,"1"0"1,0 4 0,7 5-6,21-1 0,20-8 0,15 26 0,7 12 0,-17 56 6,-17 5-6,-33 34 0,-4-31 0,-3-6 0,7-21 0</inkml:trace>
</inkml:ink>
</file>

<file path=ppt/ink/ink4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9:23.771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62 1 28294,'-2'70'52,"-1"-1"1,-5 13-1,-2-6-41,-9-1-5,6-18 0,6-1-1,18 8 1,9-8-1,34-19-16,3-28-280,8-1-179,-18-19 470,-22 0 0,-16-2 0,-9 4 0</inkml:trace>
</inkml:ink>
</file>

<file path=ppt/ink/ink4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9:23.95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83 27370,'86'-14'-138,"0"1"0,9-3 0,-12 1 0,-25 4 0,6-3 0</inkml:trace>
</inkml:ink>
</file>

<file path=ppt/ink/ink4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9:24.13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0 28177,'0'59'52,"0"0"0,0-6 1,0-3-37,0 22-16,0-14 0,0-9 0,0-24 0</inkml:trace>
</inkml:ink>
</file>

<file path=ppt/ink/ink4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9:24.43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1 27141,'0'0'0</inkml:trace>
</inkml:ink>
</file>

<file path=ppt/ink/ink4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9:25.17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1 578 27824,'5'-59'130,"0"-1"1,0 6 0,-1 2-58,5-46-56,-4 38-12,-1 6 1,1 4-6,2 13-6,4-3 29,2 26-1,2 19 6,3 29-11,2 44-12,-6-14 23,-1 18 62,-8-55-90,-1-13 0,3-26 6,0-19-1,13-25 1,1 0-1,2 5 1,1 17 11,-9 36 5,0 35-22,-7 7 11,-2 42 12,-6-29-18,2-3-5,7-40 0,3-25 0,11-22 0,13-24 0,-12 15 0,10-5 0,-20 34-5,3 26-57,-6 3-615,48 15 677,4-19 0,-1-3 0,-17-9 0</inkml:trace>
</inkml:ink>
</file>

<file path=ppt/ink/ink4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09:25.425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316 475 28535,'-64'-17'22,"0"1"1,-1-12-1,12-10-22,17-53 0,7-3-3,25 38 1,9 4-4,26 5-16,14 11-12,1 58 1,-15 1-1451,-20 16 1484,0-26 0,-8-6 0,6-7 0</inkml:trace>
</inkml:ink>
</file>

<file path=ppt/ink/ink4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0:55.09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25 1 28423,'0'80'45,"0"1"0,0-18 0,0 0-37,0 8 0,0-1-11,0-19 1,0-2-35,0 10 1,0-2-98,0 17 134,-11-15 0,8-41 0,-8-1 0</inkml:trace>
</inkml:ink>
</file>

<file path=ppt/ink/ink4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0:55.47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1 363 27790,'58'-50'117,"1"0"1,-1 1 0,12-12 0,3 9-85,-10 22 1,6 6 0,-1 6-408,26 1 1,3 8 380,-13 6 1,5 4-1,-4 4-7,-15 1 0,-3 4 0,1 7 5,12 11 1,1 10 0,-12 7 22,-5 25 0,-15 11-15,-17-14 0,-6 5 0,-15 1 0,-25 2 0,-16 0 1,-6-5-13,2-11 1,-4-5 0,-9-5 0,-25 4 0,-13-6 0,1-10 0,-10-9 1,0-9-5,22-5 0,-1-2 1,5-5-11,-3-7 1,8-9 95,-26-35-84,95-32 0,-17 28 0,42-7 0</inkml:trace>
</inkml:ink>
</file>

<file path=ppt/ink/ink4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0:55.7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28485,'0'73'7,"0"-1"1,1 5-1,3-6-7,8-3 0,-5-13 0,4-27 0</inkml:trace>
</inkml:ink>
</file>

<file path=ppt/ink/ink4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0:56.05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12 111 28362,'69'-1'16,"1"-1"1,28-10 56,-109-47-62,-43 24-16,-14 33-169,-2 44 174,44 15 0,7-9 0,19-11 0</inkml:trace>
</inkml:ink>
</file>

<file path=ppt/ink/ink4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0:57.19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442 196 28362,'-49'-55'52,"0"1"0,-2 2 0,1 17-40,-12 43-12,3 17 0,22 13 0,6 11 2,11 6 1,8 6-6,-4 13 1,11 1 2,19-8 0,10-5 0,22 16 0,1-54 0,4-16 0,26-50 5,-35 9 1,-4-6 5,10-45 3,-34 32 0,-5 3 3,-6 1-17,-11 9 0,3 49 0,-7 23-6,8 41-16,20-14 16,17-4 6,7-32-5,12-54 5,-14-31 2,-15 14 1,1-4 0,1-4 0,1 2-9,18-25 6,15 17-11,-15 47 17,4 43-1,-16 12-5,-19 6 0,-4 5-5,-1 24 72,-2 2-67,-6-52 0,0-30 0,0-37 0,11-28 0,0 15 0,22-30 0,0 33 0,0 9-6,15 26 6,-25 32 0,19 34 0,-21 23 6,-2 13-6,-9-20 0,-6-15 0,2-52 0,-2-6 0,5-33 0,1-25 0,-1 17-6,11-27 6,4 34 0,14 6-5,10 19 5,7 37-6,-12 3 6,-2 47 6,-26 2-6,-3 14 0,-10-22 0,-2-20 0,0-30 0,0-7 0</inkml:trace>
</inkml:ink>
</file>

<file path=ppt/ink/ink4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0:57.52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541 523 28580,'-85'-8'20,"0"-1"1,6 1 0,9-7-16,24-11 1,7-7-6,5-4 0,4-3 0,-21-42-3,34 28 0,13 1-14,39-20-5,19 10 5,26 42 0,-18 35 6,-24 43 6,-31-1 5,-15 8 0,2-30 0,-5-16 0</inkml:trace>
</inkml:ink>
</file>

<file path=ppt/ink/ink4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0:57.79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 0 28586,'-3'71'3,"0"-1"1,0 14 0,4-2-2,6-21 1,3-1-3,-2 13 0,1-3-14,2-17 0,0-5-540,2 27 554,-22-35 0,8-20 0,-12-5 0</inkml:trace>
</inkml:ink>
</file>

<file path=ppt/ink/ink4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0:57.93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1 105 28440,'79'-17'-29,"0"0"0,0 0 0,-17 4 1,-4 1-1,5-2 0,0 0 0</inkml:trace>
</inkml:ink>
</file>

<file path=ppt/ink/ink4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0:58.24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268 455 28614,'-68'-21'11,"0"0"0,10-5 0,12-8-5,22-53-6,21 9 0,37-8-17,21 37 6,8 9-12,6 27 23,-44 44 0,-18 12 0,-31 12 0,3-21 0,-1-15 0</inkml:trace>
</inkml:ink>
</file>

<file path=ppt/ink/ink4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0:58.58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54 239 28440,'-3'60'89,"0"0"1,0 38-56,-7-69-34,-3-40 0,3-3 0,-1-69 0,26-4 0,0-1-11,29-2-6,-8 43 17,1 6 0,-16 21 0,-13 16 0</inkml:trace>
</inkml:ink>
</file>

<file path=ppt/ink/ink4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0:59.58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131 368 28569,'-37'71'5,"1"0"1,1-5 0,12-2-6,39 33 0,39-21 2,-10-39 1,5-9-3,48-15 0,-33-34 0,-6-15 0,-23-7 0,-8-7 0,5-14 0,-10-1 6,-21-34-4,-20 50 1,-10 8-8,-36 10 5,-4 25-6,27 51 1,30 6-1,60 18-5,32-44-1,-21-28 1,3-12 5,2-17 1,-5-8-1,-12-2 1,-7-5 5,-2-19 0,-10-2 3,-16 18 0,-5 1-3,2-4 0,-4 3-6,-10-10 12,-14 60 5,4 35 3,2 23 0,4 12 0,3 14 0,4 3-262,2 3 0,4 3 248,3-12 0,3 4 0,2-4-3,10 14 0,3-2-12,-7-22 0,1 2 1,-1-5-31,3 5 0,-8-5 45,-18-10 0,-4-10 0,-1-15 0,-24-5 0</inkml:trace>
</inkml:ink>
</file>

<file path=ppt/ink/ink4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0:59.69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0 153 28255,'71'-26'-1333,"-1"0"0,1 1 0,-4 1 0,-8 3 0,19-10 0</inkml:trace>
</inkml:ink>
</file>

<file path=ppt/ink/ink4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1:00.31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21 1 28345,'-5'83'43,"0"1"0,1-20 0,2-2-41,-1 6 1,1-4-70,2 13 67,2-11 0,-2-34 0,2-26 0</inkml:trace>
</inkml:ink>
</file>

<file path=ppt/ink/ink4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1:00.82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1 276 28306,'71'-63'1,"1"0"1,-4 4 0,-1 13 9,20 24-5,-1 6 11,-33 10 0,-3 7 61,24 36-11,-15 32-44,-58 17-7,-28-24 1,-14-3-3,-5-14 0,-5-5 0,-6 3 0,3-5-14,4 3 0,49-36-5,63-16 2,0 2 0,3 1 3,-14 2 0,2 4-3,32 7 0,-3 12 0,-31 7 1,-9 7 2,-2 11 0,-13 4 0,-29 37 2,-43-35 1,-18-9 0,-8-12 0,-6-7-6,-13 2 0,0-6-53,16-13 0,7-8-207,-11-19 263,46-32 0,27 28 0,3-6 0</inkml:trace>
</inkml:ink>
</file>

<file path=ppt/ink/ink4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1:01.06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28586,'10'70'3,"-1"0"1,0-6 0,-3-6-4,-5-4 0,-1-6-6,0-7 6,0-9 0,0-16 0,0-6 0</inkml:trace>
</inkml:ink>
</file>

<file path=ppt/ink/ink4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1:01.38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1 163 28334,'71'2'65,"1"-1"0,-12-2 1,-17-12-10,-43-61-51,-43 25-5,-7 21-28,-19 42-263,40 35 291,33 24 0,1-19 0,26-12 0</inkml:trace>
</inkml:ink>
</file>

<file path=ppt/ink/ink4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1:01.74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0 627 28395,'2'-65'46,"-1"0"1,3 3 0,1 5-24,8-14-12,-2 22 0,3-1-11,17-35 0,9 4-11,-2 39 0,13 53 11,-8 56-3,-21-13 0,-4 5-3,-4 12 1,-4 0-4,-5-14 1,-3-2-171,-5 44 179,2-62 0,-2-6 0,3-26 0</inkml:trace>
</inkml:ink>
</file>

<file path=ppt/ink/ink4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1:02.16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429 170 28513,'-36'-47'15,"-1"0"0,4 4 0,-1 12-15,-20 29 5,7 18 0,5 9 1,1 10-3,12 9 0,6 8-3,-2 14 0,6 1-3,11-12 0,10-3 0,15 0 1,13-11-4,48-17 11,-26-31 1,-1-12-3,-2-16 0,-5-7-3,-11-1 0,-6-4 8,-7-6 1,-6 4-4,-6 4-5,-5 22 0,-3 35 0,0 28-140,13 13 140,18-15 0,-11-4 0,8-23 0</inkml:trace>
</inkml:ink>
</file>

<file path=ppt/ink/ink4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1:02.52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22 216 28350,'17'60'35,"1"0"1,-2-4 0,-2-8 9,-2-10 44,-4-6-44,-5-6-45,-8-13 6,-1-5-6,-14-36 5,-1-25-5,-2-10 0,2-34 0,12 20-5,4-12-12,26 20 6,0 26-113,40 16 124,31 21 0,-38 1 0,15 8 0</inkml:trace>
</inkml:ink>
</file>

<file path=ppt/ink/ink4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1:03.04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473 0 28395,'-2'70'20,"0"-1"1,12 2 0,13-14-10,50-23 0,17-17 34,-14-52-28,-32-7 56,-19-31-73,-15 71 0,-1 9 0,1 62 2,-4-12 1,-3 4 8,1 4 1,-4 1-7,-3 0 1,-7-1-4,-9 6 1,-9-6-3,-5-22 0,-6-4 0,-9 4 0,-2-5 0,-31 8-3,28-31 1,-4-5-74,-2-4 1,-2-7 75,-13-10 0,1-2 0,-23 4 0,28-19 0</inkml:trace>
</inkml:ink>
</file>

<file path=ppt/ink/ink4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1:03.66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28429,'1'73'28,"0"-1"0,-1-2 0,2-4-23,5 24-886,3-3 887,8-8 279,4 0-453,-8-33 45,3-20 123,-13-62 0,-1 14 0,-3-18 0</inkml:trace>
</inkml:ink>
</file>

<file path=ppt/ink/ink4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1:03.87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77 28272,'86'-10'9,"1"0"0,-2 0 1,-2 0-5,-19 4 1,-2 1-865,2-1 0,-1 1 842,-5 0 0,-2 0-8,-2 2 0,-5 1 25,6 2 0,-15 1 0,-37 2 0</inkml:trace>
</inkml:ink>
</file>

<file path=ppt/ink/ink4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1:04.31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34 337 28261,'6'60'113,"0"1"1,1 0 0,-1-14-108,-5-36-6,-4-14 0,-12-33 6,-5-37-6,10 15 0,2 7 0,4-2 0,10-28-23,22-12 12,-2 30-56,29 16-135,-6 32 202,48 11 0,-52 5 0,18 8 0</inkml:trace>
</inkml:ink>
</file>

<file path=ppt/ink/ink4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1:04.66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246 397 28580,'-57'-34'7,"1"0"1,4 3-1,11 0-1,23-10 0,4-18-6,6 4-6,35-4-11,20 24 12,11 17-1,6 32 6,-40 16 6,-12 17-6,-23-7-846,-10-8 846,19-20 0,-5-5 0,16-5 0</inkml:trace>
</inkml:ink>
</file>

<file path=ppt/ink/ink4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1:05.02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320 591 28586,'-62'-15'16,"-1"0"1,7 1 0,9-6-11,8-40-6,17 9 0,8 2 0,4-3 0,4-33-6,14 35 0,9 1-33,37-25 17,10 35 5,7 22 6,-30 49 16,-22-9 1,-39 35-6,-19-26 0,-1-6 0,12-13 0</inkml:trace>
</inkml:ink>
</file>

<file path=ppt/ink/ink4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1:05.46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29 14 28384,'-14'58'17,"0"0"0,21 27-12,48-63 6,5-31 12,2-28 16,-41-16 17,-20-9-45,-24 20-11,-38 15-448,6 21-4333,10 17 4781,30-4 0,17 7 0,9-11 0</inkml:trace>
</inkml:ink>
</file>

<file path=ppt/ink/ink4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1:05.78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0 113 28490,'60'-1'32,"0"0"0,-5-5 0,-12-8 1,-25-20-22,-46-9-16,-5 29-107,-48 30 112,39 22 0,3-4 0,30-3 0</inkml:trace>
</inkml:ink>
</file>

<file path=ppt/ink/ink4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1.5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715 59 28406,'-68'-18'9,"1"0"1,4 1-1,7 11-9,3 33 0,3 5 0,-17 26 12,1 16 4,25-18 1,2 2-3,10-10 0,3 4-9,-2 24 1,5 7-3,11-6 0,4 4-370,0-13 0,1 4 1,3-3 366,4 14 0,8-3-5,11 7 1,12-10 4,8-31 0,8-9-3,13 3 0,5-10 0,0-15 1,0-9 2,33-20-3,-51-9 0,-6-9 14,8-41-11,-26 24 0,-4 0 0,2-29 1081,-14-4-1086,-7 33 33,-23-2-23,-22 24-5,-12 14-5,-29 11 5,26 8-140,5 0 140,18 13 0,27-12 0,3 6 0</inkml:trace>
</inkml:ink>
</file>

<file path=ppt/ink/ink4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1.9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 0 27953,'1'65'56,"0"-1"0,0-2 0,-1-4-28,0 13-28,0 19 0,0-32-241,0 12 241,-6-66 0,4 9 0,-4-29 0</inkml:trace>
</inkml:ink>
</file>

<file path=ppt/ink/ink4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2.2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1 116 28014,'60'29'69,"0"1"0,-2-8 1,-11-19 64,-29-52-78,-2-1-11,-39-4-23,-12 29-50,-22 3-437,4 57 465,17 20 0,15-3 0,15-8 0</inkml:trace>
</inkml:ink>
</file>

<file path=ppt/ink/ink4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2.7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28294,'0'78'11,"0"-1"0,1-5 1,3-4-12,3-14 0,4-3 0,20 42-6,-11-46 1,3-3 122,20 4-100,-7-45-6,-10-24 12,-3-47-23,-6-14 0,-3-1-17,1-14-521,-6 53 538,10-4 0,-12 35 0,4 5 0</inkml:trace>
</inkml:ink>
</file>

<file path=ppt/ink/ink4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3.0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68 514 28451,'-19'-60'28,"0"0"0,2-10 0,5 5-17,12 0-5,11-32-12,9 46 1,12 8-6,1 41 11,-13 19 0,-9 27-140,-16-14 140,12 9 0,-10-26 0,11-2 0</inkml:trace>
</inkml:ink>
</file>

<file path=ppt/ink/ink4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3.3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0 414 28401,'2'-75'7,"-1"1"1,1 5-1,5 9-7,21 9 11,-1 9-11,0 14 6,-5 13 0,11 46-6,-10 31 0,2 14 2,-18-24 1,-3-1-53,-2 16-236,3 3 286,0-32 0,0-18 0,-1-16 0</inkml:trace>
</inkml:ink>
</file>

<file path=ppt/ink/ink4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4.1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87 0 28121,'-7'88'106,"0"0"0,2-18 1,-3 0-96,-8 25 0,-2 1 3,9-21 0,2-1-14,0 12 0,5-2 6,6-22 0,8-6-1,11-5 1,7-7-6,38 0-45,11-8-129,-20-23-50,-26-25 224,-27-13 0,-7 6 0,-4-3 0</inkml:trace>
</inkml:ink>
</file>

<file path=ppt/ink/ink4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4.3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19 27757,'82'-1'13,"1"-1"0,-9 0 0,-7 1-265,1 1 252,3-6 0,-32 5 0,-1-5 0</inkml:trace>
</inkml:ink>
</file>

<file path=ppt/ink/ink4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4.8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 0 28182,'0'75'60,"0"-1"0,0-4 0,0 0-52,0-1 0,0 1 12,0 1 0,0 0-9,0-2 0,0 0 3,-1-3 0,0-7 20,-1-5 50,0-8-73,1-43-6,1-24-5,14-46 0,15-17 0,5-3-3,-8 42 1,2 4 7,3 5-5,22 3 0,-20 53 0,7 30 0,-20 16-3,-12-17 1,-3 2 2,-3 28-123,6 8-40,1-31 163,49-21 0,-37-26 0,29-5 0</inkml:trace>
</inkml:ink>
</file>

<file path=ppt/ink/ink4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5.0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16 390 28468,'-6'-66'2,"0"0"0,3 5 0,7 8-2,17 12 0,12 6 0,2 3 0,13 10 11,-16 9-17,5 44-5,-26 0-39,-30 50 50,-9-32 0,-3-6 0,9-25 0</inkml:trace>
</inkml:ink>
</file>

<file path=ppt/ink/ink4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5.5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0 220 27970,'0'65'74,"0"0"1,0-6 0,0-8-42,0-11 286,2-12-291,-2-16-16,2-21 16,-2-39-23,0-29-5,0 26 0,0 0 0,1-35-5,12-3-7,14 38-44,16 4-162,15 25-532,-2 14 750,20 12 0,-42-3 0,7 3 0</inkml:trace>
</inkml:ink>
</file>

<file path=ppt/ink/ink4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5.8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 46 27975,'-11'55'45,"0"0"0,6 3 0,10-8 33,33-7-44,6-7 38,28-20-72,-13-40 12,5-17-12,-22-13 61,-19-26 23,-52 18-73,-30 2-14,12 38 1,-2 8-4,-36 13-106,12 37 112,75 32 0,-12-22 0,36 2 0</inkml:trace>
</inkml:ink>
</file>

<file path=ppt/ink/ink4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6.2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 94 27628,'-14'56'151,"1"0"0,0 39-106,55-53 34,18-17-63,8-6 52,10-35 66,-27-21-67,-6-9 6,-20-32-34,-39 8-39,-38-6-5,-26 26-124,-10 36-207,32 36 336,25 31 0,28-21 0,3 3 0</inkml:trace>
</inkml:ink>
</file>

<file path=ppt/ink/ink4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6.5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28194,'1'67'78,"-1"1"0,2-2 1,0-4-51,3 25-1045,2 1 1022,1-1 164,-3-32 0,0 1-180,3 39-230,0-7 283,-4-30 1,-3-40 0,-1-6 0</inkml:trace>
</inkml:ink>
</file>

<file path=ppt/ink/ink4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6.6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42 27751,'66'-8'-147,"1"-1"1,-5 0-1,-8 2 1,-16 3-1,-12 0 1</inkml:trace>
</inkml:ink>
</file>

<file path=ppt/ink/ink4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7.7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115 432 28311,'-35'86'11,"1"0"0,4-18 1,15-6-12,50 19 17,19-51-12,24-13 12,-4-52 0,-21-7-17,-29-1 0,-6-5 0,-6-37 0,-8 2 0,-36-2 22,-15 46-22,-20 8-11,17 55 0,27 25 5,32 9 12,54 0 16,26-37-22,5-14 0,-37-21 0,-4-11 6,11-42-9,-30 19 0,-4-5 8,-8-2 1,-7-2 0,-6 4 0,-2 2-6,-1-23-6,-17 9 0,-11 41 6,-14 22 0,5 28 6,-4 65-6,26-28 0,4 3 0,-3 2 0,2 3 2,7-4 0,3 5 0,2-3-2,8 19 0,2 0 3,-2-19 1,0 1 0,1-1-307,9 19 0,-2-7 219,-8-25 0,-2-5 84,2 14 0,-14-46 0,0-11 0</inkml:trace>
</inkml:ink>
</file>

<file path=ppt/ink/ink4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7.9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99 27746,'80'-26'-967,"-1"-1"0,-20 7 0,-10 3 1,-13 9-1</inkml:trace>
</inkml:ink>
</file>

<file path=ppt/ink/ink4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8.51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375 185 28306,'-18'-50'53,"0"1"0,-18-30-19,4 72-29,-24 10 6,-6 35-8,23-6 0,4 5-3,-16 41-6,32-22 1,10 1 10,26 15 7,29-6-18,29-42 6,-5-37 0,12-35 95,-36-7-95,-12 24 0,-24 26 0,-19 45-5,2 28-18,4-20-117,17 14 140,25-42 0,-16-4 0,13-16 0</inkml:trace>
</inkml:ink>
</file>

<file path=ppt/ink/ink4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9.3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 0 28283,'-6'75'74,"-1"0"1,0-4 0,1 0-67,5 1 1,2 0-1,-2-2 1,0 0-4,1-4 1,0-2 8,2-6 0,1-8 14,1-12-28,17-27 0,-4-27 0,26-50 0,4 8 0,17-3-6,-9 26 1,10 34-1,-17 46 6,-2 2-5,-17 44 5,-45-27-6,-46 1-5,-9-27 5,12-27 1,0-5-63,-2-2-800,-8-18 868,79-11 0,-15 6 0,34-2 0</inkml:trace>
</inkml:ink>
</file>

<file path=ppt/ink/ink4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9.6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28328,'8'68'22,"0"0"1,0-6-1,1-7-11,2-1 6,1-11-274,-5 3-740,-14-25 997,-9-28 0,0 0 0,2-21 0</inkml:trace>
</inkml:ink>
</file>

<file path=ppt/ink/ink4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19.9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96 28104,'56'23'98,"0"-1"0,35-5-42,-81-48 6,-9-27-34,-24 22-28,-12 4-84,-12 37-101,17 29 185,15 38 0,15-33 0,3 5 0</inkml:trace>
</inkml:ink>
</file>

<file path=ppt/ink/ink4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20.2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2 467 28261,'-1'-63'31,"1"0"1,5-9 0,4 7-21,5 7-11,27-28-5,0 52-7,14 8 1,2 68 11,-15 3 8,-19 6 1,-7 5-15,-4 29-16,-1-3 22,-11-22 0,0-41 0,0-8 0</inkml:trace>
</inkml:ink>
</file>

<file path=ppt/ink/ink4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20.7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273 1 28378,'-63'8'-6,"1"-1"1,-1 14 0,14 11 10,25 60-2,14-37 0,8 0 2,29 34-5,18-36 12,3-31-12,5-52 11,-13-25 0,-3-10-11,3-21-22,-22 46 22,2 17 5,-15 38 12,-1 53-84,-4-12 67,9 35 0,-7-60 0,8 4 0</inkml:trace>
</inkml:ink>
</file>

<file path=ppt/ink/ink4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21.0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 35 28110,'0'63'44,"0"0"1,0-6 0,0-7 78,0-5 90,0-7-207,-10-24-1,5-15-5,-8-25 0,9-14 0,1-6 0,3-26 0,1 22-39,12-24-11,7 44-169,22 4 219,7 26 0,-18 2 0,-4 5 0</inkml:trace>
</inkml:ink>
</file>

<file path=ppt/ink/ink4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21.5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173 1 28126,'9'71'58,"-1"0"0,-5-13 0,11-10-19,66-10-28,-18-36 6,2-35 28,-27-4 50,-21-40 0,-13 36-95,-10-6 0,0 68 0,-4 16 0,7 22 0,3 12 0,0 0 0,1 3 3,0 18 0,0-1-3,-3-20 0,-5-4 5,-7-2 1,-8-9 5,-37-4-11,-24-9 0,-2-49-5,23-11-163,7-37 168,36 5 0,2 10 0,16 11 0</inkml:trace>
</inkml:ink>
</file>

<file path=ppt/ink/ink4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22.2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 1 28440,'-11'81'41,"1"1"0,0-2 0,4-5-36,4-22 1,2 0-3,0 21 0,0 3-3,2-6 0,1-1-3,-1-1 0,2-3-33,2-7 0,1-7-6439,2-8 6475,-6-10 0,-2-26 0,-6-9 0</inkml:trace>
</inkml:ink>
</file>

<file path=ppt/ink/ink4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22.3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27981,'71'10'-118,"-1"1"0,-6-1 1,-1-1 117,3-1 0,-8 0 0,-4 0 0,29-2 0</inkml:trace>
</inkml:ink>
</file>

<file path=ppt/ink/ink4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22.71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27947,'13'62'108,"1"1"0,-2 8 1,-3-4-59,-3 15 18,-3-5 77,-3-20-134,-6-48 1,-1-14-7,-6-26-5,2-36 0,3-13-5,13-19 5,13 16 0,3 32-73,15 24-314,22 21 387,26 16 0,-25-7 0,-6 8 0</inkml:trace>
</inkml:ink>
</file>

<file path=ppt/ink/ink4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23.07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237 486 28586,'-59'-47'13,"1"0"0,1-6 0,14 0-13,27-15 0,13-18 0,18 23-23,31 12-10,7 33 10,5 24-5,-22 31 28,-27 5 0,-34 16-268,-1-31-802,7-4 1070,22-20 0,9-4 0,2-3 0</inkml:trace>
</inkml:ink>
</file>

<file path=ppt/ink/ink4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23.4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375 466 28490,'-70'-28'39,"0"1"0,7 2 1,8-3-40,4-21 6,16-12-12,6-18 6,27 16-17,41 2 12,18 38-1,3 2 0,-6 42 1,-40 13-1,-37 17 6,-12-9 0,-4-19 0,16-15 0</inkml:trace>
</inkml:ink>
</file>

<file path=ppt/ink/ink4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26.3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28502,'1'60'2,"0"0"1,0 40-3,1-65 0,-2-18 0,2 0 0</inkml:trace>
</inkml:ink>
</file>

<file path=ppt/ink/ink4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26.7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1 235 27734,'8'62'395,"1"0"0,-4 28-389,-12-115-6,-2-9 11,3-53-17,17 9 6,12-13-5,4 27-7,18 16-139,-2 33 151,12 10 0,0 4 0,-8 1 0,35 5 0</inkml:trace>
</inkml:ink>
</file>

<file path=ppt/ink/ink4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27.0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202 412 28558,'-54'-32'9,"0"1"0,5 1 1,12-2-5,30-14-5,8-28 0,29 6-33,11 2 10,14 34 1,-21 35-40,-15 37-16,-43 10 78,12-3 0,-13-18 0,19-22 0</inkml:trace>
</inkml:ink>
</file>

<file path=ppt/ink/ink4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27.3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28401,'8'90'52,"0"1"0,0-4 1,0-1-51,4 3 1,1-3 0,-3-20 0,0 0-3,0-1 0,2 5 0,-2-7 0,-1-3 0,-1-3-723,2 2 1,-6-6 722,-15-9 0,7-23 0,-11-32 0</inkml:trace>
</inkml:ink>
</file>

<file path=ppt/ink/ink4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27.51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 27813,'77'-3'-407,"0"1"0,2-1 0,-13 2 0,-31 1 0,1 0 0</inkml:trace>
</inkml:ink>
</file>

<file path=ppt/ink/ink4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27.75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16 1 27925,'-7'58'114,"-1"0"1,8 39-53,40-61-12,25-19 1,0-12 66,7-36-61,-41-17-44,-4-16-74,-19 13 62,-13 9 0,4 28 0,-4 2 0</inkml:trace>
</inkml:ink>
</file>

<file path=ppt/ink/ink4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28.0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0 124 28082,'21'67'78,"1"-1"0,-7-13 1,-1-6 5,8 7 101,-17-28-174,-2-17-6,-3-17 1,-6-46 0,1-29-4,2 30 1,-1-2-3,1-41-11,3 35-196,21 25 207,56 42 0,-39-7 0,34 15 0</inkml:trace>
</inkml:ink>
</file>

<file path=ppt/ink/ink4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33.2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21 524 28434,'-6'-60'9,"1"-1"1,-1-7-1,2 4-14,9-10 5,1 2-6,9 7 1,6 36 5,3 7-6,18 14-11,-1 32 6,5 23 5,-7 32 6,-16-6-196,-2 12 196,8-33 0,-14-13 0,7-16 0</inkml:trace>
</inkml:ink>
</file>

<file path=ppt/ink/ink4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33.8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28322,'36'76'35,"-1"0"1,-3-6 0,-8-2-36,-21-11 0,-4-2 5,4 0 1,2 0-3,-1 0 0,4-2-1,4 0 1,6-6-3,24 8 11,24-9-11,12-24 0,-13-18 0,0-15-128,-34 3-248,-3-32-184,-19 14 560,-27-29 0,12 35 0,-18-4 0</inkml:trace>
</inkml:ink>
</file>

<file path=ppt/ink/ink4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34.0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7 27908,'71'-2'-8,"0"0"1,-8 0 0,-4 1 7,29 1 0,-52 0 0,21 0 0</inkml:trace>
</inkml:ink>
</file>

<file path=ppt/ink/ink4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34.5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28143,'17'85'46,"0"1"0,-5-18 1,-1 2-1,-1-4-43,-1 7 0,-1-2 13,2 11 1,0-3 0,-2-24 0,1-6 145,5 16-156,-8-53-1,3-12-5,-4-26 6,4-10 0,8-36-6,9-6-6,1 1 6,11 14-11,-4 47 11,9 41 5,-3 38-5,-24-16 0,-2 2-5,3 31 5,-7-5-168,0-35-885,25-5 1053,15-16 0,-12-13 0,-4-5 0</inkml:trace>
</inkml:ink>
</file>

<file path=ppt/ink/ink4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34.7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103 461 28541,'-28'-59'11,"0"0"0,4 3 0,6 4-5,14-9-6,5 5-11,20-4 5,6 29 1,5 4-1,-6 61-5,-18 18-135,-15 22-1551,2-15 1697,1-26 0,3-22 0,8-9 0</inkml:trace>
</inkml:ink>
</file>

<file path=ppt/ink/ink4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35.1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28479,'5'76'15,"1"1"1,-1 0 0,3 7 0,0 2 0,1-8-11,-1-6 1,1-3 2,3 11 1,-1-2-9,-4-24 0,-1-4-73,5 26-728,11-48 801,14-5 0,-11-19 0,2-4 0</inkml:trace>
</inkml:ink>
</file>

<file path=ppt/ink/ink4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35.4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110 428 28586,'-31'-64'1,"1"0"1,2 5 0,8 5-7,20 3 5,18-8-6,-2 19 0,35 4-10,-20 41 4,4 10-44,-22 35-7779,-12-6 7835,6 4 0,-6-22 0,5-15 0</inkml:trace>
</inkml:ink>
</file>

<file path=ppt/ink/ink4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35.7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49 371 28546,'-15'-69'5,"0"0"1,3 4 0,6 10-6,18 10-5,6 8-1,5 13 6,11 18-6,-2 48 6,7 27-16,-14 12-68,-2 6-292,-8-44 376,32-17 0,-30-16 0,21-17 0</inkml:trace>
</inkml:ink>
</file>

<file path=ppt/ink/ink4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36.2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375 185 28423,'-37'-50'37,"-1"1"1,-2 3-1,3 13-37,8 27 0,-24 34-5,10 33 2,23-11 0,3 4 9,-7 40-6,32-39 0,12-5 5,30 0 12,29-6-6,4-47 0,-26-14 29,-7-25-46,-29 36 6,-2 10 0,-13 37 6,-4 35-1,-29 0-5,2-32 0,-7-3 0,-35 10 0,14-33 0,-1-9-11,-18-12-45,4-23-39,35-2 95,73-59 0,-27 58 0,37-30 0</inkml:trace>
</inkml:ink>
</file>

<file path=ppt/ink/ink4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36.5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28373,'6'86'72,"1"0"1,-2-4 0,2-1-65,2 1 1,0 0-4,1-1 1,1-1-6,-1-2 0,0-1 0,0-7 0,-2-8-403,0-6-1081,-3-22 1484,-3-36 0,-2-13 0,0 1 0</inkml:trace>
</inkml:ink>
</file>

<file path=ppt/ink/ink4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36.7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28216,'74'8'-870,"-1"0"0,8 1 0,-9-1 870,-21-2 0,2-1 0,-37-5 0</inkml:trace>
</inkml:ink>
</file>

<file path=ppt/ink/ink4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37.1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 1 28222,'-4'75'82,"0"0"0,0-1 0,2-2-54,1-18 0,0-1-14,0 2 0,-1 4 5,0 21 1,0 1-15,0-10 1,0-1 0,1 5 0,1-6 33,0 9-34,0-57-5,0-37 0,6-23 0,6-17-3,5 10 1,4-4 2,1-1 0,3 1 0,3-2 0,2 6 0,23-3 0,-19 57 0,-6 79 0,-20-31 0,-4 3-3,2 11 0,-1-1-3,-3-15 1,0-5-4324,5 16 4329,8-42 0,-7-13 0,4-9 0</inkml:trace>
</inkml:ink>
</file>

<file path=ppt/ink/ink4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40.6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210 572 28586,'-57'50'1,"0"1"1,6-5 0,13-2-2,31 3 0,22 11-5,26-17 10,26-7-5,2-32 6,11-44-6,-32-32 0,-9-5 0,-26 26 0,-10 0 5,-32-10-5,-7 8-5,-11 54-1,19 40-11,32 8 6,43 1 11,27-41 3,-25-23 0,-2-8-3,26-26 0,-39-4 0,-9-9 0,-14 10 0,-5-2 0,3-11 0,-4 0 8,-4 8 1,-3 4-4,-5-20-5,-1 41 0,-2 46 0,1 73 5,6-13 1,1 5-3,0 1 0,0 5-143,1-3 1,-1 6 0,4-4 139,2-14 0,3-3 0,0 1-2,0 12 0,1 2 0,1-6-6,6 6 0,1-6-141,-1-17 1,-7-10 148,-24-12 0,12-17 0,-20-14 0</inkml:trace>
</inkml:ink>
</file>

<file path=ppt/ink/ink4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40.77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26 27790,'76'-7'-537,"0"1"0,7 0 1,-10 1-1,-18 5 0,1-2 1</inkml:trace>
</inkml:ink>
</file>

<file path=ppt/ink/ink4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42.6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28384,'3'75'48,"0"1"1,-1-3 0,0-4-33,-2 25-2,0-25 0,0 1-8,0-17 0,0 0-6,0 26 0,0-1 0,0 12 0,0-11 22,0-36-16,11-28-6,5-12-6,31-6-5,14-5 5,1 2 1,16 3-158,-33 3-178,-5-5 341,-27 2 0,-11-3 0,-6 4 0</inkml:trace>
</inkml:ink>
</file>

<file path=ppt/ink/ink4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42.9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 28160,'73'-1'5,"0"0"1,-5 0 0,-6 0-12,9 1 6,4 0 0,-39 0 0,0 0 0</inkml:trace>
</inkml:ink>
</file>

<file path=ppt/ink/ink4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43.3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28026,'0'86'98,"0"0"1,1 15 0,1-7-59,2 5-4,1-27 0,0-4 121,1 1-157,1-37 6,-2-36-1,0-49-5,12-27 0,10-2 0,-2 2-5,14 15 5,-9 44 5,10 38-5,-13 17 0,-6 59 0,-15-16-5,1 9-146,1-35-129,25-24 280,14-19 0,-11-6 0,-2-2 0</inkml:trace>
</inkml:ink>
</file>

<file path=ppt/ink/ink4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43.6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204 493 28586,'-53'-63'7,"-1"0"0,5 5 1,12 3-8,27-24 0,10 24-11,32-22-6,12 51-5,6 9-34,-6 54-51,-31 15-576,-21 13 683,-4-25 0,-7-20 0,11-20 0</inkml:trace>
</inkml:ink>
</file>

<file path=ppt/ink/ink4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44.2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483 568 28283,'-48'-55'22,"-1"0"1,7 5-1,1 11 40,-16 23-28,-11 29-34,-15 41-6,23 10 6,37-7 0,12 4-6,25 32 6,5-46 0,8-5 0,47 9 0,-2-48 12,4-57 2,-52 11 0,-7-8 2,3-18 1,-5-4-12,-6 11 1,-3-1 2,-3-15 1,-3 0-12,-5 22 1,-1 4-878,-1-47 880,-7 53 0,9 33 0,3 21 0</inkml:trace>
</inkml:ink>
</file>

<file path=ppt/ink/ink4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44.5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 1 28356,'-1'54'11,"0"0"0,2 41-11,6-63 0,0-2 0,-3-16 0,-3-5 0</inkml:trace>
</inkml:ink>
</file>

<file path=ppt/ink/ink4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44.8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1 119 27824,'54'6'260,"0"0"1,31-20-116,-97-28-94,-26-3-46,-5 20-10,-19 20-124,37 36 129,51 43 0,-17-29 0,42 16 0</inkml:trace>
</inkml:ink>
</file>

<file path=ppt/ink/ink4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45.8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252 216 27919,'-17'-52'187,"1"1"1,-15-32-115,9 63 11,0 11-67,-15 19-11,-1 44-6,-1 4-3,21 0 0,7 3 14,12 28-11,31 0 11,4-42 6,33-36-6,-20-46 34,-3-16 17,-20-14-62,-18 29 0,-12 34-11,2 57 5,4-6-5,24 25 5,5-45 6,13-21 0,-9-53 0,-8-37 0,-8-2 3,-8 31 0,0 1-3,11-12-6,0 10 1,9 35 10,-1 65-5,2 29 0,-19-22 0,-3 1 0,4 29 6,-11-24-1,0-50-5,1-22 6,3-24-6,11-41 0,8-3-6,6 0 6,-3 32 6,-2 48-6,-6 52 0,-1 22 0,-5 18 6,-9-26 5,-1-28-11,-1-36 0,4-20-6,11-41 6,2 9-3,-1 6 1,4 0 7,23-6-5,-2 5 0,3 49 0,-24 56-17,2 33-47,-15-35 0,3-1 64,17 1 0,0-6 0,-4 3 0,25-16 0</inkml:trace>
</inkml:ink>
</file>

<file path=ppt/ink/ink4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46.14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187 470 28586,'-48'-63'9,"0"1"0,5 4 1,9 3-10,25-21 0,5 20-23,30-18-38,9 48 21,13 32-105,-16 40 5,-29 9-605,-23 5 745,3-38 0,-1-6 0,17-15 0</inkml:trace>
</inkml:ink>
</file>

<file path=ppt/ink/ink4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46.42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28412,'8'68'41,"0"0"0,-1 0 0,2-3-30,3-12 1,0-2-7,-1 2 1,0 2-1,3 17 1,-2 2-9,-4-8 0,-2-1-25,1 5 0,-3-4-168,-7 13 196,-12-39 0,7-31 0,-7-6 0</inkml:trace>
</inkml:ink>
</file>

<file path=ppt/ink/ink4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46.5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27891,'71'2'-239,"-1"0"0,0 0 0,-1-4 0,-8 2 0,11 11 1</inkml:trace>
</inkml:ink>
</file>

<file path=ppt/ink/ink4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46.8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288 555 28591,'-62'-34'9,"0"0"1,-6-23-1,17-3-9,32-1-3,3-4 1,7-1-15,28-10 0,-3 10 11,24 31-44,-22 64 28,0 19 10,-22 13-3292,-6 5 3304,6-36 0,-2-6 0,12-17 0</inkml:trace>
</inkml:ink>
</file>

<file path=ppt/ink/ink4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47.1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0 200 28278,'27'67'121,"0"0"0,-2-4 1,-10-11-117,-18-29-5,-2-20 0,-4-20 6,6-50-12,33-17 6,-8 29 0,4 1-6,2 10 1,4 5-18,8 0 1,2 8-258,22 8 280,4 4 0,-27 16 0,-18 3 0</inkml:trace>
</inkml:ink>
</file>

<file path=ppt/ink/ink4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49.8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61 646 28367,'-17'54'8,"1"-1"1,-11 40-9,32-50-6,10-8-5,9-6 22,28-9 23,4-16-12,14-36-22,-22-7 12,-14-54-1,-35 9 0,-15 35 0,-8 4 12,-40-19-18,-1 30-5,11 47-17,44 28 17,51 15 0,9-10 3,9-30 0,9-16-9,-10-20 1,-1-12 2,11-9 0,-5-11 0,-15-16 1,-9-6 2,-12 14 0,-9-2 8,-11-8 0,-9 3-2,-16-16 11,2 11-17,-15 64 0,18 44 14,2 26 0,4 14 0,3 12 0,4 6-507,4-12 1,2 4-1,1-2 493,-2-14 0,0-3 0,3 1-10,6 7 1,3 2 0,0-8-306,-1-4 0,-1-6 315,0-1 0,-1-6 0,-2 0 0,-12-41 0</inkml:trace>
</inkml:ink>
</file>

<file path=ppt/ink/ink4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49.9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49 27387,'71'-11'-10,"0"-1"1,9 2 0,-8 1 0,-14 6-1,3 0 1</inkml:trace>
</inkml:ink>
</file>

<file path=ppt/ink/ink4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50.4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28558,'8'84'14,"-1"0"1,0-4 0,-2 0-12,-6-2 0,0-2 0,0-4 0,4 1-3,8 5 0,5-4 0,14 19 0,43-37-6,8-40 0,-29-12 1,0-4-26,0-7 0,-2-3-2,20-8-124,-18-11-1030,-37 11 1187,-19-2 0,0 9 0,-12 4 0</inkml:trace>
</inkml:ink>
</file>

<file path=ppt/ink/ink4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50.6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28110,'73'0'-874,"1"0"0,4 0 0,-12 0 1,-26 0-1,3 0 0</inkml:trace>
</inkml:ink>
</file>

<file path=ppt/ink/ink4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51.0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28110,'14'80'91,"0"0"0,0-1 1,-3-3-67,-4-21 0,-1-2-3,0 3 1,0 1 2,1 16 1,0-1-15,-2-15 0,1-2 11,-2-1 1,3-9-12,9-14 0,-7-47-5,9-31-6,-2-13 0,-3 11 0,1-4 0,2-1 0,1 0-3,0-3 0,1 4 3,13-13 0,-12 44 0,8 65 0,-1 27 0,-12-21 0,-1 2 0,8 28-45,-9-10-72,6-42 117,54-5 0,-41-15 0,34-7 0</inkml:trace>
</inkml:ink>
</file>

<file path=ppt/ink/ink4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51.2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156 510 28586,'-42'-66'11,"1"0"0,4 4 0,10 4-11,20-6 0,6 2 0,13 7-17,21 4 6,9 25 6,-2 44 5,-17 15-17,-37 53 17,-2-31 0,-5-7 0,10-25 0</inkml:trace>
</inkml:ink>
</file>

<file path=ppt/ink/ink4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51.9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28586,'19'89'2,"-1"0"1,-4-18 0,0 3 0,-4-8-3,-4-8 0,-1-1-6,4 30 1,0-1-183,-4-32 0,-2-5 188,-1 42 0,-2-45 0,-4-33 0</inkml:trace>
</inkml:ink>
</file>

<file path=ppt/ink/ink4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52.0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 27779,'85'-2'-1750,"0"1"1,-8-1 0,-8 1 1749,2 1 0,-34 0 0,-14 0 0</inkml:trace>
</inkml:ink>
</file>

<file path=ppt/ink/ink4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52.3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0 145 27191,'37'63'222,"0"-1"0,-2 0 1,-6-8 331,-12-19-498,-6-5-39,-16-40 11,-6-38 0,3-29-23,4 27 1,3 0-6,13-30-22,22 6-186,28 39 208,11 23 0,1 5 0,-3-1 0,-17 13 0,1-1 0</inkml:trace>
</inkml:ink>
</file>

<file path=ppt/ink/ink4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52.6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174 448 28630,'-48'-62'2,"0"0"0,1 4 0,17 4-2,57-22 0,-2 23-17,42-11-11,-17 45 0,-4 38 11,-22 7-27,-39 39-1362,4-34 1406,13 3 0,-3-25 0,23-5 0</inkml:trace>
</inkml:ink>
</file>

<file path=ppt/ink/ink4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52.9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179 501 28586,'-44'-57'14,"0"-1"1,3 6 0,9 0-15,21-31 0,5 22-11,21-27-6,21 54 6,13 19 11,-7 31-22,-18 39 11,-35-2-790,-5 2-2969,-1-26 3770,15-16 0,7-13 0,6 0 0</inkml:trace>
</inkml:ink>
</file>

<file path=ppt/ink/ink4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54.0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26872,'0'0'0</inkml:trace>
</inkml:ink>
</file>

<file path=ppt/ink/ink4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57.2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63 0 28541,'2'61'15,"0"1"0,-3 12 0,-2-1-15,0-18 0,-1-2 0,-1 9 0,1-1-6,-1 19-162,4-28 168,-17-44 0,12-2 0,-11-12 0</inkml:trace>
</inkml:ink>
</file>

<file path=ppt/ink/ink4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57.4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32 28306,'93'-3'13,"0"0"0,-7 0 0,-7-1-25,-23-1 1,-5 1 11,34-2 0,-19 2 0,-33 4 0</inkml:trace>
</inkml:ink>
</file>

<file path=ppt/ink/ink4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57.83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 0 28233,'3'64'44,"-1"0"1,0-2 0,-2-1-22,-5 36-12,-1-30 0,1 1 0,-1 28 81,1-27 1,2-7-87,1-26-1,0-17-5,13-58 6,26-51-9,-8 44 0,3 2 3,5-2 0,1 5-5,22-8 5,-15 74 11,-29 38-23,-10-15 1,-1 3-213,7 45 224,31-32 0,-21-33 0,17-22 0</inkml:trace>
</inkml:ink>
</file>

<file path=ppt/ink/ink4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58.0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92 465 28502,'-25'-61'24,"0"0"0,3 4 0,6 3-24,13-8 0,3 1-5,25 2-1,6 27 6,8 14 6,-12 62-6,-30 18 0,-18 17 0,5-31 0,-3-22 0</inkml:trace>
</inkml:ink>
</file>

<file path=ppt/ink/ink4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59.0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431 578 28412,'-11'-51'59,"0"1"0,-34-32-54,-25 75-5,21 18 0,0 9-3,-2 9 1,6 7 2,8 1 0,9 7-3,3 15 0,15 1 3,47 23-22,29-10 22,16-35-3,-28-49 0,-2-17 3,-13-7 0,-5-9 5,8-22 1,-3-8-3,-5-8 0,-4 0-3,-7 14 0,-2 2-3,1-9 0,-2 5 20,1-12 17,-4 14-29,-11 42 6,-18 78-11,1-4 0,-2 9 0,-3 29 0,1 3-3,0-10 1,3 0 2,0 16 0,9-4 2,12-36 1,7-6 9,32 38-1,39-90-6,-11-35 1,-29-12 0,-5-6 16,3-26-5,-6 6-17,-26 48-6,-17 40 6,-1 25-22,-1 18-73,1-14-101,14 3 196,9-29 0,-4-8 0,1-7 0</inkml:trace>
</inkml:ink>
</file>

<file path=ppt/ink/ink4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6:59.3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 0 28339,'-13'56'11,"1"-1"1,5 39 21,28-62-16,34-13-6,1-32 90,-3-30-45,-24-24-50,-35 9-6,-29 11-40,3 34-380,-8 44 420,41 14 0,-7 3 0,20-12 0</inkml:trace>
</inkml:ink>
</file>

<file path=ppt/ink/ink4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00.3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334 26 28457,'-70'-4'9,"1"0"0,5 2 1,9 13-10,10 72-3,31-36 0,4 3 0,4 8 1,7-1 13,21 20 0,42-35 6,-1-56 5,13-36-5,-28-6 22,-15-22-28,-26 43-11,-2 9 0,-5 55-16,0 2-35,8 31 46,12-33 5,7-11 0,3-31 0,8-42 0,5-19-3,-14 27 0,3 0 9,31-26-6,-18 31 0,-5 42-6,-23 49 6,-3 5 0,-8-5 0,-6 3 6,-14 18 10,6-6-10,-9-34-6,23-62 0,8-4 8,6-9 1,5-5 2,25-24-17,11-1 6,-20 34 0,-14 46 0,-20 50 6,-13 25 5,-11 13-5,0-27 22,-2-27-28,12-40 5,12-14-5,22-39-5,25-7 5,-16 26 0,3 4 0,38-10 0,-22 29 0,-16 49-51,-27 18-570,18 28 621,-11-22 0,6-21 0,-12-28 0</inkml:trace>
</inkml:ink>
</file>

<file path=ppt/ink/ink4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00.5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91 435 28580,'-25'-65'5,"-1"-1"1,2 6 0,9 3-6,34-21 0,6 26 0,43-3 0,-9 54-11,-6 42-17,-34 27-6,-32 3 34,-22-6 0,15-44 0,-2-2 0</inkml:trace>
</inkml:ink>
</file>

<file path=ppt/ink/ink4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00.83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28446,'0'90'19,"0"0"1,0-20-1,0 2 1,0-4-20,0 8 0,0-4-3,2 1 0,0 0-73,0-1 1,1-7 75,1-6 0,1-7 0,-5-38 0</inkml:trace>
</inkml:ink>
</file>

<file path=ppt/ink/ink4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00.9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27085,'89'1'-170,"1"1"1,-36-2 0,-5 0 0,25 3 0</inkml:trace>
</inkml:ink>
</file>

<file path=ppt/ink/ink4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01.2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180 480 28563,'-40'-61'11,"0"0"0,1-9 1,14 3-12,33-16 0,3 4-6,9 25 1,2 50-35,-13 40 7,-11 7-90,-32 36 123,5-39 0,-2-5 0,22-23 0</inkml:trace>
</inkml:ink>
</file>

<file path=ppt/ink/ink4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01.5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13 200 27930,'9'57'339,"0"0"0,5 36-328,-24-90 0,-1-43-5,-3-40-6,7 27 0,5-1 0,19-38-6,13 32-38,12 33 44,47 24 0,-57 4 0,28 3 0</inkml:trace>
</inkml:ink>
</file>

<file path=ppt/ink/ink4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07.6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209 605 28339,'-54'73'3,"0"0"1,5-7 0,12-4 2,22 14 16,33-23-22,6-9 0,45-58-22,-7-52 22,-30 15 0,-5-5 14,-6-7 0,-10 1 14,-34-34-39,-4 40-12,-27 43-10,34 45 27,18-4 12,65 15-6,-14-36 0,7-10-6,15-14 1,2-11-4,-1-16 1,-7-9 8,-14 2 0,-8-7 5,-9-20 1,-10-1 8,-14 23 0,-4 2 17,-1 0 0,-4 5-15,-14-12-10,-9 86 5,1 18 0,0 14 17,-5 33 0,1 13-610,5-18 0,2 4 1,0-1 581,3-12 0,1-1 0,1 1-17,-1 11 0,2 3 0,2-5-92,3 9 1,3-7 0,-2-18 0,1-6 0,5 26 0</inkml:trace>
</inkml:ink>
</file>

<file path=ppt/ink/ink4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07.7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64 26967,'67'-18'0,"1"0"0,-14 4 0,0 0 0</inkml:trace>
</inkml:ink>
</file>

<file path=ppt/ink/ink4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08.2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274 0 28378,'-64'23'35,"0"0"1,-2 12 0,14 9-31,28 44 1,20-36 0,9-3-6,23 15 5,63-36 12,2-62 0,-39 11 0,-4-4 55,18-28-72,-45 20-11,-29 41-11,-8 17-40,5 11-604,27 10 666,24-13 0,-12-4 0,8-18 0</inkml:trace>
</inkml:ink>
</file>

<file path=ppt/ink/ink4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08.6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145 0 28300,'-21'78'43,"0"-1"0,-3 20 0,2-1-13,9-23 1,2-2-20,-1 1 1,3-3 2,3-5 0,2-9 31,2-13-34,9-14-11,7-40 0,36-32 0,18-2 0,23 6-6,-9 38 6,-30 24-5,-24 39 5,-57-7 0,-21 1-28,-29-24 0,13-19-79,28-19 107,46-46 0,-2 32 0,20-30 0</inkml:trace>
</inkml:ink>
</file>

<file path=ppt/ink/ink4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08.8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82 0 28434,'-16'61'7,"0"0"1,1-6 0,2-6-8,4-7-1400,-1 2-140,7-36 1540,5-6 0,2-20 0,2 3 0</inkml:trace>
</inkml:ink>
</file>

<file path=ppt/ink/ink4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09.0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27411,'0'0'0</inkml:trace>
</inkml:ink>
</file>

<file path=ppt/ink/ink4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09.3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1 407 28031,'21'-75'13,"1"0"0,-2 6 0,3 8-13,28-9 17,1 30 56,5 23-67,-15 69-1,-19 10-2,-15-7 0,-4 1-3,-3 17 0,-1-15 0,0-27 0</inkml:trace>
</inkml:ink>
</file>

<file path=ppt/ink/ink4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09.7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339 44 28462,'-60'-16'11,"-1"1"0,5 3 1,8 14-9,18 35 0,8 13 5,4 2 0,2 2-5,-1 8 0,7-2-3,21 26 11,45-40-11,18-72 5,-29 2 1,-3-7 8,-8-10 0,-7-4 3,6-26-11,-22 21-6,-9 46-17,-2 19-17,0 21-425,6 28 459,21-16 0,-15-4 0,13-26 0</inkml:trace>
</inkml:ink>
</file>

<file path=ppt/ink/ink4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0.0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97 1 28070,'-6'61'30,"1"-1"0,0-3 0,-1-6-19,-8 4 34,0-8 28,0-13 145,1-11-207,0-22 6,6-40-17,7-7-3,12-2 1,6-2-60,28-28-229,22 7 291,-5 28 0,-26 32 0,-15 11 0</inkml:trace>
</inkml:ink>
</file>

<file path=ppt/ink/ink4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0.5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378 1 28294,'-9'59'17,"-1"1"0,2-6 0,7-6 5,16-7 12,11-12-1,6-11 1,12-11 22,-6-34-11,0-13 5,-16-10-50,-11 24 0,-9 41 0,0 33 0,-10 4 0,-3 4 0,-16 31 0,-11-14 0,-12-2 3,-3-22 0,-5-7-3,-9 4 0,-3-6 0,12-15 0,4-7-23,-11-13-201,44-44 224,60-4 0,13-3 0,-23-9 0,18 19 0,-1 0 0</inkml:trace>
</inkml:ink>
</file>

<file path=ppt/ink/ink4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0.8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85 1 28479,'-4'60'26,"0"1"0,1 0 1,1-3-11,-1 33-10,2-24 0,0 3-6,-2-4 0,-1 0-9,1 8 1,-1-3-261,-2-16 0,-2-7 269,-9 7 0,6-29 0,0-22 0</inkml:trace>
</inkml:ink>
</file>

<file path=ppt/ink/ink4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0.9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29 27393,'83'-8'-224,"-1"0"0,15-4 0,-34 12 0</inkml:trace>
</inkml:ink>
</file>

<file path=ppt/ink/ink4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1.23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0 214 26631,'9'60'831,"0"1"1,-3 25-820,-8-83-7,-6-24-5,8-17 0,13-6 11,21-29 1,17 0-12,0 1-224,2 8 224,15 44 0,-35 2 0,17 18 0</inkml:trace>
</inkml:ink>
</file>

<file path=ppt/ink/ink4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1.5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223 407 28552,'-56'-30'18,"0"-1"1,6 3 0,10-3-19,26-28 6,7 11-6,20-32-6,30 29 0,18 7 6,6 39 6,-26 25-12,-24 37-16,-39-5-325,9-3 347,-1-10 0,10-28 0,13 0 0</inkml:trace>
</inkml:ink>
</file>

<file path=ppt/ink/ink4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1.8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152 536 28569,'-41'-71'11,"-1"1"0,4 4 0,11 5-11,24-2 0,28-21-5,14 20-6,23 12 5,-13 48-5,-7 59 5,-30 24 6,-12 16-22,-25-20-510,-1-33 532,-8-21 0,23-16 0,1-4 0</inkml:trace>
</inkml:ink>
</file>

<file path=ppt/ink/ink4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2.5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90 1 28479,'-20'68'9,"1"-1"1,0 7-1,3-6-1823,4 6 1814,9-11 0,4-29 0,6-28 0</inkml:trace>
</inkml:ink>
</file>

<file path=ppt/ink/ink4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2.8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79 28222,'59'14'92,"0"-1"0,32-14-75,-96-47-28,-9 4-347,-22 32 358,6 50 0,4-19 0,12 21 0</inkml:trace>
</inkml:ink>
</file>

<file path=ppt/ink/ink4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3.2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149 0 28412,'-38'72'-4,"1"0"0,2-6 1,14-7 3,41-1 0,-6-8 28,-5-1-28,-12-13-280,-5-8-1383,-12-16 1663,7-12 0,0-1 0,10-2 0</inkml:trace>
</inkml:ink>
</file>

<file path=ppt/ink/ink4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3.93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198 1 28451,'-18'69'31,"0"1"1,1-2 0,1 2-29,1 8 0,1 3-838,1 3 0,0 0 835,1-1 0,1-2 2,-1 0 1,1-7 521,-1 4-524,1-10 0,7-40 0,4-21 0</inkml:trace>
</inkml:ink>
</file>

<file path=ppt/ink/ink4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4.46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23 28255,'78'-1'-209,"0"0"0,-8 0 0,-6-1 209,11-5 0,-39 4 0,0-4 0</inkml:trace>
</inkml:ink>
</file>

<file path=ppt/ink/ink4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4.9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190 1 28283,'-12'87'13,"0"0"0,-1-5 0,-1-2-10,-2-7 0,-2-2 0,0-1 0,1-1 8,1-2 0,1-3 64,0-8 1,2-9-70,3-21-6,11-39 0,14-28 2,7-9 1,7-3 0,2 10 0,3 2-6,4-3 0,1 6-2,20 6-6,-27 50 16,-28 77-8,-13-38 1,-5 3-57,4 10 0,-1-1-56,-3-17 0,4-5 115,21 21 0,-6-48 0,17-5 0</inkml:trace>
</inkml:ink>
</file>

<file path=ppt/ink/ink4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5.1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16 350 28474,'-8'-73'0,"0"1"0,12-2 0,13 13-12,32 24 12,8 4 6,-5 60-12,-52 28 6,-15 12-28,-35 16-532,18-44 560,21-4 0,10-25 0,21-8 0</inkml:trace>
</inkml:ink>
</file>

<file path=ppt/ink/ink4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5.5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233 1 28356,'-10'73'46,"1"0"1,-1-2 0,0-3-39,-1-17 1,-1 0 2,-4 21 0,-2 5-8,1-2 0,-1 1-1,1-3 1,-1-1-3,1 2 0,1-5-492,0 12 492,3-5 0,8-39 0,5-22 0</inkml:trace>
</inkml:ink>
</file>

<file path=ppt/ink/ink4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5.81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45 560 28502,'-14'-76'13,"1"1"0,0-9 0,8 5-13,32-12 0,-2 6-17,27 27 17,-20 47-11,-4 36-40,-16 29-27,-19 7-1820,-1 3 1898,-1-33 0,4-8 0,5-14 0</inkml:trace>
</inkml:ink>
</file>

<file path=ppt/ink/ink4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6.0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1 337 28278,'14'-66'20,"0"1"1,-1 4-1,2 8-14,11 5 5,4 5-11,-9 47 0,-4 12 0,-12 46-11,-5 30 0,0-4-269,8 0-1160,23-39 1440,0-29 0,3-20 0,-18 0 0</inkml:trace>
</inkml:ink>
</file>

<file path=ppt/ink/ink4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6.53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415 213 27958,'-13'-54'199,"-1"-1"0,-12-32-177,-9 75-10,6 7 10,-33 41 17,10 29-39,25-14 0,5 4-3,7 0 1,8-2 2,19 23-12,34-28 24,6-41 10,9-25-22,-22-2 6,-12-9-6,-15 35 0,-6 43 16,-26 34-16,-9 4 0,-8-36 0,-9-7 0,-38 1-5,3-8-90,19-24-460,53-65 555,44-14 0,-15 1 0,23 13 0</inkml:trace>
</inkml:ink>
</file>

<file path=ppt/ink/ink4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8.3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166 1 28138,'-15'81'50,"0"1"0,1-2 1,0-5-51,5-24 0,0-2-255,0 3 1,0 0 254,-6 46 27,6-37 1,0 0-1075,-7 36 1047,3-11 0,5-44 0,6-32 0</inkml:trace>
</inkml:ink>
</file>

<file path=ppt/ink/ink4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8.53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45 27370,'89'-9'-226,"0"1"0,-19 1 0,-9 0 1,-9-2-1,-36 5 0</inkml:trace>
</inkml:ink>
</file>

<file path=ppt/ink/ink4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18.9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136 1 27992,'-1'85'104,"-1"0"1,-2-4 0,-2-4-83,-1-24 0,-1-1-11,-6 19 1,-3 2 18,3-7 1,-1-2 45,-2 6 0,2-9-76,0-13-6,17-44 6,20-52 0,32-22-11,-10 21 11,31-7 5,-33 51-10,-6 49 5,-21 37-34,-15 7-324,0 7 358,14-56 0,-10-5 0,10-27 0</inkml:trace>
</inkml:ink>
</file>

<file path=ppt/ink/ink4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3.0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235 607 28373,'-61'59'29,"1"-1"1,4-4 0,14-4-13,31 5-6,6 16-5,18-23 22,25 10-22,25-43-1,27-39-8,-43-2 1,-4-6 2,23-42 5,-41 24 1,-9 0 5,-10-18-17,-31 8 1,1 28-1,-15 42-11,29 19-11,53 2 6,47-21-3,-38-16 0,2-11-15,18-23 1,-7-15 30,-25-3 1,-9-6 8,3-19 0,-7-1-14,-14 19 0,-9 2 8,-12-5 1,-8 8 44,-5 8-16,-40 28 66,16 103-61,17-27 0,3 9-207,6 19 1,5 13-1,2-1 184,0-11 1,3-1 0,0 2-470,-1 16 0,0 3 0,2-6 460,2-23 0,1-4 0,1-2-38,0 26 0,2-11-1083,2-1 1125,-11-37 0,8-34 0,-7-34 0</inkml:trace>
</inkml:ink>
</file>

<file path=ppt/ink/ink4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3.1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1 229 27359,'86'-49'-1405,"0"-1"1,-21 15 0,0 1-1,-9 10 1,7 8 0,9-4-1</inkml:trace>
</inkml:ink>
</file>

<file path=ppt/ink/ink4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3.5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93 0 28322,'-17'86'39,"0"0"0,2-5 1,2-5-18,1 16-11,5-31 1,1 1-12,2-7 0,2-1-6,3 4 1,6-4-7,33 15 18,6-38-12,41-20-122,-20-15-102,-6-3-128,-23-14 358,-39-7 0,4 8 0,-13 2 0</inkml:trace>
</inkml:ink>
</file>

<file path=ppt/ink/ink4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3.73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28210,'89'9'-49,"0"-1"1,-3-2-1,-7-1 1,9-3 0,-26-3-1</inkml:trace>
</inkml:ink>
</file>

<file path=ppt/ink/ink4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4.1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 1 28166,'1'61'56,"-1"1"0,-1-1 0,0-3-12,-5 30-19,2-25 1,0 1 2,-2 29 11,2-29 0,1-3 62,0-7-101,-1-19 0,2-60 0,12-35 0,11-16 0,11 14 0,1 36 0,-10 38 0,-7 50-6,-11 22-22,0-1-240,16-2 268,18-51 0,-10-3 0,4-23 0</inkml:trace>
</inkml:ink>
</file>

<file path=ppt/ink/ink4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4.3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73 432 28552,'-24'-67'5,"1"0"1,5-8 0,11 7-6,27 8-11,35-13-12,-4 52 6,-2 41-11,-23 14-117,-29 43 145,11-26 0,-14-11 0,15-18 0</inkml:trace>
</inkml:ink>
</file>

<file path=ppt/ink/ink4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4.8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189 0 28446,'-15'83'19,"0"0"1,3-15-1,-1 2 1,1-7-17,0-8 0,0-1-3,-9 33 0,-1 0-1008,4-32 0,3-6 1008,4 40 0,0-46 0,27-37 0</inkml:trace>
</inkml:ink>
</file>

<file path=ppt/ink/ink4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5.3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33 133 28283,'-12'67'26,"1"-1"0,2-6 1,8-9-5,21-18-16,11-11 16,8-11 34,15-19-22,-3-33-18,-6-6-4,-12-46-12,-25 12 5,-18-8-5,-30 32-5,-5 31-1,-30 63 6,30 28-6,23-14 1,6 2 5,12 31 5,41-11-5,18-49 0,19-31 0,8-47 0,-17-11 3,-19 14 0,1-2-3,-10 17 0,1 2-3,2-1 0,-1 9 3,11 18-5,-28 34 10,-19 57-33,-17-2-3108,1 9 3136,6-37 0,2-27 0,14-23 0</inkml:trace>
</inkml:ink>
</file>

<file path=ppt/ink/ink4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5.8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277 1 28440,'-57'10'-3,"0"0"0,-32 34 15,99 10-1,21-8-6,6-26 7,22-43-12,-20-1 11,-3-6 6,-8 44-17,-20 20-3,0 15 0,-6 7 8,-8-6 1,-8 1 5,-10 12 1,-8-3-1,-7-12 0,-5-8-11,-37 10 0,17-28-95,36-46-504,48-38 599,7 15 0,3-1 0,17-21 0,8 14 0</inkml:trace>
</inkml:ink>
</file>

<file path=ppt/ink/ink4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6.1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150 521 28518,'-40'-68'13,"-1"1"0,4-10 1,10 7-20,22 10-22,30-34-39,17 49 50,8 5 17,6 47-6,-36 36 6,-21 22-5,-28 4-690,-2-22 695,9-22 0,17-19 0,8-4 0</inkml:trace>
</inkml:ink>
</file>

<file path=ppt/ink/ink4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6.4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300 0 28356,'-55'28'11,"-1"1"0,-31 16-22,106 42 11,5-9 0,3 1 28,-11 7 28,-50-41-39,-6-5-151,-7-23-1020,5-48 1154,30 9 0,1-15 0,9 25 0</inkml:trace>
</inkml:ink>
</file>

<file path=ppt/ink/ink4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6.7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61 0 28300,'-10'88'50,"0"0"1,0-5-1,2-4-45,3-28 1,1 0 2,1 17 1,0 2-9,1-9 0,2 0-597,-1 1 1,0-3 596,0 8 0,0-39 0,0-24 0</inkml:trace>
</inkml:ink>
</file>

<file path=ppt/ink/ink4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6.9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89 27841,'66'-10'-24,"0"-1"0,0 0 0,25-5 0,-7 1 1,-27 7-1,-7 2 0,16-6 0</inkml:trace>
</inkml:ink>
</file>

<file path=ppt/ink/ink4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8.1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369 1 27415,'-24'76'201,"1"0"1,1-11 0,0 2 0,-1-1-180,-8 19 0,-1 0-721,7-15 1,-1 1 0,1-4 698,-4 10 0,1-5 289,4-4 0,3-10-1062,7-15 859,19-33 0,-1-13 0,14-25 1</inkml:trace>
</inkml:ink>
</file>

<file path=ppt/ink/ink4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8.4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35 27309,'73'-13'141,"0"1"1,-7 2 0,-6 10-63,11 36 61,-19 29-101,-26-18 0,-8 3 34,-11 31-37,-27-31 1,-11-5-37,-48 8 0,28-26 0,-2-5-650,-32 1-4086,36-29 4736,31-4 0,18-3 0,0 6 0</inkml:trace>
</inkml:ink>
</file>

<file path=ppt/ink/ink4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8.8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261 0 28250,'-58'12'72,"0"0"1,-36 17-67,63 45 5,17 3-22,9-1 39,40-17-11,25-51-12,29-41 6,-45 4 1,-3-4 21,18-32 34,-26 14-67,-26 55-11,-6 12-28,-1 24-331,22 5 370,31-18 0,-19-4 0,13-18 0</inkml:trace>
</inkml:ink>
</file>

<file path=ppt/ink/ink4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9.1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195 0 28283,'-23'87'19,"0"-1"1,6-18 0,-1 1 0,3-4-20,-1 6 0,2-3-289,-2 12 1,0-4 288,5-24 0,1-6 0,0 6 0,5-40 0</inkml:trace>
</inkml:ink>
</file>

<file path=ppt/ink/ink4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9.2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52 27886,'92'-11'-131,"-1"1"0,-17 0 1,-4 3 130,-12 3 0,-8 2 0,-9-1 0,-2-1 0</inkml:trace>
</inkml:ink>
</file>

<file path=ppt/ink/ink4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29.5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256 0 28087,'-29'65'78,"1"0"1,2-2-1,1-2-61,-12 28 11,3 2-3,13-33 1,0 2 16,0-9 0,8-5-31,17 7-17,41-68 9,-1-18 0,0-7 2,30-22 1,-24 41-6,-56 80-95,-21 35-583,11-32 1,0 0 677,-13 25 0,21-35 0,8-40 0</inkml:trace>
</inkml:ink>
</file>

<file path=ppt/ink/ink4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33.3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272 0 28434,'-28'61'26,"0"0"0,0-1 1,3-4-16,-4 18-11,6-15 0,0 2 0,-9 30 0,10-23 0,2-2 0,6-2 0,19-19 0,15-47 0,17-30 0,25-25 6,13 8-6,-28 25 0,0 4 0,26-3 0,-17 48-6,-49 20-33,-55 28 16,-11-12-2,-2-31 0,-3-8-115,-17-5 140,19-47 0,32 20 0,34-33 0</inkml:trace>
</inkml:ink>
</file>

<file path=ppt/ink/ink4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33.6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130 482 28434,'-37'-61'5,"0"0"1,1 5 0,17 4-11,59-22-1,30 3 9,-21 36 0,2 3-3,28-7-6,-26 47-50,-66 34-56,-30 17 0,-8-7 112,1-16 0,34-26 0,8-6 0</inkml:trace>
</inkml:ink>
</file>

<file path=ppt/ink/ink4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33.8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205 1 28300,'-8'64'30,"-1"1"0,0-1 0,-2-3-30,-10 32-599,-2 2 599,4-5-117,4-35 0,-1-1 117,-15 27 0,7-14 0,6-38 0</inkml:trace>
</inkml:ink>
</file>

<file path=ppt/ink/ink4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34.0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36 27650,'75'-10'-263,"1"0"1,12 1 0,-10 3 0,-17 6 0,8 0 0</inkml:trace>
</inkml:ink>
</file>

<file path=ppt/ink/ink4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34.4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164 0 28216,'-45'76'54,"1"0"0,3 3 0,12-6-3,25-5-40,14-10 6,31-29 16,19-51 63,6-8-96,-20 9-6,-23 19 0,-22 42 1,37-11 5,-5-3-6,53-53 1,-26-27-65,-26 14 0,-1-5 70,-1-8 0,-4 2 0,-3-4 0,5 6 0</inkml:trace>
</inkml:ink>
</file>

<file path=ppt/ink/ink4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34.7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230 449 28586,'-65'-64'5,"1"0"1,7 3-1,17 1-5,37-20-11,20 19-34,35 17 23,-10 29 22,-1 32 0,-29 2-106,-30 30 106,9-27 0,-8-2 0,17-15 0</inkml:trace>
</inkml:ink>
</file>

<file path=ppt/ink/ink4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35.0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103 437 28541,'-32'-61'5,"-1"1"1,7-8 0,15 4-6,52-10-17,17 5 6,-1 28-1,-17 56-44,-40 30-33,-22 20-1244,2-8 1333,-2-16 0,20-29 0,2-4 0</inkml:trace>
</inkml:ink>
</file>

<file path=ppt/ink/ink4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35.2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1 325 28468,'1'-70'0,"-1"0"0,7-1 0,8 13-6,15 24 1,18 12 16,-15 62-5,-2 27-12,-14 9-16,-9 8-1233,-8-47 1255,14-4 0,-10-24 0,10-7 0</inkml:trace>
</inkml:ink>
</file>

<file path=ppt/ink/ink4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36.3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359 213 28093,'-2'-56'128,"0"-1"1,-9-28-117,-18 70-7,-31 21 1,11 12-6,5 5 0,0 8 11,-13 50-17,28-25 1,8 4 7,10-2 1,13-1 14,41 27-6,10-35 12,41-59 16,-18-44-22,-7-6-1,-36 13 1,-7-1 17,-5 0-28,-3-6-12,-15 57 0,-12 36 1,5 14-6,-8 29 11,11-43 0,8-3 0,13-43-6,17-31 12,11-20-6,3-5 0,-15 27 0,-14 32 0,-16 31-6,-4 35 6,-2-14 34,0 19-34,6-50 0,5-11 0,12-31 0,18-17 5,4 16-10,-3 1 5,-8 45-34,-17 20-313,9 18 347,7-7 0,-12-23 0,1-17 0</inkml:trace>
</inkml:ink>
</file>

<file path=ppt/ink/ink4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36.7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374 0 28457,'-16'62'5,"0"0"1,-1-6 0,11-8-1,36-14 1,-2-17 11,41-14 27,-18-33 24,-2-10-74,-21 40 17,-40 49-11,-10 6 0,-6 5 0,-1-5 0,-6-1 0,-24 9 0,-6-8 0,11-21 0,-1-5-3,-6 1 1,2-5-54,-17-1-56,57-50 112,63-21 0,-15 8 0,18 0 0</inkml:trace>
</inkml:ink>
</file>

<file path=ppt/ink/ink4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39.50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264 0 28395,'-27'67'33,"1"-1"1,-11 13 0,-1-5-29,10-22 1,0-3-6,-1 10 0,3-2 6,2 21 5,43-18-17,27-40-33,33-3-213,6-26-95,-23-6 347,-23-20 0,-30 16 0,-4-3 0</inkml:trace>
</inkml:ink>
</file>

<file path=ppt/ink/ink4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39.67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45 28009,'65'-6'-75,"0"0"0,7 0 1,-2 1-8124,25-2 8198,-10 1 0,-29 0 0,-39 3 0</inkml:trace>
</inkml:ink>
</file>

<file path=ppt/ink/ink4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40.24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262 0 28535,'-64'42'17,"0"0"0,6-5 0,13 4-12,23 34-5,13-9 6,32-8-6,23-30 0,12-36 5,27-35-5,-27-10 28,-5 3-28,-35 36 0,-24 31 0,-9 24 0,3 19 0,27-18 0,28-5 0,5-39 0,14-21 0,-31-15 0,-3-5 0,6-11-3,-10 6 1,-4 1-105,-9 12 107,27 0 0,-29 26 0,23 4 0</inkml:trace>
</inkml:ink>
</file>

<file path=ppt/ink/ink4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40.5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50 106 28233,'-17'62'33,"0"0"1,3-5 0,13-9-6,41-12 16,23-19-38,8-21-3,-24-17 0,-5-11 41,9-52 4,-23 32 0,-11-1-4,-32-35-44,-14 38 0,-53 47-33,15 57 33,32 4 0,6 3 0,-10 11 0,28 17 0</inkml:trace>
</inkml:ink>
</file>

<file path=ppt/ink/ink4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41.3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1 452 28401,'17'-59'37,"-1"1"0,7-7 1,5 5-38,32-13 0,-25 33 0,0 4-11,24-12 11,-24 36 16,-18 64-16,-14 33-28,-3 6-50,-1-36 0,3-5-1742,16-4 1820,8-5 0,-3-30 0,-3-11 0</inkml:trace>
</inkml:ink>
</file>

<file path=ppt/ink/ink4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41.6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1 216 28233,'27'90'151,"7"-20"-134,12-65 16,7-15-5,0-10 45,14-33-34,-20-15-22,-8-1-6,-34-10-11,-48 35 6,-33 7-6,25 39 0,-1 10 0,-33 17-56,28 52-554,80-6 610,7-32 0,6-5 0,18 11 0,7-24 0</inkml:trace>
</inkml:ink>
</file>

<file path=ppt/ink/ink4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42.0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439 406 28334,'-62'-23'16,"-1"0"1,6 6 0,4 13 5,-16 56-8,37-12 0,4 4-14,0-1 0,4 1-6,6 9 1,14-5 0,38-2 16,20-13 39,31-68-16,-17-11-12,-30-3 1,-7-7-18,-11 9 1,-4-2-6,3-11 0,-2 1-28,2-33-107,-4 39 1,3 3 134,14-14 0,-5 10 0,-5 26 0</inkml:trace>
</inkml:ink>
</file>

<file path=ppt/ink/ink4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42.5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145 450 28586,'-40'-58'3,"-1"0"1,2-5 0,14 3-4,44-6 0,0 0-34,36 7-22,0 39 11,5 23 34,-22 43 6,-33 4-1,-47 31-16,-8-32 22,1-4 0,21-23 0,24-17 0</inkml:trace>
</inkml:ink>
</file>

<file path=ppt/ink/ink4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42.9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430 3 28345,'-70'-1'20,"-1"0"1,6 0-1,10 9-14,12 37 11,21 17 0,4 1-17,45 26 0,1-22 0,3 9 5,-30-24 6,-21-26-39,-27-16 28,-1-27 0,15 13 0,8-13 0</inkml:trace>
</inkml:ink>
</file>

<file path=ppt/ink/ink4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1.4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152 1 28440,'-19'56'3,"0"1"1,2-5 0,1-6-4,-8-8-162,4-3-5484,1-5 5646,9-17 0,2-1 0,8-15 0</inkml:trace>
</inkml:ink>
</file>

<file path=ppt/ink/ink4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1.7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0 157 27163,'63'4'173,"0"0"1,-5 0 0,-9-9 173,-8-43-5,-23 1-309,-24 4-16,-49 18-73,-8 35-655,5 36 711,42 24 0,16-17 0,19-9 0</inkml:trace>
</inkml:ink>
</file>

<file path=ppt/ink/ink4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2.1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0 597 27897,'19'-59'115,"0"0"1,0 2 0,1 4-94,21-12-22,-9 17 0,5-1 0,3 5 0,3 1-3,4 2 1,1 5 13,17-6 0,-25 85-28,-46 38-22,-7 17-93,-1-36 1,0-3 131,1 12 0,2-17 0,11-24 0</inkml:trace>
</inkml:ink>
</file>

<file path=ppt/ink/ink4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2.6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402 42 28328,'-64'-15'56,"1"1"0,4 1 0,5 15-56,14 34 0,8 12 6,-13 18-4,17-9 1,12-1-3,34 5 11,38-7 1,13-43-12,-14-26 0,-1-11 0,18-27 50,-5-10-50,-35 27-22,-28 41-18,-6 15-335,13 21 375,24-20 0,-13-3 0,9-12 0</inkml:trace>
</inkml:ink>
</file>

<file path=ppt/ink/ink4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2.93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332 1 28429,'-21'74'29,"0"0"1,2-3 0,-3-2-27,-5 1 0,-1-1 0,4-3 0,-1 2-3,-2 6 0,1-2-1112,11-18 0,-1-8 1112,-17 5 0,24-30 0,-10-21 0</inkml:trace>
</inkml:ink>
</file>

<file path=ppt/ink/ink4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3.0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61 27505,'68'-10'-611,"0"-1"1,0 1-1,-2-1 1,-8 1-1,16 2 1</inkml:trace>
</inkml:ink>
</file>

<file path=ppt/ink/ink4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3.3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124 73 28104,'-26'68'18,"0"-1"1,3-5 0,3-8-13,4-7 218,6-12-196,7-26-23,13-20 1,11-24-6,29-37 0,-10 14-17,-3 9 0,3 1-341,29-13-3885,-17 32 1,2 6 4242,25-3 0,-16 23 0,-41 3 0</inkml:trace>
</inkml:ink>
</file>

<file path=ppt/ink/ink4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3.66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75 462 28552,'-27'-62'11,"0"1"0,9-9 1,15 3-24,51-13-16,4 5-28,17 29-5,-29 53 16,-6 35-28,-29 23-44,-16-4 117,-3-14 0,5-33 0,8-5 0</inkml:trace>
</inkml:ink>
</file>

<file path=ppt/ink/ink4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4.01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128 461 28597,'-35'-57'3,"-1"-1"1,1 4 0,14 2-10,51-27-16,18 9-17,26 9 28,-6 31 11,-27 56 0,-30 0-762,-14 15-4564,-1-14 5326,8-19 0,3 2 0,-1-10 0</inkml:trace>
</inkml:ink>
</file>

<file path=ppt/ink/ink4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6.6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26512,'0'0'0</inkml:trace>
</inkml:ink>
</file>

<file path=ppt/ink/ink4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7.3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191 1 28390,'-32'86'11,"0"-1"0,7-19 0,3-1-14,0 8 1,4-4-26,-1 18 28,5-9 0,8-38 0,6-29 0</inkml:trace>
</inkml:ink>
</file>

<file path=ppt/ink/ink4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7.54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1 163 27606,'69'-19'-45,"0"1"0,-2 0 0,-1 1-216,-11 6 1,1 1-109,19-6 0,-2 0 0,9-1 1,7-3-1</inkml:trace>
</inkml:ink>
</file>

<file path=ppt/ink/ink4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7.9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485 1 27897,'-50'72'82,"-1"0"0,4-3 0,5-6 13,-4 16-22,3-2-11,1-4 27,-8 9-21,6-21-35,-1-6-16,21-33-17,25-43-6,30-18 6,3-7-11,11 7 17,-19 39 5,-13 37-17,-3 22-27,-14 3-197,4-7-240,7-37 470,28-18 0,-17-2 0,14-14 0</inkml:trace>
</inkml:ink>
</file>

<file path=ppt/ink/ink4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8.1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134 1 28345,'-23'61'9,"0"0"0,2-6 1,2-8-10,-1-12 0,6-11 0,5-9 0,4-8 0</inkml:trace>
</inkml:ink>
</file>

<file path=ppt/ink/ink4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8.3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27321,'0'0'0</inkml:trace>
</inkml:ink>
</file>

<file path=ppt/ink/ink4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8.7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261 9 28300,'-62'-4'26,"0"-1"0,3 11 0,13 11-31,23 41-6,21 29 5,12-15 12,9 5 55,-17-30-61,-15-4 0,4-21 0,-7-14 0</inkml:trace>
</inkml:ink>
</file>

<file path=ppt/ink/ink4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9.3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261 0 28261,'-29'66'22,"1"0"0,0-2 1,4-3-23,-3 23 0,3 2-65,10-33 1,0 1-1946,-13 41 2010,3-15 0,9-34 0,8-36 0</inkml:trace>
</inkml:ink>
</file>

<file path=ppt/ink/ink4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7:59.6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 1 27622,'67'20'15,"1"0"0,-8-1 0,-14 2 164,-27 13 12,-11 1-90,-22-2-68,-41 10-22,-19-10-11,-4-4 0,28-16 0,35-12 0</inkml:trace>
</inkml:ink>
</file>

<file path=ppt/ink/ink4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00.05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306 0 28362,'-66'52'52,"-1"-1"0,-1 10 0,15-1-40,26 2 4,3 33-10,47-48-6,27-7 11,24-49 12,-11-9-18,-13-23-5,-21 29-28,-6 6-5,4 15-219,6 2 252,-8-6 0,1-2 0,-17-3 0</inkml:trace>
</inkml:ink>
</file>

<file path=ppt/ink/ink4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00.28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99 1 28434,'-20'79'11,"0"-1"0,3-5 1,5-6-6,7 4-6,5-5-1171,0 9 1171,-11-24 0,9-8 0,-9-27 0</inkml:trace>
</inkml:ink>
</file>

<file path=ppt/ink/ink4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00.7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0 484 24934,'70'-21'-3277,"-1"0"0,4-7 0,-11-3 623,-16-6 6577,-13-2 1,-4-5-317,8-34-2974,-18 31 0,-1 0 1456,7-22-1568,-20 48-106,-28 73-329,2 0 1,-1 4-59,-1 1 0,0 3 8,-4 14 1,2-3 41,-2 18-50,3-6-28,25-51 0,17-35 0,20-21 0,24-11 6,-20 16-6,5 31 0,-35 19-11,-6 51-219,-6-16 230,21-3 0,-16-31 0,15-22 0</inkml:trace>
</inkml:ink>
</file>

<file path=ppt/ink/ink4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01.5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1 416 28306,'27'-64'39,"-1"1"0,-2 3 0,0 9-22,7 9-11,-1 3-1,13-4-5,-12 16-17,6 0 17,-6 31 12,-17 38-12,1 29 0,-23 8 0,-6 11 112,-5-43-107,6-17-5,5-32 0,29-42-5,6-8 5,13-2 0,-12 30 0,-13 27 0,-12 25 5,-3 12 51,0-10-50,0-13-6,7-21-6,21-31 6,2 7 0,32-12 0,-15 25 0,4 12-5,-21 18 5,-13 28-34,-10-7-173,9 21 207,-2-37 0,3 4 0,-8-24 0</inkml:trace>
</inkml:ink>
</file>

<file path=ppt/ink/ink4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01.94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268 0 28474,'-61'12'24,"1"-1"0,-1 10 0,13 9-18,24 33-6,11 2 17,40-30-12,16-31 1,1-12-6,-8-6-6,-10 12-38,-8 9-119,14 6 163,-8 2 0,-7-7 0,-6-4 0</inkml:trace>
</inkml:ink>
</file>

<file path=ppt/ink/ink4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02.14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 0 28160,'-3'59'-74,"0"0"0,16-1 1,3-12-1,-6-28 0,24-1 1</inkml:trace>
</inkml:ink>
</file>

<file path=ppt/ink/ink4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02.34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586 1 28261,'-55'78'56,"0"1"0,3-6 0,2-7-17,-10 6-521,-5-7 498,3-8 150,-12 1-2277,22-25 2131,9-22 1,27-9 0,14-19 0</inkml:trace>
</inkml:ink>
</file>

<file path=ppt/ink/ink4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02.7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89 45 28339,'-27'56'3,"1"-1"0,6 34 53,53-79-11,28-27-34,-10-4 17,5-39 28,-32 8-56,-16-5-17,-26 24-358,-48 18 375,-3 31 0,11-10 0,21 11 0</inkml:trace>
</inkml:ink>
</file>

<file path=ppt/ink/ink4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03.1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0 296 28597,'31'-61'0,"0"0"0,-2 4 0,3 10-6,29 10-201,-5 17 207,-5 8 0,-23 12 0,-19 3 0</inkml:trace>
</inkml:ink>
</file>

<file path=ppt/ink/ink4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08.8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1 607 28255,'46'-60'16,"-1"0"1,1-1 0,11-12 0,-4 5-6,-10 9 1,-2 4-12,20-17-6,-3 9-11,-7 28 17,-26 37 28,0 44-28,-15 38 0,-9-28 0,-2 2 0,-5 34 51,-1-19-6,1-57-6,14-36-28,15-37-5,15-18-12,-4 17 23,-1 21-6,-21 49-11,-2 5-6,-9 40 6,-1-21 12,0 7-12,18-34 0,8-22 0,25-20 0,-5 0 0,3-1-6,22-11 6,-20 14 0,-4 14 6,-15 41-6,-10 8 0,-41 61-84,-5-13 84,-2 3 0,10-37 0,13-25 0</inkml:trace>
</inkml:ink>
</file>

<file path=ppt/ink/ink4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09.2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254 1 28502,'-60'8'22,"1"0"0,3 0 1,12 8-18,24 31-5,9 1 0,8-5 0,37-4 0,17-18 6,32-32 5,-21-9-151,-10-27-151,-31 39 291,9-1 0,-18 19 0,6-5 0</inkml:trace>
</inkml:ink>
</file>

<file path=ppt/ink/ink4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09.6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621 1 28115,'-16'63'13,"-1"0"0,1-4 0,7-9-24,22-8-90,7-12-531,31-11-5149,8-27 4376,12-30 6104,-20-6-2537,-11-29-925,-27 36-1220,-6 0 0,-41 71 17,-4 5-20,-15 18 0,-10 9-14,-3-5 0,-5 0-437,10-10 1,-4 1 0,2-2 436,-12 8 0,2-3-311,0-3 0,9-5 311,17-9 0,9-5 0,35-26 0</inkml:trace>
</inkml:ink>
</file>

<file path=ppt/ink/ink4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10.0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0 360 28082,'47'-78'63,"0"-1"0,-3 11 1,-1 8-42,17 7 6,-15 31-5,-30 65-23,-7 0-51,-18 54-716,6-35 767,20-8 0,-10-29 0,19-24 0</inkml:trace>
</inkml:ink>
</file>

<file path=ppt/ink/ink4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10.2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1 291 27785,'67'-5'28,"0"0"0,-4 0 0,-8-7-23,-3-29 74,-10-2 257,-19-17-224,-30 9-90,-17 6-11,-44 21-16,0 47-1,4 4-106,17 48 112,87-4 0,-32-19 0,47-12 0</inkml:trace>
</inkml:ink>
</file>

<file path=ppt/ink/ink4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10.4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311 1 28328,'-33'65'19,"1"0"0,-1 0 0,3 1 0,1 1 0,2 0-19,3-3 0,2 1 0,2-3-9,-1 9 1,4-3 8,6-10 0,3-10 0,5-15 0,3-9 0</inkml:trace>
</inkml:ink>
</file>

<file path=ppt/ink/ink4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10.6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26 27729,'91'-7'-18,"0"0"0,-22 0 0,-12 2 0,-23 5 0</inkml:trace>
</inkml:ink>
</file>

<file path=ppt/ink/ink4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11.43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296 1 28423,'-27'68'5,"0"-1"1,0 1 0,0-3-1,0-1 1,0-3-6,-9 13 0,2-4-515,7-13 0,5-6-7170,8 7 7685,23-38 0,7-22 0,-3-5 0</inkml:trace>
</inkml:ink>
</file>

<file path=ppt/ink/ink4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11.6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80 27830,'79'-22'102,"0"0"1,-6-1 0,-6 10-75,14 40 28,-33 22-34,-29 34-22,-46-10-20,-29-26 1,-11-9-54,-5-6-764,11-9 0,8-10 837,27-26 0,9 9 0,17-12 0</inkml:trace>
</inkml:ink>
</file>

<file path=ppt/ink/ink4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12.1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345 0 28317,'-68'12'57,"-1"0"1,6 0 0,11 7-41,8 49 0,19 14-11,2-4 5,49-6 0,32-49-5,39-40-6,-42-5 0,-2-7 5,25-32 29,-18-5-34,-43 53-11,-11 6-29,-13 31-150,-12 18 190,10 4 0,-2-13 0,11-8 0</inkml:trace>
</inkml:ink>
</file>

<file path=ppt/ink/ink4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12.3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287 1 28227,'-57'18'28,"0"0"0,6-1 0,11 7-28,22 49 11,13 9-16,6-1 16,1-2-17,-31-36-475,8-10-62,10-38-5045,32-15 5588,39-20 0,-24 20 0,-5 5 0</inkml:trace>
</inkml:ink>
</file>

<file path=ppt/ink/ink4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12.6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340 1 28373,'-58'43'9,"0"1"0,5 8 1,12 2 18,21 27 0,2-3 0,-21-9-515,6-38-264,14-15 751,36-31 0,-1 2 0,15-8 0</inkml:trace>
</inkml:ink>
</file>

<file path=ppt/ink/ink4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13.10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294 0 28356,'-25'70'37,"0"-1"0,1-2 1,0-5-21,-17 24-1429,4 0 1418,1-3 219,18-35 1,2 0-198,-7 23 267,3-8-295,16-36-5,12-20-18,31-10 722,18 3-749,20-3 22,-18 3-107,-11 0-442,-23 0 577,-12-26 0,-3 20 0,-10-19 0</inkml:trace>
</inkml:ink>
</file>

<file path=ppt/ink/ink4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13.2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45 27970,'71'-7'-138,"0"-1"1,6 0 0,-10 0 0,-21 2 0,3-1-1</inkml:trace>
</inkml:ink>
</file>

<file path=ppt/ink/ink4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13.6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231 1 28138,'-18'71'56,"-1"1"0,1-5 0,1-4 67,-2 11-101,4-25 1,-2 1 61,-20 36-34,-4 3-50,13-49 0,26-34 6,21-31-1,36-27-10,-16 17 5,12-5-6,-33 50 6,-5 8 6,-26 41-6,-2-7 0,-1-11 0,5-16 0</inkml:trace>
</inkml:ink>
</file>

<file path=ppt/ink/ink4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13.9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36 165 28244,'-8'53'112,"1"-1"0,-6 33-90,9-77-10,0-19-12,12-14 11,8-16-11,15-5-17,28-20-145,12 6-96,3 6-484,-24 32 0,2 6 742,32 4 0,-17 4 0,-18 6 0</inkml:trace>
</inkml:ink>
</file>

<file path=ppt/ink/ink4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14.1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134 1 28194,'-37'62'33,"0"0"1,-2-6-1,18-9-16,51-15 6,20-17-1,36-25 6,2-29 17,-23-7 28,-23-25-45,-44 26-73,-41 5-6,-5 20-509,-34 52 560,46 9 0,4 3 0,27-12 0</inkml:trace>
</inkml:ink>
</file>

<file path=ppt/ink/ink4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14.47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96 0 28412,'-27'71'11,"1"-1"0,-1-7 1,12-7-7,29-13 23,27-13-11,22-24-17,0-19 0,5-40-146,-37-11-554,3-2 700,-19 12 0,-7 32 0,-3 9 0</inkml:trace>
</inkml:ink>
</file>

<file path=ppt/ink/ink4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14.9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476 95 28457,'-71'-29'33,"0"0"1,6 4 0,9 14-6,14 38-28,3 30 0,18 8 5,43 3-5,36-26 0,16-30 6,21-42-6,-39-2 0,-6-1 0,-26 25-6,-19 58 12,-17 31-4,-15-23 1,-11-1-3,-14 1 0,-8-7 0,3-12 0,-4-7-28,-9-5 0,6-13-207,11-27 235,60-70 0,0 41 0,45-37 0</inkml:trace>
</inkml:ink>
</file>

<file path=ppt/ink/ink4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15.3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262 1 28451,'-35'61'20,"0"0"1,1-2 0,4-3 1,-2 21-5,2-1-6,6-7 23,-1 5-12,12-28-22,9-6 0,25-45 6,48-37-9,-25 14 0,3 0 3,7-2 0,0 7 6,26 16-6,-39 31 0,-27 56 0,-22-6 0,-3 4 0,1-34 0,1-23 0</inkml:trace>
</inkml:ink>
</file>

<file path=ppt/ink/ink4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1.2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230 1 28412,'-31'62'28,"0"0"0,2-2 0,2-2-11,-9 25-17,18-24 0,2 3 0,4-3 0,2-1-14,1 6 0,2-3 14,4 16 0,3-38 0,0-31 0</inkml:trace>
</inkml:ink>
</file>

<file path=ppt/ink/ink4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1.3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99 27398,'91'-19'-474,"1"0"1,-7 0 0,-14 2 0,-30 4 0,-12 2 0</inkml:trace>
</inkml:ink>
</file>

<file path=ppt/ink/ink4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1.7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255 0 27970,'-24'62'69,"1"0"0,1-2 0,1-4-13,-7 19 25,11-26 0,-2 0 37,-14 30-90,2-9 39,11-32-39,8-28-28,8-11 0,8-26 0,35-19-6,22-19 6,15 12 6,-19 21-6,-21 42-6,-29 42 6,-21 27-16,4-3-203,-3 2 219,42-41 0,-18-8 0,20-17 0</inkml:trace>
</inkml:ink>
</file>

<file path=ppt/ink/ink4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2.0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64 402 28384,'-18'-64'9,"1"-1"0,-2 7 1,10 4-10,35-16 11,14 22-11,10 7-11,8 40 0,-36 39-23,-15 18 34,-35 6 0,8-25 0,-5-19 0</inkml:trace>
</inkml:ink>
</file>

<file path=ppt/ink/ink4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2.4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 89 28250,'2'66'39,"0"1"0,0-7 0,-1-5 191,-1 3-230,-6-43 5,5-12-5,-6-46 0,28-32 0,23-6 0,5 3-36,-11 40 0,4 6-586,23 1 622,14 6 0,-34 16 0,-12 8 0</inkml:trace>
</inkml:ink>
</file>

<file path=ppt/ink/ink4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2.6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121 1 28328,'-34'54'15,"1"1"0,1-7 0,11-5 35,24-8-27,24 1-18,16-13 6,33-7-11,4-43 12,-9-19 21,-29-11 1,-37-5-34,-57 37-17,-1 3-151,-37 48 168,65 29 0,-8-16 0,41 8 0</inkml:trace>
</inkml:ink>
</file>

<file path=ppt/ink/ink4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2.9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46 28238,'3'57'35,"-1"0"1,22-1 0,14-13-34,14-26 1,8-14 33,4-7 1,-3-8 30,18-17-11,-47-50-39,-70 18-34,-27 1-201,-26 27 218,20 41 0,31-3 0,29 15 0</inkml:trace>
</inkml:ink>
</file>

<file path=ppt/ink/ink4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3.1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181 0 28490,'-25'63'22,"1"1"1,-1 15 0,5 0-23,12-16 0,3 0-20,-1 11 0,0-3-204,-3 25 224,-12-32 0,9-47 0,-7-7 0</inkml:trace>
</inkml:ink>
</file>

<file path=ppt/ink/ink4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3.3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28194,'87'0'-84,"0"0"1,-17 0 0,-10 0 0,-9 0 0,-36 0 0</inkml:trace>
</inkml:ink>
</file>

<file path=ppt/ink/ink4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3.6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28131,'0'0'0</inkml:trace>
</inkml:ink>
</file>

<file path=ppt/ink/ink4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5.7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142 1 28558,'-22'84'7,"-1"0"0,8-18 0,0 2 0,2-3-10,1 10 0,2-3-3,-1-1 1,2-1-116,4-13 1,2-7 120,0 1 0,3-25 0,0-12 0</inkml:trace>
</inkml:ink>
</file>

<file path=ppt/ink/ink4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5.8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1 150 28020,'80'-34'-285,"-1"0"0,-4 2 1,-12 6-1,-22 12 1,-13 4-1</inkml:trace>
</inkml:ink>
</file>

<file path=ppt/ink/ink4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6.2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285 0 27774,'-23'68'140,"0"-1"0,-4 14 0,1 0-42,6-17 0,1-3-59,1-1 0,-2-2 17,-2-1 0,-1-6 17,-10 0-73,6-33 0,24-27 0,51-60 0,24 6 0,0 8 0,-11 22 0,-36 71 0,-21 24-11,-11 34-12,-3-23-218,18-22 241,42-36 0,-22-6 0,18-9 0</inkml:trace>
</inkml:ink>
</file>

<file path=ppt/ink/ink4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6.5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72 377 28591,'-25'-64'3,"1"0"1,7 4 0,12 7-4,35 3 0,17 6-5,14 10-1,-18 26-27,-12 39-7,-39 7-228,-35 31 268,9-37 0,0-3 0,26-22 0</inkml:trace>
</inkml:ink>
</file>

<file path=ppt/ink/ink4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6.8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369 1 28552,'-36'70'11,"0"1"0,1-2 1,3-2-12,10-17 0,0 1 2,-10 20 1,-1 3-3,5-6 0,1 0-101,-1 8 1,6-4 100,8 21 0,12-46 0,15-33 0</inkml:trace>
</inkml:ink>
</file>

<file path=ppt/ink/ink4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7.1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50 353 28457,'-14'-57'28,"0"1"0,-1 4 0,9 4-23,31-10 1,0 20 0,45 0-12,-16 33 6,-5 31 0,-28 3-6,-52 29-610,-2-29-431,12-7 1047,20-20 0,21-8 0,-5 1 0</inkml:trace>
</inkml:ink>
</file>

<file path=ppt/ink/ink4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7.37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1 350 28457,'4'-69'11,"0"0"0,2 6 0,7 8-16,42 5-1,1 23 6,-2 11 6,-15 56-40,-28 19-212,-3 16 246,-3-22 0,-4-26 0,4-21 0</inkml:trace>
</inkml:ink>
</file>

<file path=ppt/ink/ink4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7.81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483 93 28462,'-60'-31'43,"1"1"0,-4 6 0,7 17-37,5 46-1,6 31-5,20-6 0,58 5 12,31-43-12,-15-20 0,2-8 11,44-28-6,-33-2 7,-30 2-7,-26 48-5,-23 41 0,-5-12 0,-6 1 0,0-1 0,-5-1 0,-25 8 0,-7-8-6,14-20 1,0-5-15,-2 1 1,2-7-71,-8-19 90,69-42 0,13-9 0,-9 16 0,13-8 0,1 0 0</inkml:trace>
</inkml:ink>
</file>

<file path=ppt/ink/ink4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9.4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106 194 26413,'16'-55'840,"0"0"0,11-23-655,-22 73 27,-2 64-206,-6-9 0,-3 5-6,1 2 0,-2 4-12,-7 20 1,-3 1-146,2-22 1,-2-3 156,-6 3 0,2-4 0,-3 7 0,3-36 0</inkml:trace>
</inkml:ink>
</file>

<file path=ppt/ink/ink4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9.5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1 251 25987,'85'-24'-2525,"1"0"1,-4-3 0,-8-4 2524,-24-1 0,-7 1 0,6-7 0,0-6 0</inkml:trace>
</inkml:ink>
</file>

<file path=ppt/ink/ink4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29.9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199 1 27858,'-20'74'134,"0"0"0,-4 17 1,-1-2-79,6-23 0,1-2-26,0 0 1,0 0 50,-5 5 1,10-11-82,24-33 5,38-15-5,17-49 0,-15 12 0,-3 10 0,-9 28 0,-8 17-5,-53 61-29,6-11-548,10-2 582,48-35 0,-12-30 0,14-11 0</inkml:trace>
</inkml:ink>
</file>

<file path=ppt/ink/ink4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2.04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155 506 28132,'-41'62'61,"0"0"1,4-3 0,9-4-45,22 3-1,4 0 40,32 6-22,21-26 0,39-29-34,-41-32 0,-2-12 0,-7 3 0,-7-7 0,-3-23 0,-9-4 0,-10-24 5,-30 3 1,-2 42-6,-17 42-11,26 32 5,19-2-11,54 5 23,34-46-1,-30-10 1,0-11-9,-1-12 0,-6-10 0,-10-12 1,-9-3 2,-12 15 0,-7 1-6,-7-1 1,-9 7 10,-17 12 1,-23 67-12,-5 35 6,14-8 0,-3 13 0,1 1-4,3-2 0,1 2 1,-1 2-231,-6 16 1,-2 4 0,2 0 188,1-5 1,2 0-1,0-4 45,5-14 0,0-2 0,3-7 0,-1 0 0,4-9 0,-4 2 0</inkml:trace>
</inkml:ink>
</file>

<file path=ppt/ink/ink4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2.1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1 137 28082,'79'-29'-437,"0"1"0,-3 2 0,-3 4 437,-20 13 0,-6 3 0,7-2 0,3-1 0</inkml:trace>
</inkml:ink>
</file>

<file path=ppt/ink/ink4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2.6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397 0 28384,'-65'7'56,"1"0"0,-8 11 0,9 12-34,4 48-22,5 3 0,35 2 0,66-49 12,34-31-7,-22-22 1,1-10 22,-6-5 0,-7 0-34,8 0-11,-34 26-173,-24 57 190,97-17 0,-65-3 0,66-20 0</inkml:trace>
</inkml:ink>
</file>

<file path=ppt/ink/ink4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3.1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456 38 28362,'-38'56'19,"0"-1"1,1 1-1,-16 22 1,5-4-17,20-25 0,2-3-3,0 1 0,1 1 2,-6 13 1,1 2 0,10-12 0,1-3 14,-15 40-6,31-51 11,32-85-22,-7 3 0,3-8 0,15-27 0,2-5-6,-6 12 1,3-1-1,-5 12 1,4-2-1,0 6 3,8-2 1,1 6-4,3-2 0,1 10 6,17 10 0,-33 53 0,-46 55 6,-39 9-1,14-35 1,-4-3-11,-30 14-225,13-29-336,48-33 566,40-22 0,-14 10 0,20-9 0</inkml:trace>
</inkml:ink>
</file>

<file path=ppt/ink/ink4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3.50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390 0 28530,'-71'20'26,"0"0"0,6-1 0,9 6-20,-1 48-6,21-15 5,3 33 1,56-49 5,46-13-11,-14-40 0,3-10 0,-7 4 0,-1-4 11,1-14 0,-9 3-11,-19 23-5,-10 5-12,-28 38-89,-2 12-1194,7-20 1300,11 5 0,2-26 0,6-2 0</inkml:trace>
</inkml:ink>
</file>

<file path=ppt/ink/ink4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3.7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396 1 28530,'-38'77'7,"0"0"0,-6 14 1,3-2-3,14-26 1,1-3-12,0 0 1,-1-1-1914,0-4 1,1-8 1918,-8-8 0,8-7 0,11-26 0</inkml:trace>
</inkml:ink>
</file>

<file path=ppt/ink/ink4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3.8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1 207 27253,'80'-15'-632,"-1"0"1,15-8 0,-6-4 631,-33 2 0,-6-1 0,38-13 0,-37 3 0</inkml:trace>
</inkml:ink>
</file>

<file path=ppt/ink/ink4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4.1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310 0 28272,'-37'82'69,"0"0"0,3-6 0,1-3-50,5-12 1,1-2 5,3-3 1,-1 0 4,-2 5 1,5-5-31,6-2 0,28-41 0,26-40 0,27-10-5,-20 17 10,0 30-5,-36 52-5,-17 25-186,12-6 191,29-34 0,-12-33 0,18-17 0</inkml:trace>
</inkml:ink>
</file>

<file path=ppt/ink/ink4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6.6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278 1 28434,'-35'83'18,"0"1"0,9-19 1,0 2-1,4-5-10,2 4 1,2-4 2,-3 9 0,2-4 17,-5 19-28,13-50 0,12-37-5,13-23 10,30-29 1,15 12-12,2 4 6,1 59-11,-41 12 11,-17 52 6,-43-24-12,-24-8-16,2-26-85,-5-35-397,37-31 504,6-16 0,17 11 0,9 10 0</inkml:trace>
</inkml:ink>
</file>

<file path=ppt/ink/ink4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6.93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229 455 28434,'-59'-32'18,"-1"1"1,6 1 0,13-1-19,31-12 0,5-6 6,32-24-6,25 5 0,8 6-11,21 26 11,-49 47-67,-12 20-185,-31 5 252,-14 6 0,12-30 0,2 0 0</inkml:trace>
</inkml:ink>
</file>

<file path=ppt/ink/ink4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7.2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208 0 28322,'-20'87'11,"-1"0"0,0-3 1,1-6-12,6-25 0,1-4 3,0 1 0,0 1-26,-1 9 1,2 0 22,-10 36 0,7-21 0,5-35 0</inkml:trace>
</inkml:ink>
</file>

<file path=ppt/ink/ink4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7.4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61 27085,'90'-9'-1216,"-1"0"1,-9 0 0,-6 1 1215,12-5 0,-41 6 0,-15 2 0</inkml:trace>
</inkml:ink>
</file>

<file path=ppt/ink/ink4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7.81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205 0 28356,'-47'66'18,"-1"1"1,6-5 0,8-6 9,14-2-17,11-3 12,5-7 33,32-20-40,-2-11 24,41-39 4,-28 2-49,9-14-1,-16 31 1,1 1-1,26 13 12,-9-27-6,-2-7 0,-23-9-168,-18 6-320,-3 3 488,16 6 0,-10 3 0,8 6 0</inkml:trace>
</inkml:ink>
</file>

<file path=ppt/ink/ink4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8.2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137 478 28490,'-40'-63'2,"1"1"0,3-8 0,14 5 4,36 9 5,27-31-22,12 49 11,1 2-23,-9 70 1,-30-5-62,-30 47 84,-10-39 0,-5-4 0,11-22 0</inkml:trace>
</inkml:ink>
</file>

<file path=ppt/ink/ink4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8.53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26 430 28507,'-10'-64'3,"0"0"1,4 4 0,11 7 2,38 0-6,34-9 0,-21 24-6,10 3 6,-46 49 6,-28 22-152,-12 17-72,-5-5-8620,38-15 8838,11-19 0,9-8 0,-16-3 0</inkml:trace>
</inkml:ink>
</file>

<file path=ppt/ink/ink4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8.7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0 374 28266,'22'-66'45,"-1"1"0,0 4 0,1 7-34,16 1-11,-1 10 22,8 11-10,-10 36-12,-5 19-12,-13 58-346,-12-1 358,8 3 0,-9-38 0,7-28 0</inkml:trace>
</inkml:ink>
</file>

<file path=ppt/ink/ink4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9.1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212 0 28418,'-17'63'42,"1"-1"1,-11 19 0,-1-3-37,9-32 0,-2 0-4,-10 29 1,3 1 8,8 20-5,15 1-6,48-47 0,26-26-11,1-24-73,2-9-107,-42 1-531,-3-11 722,-20-1 0,-4 7 0,-3-1 0</inkml:trace>
</inkml:ink>
</file>

<file path=ppt/ink/ink4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9.34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13 28205,'88'-2'-1221,"0"1"0,-4-1 0,-6 1 1221,-24-1 0,-6 1 0,7 0 0,0-1 0</inkml:trace>
</inkml:ink>
</file>

<file path=ppt/ink/ink4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39.8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158 0 28266,'-25'58'78,"0"0"1,-2 2 0,3-7-35,-1-8-16,4-3-5,11-9-12,15-22 0,31-4-5,18-26-1,6 3 12,-3-13-17,-38 32 6,-5 8-12,-14 35 6,0-13 0,25 2 0,13-36 6,21-31-6,-7-19 0,-17-3 0,-15 3-45,-8 24-17,10 5-94,1 11 156,62-6 0,-56 12 0,37-9 0</inkml:trace>
</inkml:ink>
</file>

<file path=ppt/ink/ink4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0.1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20 139 28283,'-10'54'61,"1"1"1,9 30-34,69-79-5,21-40 5,-35 9 0,-3-7 11,-10-12 0,-7-2-22,7-27-6,-56 9-33,-46 43-197,-21 48 219,10 32 0,26-3 0,38-8 0</inkml:trace>
</inkml:ink>
</file>

<file path=ppt/ink/ink4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0.7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1 285 28334,'58'-58'52,"1"0"0,-6 4 0,-1 8-29,22 1 10,-17 21-16,-9 30-11,-27 26-6,-32 63-11,-13 1-342,11-42 0,4-1-235,9 16-101,18-37 96,26-35 716,9-22 1103,-19 1-632,12-2-432,-22 21 17,19 22-89,19 0-45,4 4-17,-15-17 0,2-8 39,32-33-28,-39 13 0,-4-5-5,11-44-23,-34 21-11,-57 11 0,-30 34-6,18 18 1,0 7-1,-27 18-106,22 47 112,107-12 0,-40-21 0,54-12 0</inkml:trace>
</inkml:ink>
</file>

<file path=ppt/ink/ink4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1.0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413 544 27953,'-5'-66'173,"0"0"1,-5-1 0,-10 14-85,-40 29-83,-6 11-6,10 33 0,3 15 0,14 6 0,6 7-3,-6 11 0,12 3 9,33 37-6,27-43 0,59-56 0,-9-52 5,-32 10 1,-3-4-3,-11 4 0,-3-3-1,2-12 1,-2-1-70,-9 12 0,2 1 67,22-17 0,-1 2 0,-3-4 0,16 9 0</inkml:trace>
</inkml:ink>
</file>

<file path=ppt/ink/ink4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1.4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145 408 28614,'-40'-64'1,"-1"-1"1,2-3 0,14 7 4,36 13-6,20-15-6,15 41 1,-1 6-1,-10 62 6,-26-13 0,-29 43-437,4-46-123,-3 5-2593,28-27 3153,20-3 0,-9-6 0,-2-2 0</inkml:trace>
</inkml:ink>
</file>

<file path=ppt/ink/ink4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1.7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356 7 28490,'-63'-3'20,"-1"-1"1,1 8 0,12 10-21,26 29 6,2 30-12,24-9 12,5 10 5,0-27-11,-15-1-2727,-10-20 2727,-7-20 0,8-6 0,10-6 0</inkml:trace>
</inkml:ink>
</file>

<file path=ppt/ink/ink4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4.1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200 1 28412,'-40'59'7,"0"0"1,3-5-1,6-4-1,13 3-6,2-8-823,4-4-2011,6-22 2834,9-14 0,-1-11 0,6-5 0</inkml:trace>
</inkml:ink>
</file>

<file path=ppt/ink/ink4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4.4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0 101 28350,'63'5'43,"-1"1"0,-6-8 0,-12-10 8,-26-26-51,-28-9-107,-19 35-6833,-9 45 6940,8 0 0,16 16 0,12-29 0</inkml:trace>
</inkml:ink>
</file>

<file path=ppt/ink/ink4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4.8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306 0 28334,'-42'65'3,"0"0"1,2 6 0,11-6 7,21-11-11,-23 18 0,-11-46-123,0-4-280,12-27 403,55-20 0,-17 9 0,25-7 0</inkml:trace>
</inkml:ink>
</file>

<file path=ppt/ink/ink4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5.2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54 119 28238,'-4'62'-2,"-1"1"0,2-5 1,-1-6-5643,-5 5 5667,2-10 1677,0-11-1689,-3-32 848,5-18-836,5-54-18,13 8-2,6 5 0,7-2 1693,5 12 0,5 3-1693,9-5 0,5 5-43,0 12 1,1 8-134,31 6 173,8 45 0,-55-15 0,6 14 0</inkml:trace>
</inkml:ink>
</file>

<file path=ppt/ink/ink4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5.5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30 348 28586,'-11'-63'1,"1"0"1,2 6 0,9 6-2,46-6-5,3 20 5,-6 17-12,-25 41-262,-29 16-17,6-3-644,10-19 935,25-20 0,-10 1 0,-4-3 0</inkml:trace>
</inkml:ink>
</file>

<file path=ppt/ink/ink4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5.9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172 1 28272,'-26'78'0,"1"-1"0,2-4 0,3-7 0,1 5 11,-5 14 40,8-28 5,-3 1-56,20-49 16,7-20 24,24-56-26,-11 20 0,3-4-9,10-15 1,2-1-9,2 3 0,0 4 0,-7 15 1,0 7-10,28-5 18,-36 65 5,-3 9-11,-39 50-5,-27-14 5,-23-1-432,12-31 432,36-53 0,18 10 0,18-23 0</inkml:trace>
</inkml:ink>
</file>

<file path=ppt/ink/ink4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6.2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66 137 28283,'-10'52'81,"0"0"1,-10 36 86,11-66-163,-2-20 1,6-15-6,16-47-6,19-14-11,-5 29 1,2 2-40,23-21-532,-2 41 0,2 7 588,0 5 0,19 7 0,-50 4 0</inkml:trace>
</inkml:ink>
</file>

<file path=ppt/ink/ink4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6.5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87 410 28591,'-27'-57'0,"1"0"0,3-8 0,13 4 6,39-8-17,7 2-6,8 33-11,-20 38-39,-11 37 22,-15-5-4839,-6 21 4884,23-31 0,-18-3 0,22-16 0</inkml:trace>
</inkml:ink>
</file>

<file path=ppt/ink/ink4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6.8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280 1 28418,'-61'8'5,"-1"0"1,-32 15-6,97 33 17,29 11-17,-5-3 39,4 8-11,-64-28-23,-16 5-217,-11-19 212,48-11 0,10-13 0,32-5 0</inkml:trace>
</inkml:ink>
</file>

<file path=ppt/ink/ink4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7.1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140 434 28569,'-38'-54'3,"0"1"1,3 4 0,10 3 2,21-13-1,9-1-5,4 2 0,7 17-5,7 27-12,-8 26-6,-1 4-234,-9 30 257,10-12 0,-11-6 0,12-13 0</inkml:trace>
</inkml:ink>
</file>

<file path=ppt/ink/ink4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7.4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0 235 28322,'30'-59'7,"1"0"1,-6 5 0,3 11-8,14 24 11,-14 25 11,-3 39-10,-17 9-68,-8 36-415,-10-34 471,3-9 0,-3-27 0,7-18 0</inkml:trace>
</inkml:ink>
</file>

<file path=ppt/ink/ink4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7.6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 0 28513,'6'81'22,"0"-1"0,-1-4 1,-2-6-12,-8 15-11,-1-5 0,-1-6 0,0 6-2889,3-21 2889,1-27 0,1-16 0,2-28 0</inkml:trace>
</inkml:ink>
</file>

<file path=ppt/ink/ink4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7.8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27 27118,'71'-7'-1455,"1"0"1,2 0 0,1 3 1454,-3 3 0,-6 2 0,11-1 0,8 0 0</inkml:trace>
</inkml:ink>
</file>

<file path=ppt/ink/ink4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8.1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173 441 28591,'-48'-71'2,"1"0"0,1 14 0,15 3-2,48-33 0,15 37-11,18 5-6,-8 39 6,-15 22-12,-27 29-78,-13-13 101,-4 10 0,5-27 0,6-3 0</inkml:trace>
</inkml:ink>
</file>

<file path=ppt/ink/ink4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48.4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283 572 28485,'-70'-3'5,"0"0"1,7 0 0,12 13-6,24 56-12,26-1 7,18-7 5,41-23 28,7-54 39,13-35-62,-43 8 1,-6-6-6,-6 4 0,-4-2-23,2-19 1,-3-4 22,2-13 0,-2 3 0,-7 32 0,0 1 0,2-7 0,-1-1 0</inkml:trace>
</inkml:ink>
</file>

<file path=ppt/ink/ink4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1.6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304 0 28541,'-35'76'7,"0"-1"1,1-2-1,2-5-7,-11 18 0,18-30 0,0 1 17,-6 30-11,9-25 5,30-47-11,13-48 0,28-24 0,10 8-6,2 4 6,11 25 6,-30 52-6,-7 2-17,-38 54-17,-53-17 9,16-32 0,-4-4-34,-6-10 0,0-6-545,-24-4 604,35-22 0,27 1 0,12-3 0</inkml:trace>
</inkml:ink>
</file>

<file path=ppt/ink/ink4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1.9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5 181 28233,'-2'58'44,"0"-1"1,28 38 23,24-89-52,11-16 1,16-45-11,-31-17-85,-24 26 1,-3 0-420,-1-25 498,-17 12 0,-1 38 0,-2 4 0</inkml:trace>
</inkml:ink>
</file>

<file path=ppt/ink/ink4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2.70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445 0 28317,'-22'79'22,"1"0"0,0-4 1,4-6-12,1 10 6,-1-4 22,-22 10-39,6-30 17,-36 6-11,8-43-62,-5-18-269,23-29-325,23-13 650,48-20 0,-18 34 0,20-4 0</inkml:trace>
</inkml:ink>
</file>

<file path=ppt/ink/ink4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3.1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275 0 28468,'-45'67'14,"1"0"0,0 0 0,-7 11 0,7-3-9,15-9 1,11-5 0,22 14-1,16-9 7,41-21-52,6-33-245,5-15 285,-23-25 0,-25 9 0,-18-7 0</inkml:trace>
</inkml:ink>
</file>

<file path=ppt/ink/ink4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3.30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28160,'67'1'-231,"0"0"1,0 0-1,2 2 1,-9-2-1,-2-2 1</inkml:trace>
</inkml:ink>
</file>

<file path=ppt/ink/ink4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3.6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202 0 28054,'-13'67'113,"1"1"1,0-6 0,-2-2-83,-6-10 0,-1-2 47,-19 40-33,18-39 0,0-7-45,-3-13 5,25-30-5,34-59 0,18 8-5,-2 7 5,-8 22 5,-23 67-10,-9 11-34,-1 18-661,18-4 700,21-43 0,-12-3 0,3-19 0</inkml:trace>
</inkml:ink>
</file>

<file path=ppt/ink/ink4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3.90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12 429 28334,'-5'-61'33,"-1"-1"1,12-8-1,10 5-38,35-12 5,-14 40 0,2 6 0,22 5 22,-26 39-5,-49 41-11,-26 2-12,-5-1 6,3-19 0,28-25 0,9-6 0</inkml:trace>
</inkml:ink>
</file>

<file path=ppt/ink/ink4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4.54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0 386 28367,'27'-68'26,"0"0"0,-2 4 1,2 8-5,16 3 6,-6 8-22,-6 14-6,-15 35-6,-5 50-56,-11 38 62,0-39 0,0-3 0,0 15 0,0-33 0</inkml:trace>
</inkml:ink>
</file>

<file path=ppt/ink/ink4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4.7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97 99 27953,'-27'71'18,"-1"0"1,0-6 0,14-13 20,35-23 0,9-14 28,23-16 40,29-44-77,-42 14 1,-2-6-56,6-11 0,-3-2-406,19-30 431,-15 13 0,-26 44 0,0 3 0</inkml:trace>
</inkml:ink>
</file>

<file path=ppt/ink/ink4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5.4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1 343 27942,'36'-64'89,"0"-1"1,-3 7-1,-3 7 1,7 4-90,-8 15-6,4 7 6,-5 29-11,-9 11 22,-2 27 29,-12-13-7,-3 17 12,-7-24 84,-4 3-124,2-26-5,7-5 0,13-17 0,26-15-5,18-2 5,2 2 5,14 10 1,-37 19-12,4 35 6,-29 12 0,-9 14 6,-19 2 44,0-29-55,-6-17 5,24-17 5,19-27-5,19 11 0,-1 1-28,-6 16-117,-14 36 145,-9-12 0,-2 14 0,-6-22 0</inkml:trace>
</inkml:ink>
</file>

<file path=ppt/ink/ink4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5.9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227 0 28334,'-35'74'33,"0"-1"1,3-5-1,3 0-25,8-2 1,2-3-3,-7 26 38,9-25 1,5-9-28,12-32-17,13-13 0,25-51 0,1 6 0,4 0 0,25-10-3,-2 14 1,-1 10 7,-7 23 1,12 41-12,-98 29 1,-12 1 2,-9-34 0,-8-10-36,-29-7-163,11-27 202,108-64 0,-21 31 0,62-26 0</inkml:trace>
</inkml:ink>
</file>

<file path=ppt/ink/ink4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6.2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191 314 28552,'-53'-16'15,"0"0"0,3-8 0,16-6-15,42-34-6,12-2 6,43-3-22,-6 40-96,-15 40-1103,-32 10 533,-3 23-1480,12-37 2168,57-23 0,-33 1 0,7-2 0</inkml:trace>
</inkml:ink>
</file>

<file path=ppt/ink/ink4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6.4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0 108 27656,'0'59'193,"0"0"0,0 36 205,0-71-376,0-23 12,0-16 22,0-47-39,17-16-17,19-14-6,25 28 1,0 31 5,-4 32 0,-2 6 0,-17-1 0,32 8 0</inkml:trace>
</inkml:ink>
</file>

<file path=ppt/ink/ink4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7.2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229 584 28451,'-65'25'24,"1"0"0,3 6 1,22 2-19,56 9-1,15-5-5,15-27 0,7-12 3,-3-15 0,-1-8 2,5-4 1,-5-5 11,13-37 5,-54-7-16,-52 44-12,-8 4 6,6 37 6,43 1-12,77 7-3,-19-20 1,4-8-12,14-10 1,-2-6 16,-14 2 1,-6-7 4,-2-19 1,-10-7-3,-18 13 0,-5-1 8,3-9 1,-8 5-9,-21 3 6,-16 50 8,-10 46 0,-2 26-14,-1 11 0,2 10-498,7-15 1,0 6 0,3-4 497,4-12 0,2-3 0,1 1-4,2 6 0,2 0 1,1-7-445,-1-8 0,1-6-711,-17 40 895,8-69 841,5-78 610,7-24-1044,7 28 0,4 0-104,15-23 0,52 13-36,-18 41 0,7 3-3,20-14 0,-2 0 0,18 5 0,-20-10 0</inkml:trace>
</inkml:ink>
</file>

<file path=ppt/ink/ink4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7.84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242 394 28574,'-62'-37'17,"0"-1"0,6 5 0,12-3-17,26-25 0,30-2-6,48-5 6,6 26-6,-8 27 1,0 14-12,-2 35-16,-16 18 10,-57 7-33,-53 1-336,12-37 392,4-20 0,34-3 0,22-14 0</inkml:trace>
</inkml:ink>
</file>

<file path=ppt/ink/ink4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8.2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274 261 28294,'-67'20'24,"0"0"1,6 0-1,12 8-7,20 56-11,42 5-4,10-42 1,8-5 14,37 12 39,29-54 28,-40-62-62,-29 13 1,-7-8-21,-7-12 1,-6-2-3,-6 13 0,-3 1-20,-3-4 1,-2 6-1448,-1 3 1467,11 0 0,-2 38 0,12 6 0</inkml:trace>
</inkml:ink>
</file>

<file path=ppt/ink/ink4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8.7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470 86 28390,'-64'-31'42,"0"0"1,-5 12 0,10 14-37,22 31 0,-7 48-6,44-9 5,38 1 1,6-28-6,37-35 28,-33-39 33,-5-7-61,-24 20 0,-14 30 0,-4 83 0,-2-36 0,-2 3 0,-3 0 0,-7 0 0,-14 7 0,-11-8 3,-6-20 0,-5-7-6,-7 1 0,0-6-2,-20-3-74,34-59-307,94-38 386,-9 20 0,5 0 0,-10 16 0,1 4 0,38-20 0</inkml:trace>
</inkml:ink>
</file>

<file path=ppt/ink/ink4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9.0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131 381 28546,'-36'-55'5,"-1"0"1,2 5 0,12 3-6,44-12-17,26 9 1,5 6 4,25 24 7,-43 50-18,-9 13-44,-45 21 0,-1-19 67,-11-20 0,23-19 0,5-4 0</inkml:trace>
</inkml:ink>
</file>

<file path=ppt/ink/ink4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8:59.9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519 0 27975,'-73'1'49,"1"-1"0,-1 1 0,-14-2 0,12 11-27,28 15 1,12 8 33,10 39-28,39 22-14,3-46 0,5-3 3,27 22 28,-12-9 11,-27-35-56,-35 8-56,5-21 56,-52 2 0,49-11 0,-17-1 0</inkml:trace>
</inkml:ink>
</file>

<file path=ppt/ink/ink4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02.8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250 1 28524,'-21'70'2,"0"1"0,0-4 0,0-1-2,0 4 0,1-4 5,4-16 1,-1 0 5,-8 23 0,1-3 23,0 1-29,6-23 1,23-42 0,30-48-6,20 2 0,25 6 0,-17 20 0,4 50-6,-41 17 17,-24 23-11,-29-19-5,-53-19-7,3-33-49,3-30-29,32-3 90,75-54 0,-22 54 0,34-21 0</inkml:trace>
</inkml:ink>
</file>

<file path=ppt/ink/ink4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03.1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269 346 28440,'-65'-10'37,"1"-1"0,5 2 1,12-5-38,25-12 0,11-21-6,40-14 6,25-14 6,11 19-12,3 20-27,-33 47-79,-35 26 112,-13 15 0,-12-12 0,6-16 0</inkml:trace>
</inkml:ink>
</file>

<file path=ppt/ink/ink4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03.5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248 1 28390,'-20'63'24,"0"0"0,0-1 0,1-2-24,-15 31 0,11-27 0,0 3 6,4-8 0,1 1-9,0 4 0,3-4 3,0 13 0,12-38 0,3-28 0</inkml:trace>
</inkml:ink>
</file>

<file path=ppt/ink/ink4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03.7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61 27746,'79'-12'-391,"0"0"1,5-1 0,-10 2 0,-25 6 0,2-2 0</inkml:trace>
</inkml:ink>
</file>

<file path=ppt/ink/ink4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04.1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172 7 28535,'-46'59'5,"0"1"1,4-6 0,12-6-6,23-13 11,16-4 6,35-15-11,1-17 10,39-29 18,-37-4-34,-6 9 0,-30 27 0,-15 22-6,0 14 1,27-17 5,14-20 0,8-22-6,-3-36-16,-24 2-45,-1 1-925,24 2 992,17 21 0,-12 8 0,-2 11 0</inkml:trace>
</inkml:ink>
</file>

<file path=ppt/ink/ink4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04.4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124 338 28591,'-37'-57'2,"-1"1"0,7 4 0,14 4-2,48-6 0,1 18-11,11 2-34,-20 40-190,-11 22 235,2 8 0,-12-5 0,6-17 0</inkml:trace>
</inkml:ink>
</file>

<file path=ppt/ink/ink4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04.7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11 392 28574,'-5'-68'0,"-1"1"0,15-7 0,12 11 0,37 13-3,-8 18 1,3 6 2,14 15 11,-8 37-11,-31 6-17,-48 32-330,7-34-510,2-2 857,24-20 0,3-5 0,0-3 0</inkml:trace>
</inkml:ink>
</file>

<file path=ppt/ink/ink4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05.0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1 355 28524,'6'-61'22,"0"1"1,-1 4-1,6 6-22,36-9 0,-14 23 0,20 3 0,-23 63 6,-2 27-6,-12 13-56,-9 13-140,-3-49 196,38-14 0,-30-18 0,26-13 0</inkml:trace>
</inkml:ink>
</file>

<file path=ppt/ink/ink4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05.7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58 1 28563,'-12'67'13,"0"-1"0,0 14 0,1-1-10,3-20 0,5-2 0,13 7 0,7-3-3,19 16 0,8-51 0,8-9-12,28-8-105,0-15-314,-37-6 431,-66-14 0,12 12 0,-26 0 0</inkml:trace>
</inkml:ink>
</file>

<file path=ppt/ink/ink4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05.8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86 27628,'76'-13'-570,"-1"0"1,-7 1 0,-6 0 77,11-6 1,-36 9 0,-12 0 0</inkml:trace>
</inkml:ink>
</file>

<file path=ppt/ink/ink4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06.3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187 1 28283,'-27'79'42,"1"-1"0,4-12 0,0 3 0,1-8 31,2-8 0,1-5-68,-11 45-5,27-62 0,46-72 0,0 4 6,38-16-6,-19 35 0,3 21 0,-24 22 0,-22 37-34,-15-3-218,-2 1-420,26-24 672,17-21 0,-8-13 0,-2-2 0</inkml:trace>
</inkml:ink>
</file>

<file path=ppt/ink/ink4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06.5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86 411 28602,'-25'-73'5,"-1"-1"1,3 15 0,12 5-6,42-22 0,13 36-5,7 5 5,-18 35-6,-31 43-11,-32 16-980,5 8 997,37-27 0,-8-22 0,37-18 0</inkml:trace>
</inkml:ink>
</file>

<file path=ppt/ink/ink4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07.2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0 417 28507,'2'-54'42,"0"-1"0,8-42-36,11 48-6,6 3 5,9-7 1,-9 21-6,10 2 0,-12 58 0,-9 29 0,-4 14 0,-12 25 17,-1-47 11,-5 8-23,4-47-5,-3-12 0,18-39 0,5-5 0,5 2 0,-1 14 0,-8 40 0,-6 5 0,-2 18 0,-3-11 6,1-2-6,19-28 0,0-5 0,44-43 0,5 7 0,0 2 0,7 20 0,-36 48 0,-5 31-6,-16 28 1,-13-9-96,9-6 101,46-52 0,-35 3 0,31-23 0</inkml:trace>
</inkml:ink>
</file>

<file path=ppt/ink/ink4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07.9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28131,'0'0'0</inkml:trace>
</inkml:ink>
</file>

<file path=ppt/ink/ink4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10.50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155 379 28636,'-42'55'2,"-1"0"0,4-5 0,11-4-2,25 12 0,28 2 0,4 1 0,8-27 0,9-4 2,1-8 1,3-5-3,14 2 0,5-4 3,1-6 0,-2-7-3,-14-5 0,0-6 0,7-9 0,-4-8 0,-16-3 0,-2-4 2,7-10 1,-4-3-3,14-30 0,-32 25 0,-5-3 0,-7-40 0,-5 33 0,-8-2 0,-14 3 0,-7 3 0,-18-28 0,-11 43 0,-10 11 0,0 14 0,-6 8 0,-22 4 0,0 8 0,14 6 0,4 9-6,-10 18 1,11 13-118,33 0 0,8 6 74,-3 8 1,7-2 0,9 18 0,16-30 0</inkml:trace>
</inkml:ink>
</file>

<file path=ppt/ink/ink4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11.33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1198 1 28238,'-60'53'37,"1"-1"1,3-2-1,7-7-25,5-5-12,-2 3-6,-17 22 17,2 6-3,22-26 1,-1 2-12,2-1 0,1 0 3,-24 25 0,23-25 0,-1 1-11,-25 31 22,21-27 1,-1 0-12,9-11 0,0-2-3,-12 9 0,0-3 3,-24 14-134,3 4-90,55-36 224,43-36 0,6-1 0,2-12 0</inkml:trace>
</inkml:ink>
</file>

<file path=ppt/ink/ink4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12.05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595 139 26984,'-60'21'310,"0"0"0,6-2 0,6 0-114,-1 12-68,-11 11-105,1 5-12,21-13 0,2 3 6,-12 33-9,23-23 1,3 4-9,7 4 0,5 1 0,0 36 0,10-35 0,8-2-11,28 21 22,-2-38 0,5-5-11,42 5 0,-15-32 0,4-13 0,-10-9 0,0-7 8,13-6 1,1-7 2,-5-8 0,-6-4-8,-17 9 0,-3-2 5,1-11 1,-5-4-12,-14 7 0,-4-1 3,1 0 0,-4-3-3,-3-14 0,-8 0 9,-14 15 0,-8 1 2,-12-9 0,-9 4-14,-15 12 1,-8 9-40,-9 10 1,-2 8 4,13 4 1,2 10 39,-6 26 0,7 3 0,17-13 0,-7 38 0</inkml:trace>
</inkml:ink>
</file>

<file path=ppt/ink/ink4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12.80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28474,'45'63'24,"1"0"0,6 9 0,-2-1-13,-17-21 1,0 1-4,9 16 1,2 3-4,1 3 1,-2-2-4,-9-14 1,0 0-3,6 8 0,0-1-3,-11-13 1,0-1 2,4 7 0,-1-2 5,9 23 1,-9-23-84,-22-36-342,1-14 420,-9-13 0,1-2 0,-3 1 0</inkml:trace>
</inkml:ink>
</file>

<file path=ppt/ink/ink4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13.57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299 116 28530,'-57'8'2,"1"-1"1,-37 10 3,77 6 11,-1 18-1,2-4-4,-5 40-12,6 5 0,4 2 2,9-28 1,10-2 3,34 20-6,-7-34 0,8-6 0,13-9 0,6-9 0,4-11 0,0-7 0,-12-3 0,-2-7 2,6-14 1,-5-7-3,12-41 0,-4-3 0,-41 27 0,-6-2 0,-5-37 3,-20 27 0,-11 0 0,-10 0 0,-10 7-6,-21 8 0,-8 9 3,10 8 0,-3 10-9,-18 21 1,3 17-104,28 6 0,6 9 112,0 8 0,7 2 0,0 17 0,34-18 0</inkml:trace>
</inkml:ink>
</file>

<file path=ppt/ink/ink4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17.51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0 290 28462,'76'-17'41,"-1"1"0,-1 1 1,2 2-34,15 5 0,1 2-298,-19 2 0,3 1 295,8 0 1,8 0 0,-2 2-4,-17 1 0,-2 2 0,3 1-1,15 1 1,3 1 0,-5 0-2,14 2 0,-6-1 0,1 3 0,-10-1 6,-11-2 204,-5-2-210,-63-19 98,-12 0-98,-23-17 0,-28-10 0,-26-4 0,-4 4 150,23 21 0,0 4-150,-22 3 0,1 2 0,51 9 0,42 3 0,28 0 0,48 0 0,-36-1 0,3 2 0,11 2 0,-1 2 0,27 7 0,-22 23 0,-50 8 0,-31 16 0,-9-11 0,-40 7-17,9-16 17,-6-7 0,25-12 0,14-16 0</inkml:trace>
</inkml:ink>
</file>

<file path=ppt/ink/ink4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18.29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40 1 28289,'-10'67'61,"-1"1"1,1 3 0,2-1-57,7-7 1,2 3-652,0-1 0,0 4 0,1-2 646,-1 8 0,0 1 3,0-1 1,1 5 0,0-7 303,1-4 0,2-5-394,1 2 0,4-6 10,20 1 77,27-48 0,-27-16 0,9-8 0</inkml:trace>
</inkml:ink>
</file>

<file path=ppt/ink/ink4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18.59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41 525 28367,'-12'-66'31,"0"0"1,1-11 0,5 6-20,19 1-4,2 18 0,8 3-8,30 4 0,10 17 0,-21 40 0,-19 57 0,-42 13-336,-1 11 336,6-33 0,2-32 0,23-22 0</inkml:trace>
</inkml:ink>
</file>

<file path=ppt/ink/ink4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18.88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0 352 26850,'32'-76'123,"0"-1"0,-9 19 0,2 4 185,7 8 0,0 13-168,-4 26-95,-4 61-37,-24-5 1,-7 5-18,3-1 1,-2 1-127,-4 5 1,3-7-84,11-8-510,8-17 728,16-36 0,-12-6 0,-2 1 0</inkml:trace>
</inkml:ink>
</file>

<file path=ppt/ink/ink4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19.33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367 77 28272,'-60'-21'71,"0"0"0,5-2 0,7 12-49,3 38-5,10 2-11,-11 54-1,29-7 12,37 4-17,14-35 6,63-28-1,-8-23 1,8 15 11,-36 32-17,-39 5 0,-59 42 0,-22-35-79,-20-7-16,20-34-135,27-26 230,55-71 0,-15 52 0,25-40 0</inkml:trace>
</inkml:ink>
</file>

<file path=ppt/ink/ink4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19.56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28373,'11'82'29,"0"-1"1,-2-3 0,1-2-30,-2-2 0,0 0 0,-1-4 0,-2 1 0,2-4 0,-2-3-285,2 31 285,-5-54 0,0-19 0,-2-9 0</inkml:trace>
</inkml:ink>
</file>

<file path=ppt/ink/ink4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19.71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32 28076,'76'-2'-88,"0"-1"0,15-4 1,-12 0-1,-35 4 0,20-6 1</inkml:trace>
</inkml:ink>
</file>

<file path=ppt/ink/ink4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20.09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28250,'0'75'42,"0"0"1,0 17 0,0-2 16,4-21 0,0-3-34,-3 1 0,0 0 14,3 1 1,0-6-18,-6 4-16,0-9-6,0-36 0,2-32 0,26-35 0,8-14 0,15-2 0,-9 25 0,-15 39 0,-7 36-39,-2 8-202,13-4 241,-4-16 0,-3-21 0,-11-5 0</inkml:trace>
</inkml:ink>
</file>

<file path=ppt/ink/ink4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21.95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20 27818,'89'-2'-530,"0"-1"1,-8 0 0,-13 0 0,-27-1 0,-14 0 0</inkml:trace>
</inkml:ink>
</file>

<file path=ppt/ink/ink4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22.13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61 27314,'84'-16'-135,"1"-1"1,-19 3 0,-12 4 0,-26 7-1</inkml:trace>
</inkml:ink>
</file>

<file path=ppt/ink/ink4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22.73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1 305 28384,'1'-63'43,"0"1"0,-1 5 0,7 10-15,17 15-23,23 3 1,18 14 11,23 38-9,-44 8 1,-4 9-9,-8 0 0,-8 7 2,-2 23 1,-13 3-3,-17-15 0,-10-1 5,-9 10 1,-9-4 5,-8-12 1,-4-7-7,-33 9-5,29-40 0,61-27 0,63-26 0,6 12 0,-5 11 0,4 6 0,-18 9 0,-1 5 0,10 2 0,-3 3 0,32 12-11,-37 0 11,5-4 0,-46-10 0,18-1 0</inkml:trace>
</inkml:ink>
</file>

<file path=ppt/ink/ink4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24.17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286 170 25937,'-64'20'547,"0"-1"0,4-1 0,10-5-267,25-13 386,2 0-621,24-8-23,15-2 1,59-11-18,-24 10 1,7 1-4,22-2 1,6 1 0,10 2 0,-1 1-3,-17 1 0,-2 3 0,6 1 0,-6 1 0,3 1 0,-2 1 0,-29 0 6,-19-3-1,4-2-5,-27-7 0,-11 1 0,-27-4-5,-49-2 5,-15 0 2,37 7 1,1 1-3,-23-4-11,25 5 17,52 5-6,11 5 0,50 7 0,20 4 0,-28-3 0,0 1 0,36 8 0,-32-4 11,-29 3-11,-33 5 0,-26 17-6,-1-1-11,-16 12-190,33-26 207,27-2 0,-1-17 0,18-6 0</inkml:trace>
</inkml:ink>
</file>

<file path=ppt/ink/ink4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26.31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35 227 28356,'14'-54'20,"0"-1"1,3 2 0,5 11-27,21 27 23,14 8-12,-11 21 29,1 36-6,-27 21-11,-4 2-12,-33 23 18,-24-26-18,8-29 1,-4-3 11,-44 17-17,19-25-6,17-17 6,30-27 0,20 3 0,14-12 0,33 12 0,12 5-5,20 14-12,-8 2-17,-20 3-335,-3-6 369,-26-7 0,-2 0 0,-14 0 0</inkml:trace>
</inkml:ink>
</file>

<file path=ppt/ink/ink4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26.82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395 430 28401,'-72'-28'44,"1"1"1,4 1 0,12-1-28,23-6 5,-7-25-16,15 13 0,-3-27-6,20 25 0,29 5 0,24 19-6,9 22 0,14 30 12,-42 15-6,-21 19 0,-23-17-314,-24-9-537,25-30-2661,12-10 3512,27-13 0,-5 3 0,-3 4 0</inkml:trace>
</inkml:ink>
</file>

<file path=ppt/ink/ink4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27.22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339 325 28278,'-62'-9'37,"-1"0"0,5 2 1,7 10 1,-3 40-17,22 17-27,13 21 5,40-18 0,51-9-6,17-36 17,-2-17 28,-10-45 1,-52-31-35,-14 21 1,-7-4-6,-12-2 0,-6 0-31,-1 1 0,-2 4-81,-17-23 112,11 24 0,17 37 0,6 9 0</inkml:trace>
</inkml:ink>
</file>

<file path=ppt/ink/ink4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27.80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275 78 28423,'-65'-25'18,"0"1"1,6 2 0,11 15-8,22 50-16,14 15-1,39 11 1,29-24 5,14-20 33,10-48 18,-38-13-29,-7-9 17,-22 3-39,-12 35 6,-1 41-6,2 9 0,0 5 0,-1 6 0,2 37-3,-14-36 0,-5-2 3,-12 23 6,-46-19-6,14-39-6,-2-17-33,24-32-34,21-5 73,59-48 0,-30 56 0,35-25 0</inkml:trace>
</inkml:ink>
</file>

<file path=ppt/ink/ink4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28.15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205 337 28558,'-55'-33'14,"0"-1"1,5-4 0,13-2-9,30-12 0,10 1-6,26 3-6,22 28-11,24 4 6,-15 12-6,-8 15 23,-37-1-169,-16 25-1449,-15-11 1612,6 2 0,-1-15 0,18-11 0</inkml:trace>
</inkml:ink>
</file>

<file path=ppt/ink/ink4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28.54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509 0 28160,'-86'3'91,"1"-1"1,7 1-1,11 4-74,13 13 6,16 15-23,30 8 0,49 14 0,10-10 0,-6-19 0,-2-1 11,-6 10 0,-46 6-11,-30-17-17,-11-16 0,-5-4 17,-14-1 0,9-4 0,33-1 0</inkml:trace>
</inkml:ink>
</file>

<file path=ppt/ink/ink4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33.99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274 0 28630,'-35'57'2,"-1"1"0,4-4 0,1-6-2,-8 0 0,-9 11 0,13-17 0,18-18 0,28-31 0,48-48 6,5-13-6,-27 25 0,-2 0 0,12-21 0,-15 4 5,-16 29 1,-3 13-1,-7 21-5,-4 23 6,-2 36-6,5 25 7,1 7-7,1-28 0,2 1 0,1-15 0,0-1 0,1 7 0,-1-1 0,4 27 0,-11-29 0,-27-21 0,1-16 0,-42-2 0,23-12 0,-30 2 0,31-6 0,24 1 0,74 0 0,6-4 0,8 0 0,0 0 0,4-1 0,-9-1 0,4 0 0,-6 1 0,-2 0 0,-4 0 0,-3 1 0,-6 1 0,-2 2 0,-39 0 0</inkml:trace>
</inkml:ink>
</file>

<file path=ppt/ink/ink4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34.97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1 306 28546,'39'-62'15,"0"1"0,-2 5 0,1 9-4,13 15 6,25 4-11,-17 14-1,38 9 1,-28 36 11,-6 24-6,-38 42-11,-44-10 3,-20-23 1,-13-3-4,-1-14 0,-5-3 0,-6 7 0,1-3 0,16-15 0,7-4 0,3 3 0,46-22 0,29-7 0,10-3 0,5 0 0,34 0 0,-9 0 0,2 1 0,-28 2 0,-3 0 0,49 3-29,-47 2-3632,-14-5 3661,-17-2 0,2-1 0,-12 0 0</inkml:trace>
</inkml:ink>
</file>

<file path=ppt/ink/ink4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35.99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272 169 28507,'63'-47'3,"0"1"1,-4 2 0,-5 13 8,1 31 4,1 3-4,-4 7 4,11 20 29,-28 17-28,-2 1-6,-79 21-6,6-39 1,-8-5-3,-21 7 0,-4-4-3,11-7 0,1-4 3,-5-4 1,11-4-4,23-4 0,20-2 0,59-3 0,4-1 0,7 2 0,0 8 0,3 3 0,6 3 0,-3 4 0,18 25 0,-58 14 0,-92-13 0,16-20 0,-8-5 0,-21-2 0,-2-4 0,16-5 0,2-3-9,-6 0 0,7-3 9,-2-1 0,10 1 0,36-3 0</inkml:trace>
</inkml:ink>
</file>

<file path=ppt/ink/ink4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37.27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52 200 27673,'18'-54'448,"-1"-1"0,11-32-415,-17 84-16,-17 19-11,-10 25-1,-13 16-5,10-11 0,2 3 0,-5 48 0,11-39 0,5-3 0,18 21-5,31-14-12,19-33-123,18-6-1557,3-15 1697,-29-16 0,-17 3 0,-28-4 0</inkml:trace>
</inkml:ink>
</file>

<file path=ppt/ink/ink4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37.47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53 1 28367,'-12'86'17,"-1"1"0,1-5 0,4-6-17,6 12 0,-2-2-79,4-8 79,-2 11 0,2-46 0,0 3 0</inkml:trace>
</inkml:ink>
</file>

<file path=ppt/ink/ink4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39.30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1 613 27790,'66'-75'122,"0"1"0,-18 19 0,2 0 0,-6 5-111,-5 4 0,-3 3-56,5-6 0,-1 2 45,25-22 0,-39 38 0,-1 13 0</inkml:trace>
</inkml:ink>
</file>

<file path=ppt/ink/ink4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38.51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152 0 28378,'-25'96'34,"35"-18"-34,38-74 3,1-1 0,3 1-3,37 13 0,-3 3 11,-20 30 28,-56 4 17,-47 14-45,-35-9-6,19-34 1,-1-6-6,-30 5-89,-1-10 89,16-11 0,27-2 0,1-1 0</inkml:trace>
</inkml:ink>
</file>

<file path=ppt/ink/ink4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38.67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70 27634,'83'-15'-42,"-1"-1"1,-5 2 0,-11 2 0,-13 4 0,-19 4 0</inkml:trace>
</inkml:ink>
</file>

<file path=ppt/ink/ink4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39.75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28210,'53'47'11,"0"-1"0,1 1 1,23 19-1,-4-4-11,-22-21 0,1-1-3,17 15 1,-1 0-4,-21-17 0,-1 2 6,15 19 0,-7-3 0,-20-20 0,-4 9 0</inkml:trace>
</inkml:ink>
</file>

<file path=ppt/ink/ink4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40.29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1 616 27947,'68'-65'86,"0"0"0,-5 4 0,-8 6-75,-13 2-45,11-22 34,-19 21 0,-1 1 0,6-10 0,3-9 0</inkml:trace>
</inkml:ink>
</file>

<file path=ppt/ink/ink4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40.73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28261,'47'47'15,"0"1"0,0 0 1,19 18-1,-4-9-15,7-3-190,-22-21 0,-2-1 190,15 10 0,-4-3 0,-38-26 0</inkml:trace>
</inkml:ink>
</file>

<file path=ppt/ink/ink4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48.36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138 4852 28496,'-20'48'25,"0"0"0,-13 35-8,23-54-6,-4 19 1,0 8-7,1 2 1,3 13-6,8-15 5,0 16 1,4 4 0,1-16-1,3 17 1,1-18-6,3 13 0,6-10 0,-1-17 5,15 0-5,-10-19 0,29 27 0,-21-25 0,28 22 0,-14-20 0,17 2 0,-12-11 0,18-5 0,-10-12 0,17 1 0,4-5 6,-18-8-12,20-14 6,-10-16 0,-24 12 0,-1-1 0,24-18 0,4-7 0,-25 6 0,13-14 0,-6-6 0,-9 11 0,12-14 6,-11 13-6,8-14-6,-15 17 6,0-9 0,-7 12 0,11-12 6,1 3-6,-10 17-6,3-6 6,-10 7 0,10-17 0,-8 9 6,9-20-6,-11 17-6,2-7 6,-5 11 0,-9 17 6,5-5-6,0 5-6,9-13 6,-2 7 0,8-15 0,-7 7 6,8-14-6,-1 2 0,-7 13-6,7-7 6,-10 11 6,1 2-6,2-6 0,-4 5 0,10-13-6,2 1 12,0 5-6,-10 14 0,5 0 0,-1 7-6,13-8 6,-6 6 6,12-8-6,-21 14 0,26-22 0,-13 10 0,8-5 0,7-4 0,1 4 0,0 0 0,17-10 6,-17 10-6,17-10 5,1-2 1,3-1-6,-14 9 0,6-4 0,-28 16 0,7-7 0,-14 10 0,15-13 0,3 2 0,13-13 0,-13 13 0,2-5 0,-13 11 5,10-9-5,-1 4 0,-10 9 0,5 2 0,-2 5 0,15-7 0,-11 7 0,9-3 0,-28 13 0,28-5 0,-13 10 0,9 0 0,7 5 0,-10 2 0,13 11 0,-16-1 0,10 18 0,-5-3 0,15 8 0,-1 0 0,-16-9 0,4 7 0,-16-9 0,14 4 0,-14-6 0,9 1 0,-9-2 0,12 8 6,2 3-6,-10-6 0,12 5 0,-9-6 0,9 5 0,-13-5 0,7 3 0,-7-5 0,19 2 0,8-5 0,-8-6 0,18-6 0,-11-4 0,20-1 0,-20-2 0,11 0 0,-26-2 0,6-1 0,-7-4 0,-13-1 0,13-6 0,-18 6 0,24-11 0,-29 11 0,18-8 0,-17 4 0,14-5 0,9-7 0,-6 2 0,17-12 0,-16 0 0,11-10 0,-19 8 0,-7 4 0,9-10 0,-2 3 0,17-21 0,-19 18 0,5-14 0,-11 4 0,-2 0 7,0-14-7,-11 13 0,4-15 0,-4-1 0,-1-3 0,-5 13 0,-2-16 0,-7 12 0,-1 1 0,-1-11 0,-8 12 0,-3-20 0,-10-2 0,-4 0 0,3 20 0,-6-7 0,4 18 0,-1 3 0,-4-10 0,0 15 0,-6-13 0,-6 7 0,2 3 0,7 14 0,-8-9 0,3 6 0,-12-12 0,12 12 0,-9-5 0,11 12 0,-13-8 0,11 11 0,-9-8 0,6 4 0,-15-7 0,-5 2 0,11 11 0,-16-1 0,10 6 0,-14-7 0,16 6 0,-13-10 0,7 5 0,-19-8 0,-3 1 0,19 7 0,-16-8 0,15 7 0,-14-9 0,17 10 0,-2-2 0,13 9 0,-9-6 0,-3 1 0,14 6 0,-14-3 0,8 10 0,-13-2 0,15 5 0,-4-2 0,26 5 0,-24-9 0,25 7 0,-22-10 0,13 6 0,-8-5 0,0 4 0,12 3 0,-3 2 0,10 1 0,1 2 0,-5-2 0,1 4 0,-13-1 0,-9 2 0,-8 0 0,13 2 0,2-1 0,-6 8 0,2 3 0,-21 5 0,23-2 0,-11 2 0,15-4 0,-9 3 0,9-2 0,-9 7 0,-2 5 0,-19 11 0,-5 3 0,17-6 0,-11 8 0,12-4 0,-20 14 0,17-9 0,-18 14 0,19-6 0,22-19 0,0 1 0,-28 35 0,15-15 0,-7 17 0,9-9 0,-13 16 0,14-17 0,-6 6 0,13-15 0,-12 17 0,-1 0 0,13-11 0,-13 14 0,11-9 0,-2 0 0,-4 12 0,10-11 0,-11 20 0,25-40 0,-2 1 0,-2 2 0,0-1 0,-18 25 0,16-28 0,1-2 0,-17 19 0,-1-2 0,-9 10 0,10-11 0,-19 18 0,0-1 0,-4-5 0,18-14 0,-8 6 0,13-7-3392,1 0 3392,-15 19 0,11-6 0,18-25 0,0 1 0,-25 39 0,5-5 0,15-19 0,-8 15 0,4-8 0,-1-2 3392,-8 11-3392,12-20 0,-16 19 0,-2 8 0,7-14 0,17-21 0,1 1 0,-18 27 0,20-26 0,2 0 0,-12 23 0,5 16 0,13-17 0,-4 17 0,1-1 0,4-19 0,-6 21 0,1-4 0,12-25 0,0 2 0,1-11 0,3 1 0,1 14 0,2 0 0,0 25-7,15-5 7,16-38 0,-7-32 0,5-14 0</inkml:trace>
</inkml:ink>
</file>

<file path=ppt/ink/ink4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50.48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1525 28031,'74'22'104,"-1"1"1,-1-2 0,-2-6-75,-18-12 1,2-3 0,28 0 0,5-3-6,2-6 0,2-5-18,-22 2 1,1-1 0,-3-3-3,22-16 1,-9-3-3,-24 7 0,-5-4 2,-2-9 1,-3-3-1,-12 5 1,-1-2 2,7-13 1,-2-1-7,-8 11 1,-4-2 0,2-12 0,-4-1-3,-7 8 0,-1 0-3,6-13 0,0 0 3,-4 14 0,1 2 3,12-8 0,5 4-3,0 11 0,5 3 0,14-9 0,5 3 0,8 2 0,0 6 0,-10 9 0,0 5 0,17 1 0,0 6 3,-12 8 0,0 4-3,12-1 0,-1 1 0,-12 2 0,-5 2 28,16-1-28,-52-7 0,-33-2 0,-23-8 0,-28-7 0,-9 0 0,-15-3-6,20 6 6,42 8 0,26 7 0,46 15 0,5 16 0,7 18 0,-21 4 0,-17 22-6,-47-4-22,1 0 28,-28 9 0,31-48 0,4 3 0</inkml:trace>
</inkml:ink>
</file>

<file path=ppt/ink/ink4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50.82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28530,'1'80'9,"0"-1"0,2-4 1,4-9-10,6 1 0,8-7-532,5 0 532,-12-25 0,1-7 0,-13-23 0</inkml:trace>
</inkml:ink>
</file>

<file path=ppt/ink/ink4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51.13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1 170 27701,'67'-47'183,"0"0"0,19 2 0,3 15-136,-13 29 1,1 11-352,3-3 1,2 8 319,-13 8 1,2 6 0,-5 5-9,8 19 1,-7 8 5,1 14 0,-11 5-6,-20-17 1,-23 0-4,-51 8 1,-30-9-8,10-31 0,-8-9 0,-4-1-168,-17 3 1,-5-2-1,1-5 153,4-3 0,1-4 1,9-4-122,1-5 1,13-7 205,0-20 1,63 12-1,10-10 1</inkml:trace>
</inkml:ink>
</file>

<file path=ppt/ink/ink4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51.36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26 0 28440,'-8'67'9,"0"1"0,1-7 1,4-6-10,20 9 0,-7-24 0,7-5 0,-14-25 0</inkml:trace>
</inkml:ink>
</file>

<file path=ppt/ink/ink4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51.6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9 152 28412,'60'-20'67,"1"0"0,21-20-50,-88-3-22,-54 15-91,-3 33-2205,7 40 2301,30-3 0,27 8 0,6-31 0</inkml:trace>
</inkml:ink>
</file>

<file path=ppt/ink/ink4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52.64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447 68 28507,'-60'-19'15,"1"0"0,4 0 0,5 9-15,-14 41 0,14 2 0,12 12 0,5 9 0,16-3 0,7 0 3,0 0 0,10-1-3,21 1 0,13-10 5,56-10 0,-31-27 1,0-10 8,-4-15 0,-6-11-6,-11-8 1,-7-4-3,3-32 11,-21 5-17,-19 66 0,1 10 0,-4 61-6,14-7 6,19-4 0,11-33 0,2-36 0,11-42 6,-8-16-6,2-1-6,12 1 6,-25 43 0,26 16 0,-26 54 0,3 4 0,-17 47 0,-11-41 22,1 11-22,-4-53 0,5-12 0,1-28 0,14-26 0,10-4 0,3 4 0,12 12 0,-15 31 0,4 32 0,-16 5 0,-5 36 6,-9-21 1,0-5-7,8-35 0,1-13 0,13-20 0,21-4 0,-5 14 0,31-2 0,-22 28-7,0 22-10,-23 2-33,-8 25 50,40-16 0,-38-8 0,32-10 0</inkml:trace>
</inkml:ink>
</file>

<file path=ppt/ink/ink4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52.90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235 404 28642,'-61'-53'5,"1"1"1,3-6-1,14 4-5,30 8 0,17-25-11,38 33-6,12 7-5,1 36 5,-21 13-50,-42 24 67,-18-13 0,3-5 0,1-12 0</inkml:trace>
</inkml:ink>
</file>

<file path=ppt/ink/ink4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53.16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 1 28569,'-1'67'16,"0"0"1,1 0 0,-2 12 0,2-1-17,5 13 0,1-2 0,-2-27 0,1-3-48,3 7 1,-3-3 47,-13 15 0,4-42 0,-10-24 0</inkml:trace>
</inkml:ink>
</file>

<file path=ppt/ink/ink4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53.28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 28070,'71'-1'-331,"1"-1"1,0 1 0,31 2-1,-14 0 1,-28 0 0,-14 3 0</inkml:trace>
</inkml:ink>
</file>

<file path=ppt/ink/ink4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53.56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286 327 28597,'-67'-16'18,"1"0"1,2-3 0,14-6-19,28-23 0,5-1 0,41-19 0,11 24-17,18 2 6,-24 45-465,-27 12 476,-15 20 0,-6-20 0,17-6 0</inkml:trace>
</inkml:ink>
</file>

<file path=ppt/ink/ink4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53.87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0 331 28434,'34'75'230,"-9"-23"-223,-29-96-7,0-25 0,18-24 0,6 17-7,20-1-4,34 41-68,19 14 79,-17 8 0,-2 2 0,6 5 0,1 0 0</inkml:trace>
</inkml:ink>
</file>

<file path=ppt/ink/ink4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54.80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61 28367,'77'-2'11,"0"0"0,-6-2 1,-5 0-12,3-5 0,-9-2-73,-8 0 73,-27 3 0,-4 2 0,-21 3 0</inkml:trace>
</inkml:ink>
</file>

<file path=ppt/ink/ink4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54.97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42 28087,'73'-10'-11,"-1"-1"0,-7 1 0,-8 3 11,-13 5 0,-20 1 0,-10 1 0</inkml:trace>
</inkml:ink>
</file>

<file path=ppt/ink/ink4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55.47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28429,'69'20'16,"-1"0"1,-4-2 0,-2-3-6,34 8 1,-31-6 55,4 21-11,-63 11-45,-44 28-11,-11-10 3,7-21 0,1 0-20,-5 16 17,23 12 0,12-37 0,23-11 0</inkml:trace>
</inkml:ink>
</file>

<file path=ppt/ink/ink4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19:57.61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55 149 28524,'61'-41'11,"-1"1"0,-2 3 1,-4 10-7,4 24 6,15 7 12,-25 26-6,-7-1-1,-45 42-10,-43-14-6,-1 0 22,-29-13-22,53-29 0,16-6 0,46-11 0,59 0 0,-42 5 0,2 3-3,0 0 1,-3 6-1,-1 7 0,-15 8 3,-32 29 0,-79 8 0,4-35 0,-10-8-3,-18-3 1,0-6-1,18-5 0,4-2-820,10-3 0,10-3 823,19-5 0,7 5 0,30-5 0</inkml:trace>
</inkml:ink>
</file>

<file path=ppt/ink/ink4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03.90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188 35 28434,'-44'60'4,"-1"0"0,5-8 0,7-6 85,14-12-89,12-26 0,11-7 0,14-27 0,13-7 0,2-4 0,2-1 6,9-14-6,-6 6 78,-4 3-61,-10 22-11,-17 32-6,-2 16 5,-5 50 1,0-13-6,3 0 0,2 4 5,-1-13 1,2 0-6,1 11 0,0-2 3,-2-11 1,-1-6-4,1 14 0,-24-21 0,-22-23 0,-22-5 0,3-6 0,13-6 0,40 0 0,49-7 0,10 0 0,6-2 0,5 1 0,35-1 0,-45 3 0,-1 3 0,19 3 0,-28 1-18,-15 1 18,42-12 0,-45 8 0,29-10 0</inkml:trace>
</inkml:ink>
</file>

<file path=ppt/ink/ink4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05.12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0 276 28569,'43'-55'3,"0"1"1,11-5 0,-2 11 2,8 20-6,27-3 22,-36 57-5,-6 36-15,-31-12 1,-7 5 3,-2 43-1,-21-36 1,-12-4-3,-7-14 0,-8-4-1,-12 9 1,-2-4-3,9-15 0,2-4 6,-30 14-6,63-29 0,44-2 0,21-8 0,3-1 0,3 0 7,29 0-14,0 3 7,-28 8-84,1-3 84,17-5 0,-24-2 0,0-8 0</inkml:trace>
</inkml:ink>
</file>

<file path=ppt/ink/ink4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06.14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173 195 27958,'63'-51'112,"-1"-1"0,-6 6 0,-2 10-39,25 28 6,2 7-40,14 28 22,-29 22-33,-28 11 12,-55 30-24,-49-23-8,18-28 1,-6-4-6,-3-9 0,1-5 8,-25 1-11,28-14 0,52-8 0,16 0 0,59 0 0,24 3 0,-34 9 0,1 5 0,-4 4 0,-4 3 0,19 30 0,-40 15 0,-92-22 0,1-20 0,-8-4 0,-3-7 0,-6-4-6,-28-2 1,0-5-40,31-3 0,3-2-51,-4-6 0,6-1 0,-5 2 1,39-8-1</inkml:trace>
</inkml:ink>
</file>

<file path=ppt/ink/ink4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06.63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234 1 27992,'-56'63'-138,"0"1"1,5-6 0,10-13 0,23-28 0,7-7 0</inkml:trace>
</inkml:ink>
</file>

<file path=ppt/ink/ink4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07.02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28138,'75'64'-728,"1"1"1,-7-6 0,-12-12 0,-28-23 0,-11-10 0</inkml:trace>
</inkml:ink>
</file>

<file path=ppt/ink/ink4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07.99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140 1 28238,'-33'56'18,"0"0"1,4-5 0,5-5-19,10 0 40,7 5 16,12-14-51,34 18-38,-9-31-264,36 11 297,-17-27 0,-17-1 0,-4-7 0</inkml:trace>
</inkml:ink>
</file>

<file path=ppt/ink/ink4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08.20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78 0 28278,'-6'70'14,"0"-1"1,0-3 0,0-4-9,-5 16-20,4-27 0,-1 1-613,-4 36 627,1 1 0,7-45 0,4-24 0</inkml:trace>
</inkml:ink>
</file>

<file path=ppt/ink/ink4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09.11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145 1 28457,'-26'53'16,"-1"1"1,2-2 0,9-12 0,19-26-11,10-3 5,8-7-6,12-4-5,7 0 0,7 0-3392,1-1 3392,41 3-5,-23 21 16,15 17-11,-47 26 0,-59 9 0,-13-16-3,-12-24 0,-6-5 3407,-34 5-3410,39-20 0,2-2-55,-13-2-359,15-31 420,22-10 0,5 4 0,7 0 0</inkml:trace>
</inkml:ink>
</file>

<file path=ppt/ink/ink4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09.30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93 28177,'74'-14'-60,"-1"1"0,-7 1 1,-5 0 59,28-8 0,-49 11 0,9-3 0</inkml:trace>
</inkml:ink>
</file>

<file path=ppt/ink/ink4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09.88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589 1 27426,'-57'57'108,"0"1"1,2-4-1,4-6-108,-16 8-23,20-21 1,0 2-210,6-4 0,2-1-676,-35 31 908,34-22 0,30-26 0,6-8 0</inkml:trace>
</inkml:ink>
</file>

<file path=ppt/ink/ink4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10.19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28238,'27'61'-2,"0"-1"0,2 7 1,-5-5 1,-4 3 0,-4-13 0,-11-22 0</inkml:trace>
</inkml:ink>
</file>

<file path=ppt/ink/ink4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17.33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1953 5097 28110,'-71'45'78,"0"0"0,5-4 1,10-8-46,17-18-10,2-2-12,-1-1-5,-17 7 5,-10-1 6,0 0 27,-18-6-21,17-11-18,-15-19-5,2-10 12,-2-19-1,17 9-17,-20-14 6,21 3 0,0-2-5,0-21 10,18 12-5,-4-19-5,13 6 5,15 15 0,7-6 0,6 11 5,-7-15-5,5 15-5,-5-11 5,9 13-6,1-9 12,3 10-1,2 6-5,0 14 0,0-8-5,-3 2 5,1-1 5,-3-7 1,0 11-6,-4-7-6,0-2 6,0 9 0,0 0 0,1-19 6,-2 1-6,-3-23 0,2 27-6,-5-4 12,7 24-1,-13-23-10,13 23 5,-11-23-6,8 9 6,-7-10 6,2 10-6,-3-4 0,7 12-6,0-11 1,3-2 5,1 6 11,-1 3-11,-12-8 0,9 18-6,-9-17 6,12 19 0,-1-6 6,4 6-6,-3-24 0,4 23-6,-1-17 6,-6 2 6,6 16-6,-5-27 0,9 15-6,1-14 6,2-2 0,3 2 0,1 12 6,6-10-12,4 6 6,8-17-5,3-4 5,-3 14 5,3-14 1,-5 14-12,4-14 6,-2 13-5,7-11 10,1 10 1,9-15-6,4 2 0,-12 15-6,5-5 6,-4 9 6,0 2-6,15-18 0,-8 11 0,7-13-6,-6 7 12,-7 5-1,-6 14-5,13-11-5,10-1 5,3 0-3,-17 15 0,1 0 9,19-16-1,9-12-5,-6 7 0,-15 15 0,11-11-5,-7 10 16,9-13-11,-12 15 0,6-5 0,-4 11 0,17-10 0,3 0 6,4 3-1,-20 12 1,3 0-1,-23 11-5,1 2 0,8-5 6,8 1 0,21-5-12,10-1 6,-17 8 0,4 0 6,-20 5-1,15-3-5,-13 3 6,28-3-12,3 4 6,-29 5 0,1 1 6,45 0-1,-28 3-10,0 7 5,-10 7 0,25 6 0,-13-1 5,21 4-5,-26-1 0,7 9-5,-12 7 5,-16-3 5,9 8-5,-4-4 0,13 9 0,-12-9 0,7 6 0,-14-6 6,10 13 0,-2 5-6,-11-11 0,9 15 0,-7-11 5,7 13-5,-11-17 6,-1 6-6,-13-10 5,5 17-5,0 2 0,-5-12 0,9 7 0,-4-10 0,1-1 0,3 10 0,-8-10 0,6 18 6,-3 3-6,0-1 0,-10-16-6,9 5 12,-10-11-6,3 3 6,1 16-12,-3-9 6,7 10 0,-5-16 6,5 12-6,-11-27 0,8 26 0,-8-14 0,-1-1 0,1 12 0,-7-6 0,0 17 0,-2 6 0,-3 1 0,0-16 0,-1 3 0,0-20 0,0 4 0,-1-12 0,0 7 0,0 1 0,-11 14 0,4-8 5,-16 10-10,7-16 5,-3 7 0,7-11 5,-2-2-5,5-9 0,-11 6 0,-4-6-5,0 1 5,-11-1 5,6-4-5,-11 5 0,-1-3-5,0-2 5,7-5 0,-11-3 0,-5 1 0,-2-1 0,-20 7 0,18-5 0,5-1 0,4-5 0,5-4 0,4-2 0,-31-3-6,10-2 6,0-2 6,-8-6-6,23-3 0,-12-8-6,15 3 6,-20-8 0,28 14 6,-29-15-12,23 6 6,-20-20 0,20 14 0,-19-16 0,25 23 0,-6-2 0,4-1 0,5-5 0,-4-10 0,7 7 0,0-4 0,2 10 0,-4-9 0,-6-3 0,9 7 0,-6-9 0,6 9 0,-3-7 0,7 12 0,-1 0 0,3 8 0,-10-8 0,-4-1 0,3 6 0,1 2 0,3 6 0,-12 0 0,8 4 0,-18-1 0,14 10-6,-7-1 12,7 3-6,-2 0 0,14 2 0,-19 8-6,13 1 6,-5 5 6,10-4-6,0 2 0,-6 6 0,-2 2-6,-3 6 12,12 0-6,-2 4 0,9-2 0,-2-2-6,1 4 6,-1-1 0,-7 12 6,4-3-12,2-4 6,8-1 0,4 1 0,3-7 0,2 3 6,0 4-6,0 3-6,0 1 6,0 17 0,0-27 0,7 27 6,-3-14-6,8 16 0,-4-9-6,3 15 12,3-20-6,5 11 0,0-4 0,-3-12 0,-4 0 0,3 8 0,-2-6 6,4 6-6,4-5 0,-1-8 0,7 9 0,-9-9 0,0 5 0,-8-8 0,-1-1 0,2 13 0,-4-19 0,3 14 0,1 9 0,-2-8 0,-1 8 0,-3-6 0,-5-6 0,2 10 0,0-8 0,-2 4 0,2-19 0,-2 26 0,0-14 0,0 18 0,0-20 0,0 2 0,-4-12 0,-3 6 0,1-6 0,-7 12 5,5-9-10,-1 1 5,-4 5 0,7-13 0,-11 24 5,7-16-5,-8 28-5,8-26 5,-8 19 0,7-27 0,-24 27 0,13-24-12,-23 19-16,18-25-638,-2-2 666,10-21 0,10 3 0,6-10 0</inkml:trace>
</inkml:ink>
</file>

<file path=ppt/ink/ink4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19.23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1485 28009,'70'15'87,"0"0"1,-1-2 0,-5-3-26,21-9-1,3-9-16,-25-7 0,-1-5-12,28-15-16,-21-1 0,0-6-9,-18 7 1,-3-2-4,13-10 1,-2-1-6,-15 10 0,-2 0 3,4-7 0,-5-2 19,3-25-17,-23 24 1,-4-3-3,-8-1 0,-3 0-3,-3-32 0,-3 31 0,1-1 0,4-28-6,7-17 6,2 27 6,17 5-6,17 19 0,29-3 0,-25 29 0,1 4-6,38-6 9,-33 17 0,-1 2-3,25 4 0,-4 1 11,-18 0-11,-56-1 0,-8-5 0,-34-3 0,-24-9 0,-3-1 0,2 1 0,7 3 0,37 18 0,14 8 0,18 13 0,31 16 0,-2-3 6,-2-1-6,-14-3 0,-20-9-6,-9 8-28,-4-7 34,-3 2 0,4-18 0,3 1 0</inkml:trace>
</inkml:ink>
</file>

<file path=ppt/ink/ink4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23.44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28479,'0'63'30,"1"0"0,1-4 0,1-1-30,3-7 0,2-1-11,12 44-169,-10-42 1,-1-3 179,5 17 0,-10-34 0,-4-18 0</inkml:trace>
</inkml:ink>
</file>

<file path=ppt/ink/ink4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23.76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0 123 27701,'77'-28'175,"1"1"1,-3 0-1,6 6-144,-7 9 1,6 6 0,3 4-500,-7 5 0,2 4 0,3 3 0,0 1 477,9 2 1,2 2 0,0 3 0,-4 5-9,-4 3 1,-1 5-1,-4 2 1,-7 3-2,-4 1 0,-6 3 0,-10 7 8,12 36 1,-31 7-9,-56-9 0,-23-2 0,-4 4 0,-20-7-5,-7-30 1,-18-5 0,-7-6 0,6-6-3,20-9 0,2-6 0,0-2 0,-1-1-19,-9 2 1,-4-1 0,4-4 0,7-6 25,-22-15 0,18-7 0,9-3 0,34-10 0</inkml:trace>
</inkml:ink>
</file>

<file path=ppt/ink/ink4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24.17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28238,'34'77'33,"0"-1"1,-6-16 0,-5-3-34,-2 38 0,-14-50 0,-6-6 0,-1-28 0</inkml:trace>
</inkml:ink>
</file>

<file path=ppt/ink/ink4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24.48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36 28339,'66'33'3,"1"-1"1,-8-2 0,-10-18 2,-24-43 39,-37-11-40,-16 1-16,-51 12-213,29 31 224,7 27 0,31-11 0,20 10 0</inkml:trace>
</inkml:ink>
</file>

<file path=ppt/ink/ink4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25.54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336 213 28563,'-71'-30'9,"0"0"1,6 17-1,10 20-9,25 41 0,12 15 0,0-11 0,10 2 0,20 10 0,14-5 0,36 2 3,-14-30 0,5-12 2,41-38-5,-25-40 0,-32-10 6,-21-14 0,-18 46-6,-9-2 0,7 38 0,-7 32-6,18 20 0,19 13 6,11-22 0,2-25 6,2-51-12,-15-29 6,-2-16 0,-11 23 0,-1-1 0,4-26 0,7 2 0,5 38-5,5 63 5,-3 13 0,7 57 0,-16-15 0,-3-4 5,-10-24-5,-7-45 0,1-16 0,6-44 6,4 9-6,15-39-6,4 33 1,6 9 5,-6 30 5,4 60-5,-8 24 0,5 26 0,-8-19 12,-9-31-12,-2-39 5,2-24-5,25-44 0,-3 9 0,-2 6 0,4 0-5,22-7 5,-1 10 0,-26 71 0,-21 17-28,-10 8 0,3 5 28,19-3 0,1-4 0,-4 22 0,26-11 0</inkml:trace>
</inkml:ink>
</file>

<file path=ppt/ink/ink4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25.82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144 470 28597,'-40'-59'1,"0"0"1,2-6 0,13 2 4,28-16-34,29 0 6,-1 30-62,26 33-6,-34 46-28,-13 11 62,-23 5 56,-15-5 0,12-29 0,4-2 0</inkml:trace>
</inkml:ink>
</file>

<file path=ppt/ink/ink4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26.10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28238,'0'70'84,"0"0"0,0 1 0,3-3-70,1-10 0,3-1-11,2 1 0,4 3 0,9 18 0,4 1-3,-3-11 0,1 0-45,1 3 0,-2-6 45,3 10 0,-16-42 0,-10-29 0</inkml:trace>
</inkml:ink>
</file>

<file path=ppt/ink/ink4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26.24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10 26704,'81'-3'-685,"0"-1"1,-2 2 0,-11 1 0,-15 2 0,-13 2 0</inkml:trace>
</inkml:ink>
</file>

<file path=ppt/ink/ink4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28.92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607 497 28535,'-73'-5'17,"0"-1"0,6 1 0,5-1 11,-19-9-12,6-10-10,-8-18-6,33 0 0,17-32 0,23 5-6,29-14 1,8 24-23,51 15-11,3 31-23,2 25 51,-34 29 11,-47 9-6,-63 21 12,-16-22-2941,0-5 2935,37-17 0,29-19 0,20-5 0</inkml:trace>
</inkml:ink>
</file>

<file path=ppt/ink/ink4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29.28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5 201 28082,'35'61'158,"1"1"1,0 0 0,-8-10-148,-20-23 6,-8-16-6,-39-53-6,-1-33 1,0-6-9,26 25 0,5 0-19,4-21-28,29 4-309,27 37 359,31 49 0,-27-4 0,-10 14 0</inkml:trace>
</inkml:ink>
</file>

<file path=ppt/ink/ink4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29.95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28490,'69'3'-73,"-1"-1"0,-6 0 1,-9-1 72,-10 1 0,-22-2 0,-2 0 0</inkml:trace>
</inkml:ink>
</file>

<file path=ppt/ink/ink4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30.09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45 27958,'81'-12'-885,"0"-1"0,15-6 0,-36 19 1</inkml:trace>
</inkml:ink>
</file>

<file path=ppt/ink/ink4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32.56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28462,'70'50'4,"-1"-1"0,-6-3 0,-7-10 7,-14-23-11,-7 1 0,1 0 0,-8 5 39,-5 14 0,-11 1-5,-34 40-29,-28 10-11,13-31 1,-3-1-40,4-8 1,-1-2 44,-1-2 0,4-6 0,9-6 0,-2-3 0</inkml:trace>
</inkml:ink>
</file>

<file path=ppt/ink/ink4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41.14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1 231 28171,'21'-51'87,"-1"0"0,20-33-76,12 62 0,-9 10 0,37 2 12,-16 18 111,-7 24-72,-33 25-51,-40 2 11,-44 18-5,-2-34-17,27-2 0,36-24 0,91-2 0,-40 1 0,-1 3 0,1-1 0,-5 6 0,-5 16 0,-17 5 6,-44 29-6,-17-5 0,-14-38 0,-8-8-11,-35-8-29,-4-11 40,41-42 0,31 22 0,20-21 0</inkml:trace>
</inkml:ink>
</file>

<file path=ppt/ink/ink4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44.8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350 1 28569,'-50'59'13,"0"-1"0,5-3 0,1-5-7,-23 18-6,19-13 0,6-8 0,39-25 0,21-29 5,43-29 1,10-26-6,2-2-3,-32 21 0,-2 0 3,8-11 34,-2 3-34,-22 35 0,-19 29 5,-15 49-5,-2 28 6,-2 5-6,10-27 0,2 1 0,1-13 0,2-1 3,2 12 1,-1-3-4,0 29 0,2-15 0,-3-35 0,-25-1 0,-9-12 0,-11-15 0,-2-6 0,49-9 0,11 0 0,70-5 0,13 3 0,-46-1 0,0 0 0,7 2 0,-3 0-7,17-6 7,-9 2 0,-28-2 0,-24 3 0</inkml:trace>
</inkml:ink>
</file>

<file path=ppt/ink/ink4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45.8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1 309 28451,'67'-64'41,"1"0"0,-8 6 0,-5 9-35,8 13 0,-16 15-1,27 5-5,-10 25 0,-4 10 39,-13 41-22,-51 25-14,-21-27 0,-10 1-1,-11 3 1,-7-3 0,-6-7 0,-1-6-3,17-13 0,3-5 7,-9 4-7,53-24 0,18-6 0,67-2 0,-35-1 0,3 0 0,10 0 0,-2 1-13,31-3-59,-25-7 72,-20-9 0,-21 5 0,1-3 0</inkml:trace>
</inkml:ink>
</file>

<file path=ppt/ink/ink4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46.8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62 80 28457,'77'-22'24,"0"0"0,-7 2 1,-5 6-25,16 13 33,-22 16 6,-9 3-5,-52 34-28,-56 1-1,15-21 1,-4-3-4,-6-4 1,1-5 3,-24 5 1,32-15-7,35-8 0,19-1 0,18-1-7,63 0 7,-29-1 0,6 2 3,17 5 1,1 4-8,-7 3 1,-8 6 3,18 20 0,-85 27 0,-49-35 0,-21-7 0,-17 9 0,-10-3-365,21-13 0,-3-3 0,3-2 365,-15 2 0,7-3-50,9-5 0,19-3 50,39-5 0,-8 2 0,45-3 0</inkml:trace>
</inkml:ink>
</file>

<file path=ppt/ink/ink4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47.8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127 1 28563,'-33'73'7,"0"0"1,5-6 0,7-8-3,11-4 1,8-9 5,35 5-11,-6-19 0,47 4-95,-21-23-68,10-4 163,-19-26 0,-20 13 0,-10-16 0</inkml:trace>
</inkml:ink>
</file>

<file path=ppt/ink/ink4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48.03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113 0 28356,'-7'70'43,"-1"-1"0,0-2 0,0-3-38,-8 24 7,-2 0-12,9-33 0,1-1-6,-6 21-369,3 6 375,7-42 0,3-21 0,1-5 0</inkml:trace>
</inkml:ink>
</file>

<file path=ppt/ink/ink4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48.9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223 1 28440,'-34'58'28,"1"0"0,2-2 0,18-10-11,50-23-12,29-10 1,9-20-1,-20-2 1,1-1-6,31-1 0,9 13 0,-34 15 0,-28 33 23,-51 13-18,-14-21 1,-12-1-6,-16 1 0,-6-4 0,3-9 0,-2-4 0,-10-3 0,4-6-118,-14-6-123,14-22 241,36-28 0,27 11 0,7-6 0</inkml:trace>
</inkml:ink>
</file>

<file path=ppt/ink/ink4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49.0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1 124 28037,'70'-21'-72,"0"-1"0,0 1 0,3-1 0,-10 3 0,-4 1 1</inkml:trace>
</inkml:ink>
</file>

<file path=ppt/ink/ink4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49.6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550 0 28250,'-50'53'15,"1"0"0,-1-1 1,-19 23-1,8-6-15,1 10-28,9-3-61,9-10 89,-17 15 0,36-46 0,-13 8 0</inkml:trace>
</inkml:ink>
</file>

<file path=ppt/ink/ink4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49.9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27942,'35'70'26,"1"0"0,-5-7 0,0-6-261,11 10 235,-17-26 0,0-3 0,-21-28 0</inkml:trace>
</inkml:ink>
</file>

<file path=ppt/ink/ink4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50.6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293 1 28177,'-63'73'-15,"-1"0"0,14-16 0,7-3 15,14-5 0,8-7 0,6-13 0,8 9 0</inkml:trace>
</inkml:ink>
</file>

<file path=ppt/ink/ink4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0:50.9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28322,'30'53'2,"-1"-1"0,-2-3 0,0-8-131,7-3 129,-1 6 0,-15-21 0,-4 1 0</inkml:trace>
</inkml:ink>
</file>

<file path=ppt/ink/ink4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1:49.2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751 0 28608,'-63'69'1,"0"-1"1,14-16-1,0 2 1,2-2-5,-4 5 0,1 0 3,-13 10 0,-1 0-14,7-8 0,5-5-11,12-16 0,4-5 25,-11 14 0,33-34 0,8-6 0</inkml:trace>
</inkml:ink>
</file>

<file path=ppt/ink/ink4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1:49.9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326 1 28502,'-62'42'13,"1"1"0,3-4 0,10 3-13,4 46-3,28-37 0,3 1 3,-2 0 0,7 2 0,10 3 0,13-6 0,41 2-3,-11-32 1,5-8-4,42-22 6,-35-16 0,-5-10 11,0-43 0,-23 31 1,-11-1-7,-39-27 1,-13 32-12,-60 28 6,15 53-229,8 25 229,28 23 0,34-30 0,9-20 0</inkml:trace>
</inkml:ink>
</file>

<file path=ppt/ink/ink4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1:50.6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28395,'25'84'26,"0"1"0,3-3 1,3-3-19,3-10 0,2-5-5,-7-15 0,-1-2-3,-1 0 0,-1-4-50,2 6 50,1 3 0,-16-29 0,-5-9 0</inkml:trace>
</inkml:ink>
</file>

<file path=ppt/ink/ink4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1:51.0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28132,'79'13'7,"-1"-1"1,-5-1-1,-8-4 21,-1-5 17,-6-2 101,-3 0-62,-19 0-34,-9 22-22,-19 4-11,-11 56-6,-9 15-6,8-33 1,1 2-9,-3-2 1,0-4 2,5 26-252,6-16 252,0-41 0,1-6 0,-1-14 0</inkml:trace>
</inkml:ink>
</file>

<file path=ppt/ink/ink4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1:51.2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26 28199,'65'-1'-114,"0"0"0,13-3 1,-1 0 113,21-1 0,-16-2 0,-32 4 0</inkml:trace>
</inkml:ink>
</file>

<file path=ppt/ink/ink4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1:52.1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28574,'56'36'3,"0"0"0,1 1 0,21 13 0,-3 2-3,-12-2 0,-3 0-652,1-2 1,-1 1 648,-2-2 1,-2-2 212,-5-3 0,-5-5-210,-3-2 136,-6-8-136,3-34 0,-28 2 0,13-12 0</inkml:trace>
</inkml:ink>
</file>

<file path=ppt/ink/ink4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1:52.91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120 79 28390,'-33'59'9,"0"0"0,1-4 1,10-6-10,27-6 11,31 9 17,21-12-23,10-8 1,26-27-12,-25-42 12,0-25 5,-30-10-6,-29 21 1,-10-1-11,-27-25-6,-17-1-129,-23 34-152,6 49 292,-13 40 0,43-14 0,-2 8 0</inkml:trace>
</inkml:ink>
</file>

<file path=ppt/ink/ink4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1:53.3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156 5 28440,'-44'68'7,"1"-1"1,0-4-1,17-6 16,62 5-6,25-12-15,-12-27 1,4-5-3,37-2 0,-35-27 0,-5-11-5,17-35 10,-34 11 1,-7-6 5,-13-1 0,-11 2 12,-24-28-18,-16 45 1,-10 12-40,-6 20 1,-2 12 33,-10 11 0,3 4 0,-18 10 0,34 12 0</inkml:trace>
</inkml:ink>
</file>

<file path=ppt/ink/ink4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2:04.29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173 4433 28362,'-27'51'19,"-1"0"1,-17 35 13,35-61-5,-1 15 17,-2 5-34,-1 19 6,3 6-17,3-15 0,4 13 17,3-16-17,1-1 6,8 5-1,6-8-5,14 11 11,9 0-5,8-8-6,-10-15-6,10-7 12,-12-13-6,3-4 0,11-6 6,-2-4-6,12-2 0,1-2 0,-14-2 0,12-9 0,-3-7 5,18-9-10,0-3 5,-18 6-6,1-3 6,-15 0 6,13-10-6,-11 2-6,16-16 0,-11 10 6,13-14 0,-15 15 6,11-12-6,-6 6 0,13-14-6,-1 1 6,-18 14 6,3-8-6,-11 4 0,11-19 0,-10 12 0,10-17-6,-8 18 18,10-6-12,-4 8-6,-10 19 6,4-9-6,-2 4 12,9-10 0,-2 0-12,-8 8 6,-7 7 0,-10 11-6,5-6 18,-6 12-12,15-19 0,-8 15-6,9-12 6,-6 11 0,10-8 0,-1 1 6,-5 6-12,4-5 6,-10 8-6,12-7 6,0-2 12,5-4-12,1 3-6,-10 6 6,3 4-6,-10 3 12,12-8 0,-10 3-6,11-12 0,-10 8-12,-1 0 18,3-5 0,-9 13-6,10-13-6,-7 10 6,10-9 0,-13 14-6,12-10 18,-12 12-18,5-7 6,5 1 0,-6 2 0,12-10 0,-9 7 11,-1-2-11,-4 3 0,-4 5 0,-2 3-5,11-6 10,-1 2-5,0 0 0,-3 1 0,-6 3 0,7 0 0,-3 0 0,7 1 6,-6 3-12,19-6 6,-15 7-5,18-3 5,-17 11 11,8 1-11,3 4-6,-5-1 6,9 7-5,-6-2 10,12 7 1,5-4-6,-9 0 0,11-2 0,-14 1 0,-2 0 5,1 6 1,-14 2-6,0-1 0,12 7 0,-16-10 0,9 3 11,-6 3-11,-10-5 0,18 14 0,-2 2 0,10 7 6,2 5-1,-4 3-5,-8-10 0,2 15 0,-10-8 0,9 11 0,-9-11 6,-4-8-6,4 8 0,-6-4 0,11 17 0,-10-20 6,3 7-1,-8-18-5,14 24 0,-15-22 0,16 22 0,-8-13 6,6 10-6,2-3 0,-9-9 0,5 0-6,-6-6 12,13 6-6,1 2 0,5-1 0,-10-4 0,5 8 0,-9-6 0,-1 0 0,4 0 0,-12-15 0,12 6 0,-6-4 0,8 9 5,0 3-5,3 4 0,4 1 0,-7-7 0,8 7 0,-10-9 6,7 10-6,-8-10 0,5 5 0,-5-5 0,10 8 0,1 1 0,-9-9 0,-4-2 0,0-3 0,8 4 0,-6-3 0,9 5 0,-20-17 0,23 16 0,-5-7 0,9 6 0,9 4 0,-6-2 0,11 9 0,-14-10 0,4 5 0,-22-17 0,22 12 0,-20-11 0,14 8 0,-12-6 0,-6-2 0,5-1 0,-10-5 0,15 5 0,-3-2 0,-1 0 0,9 1 0,-5 1 0,16 6 0,4 5 0,6 2 0,-3 0 0,-14-11 0,-5-3 0,0-4 0,-2 0 0,5 4 0,8 4 0,-1-3 0,2-3 0,5-6 0,-17-7 0,6-3 0,-1-9 0,-7-2 0,15-19 0,-6-6 0,6-12 0,-8-11 0,-17 14 0,3-24 0,1 2 0,-11 24 0,2-1 0,14-29 0,0-12 0,-14 22 0,-1-19 0,-5-1 0,-6 20 0,-2-19 0,-4 14 0,0-20 0,-2 21 0,0-16 0,0 13 0,-2-23 0,-4-2 0,-4 21 0,-9-16 0,-1 15 0,8 29 0,0 0 0,-5-27 0,-4-17 0,6 18 0,-6-22 0,-4 3 0,8 25 0,-11-7 0,4 20 0,-11-14 0,6 14 0,-13-11 0,4 7 0,-10-11 0,-1 2 0,12 20 0,-8-7 0,4 5 0,-13-17 0,11 13 0,-8-12 0,15 18 0,-11-8 0,4 5 0,7 15 0,-8-10 0,6 6 0,-13-9 0,11 11 0,-12-1 0,10 9 0,-10-6 0,3-1 0,13 10 0,-11-12 0,7 5 0,-13-15 0,13 11 0,-10-10 0,11 11 0,-9-8 0,1 0 0,14 13 0,-8-9 0,8 10 0,-10-7 0,10 9 0,3 6 0,-10-9 0,6 5 0,-17-11 0,10 7 0,8 9 0,-5-7 0,7 1 0,0 1 0,-9-11 0,4 9 0,-12-10 0,11 9 0,-6-6 0,8 4 0,1 0 0,-22-15 0,13 14 0,-8-6 0,0 1 0,9 9 0,2 2 0,3 2 0,-3 5 0,6 0 0,-14-8 0,21 10 0,-13-7 0,8 6 0,-10-9 0,10 8 0,-5-6 0,3 5 0,-8-6 0,-1 2 0,10 5 0,-6 0 0,10 6 0,-8-2 0,10 5 0,-11-3 0,3 5 0,-10-1 0,0 3 0,12 5 0,-9 1 0,4 2 0,-16 0 0,9 5 0,-18 4 0,27 0 0,-32 13 0,26-6 0,-9 5 0,2 3 0,-1 0 0,-19 13 0,12-7 0,-15 15 0,22-11 0,-10 11 0,10 1 0,10-10 0,-7 17 0,5-7 0,-6 10 0,12-14 0,1 6 0,6-11 0,-5 13 0,-4-1 0,8-8 0,-10 10 0,7-8 0,-8 13 0,11-14 0,-5 14 0,1-4 0,-14 18 0,-5 3 0,11-15 0,-10 4 0,12-15 0,-15 13 0,12-14 0,-16 20 0,8-11 0,-15 15 0,5-5 0,12-18 0,-6 7 0,4-10 0,-13 14 0,13-14 0,-9 7 0,14-9 0,-13 10 0,0 1 0,12-13 0,-10 11 0,10-10 0,-15 13 0,13-11 0,-24 13 0,3-7 0,26-19 0,-1 0 0,-37 24 0,25-15 0,2 4 0,15-6 0,-12 9 0,13-11 0,-9 6 0,20-18 0,-31 29 0,28-25 0,-26 25 0,20-17 0,-10 9 0,-1 5 0,10-12 0,-10 14 0,12-10 0,-6 10 0,13-10 0,3 4 0,4-8 0,-3 11 0,5-12 0,3-2 0,2 6 0,3-2 0,-6 24 0,5-18 0,-12 26 0,0-1 0,11-21 0,1 4 0,3 3 0,3 1 0,-2 35 0,9-34 0,-1-1-6,-7 34 6,1-38 0,0-2 0,-4 10 0,-2-22 0</inkml:trace>
</inkml:ink>
</file>

<file path=ppt/ink/ink4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19.1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616 67 27303,'-61'-18'130,"1"0"1,-2 1 0,5 5 121,5 11-213,-14 16-39,14-1 0,-9 27 17,15-2 11,-4 15-22,18-11 27,15 11 1,22-12 11,29 7 11,27-8-34,8-12-8,-18-13 0,3-1-6,-6 0 1,-1 1 2,10 6 0,-3 2 1,26 18 16,-22 19-17,-41-2-11,-24 15 0,-42-7 0,-11-21 2,6-29 1,-4-6 3,7-6 0,0-6-9,-8-7 0,1-4-19,-27-8-141,25-27-4446,38 9 4609,7-4 0,12 17 0,3 11 0</inkml:trace>
</inkml:ink>
</file>

<file path=ppt/ink/ink4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19.8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113 0 27348,'-31'77'175,"0"0"1,1-15-1,10-2-124,32 36-57,23-31 6,20-6-39,2-29-39,7-27-29,-25-34-5,-2-22 6,-18-25 22,-11 11 56,-6-9 61,-12 27 175,3 5-147,-7 22 34,9 30-44,2 17 139,17 43-139,8 18-40,6 2-17,-8-36 1,2-4-522,16 8 527,-1-7 0,-11-27 0,-15-17 0</inkml:trace>
</inkml:ink>
</file>

<file path=ppt/ink/ink4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0.1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1 109 27863,'24'73'93,"1"0"1,-2-5-1,-2-6-59,4 3-17,0-4 5,17 7 28,-3-23-22,9-8-28,-14-26 6,-5-46 0,-14-29-18,-3-17-8,-11 18 1,-4-1-54,-4 11 1,-3 1-206,1-7 1,-1 1 277,-12-25 0,12 41 0,7 25 0</inkml:trace>
</inkml:ink>
</file>

<file path=ppt/ink/ink4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0.5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284 549 28266,'-66'-57'33,"0"1"1,1-10 0,14-2-28,29-27-9,13 41 0,5 3 3,16-17 11,29 34-11,11 48 0,-2 30 0,-18 6-44,-21 26-432,-20-32 476,2-3 0,-4-23 0,7-14 0</inkml:trace>
</inkml:ink>
</file>

<file path=ppt/ink/ink4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1.3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230 609 28177,'-59'-60'28,"0"0"0,5 4 0,12 1-23,33-33 12,3 20-12,14 13 1,9 1-28,20-7-23,9 9 28,-5 54-78,-34 56-56,-25 24-633,-10 5 784,-3-33 0,15-29 0,13-22 0</inkml:trace>
</inkml:ink>
</file>

<file path=ppt/ink/ink4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1.8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271 1 28026,'-60'21'85,"0"0"1,-1 15 0,14 10-53,30 6 1,10 7-26,-5 14 1,5-1-6,8-15 0,7-3-1,10-4 1,10-11 3,38-22 11,18-52-17,-24-19 11,-34-1 0,-9-5 12,-5-19 10,-4 10-33,-8 53-11,0 39-476,0 53 487,1-1 0,0-13 0,0-22 0</inkml:trace>
</inkml:ink>
</file>

<file path=ppt/ink/ink4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2.4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188 253 28160,'-53'71'44,"1"1"1,3-6 0,16-3-50,48 33 10,40-15-8,-13-40 1,6-6 2,43 3 11,-35-38 0,-4-15-5,6-46-6,-29 11 0,-6-8 0,-8-15 0,-8-1 0,-6 11 0,-2 0-3,-3-14 0,-1 3 14,-5-21-22,1 10 22,4 57-5,7 49 16,5 34 3,-2-2 1,1 7-10,1 7 1,0 1-14,0 1 0,-1 1 19,-1 8 1,-2-4 22,1 14-34,-3-10 0,6-49-11,2-44 0,27-56 0,12-17-11,1 6 11,1 25 11,-24 86-22,-2 33-68,-8 15 79,2-22 0,0-5 0,-7-14 0,16 10 0</inkml:trace>
</inkml:ink>
</file>

<file path=ppt/ink/ink4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2.8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64 460 28283,'-18'-72'18,"1"-1"1,0 6 0,6 6-19,15 2 6,8 6-6,7 7 0,18 17 17,-3 43-17,0 17 0,-18 16 0,-5 9-196,6 39 196,4-38 0,0-3 0,-4 5 0,14-25 0</inkml:trace>
</inkml:ink>
</file>

<file path=ppt/ink/ink4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3.1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1 368 28054,'73'30'20,"0"0"1,-6-6-1,-8-16 3,-9-42 5,-10-18 106,-9-34-44,-30-6-65,-17 39 0,-8 3-14,-26-15-16,-46 37 5,29 81 5,35-12 1,6 7-9,4 2 0,11 3-188,24 8 1,15-6 190,35 0 0,-5-10 0,-6-30 0</inkml:trace>
</inkml:ink>
</file>

<file path=ppt/ink/ink4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3.5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437 613 28082,'-65'-36'123,"-1"0"0,-6 2 0,7 11-106,13 25 0,-25 48-12,47 39-2,20-26 0,12 1 0,21-4 0,11-5-3,35 17-6,-10-50 0,2-18 6,21-52-3,-41 6 1,-7-7 4,-10-1 1,-9-4 3,-10-19 0,-11-2-9,-9 16 0,-3 1-84,-4-14 0,0 0-997,2 1 1,1 4 1083,-5-25 0,21 28 0,3 46 0</inkml:trace>
</inkml:ink>
</file>

<file path=ppt/ink/ink4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3.8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177 535 28446,'-46'-79'22,"0"-1"0,9 2 1,7 3-21,18 23 1,6 2-3,16-39-5,18 61-1,0 24 6,7 60-5,-25 22-91,-24 15-2435,-6-32 2531,-7-43 0,15-16 0,10-16 0</inkml:trace>
</inkml:ink>
</file>

<file path=ppt/ink/ink4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6.5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25 613 25231,'-3'-62'392,"-1"1"0,-1-7 0,0 6-179,2 9-34,-1-34-162,8 24-23,18-10-22,10 20 28,4 23 325,14 31 196,-8 52-420,-14-11 0,-2 6-40,-3 14 1,-5 2-37,-3-13 0,-3-1 59,0 47 168,-10-61-235,0-23-6,-2-34-5,2-29-1,6-35-5,6-5 6,2 5 0,0 24-1,4 62-5,4 52 6,8 37 5,-8 3 23,-2 2 22,-13-56-45,5-13-11,-5-41 0,6-19 0,14-44 5,1 7-16,1 2-22,0 46-51,-18 32-264,7 25 348,-9-4 0,-4-10 0,-2-9 0</inkml:trace>
</inkml:ink>
</file>

<file path=ppt/ink/ink4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6.97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177 0 28339,'-48'54'41,"1"0"0,3-3 0,12-2-29,28 8-12,3 0 0,15 9-6,21-24 17,21-6-11,0-37 6,6-30-6,-28-19-11,-5-18 5,-15-1 12,-11 8-18,-3 21 7,0 24 5,1 28 0,16 34-34,8 7 34,34 6 0,-30-27 0,9-15 0</inkml:trace>
</inkml:ink>
</file>

<file path=ppt/ink/ink4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7.1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28115,'66'60'24,"-1"0"0,-6-4 1,-5-8-19,0-8-6,-7-7-73,-5-6 73,-4-8 0,-18-9 0,-3-5 0</inkml:trace>
</inkml:ink>
</file>

<file path=ppt/ink/ink4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7.34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124 0 27370,'-30'86'22,"0"-1"0,14-17 1,2 1-1,2-6 1,2-8-1,2-4 1,7 3-1,-1-1 1</inkml:trace>
</inkml:ink>
</file>

<file path=ppt/ink/ink4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7.73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27975,'6'67'123,"1"0"0,0-1 1,1 0-110,4 9 0,3 2-3,2 0 0,1 0-11,-1-2 0,3-2-121,5-1 1,4-10 120,19-5 0,-10-9 0,-9-33 0</inkml:trace>
</inkml:ink>
</file>

<file path=ppt/ink/ink4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8.3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102 384 28244,'-28'-65'9,"0"-1"0,-1-5 1,12 6 1,31 7-11,-1 8-5,24 41-12,-2 58-202,9 18-105,-11 6 324,14-1 0,-32-49 0,12 1 0</inkml:trace>
</inkml:ink>
</file>

<file path=ppt/ink/ink4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8.84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327 85 27964,'-62'-24'123,"1"0"0,9 2 1,7 7-74,7 22 34,11 27-62,0 28-16,12 5 5,29 26-11,32-37 0,23-7 0,-1-27 0,7-43 6,-28-12 5,5-6 6,-5 20-12,-14 34-5,1 55 6,-25 24-1,-22-35 1,-8-2-6,-21 31 0,-7-50 0,-7-11-28,-27-7-123,-6-24-991,39-51 1142,26 1 0,23-2 0,1 33 0</inkml:trace>
</inkml:ink>
</file>

<file path=ppt/ink/ink4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9.20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28356,'31'85'56,"-1"-1"0,1-1 0,-3-4-48,-10-18 1,-1-4-7,3 2 1,1 2 3,5 15 0,-1 0-6,-7-23 0,0 0 5,5 22 1,-3-3-1,-6 6-122,-3-11-354,-8-40 471,-2-53 0,0 13 0,-1-18 0</inkml:trace>
</inkml:ink>
</file>

<file path=ppt/ink/ink4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9.3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96 28076,'78'-14'-99,"0"0"0,-1 1 0,-8 0-758,2-1 857,-4 0 0,-32 7 0,-13 1 0</inkml:trace>
</inkml:ink>
</file>

<file path=ppt/ink/ink4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29.77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28037,'12'70'93,"0"0"0,1-1 1,1-2-75,3-16 1,2-1 2,-1 2 1,1 2 7,5 14 1,-2 2 5,-5-7 1,-2-1-9,0 4 0,-3-6-28,-5-9 0,-7-49 6,10-87-6,0 11 0,2 16 0,3 5-6,11 9 6,10 58 6,0 70-6,-21-34 0,-1 4-23,5 14 1,2-4-516,22 10 538,8-11 0,-15-35 0,-13-24 0</inkml:trace>
</inkml:ink>
</file>

<file path=ppt/ink/ink4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3:31.3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122 485 27751,'-31'-62'136,"-1"1"0,2-2 1,9 5-131,15 0-6,5 2 5,26-7 1,5 30-6,8 3-6,-12 33 6,-18 37-28,-19 16-134,-5 10-633,-6-22 795,-17-12 0,27-23 0,-13-1 0</inkml:trace>
</inkml:ink>
</file>

<file path=ppt/ink/ink4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08.12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343 731 28412,'-58'-35'2,"0"0"0,5 0 0,8 13-14,15 32 12,4 7-11,-7 40 6,13-5 10,8 0 1,4 5-6,12 37-6,13-41 1,6-4-1,20 15 0,51-38-16,-19-62 30,-32 6 1,-5-8-9,-9-13 0,-8-4 5,4-35 18,-20-4-6,-21 53-17,3 30 5,-7 31-5,10 40-11,15 19 5,25-11-22,10-6 28,7-30 17,8-57-22,-18-41-1,0-15 3,-22 15 0,-5-5-17,-5 9 1,-3-2-23,1-17 0,-1-2 8,-1 3 1,-2 2 27,-3 10 1,0 5 22,-1-19-17,-10 42 5,9 85 34,-1 10-3,5 19 1,2 13-37,1-2 0,2 4-75,1-17 0,1 3 1,2-1 60,3 27 0,3-6-824,1-18 1,2-11 837,6 2 0,-10-35 0,-9-39 0</inkml:trace>
</inkml:ink>
</file>

<file path=ppt/ink/ink4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08.29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27673,'72'0'-196,"-1"0"1,-4 0 0,-13 0 0,-29 0 0,-8 0 0</inkml:trace>
</inkml:ink>
</file>

<file path=ppt/ink/ink4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08.91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28121,'8'79'69,"-1"1"0,0-5 0,-1 0-55,1 3 0,0 0-708,0 2 0,2 0 705,0-1 0,0-3 264,1-3 0,-1-13-275,1-25 245,-4-18-245,-6-53 0,-2-45 11,0-2 745,6 2-756,5 32 0,24 57-6,10 47 1,12 27 7,-30-35 1,-4 0-3,6 18 0,-14-28 0,-11-26 0</inkml:trace>
</inkml:ink>
</file>

<file path=ppt/ink/ink4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09.14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28199,'3'57'20,"0"1"1,0-3 0,-1-5-16,1 9 7,1 20-35,0-27 23,-1 5 0,-3-39 0,0-8 0</inkml:trace>
</inkml:ink>
</file>

<file path=ppt/ink/ink4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09.48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64 28121,'9'57'22,"0"-1"1,8 28-7,45-88-4,-20-42 38,-7-3 96,-17-33-51,-38 38-95,-8 8-101,-10 57-2924,21 23 3025,21 6 0,7-14 0,1-28 0</inkml:trace>
</inkml:ink>
</file>

<file path=ppt/ink/ink4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10.0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272 200 27891,'-19'-52'227,"0"1"0,-19-32-149,6 70-39,-11 16-39,17 22-5,-1 49 2,26-24 0,7 3-3,5 13 1,4 2 19,-1-1 0,0-3-14,14 29-6,-19-8 1,-17-49-23,-6-2-23,-14-44-33,8-6 84,-30-64 0,38 52 0,-20-30 0</inkml:trace>
</inkml:ink>
</file>

<file path=ppt/ink/ink4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10.7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 1 28468,'-2'85'18,"-1"1"1,1-5 0,0 1-22,1 7 0,1-3 3,0-23 0,0 1-22,0 27 0,3-2-891,10 4 913,19-17 0,-14-41 0,8-31 0</inkml:trace>
</inkml:ink>
</file>

<file path=ppt/ink/ink4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11.0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44 536 28082,'-12'-63'63,"0"0"0,1 6 1,4 2-75,5-33 11,28 6 0,-3 6-23,34 26 18,-20 48-51,-5 15-286,-18 33-358,-30-3 700,0-3 0,-3-19 0,7-17 0</inkml:trace>
</inkml:ink>
</file>

<file path=ppt/ink/ink4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11.5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203 305 26682,'-7'-65'322,"-1"0"1,1 5 0,-2 10 142,-14 11-409,-10 14-22,-1 29 27,-1 53-16,12 15-34,15 6 1,7 10-4,7 0 0,5 3-466,-1-13 0,2 3 0,2-3 466,5 18 0,3-3 5,-5-23 0,2 0 1,-3-5-14,-4 1 0,-3-3-56,3 3 0,-6-6-588,-15 9 319,-16-72 196,-7-31 53,6-14 1,1-8 156,6 6 0,2-1 17,1 1 0,2 1 1512,-3-25-1492,53 42-51,29 16-216,-14 10 1,2 3 148,44 3 0,-37 0 0,-32 0 0</inkml:trace>
</inkml:ink>
</file>

<file path=ppt/ink/ink4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12.2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 1 28283,'-5'75'32,"0"-1"0,4-6 1,0 3-1,3-1-38,3 28 1,3 1-214,-2-18 0,1 2 1,0-2 83,-1-9 1,1-3 0,-1-3 134,1 10 0,-1-9 0,1 5 0,-6-44 0</inkml:trace>
</inkml:ink>
</file>

<file path=ppt/ink/ink4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12.37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57 26967,'75'-15'-319,"0"0"1,-16 2 0,-11 4 0,-23 4 0</inkml:trace>
</inkml:ink>
</file>

<file path=ppt/ink/ink4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13.20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457 196 27611,'-43'-51'203,"-1"1"1,4 5 0,0 9-126,-24 22 23,-5 38-76,28 5 0,4 7-19,-14 44 8,32-12 0,10 3-9,14-18 1,7-1-9,8 3 0,7-6 3,27 9 0,34-51 6,-24-57 11,-28 13 0,-4-4 2,-11-8 1,-5-1 19,1-24-39,-18 25 0,-5 66 0,0 7 6,1 36-12,4 10 6,16-17-11,-4-6 16,18-45 1,-13-25-6,12-45 0,-2-2-6,7-4 6,-4 31 0,10 39 6,-6 58-23,3 29-22,-20-29 0,-2 0-73,2 27 112,-3-30 0,-9-35 0,1-11 0</inkml:trace>
</inkml:ink>
</file>

<file path=ppt/ink/ink4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13.7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483 721 28188,'-67'-51'56,"0"-1"0,-4 1 0,7 12 11,13 26-44,-28 28-12,34 57-14,22-18 0,8 5 6,14 7 0,13 0 2,10-11 1,7-7 0,34 8-6,22-53-6,-29-70 6,-7-9 5,-29-1 1,-9-8 5,-5 10 1,-4-1-12,-1-18 0,-2-1-3,-5 13 0,-2 6-8,2 20 0,-2 6 11,-9-18 0,10 48 0,3 9 0</inkml:trace>
</inkml:ink>
</file>

<file path=ppt/ink/ink4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14.5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 1 28406,'-5'74'17,"0"0"0,5 14 0,5-3-9,3-27 1,2-3 19,1 6 0,1-7-17,2-7-11,-7-46-6,-11-79 14,4 28 1,0-1-9,-2-2 0,2 1-3,6-6 0,6 5 3,14 3-33,20 9-40,-7 30-448,20 36 521,-7 4 0,-11 2 0,-10-10 0</inkml:trace>
</inkml:ink>
</file>

<file path=ppt/ink/ink4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14.7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28104,'0'77'13,"0"0"0,1-6 0,0-7 10,3-3-23,-1-8-896,3-13-3708,-5-20 4604,1-22 0,-2-4 0,0-8 0</inkml:trace>
</inkml:ink>
</file>

<file path=ppt/ink/ink4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14.8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13649,'0'0'0</inkml:trace>
</inkml:ink>
</file>

<file path=ppt/ink/ink4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15.41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345 188 28143,'-50'-52'86,"-1"0"0,6 2 0,3 17-53,-3 45 1,1 34-28,3 5-9,24 4 0,8 5 3,18 39 8,9-42 1,10-4-4,44 14-10,4-38 10,2-62-5,-36-23 62,-10-25 0,-18 20-62,-14 48 0,0 39-6,5 40 6,-3-8 0,0 2 6,3 35-6,-5-15 0,-8 0 0,-5-26 0,-6-4-3,-3 4 0,-4-5-53,-24 4-6,-2-39-346,26-69 408,3-29 0,13 14 0,9 7 0</inkml:trace>
</inkml:ink>
</file>

<file path=ppt/ink/ink4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15.7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28098,'8'71'99,"0"1"0,0-4 0,3 0-91,3 3 1,2 1 8,-1-2 0,-1-1-3,0-3 0,-1-2 53,-4-5 0,-3-10-67,-5-21 0,-1-45 0,3-25 0,18-45 6,13 51-6,18 42 0,-12 32-14,-18 15 0,-7 7-222,2 33 236,-4-3 0,-7-39 0,-3-37 0</inkml:trace>
</inkml:ink>
</file>

<file path=ppt/ink/ink4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16.0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 1 28216,'-4'86'46,"0"0"1,0-7 0,4-1-42,9-9 1,6-2-34,-2-6 0,3-2 28,5 9 0,1-5 0,3 2 0,-10-27 0</inkml:trace>
</inkml:ink>
</file>

<file path=ppt/ink/ink4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16.1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1 134 28009,'80'-24'-73,"-1"0"0,18-3 0,-8 4 0,-7 6 1,9-2-1</inkml:trace>
</inkml:ink>
</file>

<file path=ppt/ink/ink4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20.20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2773 28126,'68'-15'42,"0"0"1,0 0 0,-1 0-1,-1 0 1,1-1-38,7-4 1,2 0 0,-1-2-1357,1 0 1,-1-1 0,0 1 1355,0-1 1,0 1 0,0-2 8,2-3 1,1-2 0,-5-2 398,12-11 0,-2-4-410,-16 5 1,1-4 0,-2-4-4,-1-5 0,-2-5 0,-4 1 3,10-15 0,-6-5 2,-18 11 1,-2-5-1,-7 1 3,-4-17 1,-8-2-7,-5 16 0,-2-4 0,-3 3-2,-3-12 0,-4 1 0,-4-11 0,-3 2-3,1 27 0,0 2 359,-2-11 1,2 1-355,5 13 1,2 4-3,8-22 0,39 5-5,17 29 5,-18 21 0,3 3 0,-9 7 0,1 5 1122,15 1 0,-3 4-1122,16 2 375,-8 1-375,-39-1 0,-42 0 12,-44-4-12,-28-2 0,28 3 0,-1-1 0,-31-8 0,12-9-6,48 8 12,5-12-6,39 12-6,6 3 6,47 14-6,9 27 12,-31-6 0,-1 5-6,22 28 0,-30 27-12,-34-12 12,-40 5 0,21-29 0,-22-24 0</inkml:trace>
</inkml:ink>
</file>

<file path=ppt/ink/ink4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37.09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11 0 28272,'8'67'56,"0"0"0,-1 26 0,-2 4-48,-5-4 1,-3 3-373,1-16 1,-2 3-1,1-1 345,0-3 1,0-1-1,0-4 185,-3 8 1,1-5-192,2-10 0,1-11 19,0-14 220,2-31-214,0-37 0,3-64 3,1 31 0,-1-5-9,2-25 0,0-7-246,-2 24 1,0-2 0,0 2 251,0-17 0,-1 1 5,0-11 1,-2 10 22,-5 11-28,-3 29-11,2 65 0,1 52-45,31-12 1365,7-7-1309,8-30-5,3-54 21,-19-25 7,1-29 5,-10 1-34,-6 28 6,5 24 0,-1 41 28,20 53-11,-8 15-14,-3 7 0,-2 11-1,-7-4 1,-3 4-78,-3-17 1,-1 3 0,-1-2 75,-2-5 1,-2-1 0,0-5-2,-2 7 0,0-7-1176,0 27 1176,6-85 0,-4 6 0,4-32 0</inkml:trace>
</inkml:ink>
</file>

<file path=ppt/ink/ink4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37.62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209 0 28306,'-57'66'35,"0"1"0,4 12 1,16 1-31,33-20 1,11-1-15,7 8 1,4-4 8,17 22-5,33-40 33,-14-69 22,5-38-28,-36 15 1,-5-3-6,2-35-6,-10 12-17,-8 49 6,11 18 6,-1 23-45,18 38 39,1 22 0,-9-26 0,-3 1 0</inkml:trace>
</inkml:ink>
</file>

<file path=ppt/ink/ink4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37.82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28104,'29'65'-6,"0"0"1,-2-5-1,1-9 6,16-7-789,8 1 789,-10-17 0,-11-5 0,-16-16 0</inkml:trace>
</inkml:ink>
</file>

<file path=ppt/ink/ink4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37.99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99 1 27914,'-23'80'-34,"-1"0"0,3 19 1,4-3 33,11-28 0,3-5 0,0-7 0,2-5 0,1 13 0</inkml:trace>
</inkml:ink>
</file>

<file path=ppt/ink/ink4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38.67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120 0 28216,'-8'67'71,"0"0"0,6 23 0,5 3-55,7-8 1,1-1-220,1 1 0,-1 2 217,1 9 0,-5-3 67,-8-28 0,-6-3-67,-7 4 0,-5-5 14,-15 19 59,-17-40-87,28-47-6,5-33 6,23-13 208,2 7-208,16 31 6,5 58-29,18 13-268,28 7 291,13-25 0,-28-25 0,-12-13 0</inkml:trace>
</inkml:ink>
</file>

<file path=ppt/ink/ink4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38.93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177 493 28513,'-42'-66'15,"-1"0"0,2-6 0,10 4-15,18 6 0,7-27 0,30 47-6,9 14-5,2 39-68,-7 45-273,-21 9 352,-3 4 0,-4-29 0,0-23 0</inkml:trace>
</inkml:ink>
</file>

<file path=ppt/ink/ink4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39.21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50 374 28306,'-14'-58'31,"0"-1"1,1-6 0,4 5-32,9 7-6,13-6 17,-2 39 6,30 65-39,-12 18-141,-10-12 1,0 1-3098,2 15 3260,-3-26 0,-11-31 0,2-6 0</inkml:trace>
</inkml:ink>
</file>

<file path=ppt/ink/ink4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39.82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309 102 28210,'-60'-28'73,"-1"0"0,7-2 0,7 15-56,8 52-17,19-6 5,-8 65 6,33-5-14,8-37 1,5-2-4,17 22 1,34-31-1,-19-42 17,2-32 0,-22-21-11,-17-4 79,-10-3-79,-3 40 5,0 17 1,2 57-6,3 31 3,-3-30 0,-2 0-3,-3 36 11,-32-6 0,-17-42-11,-18-9-56,13-30-11,24-19 67,37-59 0,-1 45 0,16-32 0</inkml:trace>
</inkml:ink>
</file>

<file path=ppt/ink/ink4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40.10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28406,'3'82'30,"-1"0"0,1-1 0,3-5-27,2-20 0,2-2-3,0 1 0,0 2 8,2 14 0,0 1-8,-3-11 0,-1-1 0,0 3 0,0-5 0,-2 2 0,-4-33 0</inkml:trace>
</inkml:ink>
</file>

<file path=ppt/ink/ink4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40.29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45 28154,'69'-9'-190,"-1"0"1,-4-1 0,-11 2-1,-26 4 1,-9 0 0</inkml:trace>
</inkml:ink>
</file>

<file path=ppt/ink/ink4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40.71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28317,'0'88'25,"0"0"0,0-18 0,1 2 1,0-3-4,3 10 0,0 0-709,-2 15 1,0-2 700,2-23 0,-1-5 241,-2-9 0,-2-9-255,-2-18 236,3-21-236,-4-39 12,17-48-12,9-5-6,3 7 745,15 45-739,-19 51 6,15 60-6,-14 10-6,-1 0-123,2-13 129,2-52 0,-8-3 0,1-20 0</inkml:trace>
</inkml:ink>
</file>

<file path=ppt/ink/ink4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41.70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28451,'5'66'48,"0"1"1,3 22 0,0-1-44,0-33 1,-1 1-1,3 41 1,-1 3-1,-2-27 1,-1-2-3,-2 10 0,-1-3-3,0-19 0,-1-7 6,-5 11-6,2-58 0,-2-24 0,6-29-6,18-11 0,8 22 6,15 14 6,-8 39-6,7 40-45,-1 0-240,13 0 285,27-26 0,-43-19 0,11-11 0</inkml:trace>
</inkml:ink>
</file>

<file path=ppt/ink/ink4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41.99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200 426 28546,'-55'-52'7,"0"1"1,3-7 0,16 1-8,34-11 0,12 2-6,20 10 1,10 39 10,4 36-5,-16 11-39,-13 46 39,-15-22 0,-1-10 0,0-20 0</inkml:trace>
</inkml:ink>
</file>

<file path=ppt/ink/ink4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42.57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198 603 27510,'28'-56'101,"-1"0"0,2-9 0,-6 3 28,-12-23-59,-7 34 0,-6 0-3,-39-37-34,1 32 35,-41 24-29,25 36-17,4 19 29,15 54 2,29-20 0,7 6-22,0 25 0,5 5-194,3-23 0,3 1 0,0 1 168,2 1 1,1 0 0,0-3-6,5 14 0,-1-3 2,-4 3 1,-3-6-64,-5 14-438,-11-11 35,-10-66 21,-2-35 585,-4-37-305,5-29 723,4 9-179,2 3-247,17 29-55,16 34-79,16 5 33,33 6-33,17-4 0,-27 3 0,-6-3 0</inkml:trace>
</inkml:ink>
</file>

<file path=ppt/ink/ink4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42.85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28362,'0'82'31,"0"0"1,0-4 0,0-4-27,0 24 7,5 1-15,-1-37 0,1 1-6,1-8 1,1-1-43,-1-3 1,-1-2 50,1 13 0,-4-43 0,-2-11 0</inkml:trace>
</inkml:ink>
</file>

<file path=ppt/ink/ink4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42.98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32 27790,'96'-8'-1030,"1"0"1,-29 4 0,-11-1 0,-5-2-1</inkml:trace>
</inkml:ink>
</file>

<file path=ppt/ink/ink4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46.05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177 0 28518,'-42'86'0,"1"0"0,1-3 0,10-4 0,20-27 0,5 1-11,-2 28 0,6 5-28,9 0 0,7 2-868,1-18 0,4 1 1,4-4 906,21 20 0,3-10 0,-14-28 0,-1-8 0,20 9 0</inkml:trace>
</inkml:ink>
</file>

<file path=ppt/ink/ink4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53.89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245 0 28440,'-33'54'2,"-1"1"0,3-6 0,4-5 9,5-8-11,-7 7-112,13-14 95,-4-9 17,21-28 6,11-33-12,12-13 6,0-1 0,8-8-6,-12 23 46,3 0-7,-4 29-5,-9 20-11,-1 24 17,2 29-23,-2-7 11,8 38 1,-5-24 10,-3 7-33,-20-16 6,-10-21-1,-39-3-10,0-15-6,2-6-17,11-8 28,40-7 0,13 0 0,25 0 0,32 0-23,1 0-509,0 2 532,-18 0 0,-29-1 0,-8 1 0</inkml:trace>
</inkml:ink>
</file>

<file path=ppt/ink/ink4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54.35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28367,'36'63'43,"1"0"0,10 21 0,-3 4-32,-11-6 0,-4 4-1328,-9-10 0,-1 4 0,-3-1 1311,3 19 1,-9 0-8,-11-24 0,-6 3 0,-2-7 501,-3 0 0,-5-5-488,-6 3 0,-2-7 0,-4 3 0,7-40 0</inkml:trace>
</inkml:ink>
</file>

<file path=ppt/ink/ink4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4:55.19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0 207 28311,'75'-4'17,"-1"1"0,-4 1 0,-8 2 5,0 6-11,-6 3 12,7 2 5,-14-4-12,0-1-10,-31-14 0,-26-14 10,-30-16-21,-4 3 5,-21-13 0,16 16 45,2-1-1,10 12-44,28 22 6,13 9-6,19 13 6,12 7 10,25 19-10,-6 4 0,0 11 10,-25-5-16,-28-17 6,-30 7-6,-3-19 0,-5-2 0,16-14 0,12-12 0</inkml:trace>
</inkml:ink>
</file>

<file path=ppt/ink/ink4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12.35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142 345 28597,'-2'-57'0,"1"0"0,5-42 0,26 59 5,15-6-5,-1 17 6,14 12 5,-16 32-5,11 44 5,-16 24-3,-20-30 1,-4 1-9,-7 33 2,-23-40 1,-12-4-3,-40 11 3,26-25 0,-1-7-3,-17-7 0,41-17 0,37-16 0,22 7 0,39 6 0,10 41 0,-35-10 0,-5 6 0,-8 12 0,-10 6 0,-12 0 0,-12-1 0,-28 23 0,-17-37 0,-12-7 0,-7-13 0,-5-7 0,2 5 0,-2-6 0,-6-9 0,6-8-1697,-1-12 1697,13-12 0,34 12 0,17 6 0</inkml:trace>
</inkml:ink>
</file>

<file path=ppt/ink/ink4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13.94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106 37 28188,'-1'59'78,"0"0"1,0 0-1,-1-2-55,-5 30-12,-1 7-9,3-24 1,0 2 0,2-5 0,2 0 0,-2 7 0,1-4 19,2 19-22,0-53 0,0-46 0,0-26 11,0-62-8,0 34 0,0-7-6,1-24 0,-2-6-352,-2 31 0,-2 1 0,0 2 355,1-13 0,-3 5 31,-4 5 0,-3 17-31,2 36 0,7 20-6,20 48 1,36 21-1,22-18 535,-28-26 1,2-7-524,38-21-6,-19-43 0,-24-9 0,-9-30 17,-19 31-17,-1 29 5,-10 35-5,-1 50 3,-2-2 0,0 8-3,-1 7 0,0 3 0,1 1 0,0 2 0,-1 9 0,0-5-269,1 13-739,19-15 1008,-8-44 0,10-35 0,-15-5 0</inkml:trace>
</inkml:ink>
</file>

<file path=ppt/ink/ink4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14.38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343 155 28462,'-58'-43'20,"-1"-1"1,5 2 0,9 17-21,22 39 6,-4 12 16,-5 50-22,8 17 0,12-36 0,4-1 0,8 27-6,12-30 18,32-49-7,0-43-5,16-22 0,-22-3-5,-13 20-1,11 41 12,3 25-40,11 0-593,-6 10 627,-11-12 0,-17-11 0,-2 1 0</inkml:trace>
</inkml:ink>
</file>

<file path=ppt/ink/ink4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14.58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28339,'33'66'9,"0"1"1,-2-6-1,1-11-3,12-15-68,13 1 62,6-18 0,-23-1 0,-6-15 0</inkml:trace>
</inkml:ink>
</file>

<file path=ppt/ink/ink4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14.75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336 0 28362,'-54'84'11,"0"-1"0,18-21 0,0 0 0,7-3-84,8-2 1,3-2 72,-6 5 0,2-3 0,0 9 0,3-32 0</inkml:trace>
</inkml:ink>
</file>

<file path=ppt/ink/ink4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15.77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239 0 28345,'-17'79'43,"1"0"0,0-5 0,2-6-38,-7 16 12,4-28 0,-2-2-6,-10 22-6,5-24 1,1-5 5,2-8-11,0-14-5,25-30 5,9-14-11,30-3 22,7 19 0,17 33-11,-18 6-78,9 32-499,-9-34 577,10-6 0,-23-19 0,-11-9 0</inkml:trace>
</inkml:ink>
</file>

<file path=ppt/ink/ink4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16.03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49 355 28434,'-17'-66'5,"1"0"1,2 7 0,12 7-6,43-2 0,-6 24 0,14 3 0,-16 55-95,-15 15-112,1 14 207,-9 0 0,-5-37 0,3-1 0</inkml:trace>
</inkml:ink>
</file>

<file path=ppt/ink/ink4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16.29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0 301 28110,'7'-68'44,"0"0"1,-1 6 0,2 10-34,10 20 23,8 13-17,1 43-17,-1 9 11,5 58-28,-13-28-599,12 21 616,-14-47 0,-1-9 0,-10-21 0</inkml:trace>
</inkml:ink>
</file>

<file path=ppt/ink/ink4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16.82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266 169 28362,'-57'-49'35,"-1"0"0,1 2 1,10 23-30,22 59-12,4 24 23,22 26-17,16-17 0,26-6 5,8-43 1,6-6-6,-11-14 28,-4 0-11,-12 35-12,-8 17-5,-7 14-5,-44 19-1,-17-29-61,-24-4-39,16-25 106,16-53 0,29 19 0,2-26 0</inkml:trace>
</inkml:ink>
</file>

<file path=ppt/ink/ink4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17.05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28345,'1'75'11,"0"0"0,0-3 0,-1-3 1,0 29-12,5-2-37,1-37 1,0-1-233,3 23 269,3 14 0,-11-63 0,-1-7 0</inkml:trace>
</inkml:ink>
</file>

<file path=ppt/ink/ink4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17.21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32 26687,'69'-8'-2458,"0"0"0,29 1 1,-76-2-1</inkml:trace>
</inkml:ink>
</file>

<file path=ppt/ink/ink4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17.57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28233,'0'74'56,"0"0"0,0-2 0,0-5-28,1 25 5,0-27 1,0 1 5,1 31-20,-1-27 1,0-2-3,-1-2-17,0-23 6,1-47-6,12-40 5,19-33-10,-1 24 5,15-3 0,-22 82 0,-5 44-28,-13-17 0,-3 4-180,-2 0 1,-1-2 207,0 23 0,0-37 0,0-26 0</inkml:trace>
</inkml:ink>
</file>

<file path=ppt/ink/ink4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18.38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28278,'0'71'13,"0"1"0,0-5 0,0-4-13,0 9-6,0-4-123,0 10 129,0-26 0,0-6 0,0-32 0</inkml:trace>
</inkml:ink>
</file>

<file path=ppt/ink/ink4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18.78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1 342 27718,'36'-66'134,"-1"0"0,-1 6 1,3 7-88,6 19 1,4 9-3,43-6-17,-37 25 0,-2 11-6,28 53-3,-51-9 1,-9 5 0,-3-4 0,-7 1 2,-15 13 0,-12 0-16,-7-15 0,-5-4-4,-1 0 1,-4-3 11,-9-2 0,-1-8 3,-5-9-17,11-20 0,26-14-6,23-12 6,21 16-22,17 39-292,28 13 314,-2 15 0,-23-23 0,-18-21 0</inkml:trace>
</inkml:ink>
</file>

<file path=ppt/ink/ink4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18.97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28283,'0'60'15,"0"0"0,0-5 0,0-5-15,0 7-11,0-10-364,3-9 375,-2-5 0,2-17 0,-3-3 0</inkml:trace>
</inkml:ink>
</file>

<file path=ppt/ink/ink4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19.14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28221,'0'0'0</inkml:trace>
</inkml:ink>
</file>

<file path=ppt/ink/ink4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19.86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369 194 28345,'-42'-49'46,"0"0"1,3 3 0,5 12 20,11 26-39,-17 3-28,10 2 6,-9 10-6,16 12 0,7 5 11,1 30-6,4 7-5,2 2 0,3 21-5,11-20-1,25 5 12,24-26-1,5-21-5,21-46-5,-34-18 5,-2-30 0,-26 14 5,-13 6 7,-5 22-12,5 21 0,2 15 0,9 25 0,10 41 11,-6 13-11,-9-28 0,-4 1 0,-13 31 0,-7-39 0,-8-5-11,-33 3-12,-13-5-100,8-36-146,24-29 269,16-33 0,18 24 0,1-8 0</inkml:trace>
</inkml:ink>
</file>

<file path=ppt/ink/ink4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20.26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28434,'4'79'20,"0"1"1,0-4 0,1-5 1,8 22-11,-4-34 1,0 0 21,7 34 23,-2-11-50,-8-64-6,-1-38 0,6-32 0,15-20 0,-3 25-6,20 17 6,-12 77 0,1 12-20,-17-5 1,-2 2-546,4 14 565,-1-8 0,-7-32 0,-6-24 0</inkml:trace>
</inkml:ink>
</file>

<file path=ppt/ink/ink4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20.47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 1 28468,'-1'73'11,"0"0"0,1-6 1,0-1-12,-1-7 0,0-1-9,1-4 1,0-1-48,1-1 0,0-3 56,-1 19 0,2-47 0,-2-10 0</inkml:trace>
</inkml:ink>
</file>

<file path=ppt/ink/ink4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20.61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35 28014,'75'-6'-55,"1"-1"0,0 1 0,0-3 0,-11 2 0,8 7 0</inkml:trace>
</inkml:ink>
</file>

<file path=ppt/ink/ink4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2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232 1 28496,'-60'63'15,"-1"0"0,7-3 0,12 2-15,28 3 0,14 2 0,3 1 0,7 1-34,9 9 1,8-3-183,11-13 0,7-11 216,3-14 0,1-9 0,14 0 0,-21-22 0</inkml:trace>
</inkml:ink>
</file>

<file path=ppt/ink/ink4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23.62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223 1 28266,'-31'58'15,"0"1"0,2-4 0,2-5-9,-8 1-1,4-5-5,8-8-112,8-9 107,15-31-18,20-38 40,4-13-9,-4 4 1,0-2 41,5-23 124,-4 6-157,-7 41-6,-6 43 17,9 62-20,-10-29 1,-1 2-4,1 2 1,-1 1-1,0 8 1,-6-3 11,-25 20-6,6-9 6,-31-25-11,23-34-18,1-9 18,19-16 0,31 5-6,3-4 0,21 13-23,12 0-22,-15 0-475,27-8 520,-30-9 0,-8 5 0,-17-2 0</inkml:trace>
</inkml:ink>
</file>

<file path=ppt/ink/ink4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23.89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28356,'43'77'23,"-1"1"1,-10-14 0,0 3 0,-6-1-24,-3 18 0,-4-1 5,2 1 1,-5 0 2,-13 10 1,-11-4-43,-6-30 1,-5-3 33,-2 2 0,0-6 0,-14 7 0,16-36 0</inkml:trace>
</inkml:ink>
</file>

<file path=ppt/ink/ink4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24.98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1 113 28457,'67'18'11,"0"1"0,-5-1 0,-6-3 1,4-4-12,9 5 16,-13-5 63,-2 0-79,-38-12 0,-19-12 0,-25-8 0,-23-23 0,-1-3 5,-9-9-10,21 16 10,53 31-5,4 13 6,51 41 5,-31 12 0,-3 27-5,-22 8 0,-23-11-331,2-24 325,-10-32 0,13-16 0,0-12 0</inkml:trace>
</inkml:ink>
</file>

<file path=ppt/ink/ink4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25.81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212 21 28558,'-50'72'7,"0"-1"0,4-6 1,8-6-14,16 8 6,17-45 0,6-10 12,18-51-7,12-39-5,-4 17 0,-6 13 0,-1 0 23,6-8-12,0 9 0,-5 35-5,-5 33 5,11 57-11,-12-28 0,1 5 0,3 16 0,-1-1 0,-3-13 0,-2-3 2,0 1 1,-3-4 3,-4 4 1,-11-1-7,-16-24 0,-39-3 0,-6-7 0,4-3 0,39-6 0,79-10 0,-5-3 0,4 0 0,2 1 0,2-1 0,13-1 0,-5 1-18,10-1 18,-11-3 0,-38 3 0,-24-2 0</inkml:trace>
</inkml:ink>
</file>

<file path=ppt/ink/ink4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27.84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15 0 28311,'-4'77'22,"0"-1"1,2-3-1,-1-5-22,2 16 0,6-1-11,5-8-392,11 7 403,-6-34 0,-1-5 0,-12-34 0</inkml:trace>
</inkml:ink>
</file>

<file path=ppt/ink/ink4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28.00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10 27645,'87'-3'-41,"0"-1"0,-12 2 1,3 1-1,-5 1 41,12 5 0,-6 0 0,-9-3 0,-6 1 0,27 5 0</inkml:trace>
</inkml:ink>
</file>

<file path=ppt/ink/ink4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27.02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1 426 28250,'79'-19'19,"-1"0"1,1-1-1,12 3 1,7 0 0,5 1-1,0 2-16,-16 4 0,0 1 1,2 1-1,3 0 1,4-1-813,-9 1 0,3 0 1,3-1-1,2 0 1,0 0-1,-2 0 1,-2 0 808,4 0 0,-2 1 0,-2-1 0,1 0 0,2 1 0,3-1-1,-1 0 0,3-1 0,2 1 0,1-1 1,-1 1-1,-2 0 0,-4 1-3,-1 1 0,-4 1 0,-1 0 0,-1 1 0,0 0 0,3-1-21,5 0 1,2 0 0,1 0 0,-2 1-1,-2 0 1,-5 0-106,17 1 1,-4 0 0,-5 1 0,-10 1 129,-7 1 0,-7 1 0,-13 0 0,10 0 0,-41 0 0</inkml:trace>
</inkml:ink>
</file>

<file path=ppt/ink/ink4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28.87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266 0 28535,'-45'73'22,"0"-1"1,-7 9-1,7-2-22,23-29 0,4-3 0,-21 45 0,54-16 0,36-35 6,34-3-6,-5-18 0,8-11-246,-39-8-466,0-9 712,-28-3 0,-10 1 0,-11 1 0</inkml:trace>
</inkml:ink>
</file>

<file path=ppt/ink/ink4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29.08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 1 28502,'1'73'20,"0"1"1,0-3-1,-1-6-14,0 22-1,0-3 1,0-32 0,0-1-18,0 32-116,0-9 128,-4-31 0,2-33 0,-2-3 0</inkml:trace>
</inkml:ink>
</file>

<file path=ppt/ink/ink4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32.80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1336 104 28166,'-56'-20'41,"0"1"0,3 1 0,9 3-36,17 6-5,-3 3 12,-15 0 4,-7 4 1,-12-1-22,17 1 33,-4 1-12,9-1 7,-16 5-6,10 5-17,-14 10 0,19 4 0,-7 3 5,15-7 12,-3 2 5,4-1-22,-12 8 0,1 11 0,11-8-5,-3 12 22,11-9-6,1 0-11,-6 7 0,3-2 0,-6 14 0,2 1 17,9 2-17,7-14 0,6 7 11,3-7-11,3 15 11,1 4-11,3-10 6,0 13-6,6-9 5,9 11-5,0-13 6,12 6 5,-5-13-11,3 10 0,1-2 0,-6-16 0,7 2 6,-2-16 5,5 6-11,-6-6 11,4 9-11,-1-1 6,15 8-6,11-4 5,-6-9-5,21-4-5,-13-4 5,16 3 0,-20-5 5,2-1-5,-7-9 0,19-2-5,18-14 5,-15 3 5,21-12-5,-25 3 0,19-11-5,-21 2 5,22-16 0,-17 3 5,6-8-5,-21-1 0,-24 9 0,-10-23-5,-5-14 5,0-8 2,-4 20 1,-1-4 0,-4 5 0,-2-1-6,2-19 0,-6-3 3,-12-3 0,-7 0-466,-6-2 0,-6 5 466,1 16 0,-5 4 0,-12-4 0,-4 9-40,11 26 1,-2 7 39,-7 1 0,2 4 0,-9 5 0,21 17 0</inkml:trace>
</inkml:ink>
</file>

<file path=ppt/ink/ink4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38.84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139 0 27947,'-8'70'67,"0"-1"0,-6 16 1,-2-2-49,1-17 1,0-2-17,-1 2 0,1 3-3,1 17 0,4 2 5,5-16 1,3 1-6,2 22 0,3 2 11,1-29 0,2-1 0,0-2-8,2 15 0,1-1-7,2-14 0,1 3 1,0-3 3,4 15 0,1 0-645,-2-14 0,2 2 0,-1-3 645,2 11 0,2-2 8,6 9 0,2-4 299,-3-19 1,2-2-311,8 12 0,2-2 6,-8-17 0,2-2 148,7 8 1,2-1-144,-10-12 1,2-2 2,9 10 0,2 0-3,3-4 1,0-3-9,-10-12 0,3-1 500,14 6 1,4-2-504,-5-9 0,3-3 11,18 8 1,5-2 2,9-2 0,-1-2-17,-15-7 1,0-2 5,24 4 0,2-3-9,-14-6 1,3-2-449,-11-2 0,5-1 0,-3-1 462,18 0 1,1-2-6,-12-2 0,4-1 0,-2-1-164,-11 0 1,-3 0 0,4 0 161,17 0 0,4 0 0,-5 0 2,-18 0 0,-4 0 0,1-1 0,10-1 0,1-1 0,-3 0 5,14-1 1,0-2-8,-16 1 0,2-2 1,1 0 1,0 1 0,-1 0 0,-2-1-3,15-1 0,1 0-3,-17 1 1,4 2-1,-3 0 20,21 1 0,1 1-14,-15 1 0,4-1 0,-4 2 0,16 0 0,0 1 0,-22-1 0,2 1 0,-3 1 0,13-1 0,0 0 2,-20 0 0,3 0 0,-2 0 9,27 0 0,-5 0-11,-23 0 0,-2 0-35,11-1 0,0 2 40,-13-1 1,1 1 2,21 0 1,0 1-4,-17 0 1,-1 1 2,19 0 1,0 0-1,-13 0 0,0-1-5,22 1 0,0-1 0,-20-1 0,-1 0-1,18 0 1,0-1 2,-15 0 1,1-1-4,-15-2 0,3 0 0,0 0-2,0-1 0,-1 0 0,-3 0 0,11-3 0,-1-1-6,13 0 1,-3 1 7,-20 1 1,-1 1 3,17-2 0,-2 0-6,-18 1 0,0 1 0,12-2 0,2 1-3,-9 2 0,1 1 3,18-1 0,2 1 0,-6 1 0,-2 0 5,-8 1 1,-4-1 1289,25-3-1301,1-4 1,-13-4 5,1 1 286,-28 6 0,-1 0-286,25 1 94,14 2-94,-16 5 0,-22-2-6,5 1 17,-17-1-11,10 0-5,-3 0 5,-9 0-6,18-1-694,-24-1 700,-13-4 0,-13 4 0,-19-3 0</inkml:trace>
</inkml:ink>
</file>

<file path=ppt/ink/ink4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0.24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77 86 28608,'-22'79'5,"0"0"1,2-5 0,8-3-6,16-17 0,7-6 0,18 19 0,8-33 5,10-41 1,-14-27 0,-4-3 5,-7-14-11,-10 32 0,0 13 0,9 25 0,6 12-6,31 9-5,11-18 5,-2 0 6,-9-48 0,-41-24 6,-17-39-6,-7 38 0,-3 0 0,-2 0 0,0 3-6,-4-24-100,8 7 106,49 33 0,-31 7 0,31 13 0</inkml:trace>
</inkml:ink>
</file>

<file path=ppt/ink/ink4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0.60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182 340 28636,'-51'-63'3,"0"-1"1,3 7 0,16 4-9,37 7-7,29 10-10,10 24 16,0 4 1,-13 20-6,-36 3 11,-3 2 0,-7-6 0,8-9 0</inkml:trace>
</inkml:ink>
</file>

<file path=ppt/ink/ink4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1.03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380 27 28563,'-66'-9'13,"0"-1"0,3 3 0,10 7-13,10 25 6,4 8-6,9 2-6,10 20 1,29-1-79,39 2 84,15-35 0,4-7 0,5 2 0,-22-14 0,0-1 0</inkml:trace>
</inkml:ink>
</file>

<file path=ppt/ink/ink4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1.68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304 76 28406,'-58'-6'24,"0"1"1,-2 5-1,10 9-13,17 31-16,3 6 10,15 17 1,20-17-6,25-1-11,16-22 11,6-20 0,12-29 5,-21-13 23,-2-19-11,-19 13 67,-14 7-84,-17 26 0,5 18 0,-8 11 0,10 24-11,13-9 5,-1-6 6,15-13 12,-5-30-12,9-19-6,6-22 6,14-8 0,-7 18 0,12 17 0,-18 40 0,-1 34 0,-16 8-6,-10 33 1,-1-34 5,32-13 0,-23-19 0,19-23 0</inkml:trace>
</inkml:ink>
</file>

<file path=ppt/ink/ink4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2.62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297 109 28507,'-77'-30'-2,"-1"-1"0,15-2 1,14 19-16,19 66 0,68 1-5,29 11 16,-21-33 0,2-3 6,22 11 6,-32-5-6,-68-14 0,-25-3-610,-18-7-471,24-24 1081,35 4 0,19-6 0,7 10 0</inkml:trace>
</inkml:ink>
</file>

<file path=ppt/ink/ink4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2.92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199 389 28597,'-54'-48'5,"0"0"1,6 5 0,12 2-6,29-15 0,23 0-6,2 5 0,28 11 1,-8 35 5,-6 32 0,-14 3-39,-21 32-331,-2-30 370,-2 1 0,4-23 0,3-6 0</inkml:trace>
</inkml:ink>
</file>

<file path=ppt/ink/ink4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3.35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370 448 28569,'-70'-31'15,"0"0"0,13 7 0,7-3-15,-14-37 0,32 2-12,5-17 7,31 18-23,40 10-6,21 33 12,6 34 5,-27 29 17,-41 10 6,-46 12-6,0-36 0,2-4 0,25-20 0</inkml:trace>
</inkml:ink>
</file>

<file path=ppt/ink/ink4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3.86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456 433 28580,'-73'-33'11,"0"1"0,-3-5 1,7-2-1,6-17-6,5 1-10,18-9 5,37 23-28,38-4-6,28 22-5,20 16 28,-23 19-34,-25 18 11,-57 2 12,-1-3 22,-33-11 0,35-13 0,-3-4 0</inkml:trace>
</inkml:ink>
</file>

<file path=ppt/ink/ink4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4.28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356 45 28490,'-56'-12'34,"-1"-1"0,-38-6-29,53 40 12,-1 25-17,6 9 6,12 40-12,48-24 6,35-4 0,7-29 6,33-48-1,-40-26 34,-3-17-33,-30 3-12,-14 31-22,-7 19-392,6 21 420,20 12 0,-17-19 0,12 7 0</inkml:trace>
</inkml:ink>
</file>

<file path=ppt/ink/ink4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4.98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266 235 28479,'-61'-5'15,"1"0"0,1 6 0,12 10-15,27 31-6,2 6 12,57 14-6,33-30 3,-14-16 0,2-6-3,40-15-3,-49-9 0,-8-10 3,-2-40 0,-12-24 11,-18-4 6,-11 22 22,0 14-28,0 28-11,0 23 0,-3 15 0,-2 54 6,-1 25-6,3-32 0,1 0 11,1-4 0,2-4 23,1 21-34,4-43 0,3-31 0,9-20 0,20-22 0,15 6 0,14 5 0,3 29 0,-23 19-6,4 25-16,-20-9 22,12-10 0,-24-8 0,1-18 0</inkml:trace>
</inkml:ink>
</file>

<file path=ppt/ink/ink4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5.88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28474,'9'81'16,"0"-1"1,0-6 0,-1-4-17,6 27-11,-1-10-784,-1-7 795,11-28 0,-16-37 0,9-7 0</inkml:trace>
</inkml:ink>
</file>

<file path=ppt/ink/ink4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6.16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27561,'78'9'46,"-1"0"1,-16-4 0,-7 7 121,26 43 61,-59 1-173,-50 19-33,-17-19-26,-6-28 0,-4-7-736,-17-6 739,13-10 0,30-7 0,30-5 0</inkml:trace>
</inkml:ink>
</file>

<file path=ppt/ink/ink4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6.70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234 0 28535,'-56'21'2,"0"0"0,5-2 0,11 4-2,24 18 0,5 22 5,8 3 12,28 7-11,19-23-1,28-24-5,-10-31 0,5-29 12,-27-17-7,-6-2 18,-16-4-18,-15 41-5,2 6-11,-1 28-107,12 15 118,17-9 0,-14-2 0,8-13 0</inkml:trace>
</inkml:ink>
</file>

<file path=ppt/ink/ink4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6.95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28412,'5'75'26,"0"-1"0,0-3 0,1-7-26,6 7-5,2-2 5,-4-8-151,4 4-4588,-7-26 4739,1-16 0,-6-19 0,-2-13 0</inkml:trace>
</inkml:ink>
</file>

<file path=ppt/ink/ink4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7.08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17 27415,'64'-5'-1206,"1"1"1,-6 0 0,-12 1 0,-27 3 0,-7 0 0</inkml:trace>
</inkml:ink>
</file>

<file path=ppt/ink/ink4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7.47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28104,'0'79'80,"0"0"0,1-5 1,1-5-65,1-15 1,2-4 45,7 36 123,-1-7-180,2-52-5,-4-38 0,8-23-5,19-27 5,-6 20-6,23-8 12,-17 42-6,1 42 0,-16 29 0,-11 6-364,-5 3 364,-2-47 0,0-2 0,0-22 0</inkml:trace>
</inkml:ink>
</file>

<file path=ppt/ink/ink4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8.79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1 452 28289,'61'4'44,"1"0"1,6-7 0,-8-9-6,0-36-39,-4-3 0,-18-26-5,-28 12-18,-15-14 7,-22 16 4,-13 22 1,0 21 11,-3 27 6,11 36 16,5 6-5,15 4 0,4 8-3,4-1 0,2 4-9,3 19 1,3 4-3,4 0 0,3-2-3,-1-18 0,2-4 2,4 1 1,0-7-70,1-5 67,3 1 0,-13-39 0,-1-6 0</inkml:trace>
</inkml:ink>
</file>

<file path=ppt/ink/ink4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8.95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26 27863,'85'-3'-229,"1"0"0,4-3 1,-11 1-1,-26 3 1,2-4-1</inkml:trace>
</inkml:ink>
</file>

<file path=ppt/ink/ink4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49.26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1 144 28166,'3'58'198,"0"-1"1,1 42-199,-4-94 0,0-9 0,0-28 0,0-6-5,0-3-1,14-19 12,13 1-12,8 4-151,20 10-660,2 28 817,16 7 0,-28 9 0,-9 5 0</inkml:trace>
</inkml:ink>
</file>

<file path=ppt/ink/ink4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0.14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0 177 27902,'15'54'154,"0"-1"0,17 31-103,9-73-1,-8-7-11,14-26 6,-22-15-34,-4-27 34,-17-8 6,-25 10-29,2 21-11,-28 20-16,13 38 5,2 5-12,13 40 18,30-5-12,7-3-16,30-10 28,-15-37-1,4-13 18,-11-40-18,-1-20-5,3 0-5,10-9-1,-16 41 12,11 0-6,-11 40 0,-1 7 0,-5 21 0,-4 11-6,-6-11 101,3 9-95,2-34 0,-1-6-5,7-19 5,10-6 5,3 11-10,11 18 5,-10 16 0,-1 39 0,-13-6 33,-5-2-33,1-34 0,-7-32-5,25-46 10,9-9-5,5-1 0,10 15-5,-29 36-1,18 31 0,-20 19-10,4 9-197,-6 8 213,-14-23 0,0-4 0,-6-12 0</inkml:trace>
</inkml:ink>
</file>

<file path=ppt/ink/ink4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0.53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28518,'0'57'22,"0"0"1,0 6 0,0-3-12,2 11-11,18 6 5,23-25-5,8-26-16,38-16-141,-24-26-5061,-10-11 5218,-43-3 0,-16 4 0,-15 17 0</inkml:trace>
</inkml:ink>
</file>

<file path=ppt/ink/ink4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0.66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4 27538,'74'-1'-134,"0"0"1,-4 1 0,-10-1-1,-17 1 1,-12 0 0</inkml:trace>
</inkml:ink>
</file>

<file path=ppt/ink/ink4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1.03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28412,'12'64'31,"-1"0"1,1 5 0,-1-6 7,-4-3 57,1-6-91,1-30-5,-1-32 0,22-27-5,6-5 5,4 3 0,8 16 0,-13 48-6,5 18-72,0 25-96,-10-11 174,44-6 0,-51-36 0,32 1 0</inkml:trace>
</inkml:ink>
</file>

<file path=ppt/ink/ink4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1.23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46 367 28530,'-12'-69'11,"-1"-1"0,2 0 0,3 8-16,6 15 5,18 9 0,-6 27-6,14 26 6,-15 24-56,-2 10-134,-7-3 190,-4-9 0,2-26 0,-1-3 0</inkml:trace>
</inkml:ink>
</file>

<file path=ppt/ink/ink4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2.78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106 0 28171,'-19'59'-110,"-1"0"0,3-3 0,2-8-629,0-8 739,4-6 0,5-16 0,3-8 0</inkml:trace>
</inkml:ink>
</file>

<file path=ppt/ink/ink4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2.97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88 0 28037,'-20'59'-167,"1"0"1,0-5 0,3-10 0,8-23 0,2-7 0</inkml:trace>
</inkml:ink>
</file>

<file path=ppt/ink/ink4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3.41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159 1 28334,'-43'61'13,"-1"0"0,4-5 0,12-6-13,25-11 0,3-2-34,11-5-509,34 8 543,20-10 0,-11-6 0,-11-13 0</inkml:trace>
</inkml:ink>
</file>

<file path=ppt/ink/ink4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3.74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42 290 28552,'-14'-58'-3,"0"0"0,0-41-25,39 62-22,5 16 50,2 4 0,-14 28 6,-10 24-51,-7 17 45,12 13 0,-8-27 0,7-9 0</inkml:trace>
</inkml:ink>
</file>

<file path=ppt/ink/ink4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4.01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1 257 28143,'22'-62'11,"1"-1"0,3 2 1,2 12 55,6 28 79,12 29-118,-31 23-28,2 48-23,-11-11-828,-1 1-538,11-40 1389,-6-27 0,3-11 0,-10-3 0</inkml:trace>
</inkml:ink>
</file>

<file path=ppt/ink/ink4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4.23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28350,'2'73'43,"0"0"0,1-2 0,-1-3-32,-4 30-5,2-2-3,1-38 0,3-1-37,11 34 34,0-11 0,0-41 0,-9-31 0</inkml:trace>
</inkml:ink>
</file>

<file path=ppt/ink/ink4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4.37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11 27320,'74'-3'-142,"0"1"1,-16-2 0,-12 2 0,-19 4 0</inkml:trace>
</inkml:ink>
</file>

<file path=ppt/ink/ink4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4.65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118 346 28429,'-35'-61'0,"0"0"0,4 6 0,15 5 0,41-6-23,9 22 29,6 5-6,-16 37-84,-10 28-806,-8 10 890,1-4 0,-2-16 0,-1-19 0</inkml:trace>
</inkml:ink>
</file>

<file path=ppt/ink/ink4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4.91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74 27835,'12'61'239,"1"1"0,-2-6 0,-3-11-222,-4-28-6,-4-22-11,-2-17-6,0-36 6,8-2-28,20-12-33,0 23-342,30 16 403,-11 23 0,-9 5 0,-11 5 0</inkml:trace>
</inkml:ink>
</file>

<file path=ppt/ink/ink4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7.86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28311,'55'50'-179,"1"1"1,0-3 0,-14-13 0,-34-28 0,4-1 0</inkml:trace>
</inkml:ink>
</file>

<file path=ppt/ink/ink4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8.32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28132,'30'58'-67,"0"0"0,17 30 67,1-49 0,-32-28 0,10 2 0</inkml:trace>
</inkml:ink>
</file>

<file path=ppt/ink/ink4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8.89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95 489 28474,'-26'-62'7,"0"0"0,3 6 1,6 1-2,14-29-6,14 23 5,14-19-16,12 52 11,12 28-6,-11 27 12,9 45 0,-12-5-202,6-1-208,-8-28 404,8-27 0,-23-12 0,6-3 0</inkml:trace>
</inkml:ink>
</file>

<file path=ppt/ink/ink4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9.21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21 68 28311,'-8'62'17,"0"-1"0,3-6 0,7-8-6,19-16 34,25-10-23,7-10 6,17-32 0,-18-2-6,0-42-5,-36 1-11,0 2 11,-47-5-6,-16 38-11,-29 5-45,9 46-409,25 21 454,37 18 0,5-21 0,14-15 0</inkml:trace>
</inkml:ink>
</file>

<file path=ppt/ink/ink4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9.62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432 489 28440,'-57'-46'26,"0"-1"0,-9 3 0,4 16-26,6 38-11,-28 34 11,49 24 6,20 21-45,59-21 33,8-28 6,40-41 17,-32-47 5,-26 9 1,-6-6-1,4-44-19,-23 27 0,-4-1 2,-5-29-30,-4 38 0,-2 3-3162,1-14 3187,4 39 0,2 18 0,9 18 0</inkml:trace>
</inkml:ink>
</file>

<file path=ppt/ink/ink4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5:59.95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48 414 28614,'-9'-64'5,"0"0"1,0 4-1,1 7-5,0 0 0,3 6-5,10 0-23,26 23 22,11 23 1,3 37 5,-15 5 11,-38 15-11,-15-25 0,3-7 0,1-15 0</inkml:trace>
</inkml:ink>
</file>

<file path=ppt/ink/ink4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03.37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948 64 28586,'-57'-10'2,"-1"0"1,-39-5-3,70 15 6,-2 0-1,-14 8-5,1 3 0,0 4 6,-3 1 0,20-6-1,-21 8 1,7 2-6,-16 7 0,2 5 0,2 1 0,11-6 5,2 4-5,9-5 0,5 0 0,-1 10 0,10 3 0,-1 15 6,5 7-6,6 3-6,4-15 6,4 11 0,12-8 6,7 15 0,6-13-1,10 9-5,3-12 6,16 8-6,11-6 0,-14-16 5,16 0-5,-17-6 0,18 2 0,-17-8 0,21-6 0,-7-10 0,24 1 0,-7-3 0,-16 0 0,1-2-5,-14-2 10,15-5-5,-15-5 0,13-12 0,-16-10 0,11-14 0,-11-9 0,-16 6 0,-1-23 0,-13 2 0,2-21 0,-9 17 6,-7-12-6,-6 21 0,-17-19 0,-16 1 0,-5 16 0,-22-16 7,10 19-7,-10-12 0,12 23 0,-7 2 0,5 18 0,-15-3 0,12 10 0,-16 1 0,8 8 0,-20 3 0,-3 5 0,20 6 0,-9 0 0,17 3 0,-15 6 0,11 2 0,-21 20 0,2 16 0,27-8 0,0 6 0,-1 10 0,4 2 0,10-7 0,3 1-4,-1 10 1,3 1 3,-3 26-14,19-38 0,4-2-109,3 20 123,40-12 0,-19-36 0,18-1 0</inkml:trace>
</inkml:ink>
</file>

<file path=ppt/ink/ink4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04.75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2360 598 28586,'-72'24'1,"1"0"1,3-2 0,8-5-2,0-9 6,-7-3-6,14-3 0,-4-1 8,-7 0 1,-2 0-4,1-1 1,-2 0-4,-18-1 1,0-1-3,14-2 0,1-3 0,-16-1 0,0-3 0,5-4 0,3-3 3,7-5 0,5-3-3,15 5 0,3-2-3,-8-11 0,2-4 3,9 6 0,0-2 0,-12-9 0,-1-1 0,15 10 0,0 0 0,-5-5 0,1 2 0,-14-18 0,-6-4-5,21 13 5,18 31 0,16 23 0,11 28 0,11 40 5,5 12-2,-6-35 0,0 0-9,5 22 34,-6-23-28,-2-47 0,-5-14 0,-5-43 0,-2-14 0,-2 1 0,3-7 0,18 33 0,18 4 0,28 18 0,-1 13 0,26 4-5,-20 0-40,19 0-61,-15-8 106,10-20 0,-43 13 0,2-10 0</inkml:trace>
</inkml:ink>
</file>

<file path=ppt/ink/ink4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12.83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69 483 28412,'-6'-54'64,"1"0"1,-7-41-48,-1 54-6,1-1 0,-2-13-11,8 5-6,15-2 1,9 25 5,17 15-6,11 38 6,1 16 6,2 26-6,-18-12-28,-10-4-1182,-15-33 1210,10-6 0,-12-11 0,7-4 0</inkml:trace>
</inkml:ink>
</file>

<file path=ppt/ink/ink4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13.21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 92 28154,'-4'54'34,"-1"0"0,8 38 5,19-59-17,21-6 57,4-12-7,15-26-44,-10-32 40,-13-28-40,-18 5 0,-21-9-12,-24 32-16,-10 4-5,-2 21-68,-1 32-347,24 26 420,20 16 0,-3-13 0,15-13 0</inkml:trace>
</inkml:ink>
</file>

<file path=ppt/ink/ink4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13.65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390 337 28468,'-57'-23'13,"0"-1"0,-2 1 0,6 10 4,-1 27-11,5 9-6,2 39-12,33 5-4,38 9 4,8-28 7,47-21 22,-17-47 5,-6-28 28,-24-35-27,-27 5-21,-14 29 1,-5 0 3,-14-22-12,-9-10 6,14 28 0,11 23 0,9 22 0</inkml:trace>
</inkml:ink>
</file>

<file path=ppt/ink/ink4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14.00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186 411 28619,'-49'-60'0,"0"-1"0,4 6 0,12 3 0,24-15-11,12 16-6,8 6 6,13 25 11,-8 38-6,-1 13 6,-16 6-212,-8 0 212,-3-11 0,3-15 0,5 2 0</inkml:trace>
</inkml:ink>
</file>

<file path=ppt/ink/ink4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08.48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287 1 28434,'-60'5'11,"-1"1"0,-1 6 1,12 8-6,21 38-6,5 0-12,25 21 18,46-21 5,2-3-11,3-29 0,6-8-101,33-4 101,-26-15 0,-3-2 0,2 0 0,-9-12 0</inkml:trace>
</inkml:ink>
</file>

<file path=ppt/ink/ink4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08.84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317 358 28530,'-63'-14'22,"0"0"0,0-2 1,11-2-18,21-13-10,2-19 5,14-12-11,15 8-23,18-5-5,-6 35 44,8 8-5,-16 40-39,-3 3 39,9 54 0,-8-52 0,7 22 0</inkml:trace>
</inkml:ink>
</file>

<file path=ppt/ink/ink4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09.16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0 445 28311,'10'-80'35,"0"-1"1,-1 0 0,-1 9-36,-2 18 0,5 6 11,11 19-11,31 37 0,-3 31-6,24 21 6,-30 0-218,-6-3-180,-17-35-391,-6-20 789,-2-32 0,-11 6 0,0-4 0</inkml:trace>
</inkml:ink>
</file>

<file path=ppt/ink/ink4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09.45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28177,'29'65'97,"1"0"0,5 15 0,-2 0-83,-9-18 0,0 0-14,4 13 0,0-1 0,-6-19 0,-2-4-34,12 26-5236,-8-36 5270,-15-36 0,4 7 0,-15-26 0</inkml:trace>
</inkml:ink>
</file>

<file path=ppt/ink/ink4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09.60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16 27880,'75'-3'-40,"1"0"0,-1 0 0,-14-1 0,-6 1 0,5 3 0,-1 0 0</inkml:trace>
</inkml:ink>
</file>

<file path=ppt/ink/ink4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09.89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257 392 28496,'-61'-21'22,"0"1"1,5 2-1,12-5-27,21-44 5,11 20 5,16-48-5,9 51-28,17-13 6,-11 62-51,-2-4-722,-3 43 795,-5-22 0,2-3 0,-5-13 0</inkml:trace>
</inkml:ink>
</file>

<file path=ppt/ink/ink4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10.21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9 302 28630,'-4'-58'-92,"-1"-1"0,16-39 92,60 51 0,-33 23 0,14 9 0</inkml:trace>
</inkml:ink>
</file>

<file path=ppt/ink/ink4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15.55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2231 99 28350,'-62'10'52,"0"0"1,2 0-1,6 4-24,-4 16-6,8-5 1,-6 1-15,-7 1 1,-2 0-9,0 1 0,-3-2 0,-17 4 0,-1-5 2,15-9 1,1-3 0,-18-1 0,1-2 2,20-4 1,1-2-6,-8-2 0,1-4 3,19-5 0,0-2-3,-10-1 0,0-3 2,8-9 1,3-2-3,-22-15 0,-5-16 0,21 14-5,2 1 5,7 8 5,31 18-5,2 15 0,22 11 6,4 18 5,19 28-5,1 13-6,3 13 0,-10-22 18,-7-16-18,-16-37 0,-6-9 0,-26-36 0,-10-24 0,13 20 0,1-1 0,-16-28 0,10 0 0,24 34 0,7 4 0,29 12-7,19 9 7,31-1-17,15 0-28,-10-4 45,7-15 0,-50 14 0,-1-6 0</inkml:trace>
</inkml:ink>
</file>

<file path=ppt/ink/ink4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16.81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19 1 28278,'-4'66'67,"1"1"0,1-1 0,0 2-59,-1 16 1,1 0-4,0-19 1,2 2-3,2 1 1,1 6 0,0-5 10,-1-2 0,1-3 28,1 4 0,1-7-42,-2-9 0,-3-48 0,3-46 0,13-41 6,13-8-6,3 2-6,15 15 6,-10 52 0,1 23 0,10 53 0,-9 33 0,-15-33 0,-2 1-50,14 36 50,-15-34 0,-11-32 0,-7-19 0</inkml:trace>
</inkml:ink>
</file>

<file path=ppt/ink/ink4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17.07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28306,'2'66'3,"1"1"1,0-7 0,3-5-4,15 11-11,-4-23-617,2 2-6866,-9-42 7494,-6-11 0,-1-5 0,-3 0 0</inkml:trace>
</inkml:ink>
</file>

<file path=ppt/ink/ink4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17.26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27141,'0'0'0</inkml:trace>
</inkml:ink>
</file>

<file path=ppt/ink/ink4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17.88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229 184 27146,'-24'-48'322,"-1"0"0,-19-27-305,17 67 73,5 6 16,-13-1-106,12 30 28,5-2-11,7 50 17,41-7 5,18 6-11,28-28 56,-14-24 17,-8-36 72,-35-13-94,-4-8-79,-12 20 0,-3 24 0,0 53 0,-8 12 5,-3 2-5,-21-1-17,-8-35-106,-7-8-106,14-21 229,12-41 0,17 17 0,2-17 0</inkml:trace>
</inkml:ink>
</file>

<file path=ppt/ink/ink4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18.27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28199,'13'82'37,"1"1"1,0-6-1,-1-7-9,0 13 6,1-9 61,-5 9-61,-4-34 94,-2 1-122,-3-42-6,2-17 0,9-38-6,14-16 6,0 3 0,17 16 0,-6 56 0,1 13-22,7 48-146,-8-7 168,26 10 0,-33-36 0,10-16 0</inkml:trace>
</inkml:ink>
</file>

<file path=ppt/ink/ink4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18.51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133 377 28591,'-37'-69'2,"0"1"0,2 6 0,12 5-2,27-2 0,18 23-6,10 11-11,8 56-16,-13 5-96,-12 44-5304,-22-30 5433,-8-2 0,3-26 0,-1-18 0</inkml:trace>
</inkml:ink>
</file>

<file path=ppt/ink/ink4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18.87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85 1 28412,'-25'66'-4,"0"0"0,1-7 1,13-5 3,46 4 67,-15-9-61,0 2-6,-25-23-790,-3-15 790,-10-31 0,10 13 0,0-16 0</inkml:trace>
</inkml:ink>
</file>

<file path=ppt/ink/ink4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19.15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28322,'19'65'50,"0"0"1,-1-2 0,3-1-49,5-1 1,1 1 2,-2-2 1,-1 2-23,2 5 1,-3-3-219,-3 22 235,-47-43 0,13-29 0,-20-14 0</inkml:trace>
</inkml:ink>
</file>

<file path=ppt/ink/ink4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19.28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28042,'74'3'-616,"1"0"1,7 2 0,-11 1 0,-19 2 0,3 2 0</inkml:trace>
</inkml:ink>
</file>

<file path=ppt/ink/ink4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19.63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28552,'8'73'11,"0"0"0,-1-5 1,2-4-7,6 20-2,-4-30 0,1 0-3,5 22-62,-4-23 1,1-4-393,9-4 454,-1-8 0,-6-24 0,-8-13 0</inkml:trace>
</inkml:ink>
</file>

<file path=ppt/ink/ink4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19.91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131 436 28558,'-35'-64'9,"1"1"0,3 5 1,9 5-5,15 2-5,6 3 0,19-6-5,15 23-1,12 17-11,-9 32 12,-17 40 10,-26 1-55,-2-3 50,-10-14 0,11-32 0,2-1 0</inkml:trace>
</inkml:ink>
</file>

<file path=ppt/ink/ink4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20.20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1 175 28373,'4'68'26,"1"0"0,2-5 0,4-8 25,20-3-18,23 0 23,-17-23-17,17-12-27,-31-50-12,-2-7 0,-12-6 0,-3-7-3,-2 4 0,1-2-56,3-14 0,1 0 59,5-31 0,-4 35 0,-5 41 0</inkml:trace>
</inkml:ink>
</file>

<file path=ppt/ink/ink4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20.55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206 451 28642,'-55'-53'1,"0"0"1,4-8 0,14 1-2,30 3-5,16-35-7,4 52 12,10 5-5,-12 60 5,-6 6-62,-15 34-498,4-21 560,-2-6 0,9-18 0,0-14 0</inkml:trace>
</inkml:ink>
</file>

<file path=ppt/ink/ink4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6:20.76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28507,'12'83'31,"0"-1"1,2-4 0,3 0-29,8 2 0,2-2-3,-6-20 0,3 1-34,11 29 1,0-3 33,1 4 0,-4-16 0,-23-42 0</inkml:trace>
</inkml:ink>
</file>

<file path=ppt/ink/ink4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2.86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751 67 28558,'-67'-18'7,"-1"-1"0,3 1 1,3 7-8,-23 18 0,-4 10-3,30 8 0,2 5 9,-22 21-3,29-3 0,9 4-9,13 27 0,42 8 6,55-25 0,-8-36 0,5-7 0,-6-6 0,3-2 3,22 7 0,-1 4-6,-24 0 0,-3 3 3,0-1 0,-6 4-11,9 49 17,-93-14-4,-6-25 1,-10-5-3,-20-4 0,-6-7 0,-5-6 0,1-6-6,21-2 1,3-6-146,-40-20 151,63-25 0,3 16 0,25-12 0</inkml:trace>
</inkml:ink>
</file>

<file path=ppt/ink/ink4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3.18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29 270 28238,'73'21'50,"0"0"1,-6-3 0,-7-13 16,7-46 45,-27-26-79,-5-4 1,-75-16-23,-32 47-8,14 20 0,-4 12-9,3 21 1,4 10-46,-14 28 51,41 42 0,30-53 0,9 3 0</inkml:trace>
</inkml:ink>
</file>

<file path=ppt/ink/ink4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4.06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12 0 28440,'-3'87'31,"1"-1"1,0-1 0,1-5-32,0-23 0,-1-3 0,2 2 0,0 1 3,4 15 0,0-1 14,1 28 8,-1-33 0,1-5 25,-2-11-50,-3-18 0,0-44 0,8-53 6,19-22-9,-8 35 0,6 2 3,37-23 0,-12 34 0,3 53 0,-25 39 0,-1 6 0,-14 35-28,-6-27-140,3 4 168,44-22 0,-34-23 0,28-15 0</inkml:trace>
</inkml:ink>
</file>

<file path=ppt/ink/ink4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4.31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122 511 28586,'-34'-80'3,"0"1"1,2 14 0,10 4-2,24 8 1,12 6-8,20-10 5,3 8-45,15 29 34,-32 40-6,-11 12-308,-29 23 325,-6-8 0,4-18 0,12-15 0</inkml:trace>
</inkml:ink>
</file>

<file path=ppt/ink/ink4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4.62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35 185 28087,'5'71'173,"1"0"1,-2-15 0,-1-7-140,-7 4-29,-13-55-5,2-33 0,-2-19 0,17 2 0,8-3 0,24-34-6,-12 38 1,4 4-29,25-15 34,45 32 0,-63 23 0,35 7 0</inkml:trace>
</inkml:ink>
</file>

<file path=ppt/ink/ink4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4.89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155 420 28636,'-45'-67'0,"0"-1"0,4 7 0,18 5 0,61-15 0,16 19-11,6 8 0,-24 59 5,-71 20 6,-20 21 0,-3-25 0,20-15 0</inkml:trace>
</inkml:ink>
</file>

<file path=ppt/ink/ink4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5.33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109 1 28580,'-2'56'3,"0"-1"1,0 7 0,1-7 2,1-5-45,2 9-230,-21-49 269,-12-25 0,5 0 0,-2-14 0</inkml:trace>
</inkml:ink>
</file>

<file path=ppt/ink/ink4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5.50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27321,'0'0'0</inkml:trace>
</inkml:ink>
</file>

<file path=ppt/ink/ink4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5.89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367 0 28496,'-94'8'15,"0"0"0,15 3 0,20 12-10,43 51-5,36-11 0,37 9 0,-17-35 6,1 18 5,-52-32-11,-5 1-45,-41-19 45,15-15 0,5 8 0,17-8 0</inkml:trace>
</inkml:ink>
</file>

<file path=ppt/ink/ink4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6.53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66 0 28619,'5'87'9,"0"0"1,-5-5-1,-4-6-3,-14 13-6,2-30 0,0 0 0,5-8 0,4-1 0,3 3 0,6-4 0,17 7 0,29-24-11,-1-23-79,-4-2-89,-1-14 179,-20-25 0,-3 17 0,-8-15 0</inkml:trace>
</inkml:ink>
</file>

<file path=ppt/ink/ink4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6.67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28244,'66'1'-135,"0"1"1,7-1 0,-8 0-1,-18-2 1,3 0 0</inkml:trace>
</inkml:ink>
</file>

<file path=ppt/ink/ink4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7.05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 0 28412,'-1'70'35,"0"-1"1,0-2-1,1-5-1,0 19-6,0-26 0,0-1-11,0 23 11,0 19-17,0-58-11,4-21 0,4-30 7,23-46-14,-1 10 7,29-29 0,-15 43 0,3 16 0,-22 34 0,-6 43-6,-6 12-206,26 11 212,24-20 0,-20-30 0,4-18 0</inkml:trace>
</inkml:ink>
</file>

<file path=ppt/ink/ink4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7.27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145 420 28630,'-39'-59'4,"-1"1"0,5 3 0,9 5-4,22-4 0,19 3 0,30 2-6,17 23 0,-1 9-5,-20 46-45,-43 9 56,-22 13 0,4-21 0,-3-16 0</inkml:trace>
</inkml:ink>
</file>

<file path=ppt/ink/ink4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7.59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28569,'4'65'5,"1"0"1,-1-6 0,1-7-6,2-10-364,-2-8-3098,-5-22 3462,-5-17 0,2-4 0,-1-5 0</inkml:trace>
</inkml:ink>
</file>

<file path=ppt/ink/ink4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7.85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68 28541,'59'31'7,"0"1"1,-6-2-1,-12-18 10,-29-49 11,-20-18-22,-26 12-12,-2 6-263,-17 37 269,32 37 0,3-13 0,17 10 0</inkml:trace>
</inkml:ink>
</file>

<file path=ppt/ink/ink4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8.26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324 466 28558,'-68'-27'1,"0"0"1,-3 16 0,12 19-7,24 68 5,18-21 0,12 3 0,24-4 0,10-5 5,27 16-8,-1-47 1,3-18 18,17-56 4,-39 9 0,-6-7-12,-9 0 0,-9-4 3,-14-20 1,-10-1-12,-4 20 0,-3 2 0,-5-8 0,-2 4-62,-12-18-50,21 43 112,49 62 0,-18-13 0,19 23 0</inkml:trace>
</inkml:ink>
</file>

<file path=ppt/ink/ink4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8.67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255 484 28647,'-59'-31'3,"0"-1"1,4 2 0,12-3-4,20-22 0,7-29-5,25 5-1,14 2-22,51 25 11,8 41 12,-2 19-1,-24 37 6,-51 11 0,-30 6-56,-16-17-829,-1-22 885,10-14 0,23-8 0,3-1 0</inkml:trace>
</inkml:ink>
</file>

<file path=ppt/ink/ink4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49.09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362 32 28614,'-61'-11'9,"0"-1"0,4 4 1,7 9-10,-6 43 0,18 2 0,14 1 0,9 5 0,20 26 0,41 1 0,7-34 5,44-49-5,-24-45 17,-1-19-17,-31 30 0,-25 29 0,-14 51-22,26 26-107,17-23 129,7-17 0,4-6 0,-1-8 0,15-7 0</inkml:trace>
</inkml:ink>
</file>

<file path=ppt/ink/ink4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1.68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59 52 28210,'23'90'135,"-4"-18"-135,32-86 17,-21-11 95,-4-16-73,-24-6-6,-16 12 1,-32 0-28,-3 23-12,-5 7-56,22 27-83,18 1 145,23 15 0,-6-23 0,8-1 0</inkml:trace>
</inkml:ink>
</file>

<file path=ppt/ink/ink4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2.01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57 28574,'64'24'9,"0"0"1,-5 0-1,-15-15 25,-29-39-34,-10-12 6,-40 6-40,-20 7 34,-23 57 0,26-17 0,21 31 0</inkml:trace>
</inkml:ink>
</file>

<file path=ppt/ink/ink4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3.01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50 0 28586,'-1'85'14,"0"0"1,-3 16 0,-2-6-15,-1 4 3,-1-21 0,0-1-137,1 18 134,1-9 0,4-41 0,2-34 0</inkml:trace>
</inkml:ink>
</file>

<file path=ppt/ink/ink4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3.49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0 470 28188,'43'-75'67,"-1"0"0,-2 6 1,6 7-43,10 20 0,6 9 3,5 2 0,3 5-17,0 0 0,2 6-11,11 10 0,-2 14 0,-26 18 0,-5 11-3,2 10 1,-11 9-7,-20 18 1,-17 3 8,-11-11 0,-13-4-20,-24 11 1,-14-8 5,4-24 0,-4-7 0,-10 0 0,2-4 8,-26-2 12,24-31 5,48-22-11,19-11-6,23-1 6,5 16 23,11 31 10,7 34-33,5 3 3,-4-5 0,4 1-3,-3-9 0,1-2-56,9 7 0,2-2 56,7-4 0,-4-5 0,-2 6 0,0-15 0</inkml:trace>
</inkml:ink>
</file>

<file path=ppt/ink/ink4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3.78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91 538 28574,'-25'-71'11,"-1"1"0,2 5 1,9 3-12,26-24-6,26 10 6,5 6-5,37 33-1,-27 64-5,-6 25-11,-36 28-40,-24-18-9769,-15-21 9313,25-47 0,-6 6 1,21-17-1</inkml:trace>
</inkml:ink>
</file>

<file path=ppt/ink/ink4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4.29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308 35 28614,'-64'-12'5,"0"1"1,5 0-1,10 15 1,12 78 0,17-1-6,5 0 5,57-19-5,31-41 0,-17-27 0,2-8 0,36-14 5,-48-6 1,-7-3 0,-10-4-6,-17 24 0,-20 27 0,-6 33 0,12 12-6,43-15 6,15-8 0,13-36 0,2-37 0,-39-20 0,-6-12-39,-19 11-123,-4 25 162,8 15 0,-6 17 0,5 0 0</inkml:trace>
</inkml:ink>
</file>

<file path=ppt/ink/ink4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4.62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76 28367,'8'65'41,"-1"0"0,-1-7 0,0-9-7,0-19 72,-3-9-100,-10-18-6,3-18 0,-5-43 6,6-18-6,4-16 0,8 25-17,16 22-140,24 32 157,2 22 0,0 4 0,3-5 0,18 22 0</inkml:trace>
</inkml:ink>
</file>

<file path=ppt/ink/ink4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4.94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273 1 28541,'-61'17'5,"0"1"1,6-2 0,14 5-6,25 22-6,15 29 12,27 9 5,-4 13-11,6-25 0,-32-18-6,-29-32-67,-7-16-16,4-17 89,43-61 0,-2 47 0,22-32 0</inkml:trace>
</inkml:ink>
</file>

<file path=ppt/ink/ink4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5.13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54 1 28569,'0'63'13,"0"0"0,-2 2 0,-1-10-19,-1-19-78,-8 8-1310,1-29 1394,0-11 0,4-4 0,4-9 0</inkml:trace>
</inkml:ink>
</file>

<file path=ppt/ink/ink4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5.38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23903,'0'0'0</inkml:trace>
</inkml:ink>
</file>

<file path=ppt/ink/ink4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5.74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0 127 28524,'11'75'18,"0"-1"1,4-7 0,3-6-19,21 15 39,1-28-33,-12-56 5,-7-13-5,6-59-6,-12-15 0,-3-2-6,-8 39 0,-1 4 6,-3 1 0,0 6 0,0 33 0</inkml:trace>
</inkml:ink>
</file>

<file path=ppt/ink/ink4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6.04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106 381 28630,'-28'-68'2,"1"0"0,0 6 0,10 6-2,31-2-6,1 23 1,20 2-18,-11 52-5,-3 23-22,-37 19-118,-2-12-196,-25-20 364,24-40 0,2 8 0,14-16 0</inkml:trace>
</inkml:ink>
</file>

<file path=ppt/ink/ink4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6.29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28507,'0'86'32,"0"1"0,2-15 1,3 3-1,0-3-29,3 17 0,1-1-552,-1-19 1,0 3 0,0-5 545,1 9 0,-2-6 214,0-10 0,-7-9-211,-23-16 0,16-5 0,-15-28 0</inkml:trace>
</inkml:ink>
</file>

<file path=ppt/ink/ink4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6.73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24 0 28569,'-10'65'15,"0"-1"0,7-3 0,6-8-10,22 2 1,41 1-6,-14-26 11,30-7 6,-34-59-17,-5 0 5,-18-53 1,-18 31-6,-4 27 0,-3 42 0,-1 84 0,-6-14 0,-1-11 0,-3 1 0,-2-20 0,-1-4 0,-14 45 7,-4-23-7,17-43-7,-24-5-43,4-29 50,-11-21 0,18 10 0,13-8 0</inkml:trace>
</inkml:ink>
</file>

<file path=ppt/ink/ink4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7.69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13 843 28373,'55'-44'12,"-1"-1"0,0 0 1,3-4-1,-1-2 0,-9 2 2,-12-3 0,-7 1-8,2 1 0,-8-3-6,-11-13 0,-14 1-34,-38-24 31,12 43 0,-4 6-2,-35-7-6,-16 72 36,51 15 0,5 13 17,-6 35 0,7 13-574,11-20 1,4 6 0,3-3 536,2-11 1,2-2 0,3 2-3,4 13 1,5 1 0,0-7-4,0-7 0,1-5 2,3 7 1,-3-7-19,-4-1-1,-14-55-11,-4-37-17,-5-53 28,4-20 11,8 47 1,0 0 819,2-7 0,1 5-831,1 5 17,44 4-6,4 32 9,15 6 0,9-1 0,-8-4 0,1-2 22,5-3 0,-2-1 76,20-10-96,-39 13-5,-33 24 0,5 27-5,-8 7-1,1 3-27,-6 1-46,-5-20-856,7 8-8896,16-28 9308,-3-8 0,3-9 1,-15-2-1</inkml:trace>
</inkml:ink>
</file>

<file path=ppt/ink/ink4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7.85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27771,'0'0'0</inkml:trace>
</inkml:ink>
</file>

<file path=ppt/ink/ink4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8.14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3 353 28558,'-1'-72'7,"1"0"0,-1 17 1,7 4-2,45-25-6,-3 50 5,12 35-5,-11 59 0,-26-15 0,-5 4-3,-4-7 1,-1-1-110,13 46 112,26-62 0,-30-5 0,22-26 0</inkml:trace>
</inkml:ink>
</file>

<file path=ppt/ink/ink4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8.49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327 518 28586,'-72'-29'5,"0"0"1,-1 18-1,14 21 1,28 79-6,12 6 0,37-40 0,15-6 6,42-8-1,-25-26 1,1-9-6,24-27 5,-46-18 1,-9-12-1,-10-9 1,-6-5-6,2-18 0,-2-2 3,-4 1 0,0 5-3,0 20 0,0 5-1367,0-24 1367,5 49 0,-4 13 0,4 10 0</inkml:trace>
</inkml:ink>
</file>

<file path=ppt/ink/ink4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9.12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11 0 28614,'3'68'9,"1"0"0,-4 15 1,-3-1-10,-3-19 0,1-2 0,2 14 0,6-2 0,10-13 0,7-6 0,19 16 5,31-28-22,-17-32-78,-2-14-129,-23-19 224,-48-27 0,12 22 0,-23-6 0</inkml:trace>
</inkml:ink>
</file>

<file path=ppt/ink/ink4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9.25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28160,'77'8'-745,"1"-1"0,-7-1 1,-4-1 744,23-5 0,-41 0 0,-16 0 0</inkml:trace>
</inkml:ink>
</file>

<file path=ppt/ink/ink4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9.68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43 1 28451,'-7'65'50,"0"1"1,1-3-1,1 1-39,2 4 1,1 0-1,0-1 0,0 0-6,-1 7 1,1-5 0,0 19-6,0-51 0,4-44 0,8-20 0,23-39 0,20-10 0,-19 30 0,2 3 0,29-20 0,-21 30 0,-9 35 0,-13 38 0,1 23 0,-7 2-39,2 9 39,36-26 0,-33-14 0,28-12 0</inkml:trace>
</inkml:ink>
</file>

<file path=ppt/ink/ink4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7:59.91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61 474 28552,'-17'-80'13,"1"1"0,-2 5 0,9 7-13,34-14-11,16 31 11,7 7 6,10 69-6,-37 26-17,-13 28-6,-22-15-273,-27-18 296,8-32 0,5-7 0,13-8 0</inkml:trace>
</inkml:ink>
</file>

<file path=ppt/ink/ink4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1.28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16 487 28586,'-7'-60'3,"1"1"1,4-8 0,7 3-4,23-16 0,7 5 0,17 13 0,-12 43-6,6 23 6,-13 23 0,-6 58 6,-16 13-4,-6-40 1,-2-1 48,-1 24-51,-2-49 0,0-45 5,12-48-5,1 8 0,22-38-5,-3 38 5,5 6 0,-3 49 0,-11 23 0,0 45 0,-13-7 5,-2-5-5,-3-22 0,1-39 0,4-14 6,20-37-12,10-2 6,5 7 0,-2 18 0,3 52 0,-12 23-16,8 8 16,-1 10 0,-27-42 0,9 0 0</inkml:trace>
</inkml:ink>
</file>

<file path=ppt/ink/ink4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1.65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349 58 28636,'-65'-22'7,"0"0"1,-1 8-1,9 16-1,18 54-6,3 10 0,21-10 0,10 1 0,27 22 0,31-10 0,36-55 0,-9-35 0,-35-6 0,-5-5 7,-6-5-14,8-2 7,-20 32-28,1 11 28,30 23 0,-35-13 0,20 7 0</inkml:trace>
</inkml:ink>
</file>

<file path=ppt/ink/ink4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1.83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28530,'57'66'3,"1"-1"1,-5-5 0,-2-9-21,4-13 17,11-12 0,-35-12 0,3-10 0</inkml:trace>
</inkml:ink>
</file>

<file path=ppt/ink/ink4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1.97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268 1 28535,'-55'72'-383,"0"0"1,0 9-1,9-6 383,19-13 0,3-1 0,18-43 0</inkml:trace>
</inkml:ink>
</file>

<file path=ppt/ink/ink4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2.61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25 1 28597,'-7'85'15,"0"0"0,0-5 0,3-2-15,8-4 0,3-1 0,0-1 0,0 0 0,2-1 0,2-2-48,-1-4 0,10-11 48,48-17 0,-36-2 0,26-36 0</inkml:trace>
</inkml:ink>
</file>

<file path=ppt/ink/ink4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2.89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33 333 28558,'-10'-56'0,"0"-1"0,-2-40-12,39 40-4,8 23-7,7 2-10,-7 58-1,-23-3-140,-4 40-1321,-11-26-8336,8-3 7373,12-19 0,-6-10 1,8-5-1</inkml:trace>
</inkml:ink>
</file>

<file path=ppt/ink/ink4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3.23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2 426 28630,'0'-66'4,"0"0"0,-1 6 0,2 5-4,13-10 0,7 12-17,16 5 11,5 36 6,1 48-17,-8 5-55,1 34-264,-5-31-230,3-8 566,9-20 0,-24-16 0,3 0 0</inkml:trace>
</inkml:ink>
</file>

<file path=ppt/ink/ink4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3.71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284 98 28541,'-57'-29'9,"-1"0"0,5 3 1,8 13 7,20 30-12,-4 36 6,13 21 1,18 20-12,43-16 5,27-34-5,0-28 11,7-41 1,-38-3-12,-2 0 0,-15 21 0,-7 56 0,-6 28 2,-9-26 1,-6 2 3,-34 37-6,-4-38-6,-35-27-27,24-42-158,9-22-7995,44-41 8186,20 10 0,7 13 0,-11 34 0</inkml:trace>
</inkml:ink>
</file>

<file path=ppt/ink/ink4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3.99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28591,'21'83'18,"0"1"1,0-4 0,0-4-16,-5-23 0,0-1-3,9 19 0,0 0 2,-3-7 1,-1-2-3,2 4 0,-3-4-100,4 12-225,-25-50 325,-22-51 0,8 10 0,-7-17 0</inkml:trace>
</inkml:ink>
</file>

<file path=ppt/ink/ink4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4.13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22 28345,'94'-3'-14,"-1"0"0,-9-1 0,-10 0 0,3 1 0,-33-2 0</inkml:trace>
</inkml:ink>
</file>

<file path=ppt/ink/ink4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4.53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28434,'3'79'39,"0"1"0,0 0 1,0 14-1,3-2-22,6 5 0,3-5-9,-5-31 1,1-4 2,-2 0 0,0-7-11,2-4 7,0-81-7,17-35-4,-7 23 1,3 2 3,21-20 0,13 38 0,-12 75 0,-4 1 0,-19 2 0,-3 5 0,8 20-28,2 3 28,4-38 0,-19-22 0,4-19 0</inkml:trace>
</inkml:ink>
</file>

<file path=ppt/ink/ink4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6.12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413 78 28390,'-70'-31'37,"0"1"0,-3 13 1,8 21-5,9 78-33,28-25 0,5 3 6,-5 35-6,42-3 5,29-63 1,27-32 28,9-45-6,-17-18-17,-25 12-17,-22 25 6,-8 31 0,0 13-84,16 27 84,35-7 0,-27-2 0,17-19 0</inkml:trace>
</inkml:ink>
</file>

<file path=ppt/ink/ink4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6.36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28479,'2'88'26,"-1"-1"1,4-18 0,1 2 0,1-4-22,6 8 1,2-2-9,3 11 0,1-3-25,-4-24 0,0-7 28,2 10 0,-10-46 0,-6-11 0</inkml:trace>
</inkml:ink>
</file>

<file path=ppt/ink/ink4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6.48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11 28031,'86'-1'-82,"-1"-1"1,1 1 0,-6-3 0,-8 2 0,24 9 0</inkml:trace>
</inkml:ink>
</file>

<file path=ppt/ink/ink4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6.87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14 0 28479,'-4'68'35,"0"0"1,-1-3 0,4 1-28,14 5 0,4-1-8,-7-17 0,3 0 0,15 28 0,4-3-28,-11-29 0,4-6 28,20 0 0,-1-6 0,-6 2 0,18-31 0</inkml:trace>
</inkml:ink>
</file>

<file path=ppt/ink/ink4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7.17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119 465 28502,'-33'-65'14,"1"-1"1,4 7 0,7 3-15,17-26-5,31 17-6,17 8-23,24 43 0,-11 30-83,-13 36 5,-29 0-403,-8-3-68,-5-13-755,6-38 1338,1 0 0,0-12 0,-5 8 0</inkml:trace>
</inkml:ink>
</file>

<file path=ppt/ink/ink4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7.56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79 1 28485,'-24'86'26,"-1"-1"1,11-14 0,2 2-1,9-2-21,16 17 1,9 0-6,-5-18 0,1 1 0,4-2 0,13 21 0,2-9-3,-8-25 1,-2-7-278,13 12 280,-57-63 0,18 7 0,-29-22 0</inkml:trace>
</inkml:ink>
</file>

<file path=ppt/ink/ink4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7.69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3 28210,'89'-1'-113,"0"0"0,7 1 0,-13 1 0,-27 7 1,3-3-1</inkml:trace>
</inkml:ink>
</file>

<file path=ppt/ink/ink4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7.97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 0 28563,'-2'85'20,"0"0"1,2 16 0,4-3-21,4-29 0,2-3 0,-1 1 0,1-1-28,4-7 0,0-8 28,-3-12 0,-2-6 0,-9-30 0</inkml:trace>
</inkml:ink>
</file>

<file path=ppt/ink/ink4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08.09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6 28339,'80'-2'-165,"0"-1"1,11 3 0,-10 2 0,-17 7 0,5 1 0</inkml:trace>
</inkml:ink>
</file>

<file path=ppt/ink/ink4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11.32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315 68 28502,'-61'-22'13,"1"0"0,4 2 0,8 17-8,6 70 12,15 18-12,14-34 1,5 0 6,15 26-12,31-25 16,15-40 7,17-36-18,-18-7 12,2-46-6,-30 32-11,1-15 0,-18 54 0,-4 12 0,-3 35 0,8 20-5,16-14 5,-2-6 0,20-34 0,-14-49 5,10-24-5,-3-24 0,-5 20-5,3 22 5,-3 48 0,11 40 0,-4 8-34,11 38-268,8-39 302,18-5 0,-26-26 0,-8-16 0</inkml:trace>
</inkml:ink>
</file>

<file path=ppt/ink/ink4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11.68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373 438 28507,'-62'-34'22,"0"-1"1,-3 4-1,7 17-22,5 59 6,9 32-6,16 8 0,39-30 0,14-3 0,40 4 0,-15-30 0,3-10 6,33-22 8,-44-22 0,-8-14-6,-15-9 0,-8-8-5,4-16 0,-5-3-3,-13-1 0,-4 4 0,3 17 0,-3 5-286,-16-36 286,28 68 0,-8 0 0,18 27 0</inkml:trace>
</inkml:ink>
</file>

<file path=ppt/ink/ink4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12.15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1 122 28440,'9'65'7,"0"0"1,-1-6-1,0-7 5,-1-10 144,-4-11-156,-9-33 0,-1-15 0,-3-32 0,5-29 6,3-7-6,8 6 0,15 5 0,19 46-11,20 4-62,12 41-50,-13 1 123,-12 11 0,-4 1 0,-13-10 0,22 13 0</inkml:trace>
</inkml:ink>
</file>

<file path=ppt/ink/ink4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12.35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21 1 28507,'-5'63'13,"-1"0"0,0-6 0,2-5-7,7-3-6,5-8-28,-1-9-314,5-11 342,-8-52 0,1 24 0,-5-35 0</inkml:trace>
</inkml:ink>
</file>

<file path=ppt/ink/ink4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12.48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25073,'0'0'0</inkml:trace>
</inkml:ink>
</file>

<file path=ppt/ink/ink4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13.02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326 106 28518,'-66'-33'24,"-1"1"1,12 3-1,5 17-13,-12 79-11,37 13 0,29 19 0,24-31 0,54-25 0,-14-49 12,11-29-12,-26-20 11,-25 2-11,-7 28 0,-13 38 5,8 26-5,-5 19 0,-1 31 0,-6-6 0,-29 1 0,0-36 0,-41-28-5,15-38-113,2-19-4461,30-41 4579,27 14 0,5 9 0,1 34 0</inkml:trace>
</inkml:ink>
</file>

<file path=ppt/ink/ink4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13.40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28552,'2'67'20,"0"1"1,0-4 0,3 0-19,1-1 1,2-2 8,3 30-3,-3-26 1,-2-5 15,-2-7-24,2-24 0,1-39 0,4-29 0,12-16 0,-1 18 0,9 14 0,-9 40 0,5 52 0,-9 12-80,0 8-172,-2-34 252,-3-49 0,-3-7 0,-2-21 0</inkml:trace>
</inkml:ink>
</file>

<file path=ppt/ink/ink4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13.62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25 0 28597,'-7'84'11,"0"-1"0,1-4 0,1-6-5,10 16-6,6-3 0,-1-34 0,2-2-571,8 26 571,-12-15 0,-4-33 0,-14-27 0</inkml:trace>
</inkml:ink>
</file>

<file path=ppt/ink/ink4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13.75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28115,'80'0'-191,"0"-1"1,17 6 0,-8 1-1,-8-2 1,10 7 0</inkml:trace>
</inkml:ink>
</file>

<file path=ppt/ink/ink4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17.14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298 282 28518,'-71'58'30,"0"0"0,5-4 0,14-3-24,29 4 5,9 1-11,15 13 0,18-21 0,39 5 5,19-38-5,-27-24 0,-2-7 6,27-20-6,-40-10 0,-8-8 0,-7-37 0,-21 36 0,-9 4 0,-38-19 0,-8 31 0,-6 57 0,44 33 0,23 6-6,63 14 9,-19-53 0,5-10-3,12-8 0,0-13 0,-3-15 0,-8-12 0,-11-15 0,-10-6 0,-9 9 0,-9-2 0,-8-7 0,-10 2 6,-18-6-6,-7 9-6,-2 46 6,3 80 0,18-8 0,4 10 2,0-6 0,0 6 0,2 1-439,1 7 0,1 1 1,1-2 436,1 17 0,1-3 0,1 6 0,0-7-79,-2-39 0,1-5 7,0 37-1334,-18-50 23,-21-68 2413,-15-27-467,22 18 0,4-3 981,-8-30-1494,29 28 176,57 20-218,-7 15 1,6 1-9,13-6 0,-1 1 0,26-5 0,-31-2 0</inkml:trace>
</inkml:ink>
</file>

<file path=ppt/ink/ink4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18.11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200 492 28552,'-54'-48'18,"0"1"1,4 3 0,14-1-19,31-31 0,38-5 0,18-4 0,11 35 0,2 34 0,-43 60-11,-8 14-34,-21 6 45,0-9 0,2-38 0,4-4 0</inkml:trace>
</inkml:ink>
</file>

<file path=ppt/ink/ink4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18.39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38 28395,'30'74'24,"-1"-1"0,-2-5 1,0-6-25,21 17 112,-8-25-101,6-23 0,-20-39 1,3-56-12,-14 5-9,-1 8 1,3-3-261,17-31 269,11 1 0,-16 33 0,-5 28 0</inkml:trace>
</inkml:ink>
</file>

<file path=ppt/ink/ink4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18.65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97 473 28586,'-29'-64'7,"-1"0"0,4-10 1,15 5-2,46-16-6,14 6-6,7 42-5,-19 41-107,-21 38-100,-14-7 218,-2 4 0,0-26 0,0-7 0</inkml:trace>
</inkml:ink>
</file>

<file path=ppt/ink/ink4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18.91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23 118 27998,'0'62'205,"1"0"0,3 4 1,-6-16-195,-11-36-6,10-32-5,-6-57 6,21-4-6,22-14-28,15 43-218,26 6 246,-1 32 0,-26 11 0,-15 8 0</inkml:trace>
</inkml:ink>
</file>

<file path=ppt/ink/ink4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19.45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137 1 28535,'-11'56'22,"0"0"1,8 39-12,34-51-5,12-15 5,1-10 17,6-17-6,-14-36-9,-5-16-13,-19-11 0,-4 34 0,-4 35 0,5 40 0,-4 51 0,-10-43 0,-3 2 0,-1 1 0,-5-1 0,-19 6 0,-9-7 0,4-22 0,-4-7 0,-5 1 0,1-7-7,-18-7-32,27-57 39,59-16 0,12-4 0,-23-5 0,22 15 0,0-1 0</inkml:trace>
</inkml:ink>
</file>

<file path=ppt/ink/ink4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19.82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103 329 28630,'-28'-61'7,"0"-1"1,3-2 0,7 7-8,15 14 5,20 1-5,17 47-5,18 41 5,-5 8-3,-26-6 0,-5 1-198,0 8-600,9-9 801,5-57 0,-8 0 0,1-20 0</inkml:trace>
</inkml:ink>
</file>

<file path=ppt/ink/ink4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0.06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1 112 28294,'7'57'36,"1"0"1,17 35-26,28-69 1,5-12 49,28-19 18,-16-33-40,-7-4 17,-33-43-39,-61 21-12,-1 3 1,-54 25-6,17 43-39,9 38 39,75 41 0,-10-28 0,47 3 0</inkml:trace>
</inkml:ink>
</file>

<file path=ppt/ink/ink4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0.43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345 562 28586,'-65'-32'3,"-1"0"1,5 7 0,8 15 1,5 45-5,9 41-5,27 3-1,48 8 1,14-35 5,-1-34 0,3-13 5,16-44-5,-8-33 6,-30-18-1,-25 19 1,-8-5-6,-7 13 0,-2-1 0,0-11 0,-1 1-560,-2 21 0,2 4 560,6-14 0,6 44 0,11 12 0</inkml:trace>
</inkml:ink>
</file>

<file path=ppt/ink/ink4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0.74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78 458 28586,'-22'-57'7,"1"-1"0,-1 5 1,9 2-2,33-28-6,12 10-6,6 9 6,4 30-6,-26 58 1,-13 17-6,-21 17 11,-2-17 0,2-23 0,11-17 0</inkml:trace>
</inkml:ink>
</file>

<file path=ppt/ink/ink4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1.97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309 241 27986,'2'-55'157,"0"1"0,-4-36-95,-17 73-34,-3 3 22,-20 4-22,-8 13-6,-18 32-10,14 6-7,29 4 1,7 5 5,6 33-17,35 5 18,22-34-1,12-30 34,10-56-17,-24-21 0,0-34-23,-22 17 6,-12 12-11,-9 50 0,5 37 0,5 8-5,23 27 5,-5-38 0,28-16 0,-27-27 5,24-41-5,-17-6-5,1 3 5,-5 17 0,-12 46 0,4 33-79,14 19 79,8-24 0,2-3 0,-3 7 0,29-20 0</inkml:trace>
</inkml:ink>
</file>

<file path=ppt/ink/ink4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2.34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456 601 28602,'-65'-40'9,"-1"0"1,6 4-1,4 10-3,2 22 0,-15 39-6,25 30 0,2 13 0,50-21 0,17-3 0,44 5 0,-19-31 0,4-14 2,-2-24 1,-3-17 0,-11-18 0,-7-10-3,-9 0 0,-6-5 0,-6-23 0,-4-1 2,-2 20 1,-1 2-6,0-7 1,1 4-205,2-21 207,0 34 0,-4 36 0,0 5 0</inkml:trace>
</inkml:ink>
</file>

<file path=ppt/ink/ink4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3.10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87 28502,'8'60'22,"1"0"0,0-4 1,0-5-12,7 4 0,-3-7-5,-5-7 39,-4-6-45,-4-18 5,-5-11-5,-3-48 6,2-32-6,12 19 0,6-3-3,2-3 0,5 3 3,23-28-5,8 22-46,-8 47 51,55 30 0,-54-7 0,29 19 0</inkml:trace>
</inkml:ink>
</file>

<file path=ppt/ink/ink4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3.37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134 412 28614,'-39'-65'1,"1"-1"1,2-5 0,16 6-7,44 3 5,-4 8 0,14 26 0,-16 53-28,-9 12-84,-3 10-124,12-9 236,8-27 0,-3-5 0,-1-6 0</inkml:trace>
</inkml:ink>
</file>

<file path=ppt/ink/ink4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3.61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 0 28602,'-3'87'11,"0"0"0,0-6 1,4-3-12,8-8 0,3-3 0,1-4 0,2 0-6,2 7 1,0-4-1289,6 15 1294,-21-39 0,-3-32 0,-7-8 0</inkml:trace>
</inkml:ink>
</file>

<file path=ppt/ink/ink4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3.94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27270,'67'6'321,"0"-1"0,-7-2 0,-12 2-243,-27 8 29,-10 7-96,-7 46-11,12 13 5,5 1 12,40-12 39,-4-49 23,6-38-57,-24-34-22,-23-11 6,-10-18-264,-3 36 258,10 8 0,-6 21 0,5 17 0</inkml:trace>
</inkml:ink>
</file>

<file path=ppt/ink/ink4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4.22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0 184 28306,'9'57'148,"0"0"0,4 34-131,-7-87-6,-4-17 1,-2-21-7,-2-39-5,4-8-5,14-7 5,1 27-6,29 28-95,14 24 101,13 16 0,-21-4 0,-16 8 0</inkml:trace>
</inkml:ink>
</file>

<file path=ppt/ink/ink4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5.33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0 392 28283,'13'-56'41,"-1"0"0,0 4 0,2 3-29,22-18-12,-1 13-6,-2 8 6,-2 34 17,-6 66-12,9 33-170,-15-27 0,-1 1 165,-1-8 0,-1-4 0,4 9 0,-9-34 0</inkml:trace>
</inkml:ink>
</file>

<file path=ppt/ink/ink4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5.94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28563,'7'79'18,"-1"0"1,1-5 0,-3-5-13,-4 20-1,2-4-5,5-33 0,4-1 0,7 18 6,35 15-6,9-51 0,20-8-6,-5-20-27,-20-15 33,-28-40 0,-18 31 0,-11-27 0</inkml:trace>
</inkml:ink>
</file>

<file path=ppt/ink/ink4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6.09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28266,'84'12'-95,"1"-1"1,7 0 0,-10-4 0,-23-7 0,4 0 0</inkml:trace>
</inkml:ink>
</file>

<file path=ppt/ink/ink4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6.45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28485,'0'64'22,"0"0"0,0-2 1,0-2-4,0 2 1,0-2-3,0 30-3,0-25 0,0-3 14,0 0-28,9-23 0,5-39 0,31-57 0,13-9 0,0 2 0,3 19 0,-29 49-6,4 32-27,3 20-68,-1-1 101,18-10 0,-31-31 0,5-3 0</inkml:trace>
</inkml:ink>
</file>

<file path=ppt/ink/ink4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6.77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40 328 28569,'-15'-69'3,"-1"-1"1,7-1 0,12 11-15,27 22 5,17 18 1,-9 39 10,-11 53 1,-18 6-6,-6-1 0,-3-24 0,-3-44 0,0-18 11,-2-33-257,3-5 246,5-5 0,-2 24 0,4 13 0</inkml:trace>
</inkml:ink>
</file>

<file path=ppt/ink/ink4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7.74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24 408 28524,'-7'-58'22,"0"0"1,0-6-1,5 4-27,18-8 5,8 3 5,6 30-5,13 38-5,-6 44 5,9 29 0,-15 0 72,-4 4-72,-20-66 0,0-11 0,-4-40 0,9-27 6,4 1-6,11 5-6,-5 24 6,6 41 0,-2 41 0,3 25 6,-5 12 1,-11-26-7,-4-26 0,-6-37 0,5-11 0,2-18 0,21-23 0,14 5 0,11 4 0,4 30-7,-22 28-4,5 29-247,-7-2 258,12-1 0,-19-18 0,-5-14 0</inkml:trace>
</inkml:ink>
</file>

<file path=ppt/ink/ink4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8.14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388 81 28619,'-63'-30'13,"0"0"0,-4 11 0,7 17-7,10 53-6,21-11 0,3 4 0,-4 45 0,37-24 7,61-23-7,-18-37 0,4-8 0,-1-1 0,-1-4 0,6-5 0,-7-2 0,-8-3 0,-1 4 0,-15 35-18,1-1-66,5 7 84,-6-12 0,-15-14 0,-3-1 0</inkml:trace>
</inkml:ink>
</file>

<file path=ppt/ink/ink4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8.33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28569,'73'64'9,"-1"-1"0,-6-7 1,-3-6-10,18 5-146,-27-24 146,3-7 0,-40-20 0,-6-8 0</inkml:trace>
</inkml:ink>
</file>

<file path=ppt/ink/ink4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28.49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308 0 28541,'-46'81'-32,"0"0"0,6-15 1,0-5 31,4-7 0,4-9 0,1-8 0,-5-2 0</inkml:trace>
</inkml:ink>
</file>

<file path=ppt/ink/ink4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0.06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15 0 28300,'-4'60'63,"0"-1"1,-2 7-1,5-4-23,25 4-18,10-3 6,12-32 0,16-42-6,-15-36-10,1-27-12,-21 1-12,-15-7-156,-12 43 168,14 0 0,-10 27 0,10 7 0</inkml:trace>
</inkml:ink>
</file>

<file path=ppt/ink/ink4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0.70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32 462 28530,'-9'-63'22,"1"0"0,-2 6 1,5 4-18,18-20 7,6 12-12,7 5-6,7 24 6,-1 29 0,6 37 6,-4 24 5,-9 23-6,-11-15 29,-9-15-27,-2-38-7,-3-22 0,5-12 0,5-30 0,14 9-7,3 1 7,22 12 0,-8 24 0,10 34 0,-18 2 0,-4 34 7,-17-31-7,6 2 0,6-46 0,6-6 0,13-25 0,17-7 0,-11 18 0,2 6 0,-23 31 0,-9 27-24,-5 5-71,8 3 95,-6-18 0,-2-14 0,-8-10 0</inkml:trace>
</inkml:ink>
</file>

<file path=ppt/ink/ink4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1.94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458 57 27947,'-59'-17'73,"-1"0"0,5 2 0,7 8-34,13 19 11,4 9-27,2 29-23,15 11-12,30 18 12,14-20 11,8-27 1,7-4 5,27 7-12,-7 7-5,-44-9-28,-43-9-78,-56-6-101,-8-10 207,27-4 0,1-2 0,-3 0 0,11-2 0</inkml:trace>
</inkml:ink>
</file>

<file path=ppt/ink/ink4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3.36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41 662 28322,'-15'56'28,"0"0"0,4 39-5,40-66-18,41-9 18,8-20-1,-1-14 29,-10-38-12,-44-18-28,-14-24-11,-25 17 0,-29 3-6,-1 46 6,4 17 6,28 49-6,36 0 0,56 23 0,-30-48 0,4-6-3,-1 3 0,1-7 3,3-19 0,-5-12 12,8-49-12,-30 18 0,-6-6-9,-8-5 1,-5 0-1691,-4 14 0,-4 3 1693,-3-6 1,-3 6 27,-8 10-22,-10 24 12,-12 91 10,8 18-8,9 4 0,4 9-121,5-9 0,6 2 108,4-17 1,3 3 0,4-2-187,2-7 0,3-2 0,2-4 185,5 8 0,4-8 1389,4-8 1,-2-22-1390,-17-38 0,6 12 0,-25-39 0</inkml:trace>
</inkml:ink>
</file>

<file path=ppt/ink/ink4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3.46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33 27438,'81'-9'-46,"0"0"0,-5 1 0,-12 2 1,-22 6-1,-12 0 0</inkml:trace>
</inkml:ink>
</file>

<file path=ppt/ink/ink4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4.64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97 858 27650,'40'-66'179,"-1"0"0,2-11 1,-8 0-149,-20 23 0,-5 0-15,3-18 1,-3-1-17,-6 16 0,-6 3-6,-8-7 1,-7 8 11,-26 3-1,-7 6 51,-8 68 95,19 54-115,21-11 1,4 7-26,1 15 1,8 3-381,14-1 1,5-2 368,-5-21 0,6-5 0,12-5 0,5-9 0,16-6-375,29-11 375,8-44 0,-29 6 0,-7-16 0</inkml:trace>
</inkml:ink>
</file>

<file path=ppt/ink/ink4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4.93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174 313 28630,'-48'-59'0,"0"0"0,0-1 0,19 7 0,38 20-11,16-5 6,7 28-7,-1 28 7,-13 3-191,-13 27-1210,1-23 1406,19-7 0,-13-11 0,12-10 0</inkml:trace>
</inkml:ink>
</file>

<file path=ppt/ink/ink4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5.28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299 111 28289,'-59'-40'24,"-1"-1"0,2 16 1,9 20 98,19 78-90,15-10 1,3 5-17,2-5 0,4 3-3,7 25 0,6 3-9,6-17 1,4 0-369,3 17 0,3-3 363,-3-25 0,2-4-7,-2 2 1,0-15-677,-6-34 683,-18-25 0,1-19 0,-16-14 0</inkml:trace>
</inkml:ink>
</file>

<file path=ppt/ink/ink4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5.38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25 28149,'80'-6'-342,"0"-1"0,-24 0 1,-9 2-1,-3 8 1</inkml:trace>
</inkml:ink>
</file>

<file path=ppt/ink/ink4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6.84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281 47 28423,'-62'-16'45,"0"0"0,5 1 0,10 15-40,12 72 12,17 9-6,21 12-5,33-28-6,7-31 17,22-41-6,-14-36 11,0-22-11,-16-12-5,-20 24-6,-12 26 0,-3 49 0,0 2 0,5 27 0,10-26 0,9-25 0,5-15 0,14-43 0,-10 15 0,1 4 0,-5 36 0,-16 24-11,13 38-112,4-1-5840,33-5 5963,-11-22 0,-2-24 0,-31-7 0</inkml:trace>
</inkml:ink>
</file>

<file path=ppt/ink/ink4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7.17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280 398 28558,'-72'0'7,"0"0"0,12-5 1,13 13-2,19 86-1,48-23-5,21-3 6,10-30-1,16-45 1,-21-44-1,-19 9 1,-3-6-3,-4-11 0,-4-2-3,-5 10 0,-3 1-3,-3-6 0,-2 2-2018,-3-16 2021,0 1 0,0 33 0,0 19 0</inkml:trace>
</inkml:ink>
</file>

<file path=ppt/ink/ink4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8.44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28322,'17'81'22,"0"-1"1,-1-4 0,-1-6-12,10 11 22,-6-9 119,-4-5-147,-16-38-5,-11-42 6,-2-27-6,6-9 0,2-4 0,4-36 0,18-5-6,-3 34 6,30 32-89,8 38 89,5 6 0,0 4 0,1 4 0,21 8 0</inkml:trace>
</inkml:ink>
</file>

<file path=ppt/ink/ink4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8.64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28300,'4'69'24,"1"0"0,1 7 1,-1-6-25,3 9-1350,1-9 1350,6-44 0,-10-20 0,5-14 0</inkml:trace>
</inkml:ink>
</file>

<file path=ppt/ink/ink4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8.78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27501,'0'0'0</inkml:trace>
</inkml:ink>
</file>

<file path=ppt/ink/ink4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9.31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253 142 28518,'-59'-41'20,"-1"0"1,8 1 0,10 21-15,15 79-6,18-9 5,5 49 1,37-27-6,19-9 0,25-36 0,-10-36 5,3-16 1,-25 10-6,-4 19 0,-22 28 0,-29 7 0,-36 7 6,-21-26-130,-10-5-245,28-33-4188,37-1 4557,32-20 0,0 22 0,-3 2 0</inkml:trace>
</inkml:ink>
</file>

<file path=ppt/ink/ink4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9.67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28479,'3'72'30,"-1"0"0,2-4 0,1-3-2,4 23-11,3-3-3,-6-34 0,0-1-3,4 23-6,0-11-5,16-69 0,12-42 0,6-13 0,11 1 0,-18 50 0,5 49-5,-9 40-18,-9 8 23,-10-33 0,-2-6 0,-4-13 0,4 4 0</inkml:trace>
</inkml:ink>
</file>

<file path=ppt/ink/ink4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9.87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28574,'3'63'17,"-1"0"0,1-1 0,0-2-17,2 31 0,2-2-3,-4-34 0,0-2-198,4 16 201,-3 6 0,-1-53 0,-3-9 0</inkml:trace>
</inkml:ink>
</file>

<file path=ppt/ink/ink4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39.99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38 28401,'97'-10'-26,"1"-1"1,-7 1 0,-11 3 0,-20 7 0,-17 0 0</inkml:trace>
</inkml:ink>
</file>

<file path=ppt/ink/ink4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0.71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74 28474,'14'54'22,"0"1"0,21 29-22,37-71 6,-22-19 44,14-32 1,-51-20-40,-39-18-11,-32 16 0,-7 26-6,-5 27-89,44 31 95,48 0 0,-13 1 0,38-12 0</inkml:trace>
</inkml:ink>
</file>

<file path=ppt/ink/ink4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0.97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1 191 28446,'66'11'35,"1"0"0,-7-2 1,-11-12 9,-13-47-6,-42-11-28,-49-4-11,-9 25-56,-19 38 56,59 34 0,3-10 0,28 6 0</inkml:trace>
</inkml:ink>
</file>

<file path=ppt/ink/ink4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4.09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244 0 28614,'-40'54'7,"-1"0"0,4-3 1,3-7-2,-2-5-1,7-6 1,8-8-6,15-20 0,15-14 0,33-44 0,12-15 5,-21 27 1,-1 0-6,11-15 0,-6 20 0,-16 51 7,4 7-7,-2 35 0,2 38 0,-15-40 0,-2 2 0,1 12 0,-1 1 0,-3-18 0,-4-3 0,-10 48 0,-18-44 0,-16 0 0,-1-23 0,5-13 0,15-12 0,15-2 0,21-3 0,23 0 0,13 0 0,7 0 0,4 0 0,2 0 0,10 0 0,-1 0 0,26 0 0,-48 0 0,-37 0 0</inkml:trace>
</inkml:ink>
</file>

<file path=ppt/ink/ink4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4.98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1 331 28563,'9'-57'19,"1"1"1,15-41-8,12 57-12,3 7 11,24 2-6,8 15 7,12 45-7,-26 13 0,-34 15 1,-14 9-3,-23-5 0,-10 1 0,-9 13 1,-7-2-4,-1-16 0,-5-7 0,-9-4 0,4-8 0,3-5 0,11-9 0,78-17 0,13-7 0,13-1 0,7-1 0,-15-1 0,-1-2 0,5 2 0,-3-1 0,15-7-18,-37-1 18,-8-12 0,-16 10 0,5-5 0</inkml:trace>
</inkml:ink>
</file>

<file path=ppt/ink/ink4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5.84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135 313 28462,'9'-61'35,"-1"-1"1,1 6 0,8 8-25,51 8-5,-9 17-1,-9 7 1,2 9 5,23 38 23,-10 33-26,-49-12 0,-16 4-5,-20 4 0,-12-5 0,2-9 1,-6-7-4,-18-4 0,-2-10 0,-13-7 0,29-6 0,46-8 0,50 4 0,-5 6 0,5 5 0,-7 4 0,-1 3 0,0 0 0,-6 3 0,-1 44 0,-93-20 0,7-24 0,-6-3 0,-3-7 0,-4-5 0,-13-3 0,1-6-7,-18-5 7,8-30 0,39 20 0,29-20 0</inkml:trace>
</inkml:ink>
</file>

<file path=ppt/ink/ink4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6.84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71 1 28597,'-19'61'5,"0"0"1,3-4 0,4-5-6,8 6 0,4-1 5,11-6-5,21 16-33,22-11 33,-3-29 0,0-5 0,1 4 0,10-21 0</inkml:trace>
</inkml:ink>
</file>

<file path=ppt/ink/ink4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7.04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47 1 28362,'-13'82'39,"1"0"0,2-4 0,2-2-39,4-3 0,5-1-20,5-6 1,2-1-309,-1 0 1,2-4 327,24 31 0,-17-62 0,0-6 0</inkml:trace>
</inkml:ink>
</file>

<file path=ppt/ink/ink4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8.5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0 658 28115,'52'-51'4,"0"-1"1,0 1-1,-3 2 1,-1 0 0,-5 5-11,-2 2 0,-4 4-361,2-4 0,-2-2 367,1-5 0,-2 3 0,3-5 0,-6 2 0</inkml:trace>
</inkml:ink>
</file>

<file path=ppt/ink/ink4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7.76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93 1 28574,'-30'55'14,"1"0"0,-4 38-14,102-35 0,-17-26 0,5 1 0,14 9 0,-2 5 0,-13 1 0,-9 3 6,11 28 5,-91 9-11,-34-42-14,16-23 0,-3-8-98,-36-25 112,10-47 0,52 19 0,1-13 0</inkml:trace>
</inkml:ink>
</file>

<file path=ppt/ink/ink4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7.90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0 124 27970,'83'-24'-56,"0"0"1,11-2 0,-10 4 0,-15 9 0,5-2 0</inkml:trace>
</inkml:ink>
</file>

<file path=ppt/ink/ink4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8.95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28502,'29'72'13,"-1"-1"0,12 13 0,3-4-11,-7-27 1,3-3-3186,9 7 0,0-4 3183,13 11 0,-22-33 0,-27-27 0</inkml:trace>
</inkml:ink>
</file>

<file path=ppt/ink/ink4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9.52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1 477 28261,'60'-66'11,"1"0"0,5-4 0,-5 5-229,8-6 218,-32 33 0,-3 1 0,3-3 0,-18 17 0</inkml:trace>
</inkml:ink>
</file>

<file path=ppt/ink/ink4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9.86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28541,'9'82'16,"1"-1"1,1-2 0,7-4-17,18-3 0,10-4-2998,4 0 0,3-3 2998,-4-5 0,-1-4 0,23 11 0,-49-50 0</inkml:trace>
</inkml:ink>
</file>

<file path=ppt/ink/ink4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2.55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1 222 27348,'4'67'240,"-1"0"1,1-5 0,-1-1-205,-2-6 1,0-2 288,0 35-319,-1-39-1,0-44 1,0-62 16,0-39-16,2 18 2,3 11 1,3-3-7,2 17 1,3 1-3,7-10 0,1 3 0,15-19-45,12 27-655,5 45 700,15 25 0,-22-6 0,-9 9 0</inkml:trace>
</inkml:ink>
</file>

<file path=ppt/ink/ink4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2.845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71 570 28429,'-19'-77'13,"-1"0"0,0 6 0,9 4-13,21 15 0,6 4 0,8-20 0,6 21 0,4 8 6,10 16-12,-6 40-84,-32 41-55,-20 8 145,-7-5 0,8-42 0,7-7 0</inkml:trace>
</inkml:ink>
</file>

<file path=ppt/ink/ink4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3.35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199 29 28591,'-53'57'9,"0"0"1,5-5-1,11 1-9,30-2 0,9-1 0,9 19 0,37 14 6,28-61-4,-23-31 1,0-9-3,30-24 8,-42-4 1,-7-5 2,-7-7-11,-15 31 0,-12 27 0,-4 43 0,35-24 0,6-14 0,7-21 0,-13-25-16,-22-1-91,-2-13 107,13-31 0,-13 47 0,14-20 0</inkml:trace>
</inkml:ink>
</file>

<file path=ppt/ink/ink4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3.69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91 28194,'9'61'72,"0"1"1,0-6 0,-3-9 106,-2-20-168,-3-20-11,-4-21-5,1-46 5,-2-17 0,3 1-28,1 8-90,0 40-106,25 6 224,16 16 0,-8 7 0,2 0 0</inkml:trace>
</inkml:ink>
</file>

<file path=ppt/ink/ink4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3.979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135 0 28485,'-33'57'13,"1"0"0,6-5 0,10-2 4,31 28 11,-3 5-23,-10 16-49,-22-22-91,1-41-705,1-35 840,18-34 0,1 10 0,2 3 0</inkml:trace>
</inkml:ink>
</file>

<file path=ppt/ink/ink4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4.166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0 28238,'16'69'33,"-1"0"1,-3-13 0,-3-6-23,-1 7-2161,-8-23 2150,-9-28 0,6 6 0,-6-22 0</inkml:trace>
</inkml:ink>
</file>

<file path=ppt/ink/ink4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4.291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30 200 27790,'-11'-50'-148,"0"0"0,3-34 1,11 75-1,6 2 0</inkml:trace>
</inkml:ink>
</file>

<file path=ppt/ink/ink4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4.75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1 191 28278,'25'52'44,"0"1"1,8-5 0,4-15-6,32-43-11,11-36 28,-26-33-33,-23 0 5,-42-9-28,-43 49 0,-4 4 0,6 59 0,2 17 0,12 8 0,11 14 0,16 3 0,53 3 0,19-11 0,8-38 0,9-58 5,-22-29-5,-1-11 0,-20 28 0,2 5-5,20 4 5,12 17-12,-11 56-27,-20 6-386,6 23 425,-13-32 0,-3-4 0,-11-17 0</inkml:trace>
</inkml:ink>
</file>

<file path=ppt/ink/ink4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5.03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1 28552,'1'61'13,"0"1"0,1-5 0,2-5-13,7 2 0,7-3 0,13 16-28,3-12-1971,10-3 1999,-11-34 0,-10-12 0,-13-14 0</inkml:trace>
</inkml:ink>
</file>

<file path=ppt/ink/ink4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5.166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86 28490,'95'-14'-122,"0"0"1,-23 3-1,2 0 1,-12 1-1,22-2 1,5-2-1</inkml:trace>
</inkml:ink>
</file>

<file path=ppt/ink/ink4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6.06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449 34 27992,'-76'-13'112,"1"0"0,-3 6 0,10 8-90,25 17 12,-2 41-17,43 11-17,18-22 0,7 0 0,3 2 0,4-4 0,28 26 11,-21 0 0,-68-24-11,-26-4-145,-13-18-281,8-38 426,42-33 0,9 14 0,11-9 0</inkml:trace>
</inkml:ink>
</file>

<file path=ppt/ink/ink4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6.90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31 391 28278,'71'35'35,"0"0"0,1-13 1,-11-22 26,-19-72-23,-7-5 0,-47-18-11,-43 40-28,13 27 0,-6 7 0,-4 13 0,1 9-6,-25 19 1,29 51 10,65 9-5,6-31 0,7-4-5,36 18 2,-19-41 0,0-11 3,8-27 0,-5-30 6,-26-34-6,-16 4 0,2-23 0,9 31-6,9 0 12,4 33-6,-4 35 5,5 44-10,-8 32 5,-11-26 0,-2 1 0,3 30 50,-6-21-44,-7-63-1,-1-15 7,9-57-1,3 1-6,7 1-5,7 46 0,-8 36 0,3 32 0,-3 17 0,-8-19 6,3 3-6,-6-35 0,0-19 0,17-46 0,14-15 6,3 0-6,17 20 0,-14 40-6,2 32 6,-12 3-123,2 28 123,-5-18 0,-8-7 0,-4-11 0</inkml:trace>
</inkml:ink>
</file>

<file path=ppt/ink/ink4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7.15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226 534 28552,'-56'-50'15,"0"-1"0,5 3 0,11-1-10,26-18-5,6-4 0,9 1 0,28-7 0,6 34-5,10 35-34,-20 63-6,-29 12 45,-21 29 0,8-62 0,-2 4 0</inkml:trace>
</inkml:ink>
</file>

<file path=ppt/ink/ink4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7.62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13 17 28440,'-5'64'18,"0"0"1,2-5 0,5-2-8,21 34 0,-5-29 62,5 13-67,-14-69-6,3-16 0,2-43 0,3 5 0,4-4 0,3 1 0,2-1 0,6-7 0,2 3-28,27-20-275,-22 39 303,-17 44 0,-15-2 0,-7 14 0</inkml:trace>
</inkml:ink>
</file>

<file path=ppt/ink/ink4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7.79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0 28440,'70'15'0,"0"-1"0,-6-1 0,-6-2-465,0-5 465,7-2 0,-33-3 0,3-1 0</inkml:trace>
</inkml:ink>
</file>

<file path=ppt/ink/ink4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7.967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0 28390,'15'63'0,"0"0"0,-1-5 0,2-10-264,12-16 264,5-5 0,-16-15 0,0-4 0</inkml:trace>
</inkml:ink>
</file>

<file path=ppt/ink/ink4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8.106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0 23813,'0'0'0</inkml:trace>
</inkml:ink>
</file>

<file path=ppt/ink/ink4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8.34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39 327 28418,'-10'-54'53,"-1"1"0,-6-41-53,20 29 0,19 27 0,15 16-11,22 54-28,-8 5-465,21 25 504,-14-34 0,-12-4 0,-14-18 0</inkml:trace>
</inkml:ink>
</file>

<file path=ppt/ink/ink4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8.687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276 470 28513,'-61'-13'13,"-1"0"0,-1 13 0,12 15-7,28 53-1,7 0 6,57-13-11,21-44 0,20-40 12,-22-35-1,-28-13 0,-25 22 0,-9-1-11,-16-37-6,7 39 1,-1 1-40,-12-23 45,17 12 0,5 44 0,10 0 0</inkml:trace>
</inkml:ink>
</file>

<file path=ppt/ink/ink4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9.314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199 779 28597,'-57'32'1,"0"0"1,5 10 0,19 2-2,47 14 0,42 9 12,20-52-7,2-24-5,-34-38 0,-16-12 0,-39-17 3,3 16 0,-8 7-3,-40 19 0,20 30-6,48 5 6,61-1-3,-22-17 1,2-4 2,0 4 0,-1-6 0,4-26 0,-12-11 0,-21 5 0,-10-5 0,-1-13 0,-9-3 0,-14 7 0,-7 3 5,-16-24 12,-6 39-17,19 104 0,14 4 0,6 10 0,2 7 0,8 7-206,5-2 1,6 5-1,5-4 195,2-16 0,3-3 0,1 1-66,1 9 1,0 2-1,-2-4 77,6 13 0,-7-9 0,0 7 0,-29-39 0</inkml:trace>
</inkml:ink>
</file>

<file path=ppt/ink/ink4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09.42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0 352 28093,'30'-58'3,"0"0"1,23 6-1,12 2 1,-8 11-1,12 3 1,3 7-1,0-1 1</inkml:trace>
</inkml:ink>
</file>

<file path=ppt/ink/ink4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0.115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0 28490,'38'85'11,"0"0"0,-8-20 1,0 1-1,-1-5-20,1 1 1,-1-3-240,-1 0 0,0-3-323,10 27 571,-52-39 0,14-24 0,-25-3 0</inkml:trace>
</inkml:ink>
</file>

<file path=ppt/ink/ink4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0.261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0 181 28356,'75'-34'-69,"0"0"0,7 0 0,-1 7 69,-16 14 0,-5 4 0,20-2 0,-5-8 0</inkml:trace>
</inkml:ink>
</file>

<file path=ppt/ink/ink4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0.64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194 1 28479,'-54'48'22,"1"-1"1,4-1-1,14-2-16,32 11-6,11-7 6,13-15-1,33-18 6,10-43 23,3-9-23,-26-6-11,-8 40 0,-17 23-56,27 28-84,-15-26 140,16-14 0,-27-11 0,-2-10 0</inkml:trace>
</inkml:ink>
</file>

<file path=ppt/ink/ink4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1.00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0 28429,'1'66'29,"0"-1"1,2-4 0,1-5-13,3 13 0,6-12 11,1-11-11,1-13-6,8-18-5,16-26-6,3-5 5,33-8 1,-8 32-12,-7 34 1,-33 26-18,-66 11 12,-5-23-34,-40-24-117,44-33-101,3-11 263,72-55 0,-24 41 0,33-30 0</inkml:trace>
</inkml:ink>
</file>

<file path=ppt/ink/ink4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1.20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5 48 28362,'-2'58'61,"0"-1"1,8 34-45,32-75-1,9-35-16,6-19-106,-23-21-213,-21 0 319,-4 9 0,-4 26 0,4 4 0</inkml:trace>
</inkml:ink>
</file>

<file path=ppt/ink/ink4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1.421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1 28468,'27'80'22,"0"1"1,-2-3-1,0-3-19,-6-18 0,-1-3-3,-1 0 0,0 2-12,1 12 1,1-2-303,1-14 1,3-4 313,24 39 0,-17-51 0,-10-30 0</inkml:trace>
</inkml:ink>
</file>

<file path=ppt/ink/ink4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1.741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208 16 28586,'-58'11'13,"0"0"0,4 11 0,17 9-13,41 35 0,14-2 0,35-22 5,2-33-5,7-20-16,-11-14-46,-15-11 62,4-11 0,-2 0 0,-11 12 0,28-35 0</inkml:trace>
</inkml:ink>
</file>

<file path=ppt/ink/ink4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1.94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0 28485,'19'85'9,"1"0"0,-2-5 1,3-5-10,5-12 0,2-3-17,-4-2 0,-1 0 17,1 3 0,-3-5 0,3 8 0,-18-35 0</inkml:trace>
</inkml:ink>
</file>

<file path=ppt/ink/ink4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2.155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0 118 27018,'63'-32'209,"0"0"0,-6 3 0,-8 9 127,-16 15 45,-4 28-331,-13 5-28,6 45-22,-8-20 0,16 20 0,-18-48 0,6-1 0</inkml:trace>
</inkml:ink>
</file>

<file path=ppt/ink/ink4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2.271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0 26512,'0'0'0</inkml:trace>
</inkml:ink>
</file>

<file path=ppt/ink/ink4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2.74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0 201 26413,'33'60'448,"-1"-1"0,0 2 0,-1-10-314,0-18-22,3-4-17,17-40 29,-7-35-46,-3-8 12,-16-36-40,-35 22 0,-28 11-27,-18 44-23,6 35 5,15 43-5,44-23 0,11-1 28,39-67-16,9-40-12,-25 17 0,1-1-3,-1 4 0,0 6 3,37-8 6,-22 50-12,2 41-61,-16 1-62,-1-2 129,15-31 0,-38-10 0,12-9 0</inkml:trace>
</inkml:ink>
</file>

<file path=ppt/ink/ink4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3.82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1 668 28182,'7'-79'73,"1"-1"0,-1-9 0,-1 8-73,1 6 0,0 18 0,2 0-6,15-8 6,10 5 17,5 36-17,-8 32-6,9 39 6,-9 19 23,4 18 117,-11-18-140,-14-41 0,-3-29-6,1-31 12,10-26-1,4 4-5,7 19 6,-10 29-6,-1 40 6,-2 22 10,-3-10-10,9-5 0,-4-32-6,10-24 0,-1-17 11,16-17-11,-11 23 0,3 23-11,-13 44-157,5 12 168,6-9 0,-9-24 0,-4-15 0</inkml:trace>
</inkml:ink>
</file>

<file path=ppt/ink/ink4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4.25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215 0 28625,'-57'18'1,"0"1"1,6-2 0,11 8-2,33 60 0,4-20 0,9-13 0,9-4 0,26-7 6,32-25-6,7-62 11,-14-27-11,-28 0-5,-20 37-12,-14 33-39,2 21 56,11 13 0,-11-17 0,8 3 0</inkml:trace>
</inkml:ink>
</file>

<file path=ppt/ink/ink4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4.58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25 28401,'62'30'50,"-1"-1"0,-4-1 1,-11-18-12,-23-53 6,-4-10-45,-1 28 0,9 42 0,1 51 0,-16-15 0,-4 3-6,-3 33-5,-40-5-84,-11-50-34,-9-7-3539,28-71 3668,26 4 0,10-15 0,2 31 0</inkml:trace>
</inkml:ink>
</file>

<file path=ppt/ink/ink4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4.97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0 28418,'6'74'41,"0"-1"0,0-4 0,4-4-25,7-6 1,2-5 0,7 22-6,9 9 12,-17-49-18,9-43-5,-4-12 0,27-56-5,3 20 5,15 6 5,-15 61-5,-21 17-5,-39 52-1,-35-19-123,-10-2-16,5-40-314,38-31 459,49-34 0,-14 20 0,14-4 0</inkml:trace>
</inkml:ink>
</file>

<file path=ppt/ink/ink4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5.22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361 413 28552,'-66'-3'24,"-1"0"0,8-1 1,9-12-25,10-71 0,20 15 0,10 11 0,3 2-6,5-2 1,0 15-35,-12 70-16,6 13-436,-7 21 492,51-36 0,-26-8 0,29-14 0</inkml:trace>
</inkml:ink>
</file>

<file path=ppt/ink/ink4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6.93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0 193 28468,'47'-54'0,"1"-1"0,4 2 0,-1 22 0,-3 62-6,-18 38-2,-39-17 0,-11 1-65,-13 36 73,-2-5 0,25-61 0,10 4 0</inkml:trace>
</inkml:ink>
</file>

<file path=ppt/ink/ink4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7.07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0 27591,'0'0'0</inkml:trace>
</inkml:ink>
</file>

<file path=ppt/ink/ink4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8.15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0 28390,'2'73'26,"0"-1"0,3 11 0,4-4-21,3-27 1,4-4-6,5 6 0,1-6 0,10 6 0,-5-30 0</inkml:trace>
</inkml:ink>
</file>

<file path=ppt/ink/ink4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8.344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1 238 28300,'75'-34'11,"0"0"0,-2 2 1,1 2-35,9 3 1,0 4-996,-10 5 1,0 4 1017,2 2 0,-6 3 0,4 4 0,-49 15 0</inkml:trace>
</inkml:ink>
</file>

<file path=ppt/ink/ink4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8.54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0 159 28244,'76'6'13,"0"-1"0,15-8 0,1-10-13,4-15 0,-7-5 0,-30 15 0,-4-1 0,7-9 0,0 1 0</inkml:trace>
</inkml:ink>
</file>

<file path=ppt/ink/ink4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9.345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22 519 28311,'-5'-67'67,"0"0"0,0-3 1,0 5-51,3-3-23,2-10 6,10 26 11,22 13-11,11 27 0,15 37 6,-4 30-1,-16 13 1,-7 21 67,-19-46-73,-2-16 0,-8-37 5,-2-30 1,0-26 5,0 4-16,0 7 5,12 23 0,1 37 5,25 27-5,-13 4 0,16 26 6,-20-27-6,2-18 0,-10-23 5,4-38-10,-1 4 5,11 3-11,1 26-29,3 15 40,47 7 0,-51-7 0,31-2 0</inkml:trace>
</inkml:ink>
</file>

<file path=ppt/ink/ink4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19.59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201 355 28580,'-53'-31'11,"-1"0"0,5 3 1,13-4-18,27-29 6,22-4 0,6 4-6,31 18 1,-13 41-51,-4 30-627,-19 11 683,-12-3 0,-2-14 0,2-22 0</inkml:trace>
</inkml:ink>
</file>

<file path=ppt/ink/ink4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20.33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305 172 28546,'-64'2'28,"0"1"0,6-2 0,10 10-22,13 43-6,15 30 0,9-25 0,6 1 0,19 39 0,8-51 0,10-10 6,44-24-4,-28-26 1,-1-13 0,-7-12 0,-7-8-1,-7 1 1,-7-3 3,-1-49-6,-14 54 0,-4 23 0,0 32 0,9 39 0,14-10 0,1-4 0,14-21 0,-12-41 0,7-23 0,-5-30 0,-4 11 0,-7 11 0,3 51 0,-9 19 0,12 44 0,-13-15 7,5 10-7,3-66 0,-2-4-7,27-68 7,4 3 3,-16 36 1,3 5-4,32-12-7,-18 44 7,1 47 0,-16 17-6,-2 2-16,0-11 22,1-52 0,-13 10 0,3-25 0</inkml:trace>
</inkml:ink>
</file>

<file path=ppt/ink/ink4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21.866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1 545 28502,'5'-71'9,"1"1"0,0-9 1,-1 6 1,1-14-11,-1 6 33,-1 21-33,2 36 6,11 33-6,2 5 6,23 45-6,-3 2 5,3 12 23,-14-17-22,-12-30-6,-9-27 0,7-42 0,-3 5 0,11-25 5,-6 31-5,6 2 6,-1 26-6,7 34 0,3 14 0,-6 12 6,-8-18-6,4-33 0,-5-24 0,23-39 0,-7 5 0,8 4 0,-15 31-6,-3 25-84,-4 11-9317,34-3 9407,-19-13 0,14 1 0,-35-10 0</inkml:trace>
</inkml:ink>
</file>

<file path=ppt/ink/ink4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22.279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260 1 28586,'-59'8'16,"-1"1"1,1 9 0,12 9-11,29 43-1,1 2-5,17 17 0,30-38 0,14-9 0,7-31 0,11-48 6,-30-13-6,0-3-6,-13 15 6,0 33-22,19 28-169,18 3 191,3 4 0,-20-15 0,-17-12 0</inkml:trace>
</inkml:ink>
</file>

<file path=ppt/ink/ink4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22.49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0 28283,'73'38'15,"0"0"0,-6-4 0,-8-4-9,-4-4-6,-8-7-432,1-8-296,-6-15 728,-3-21 0,-17 9 0,-11-8 0</inkml:trace>
</inkml:ink>
</file>

<file path=ppt/ink/ink4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22.665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282 1 28322,'-57'67'-21,"-1"0"1,6-7 0,9-2 20,5 29 0,21-47 0,0 12 0</inkml:trace>
</inkml:ink>
</file>

<file path=ppt/ink/ink4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25.16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1 28076,'0'64'89,"0"0"1,0 0 0,0-3-68,1 35-17,4-47 1,3 2 0,9 17 0,7 0-34,7-9 0,5-3-54,-4-1 1,7-7 81,20-15 0,-1-11 0,-18-9 0,26-11 0</inkml:trace>
</inkml:ink>
</file>

<file path=ppt/ink/ink4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25.667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20 27970,'0'59'162,"0"1"0,0 37-156,7-84-6,-1-20 11,6-19 6,0-14 11,-1-6 22,3-10 1,-6 17-51,8 4 5,-4 43 7,13 19-1,2 25-6,-2-11 1,1 5-3,-4-2 0,-1 3 2,1 9 1,-7 0-6,-19 32 0,-18-33 11,-26-27-11,24-44-6,16-17 6,26-8-5,44-12-23,7 18-398,11-8 426,-22 1 0,-28 19 0,-17 3 0</inkml:trace>
</inkml:ink>
</file>

<file path=ppt/ink/ink4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25.907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1 28423,'44'52'21,"0"1"0,0 0 0,19 22 0,-8-4-18,-24-26 0,-4-1-1,5 17 1,-3 3-6,-10-5 1,-4 0-206,2 5 1,-5-3 207,-7 16 0,-5-38 0,0-31 0</inkml:trace>
</inkml:ink>
</file>

<file path=ppt/ink/ink4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26.374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361 328 28401,'-69'-24'26,"0"1"0,6 5 0,8 16-20,-2 59-6,23 35 2,23-31 1,8 0-8,26 31 7,13-53 1,8-12 9,41-23-1,-5-23 0,-28-66-3,-52 32 1,-12-3-1,-7-15 1,-7 0-7,-8 6 1,-4 4-23,3 8 1,1 6-104,-6-11 123,64 21 0,-14 27 0,30 3 0</inkml:trace>
</inkml:ink>
</file>

<file path=ppt/ink/ink4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26.614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137 401 28502,'-38'-64'13,"-1"0"0,3-7 0,13 3-19,34-4 12,2 13-6,19 57-23,-19 30-117,1 47 140,-14-31 0,0-2 0,0-31 0</inkml:trace>
</inkml:ink>
</file>

<file path=ppt/ink/ink4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27.014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43 27919,'10'69'93,"0"-1"1,-1-3-1,-1-3-76,6 24-6,0-5 6,-1-11 190,4 0-190,-6-50 0,-2-11 22,-4-79-5,-14-21-29,3 26 1,0-1-4,0 13 1,0 1-6,-1-13 1,5 5-4,19-5 1,8 10 5,6 78 0,-8 18-17,-18 57-6,-24-27-486,6-6-62,13-32 571,44-46 0,-14 6 0,14-14 0</inkml:trace>
</inkml:ink>
</file>

<file path=ppt/ink/ink4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27.454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254 340 28569,'-58'-17'18,"-1"0"1,5 0 0,11-6-19,18-44 0,12-5 0,11 3 0,12 19 0,11 43-56,18 26-6,1 0-313,37 9-258,-2-21 594,-3 0 414,-28 18-145,-43-5 134,-26 15-364,3-41 5,2-7 1,23-28 0,18-6-6,1 18 16,16 16-21,-13 44-6,1 4-303,7 11 314,38-47 0,-36 7 0,25-23 0</inkml:trace>
</inkml:ink>
</file>

<file path=ppt/ink/ink4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27.768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270 308 28373,'-68'23'24,"0"-1"0,7-1 1,12 7-14,26 46-11,26-8 0,17-6 17,42-29-6,-1-58 34,4-33-31,-43 9 0,-6-4-9,0-42-2,-12 36 0,-4 1-3,-13-19 0,4-2 0,-5 39 0,7 23 0</inkml:trace>
</inkml:ink>
</file>

<file path=ppt/ink/ink4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28.84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63 213 28317,'-20'65'26,"1"0"0,1-5 0,12-9 2,41-7 17,17-21-23,23-38-10,-20-17 10,-13-54 6,-37 18-11,-45 5-17,-4 27 0,-48 60-6,44 35-27,13 25 27,77-13 6,10-29-3,-1-48 0,1-16 9,9-41 5,-7-17-6,-37 24 1,-4-1 6,5-28-12,15 2-6,11 35 6,9 72 0,-14 15-6,-18 11 1,-4 5-85,2 26-1159,1-10 1249,-2-28 0,-10-35 0,0-6 0</inkml:trace>
</inkml:ink>
</file>

<file path=ppt/ink/ink4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29.722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88 451 28462,'-26'-64'18,"1"-1"1,2-4 0,10 8 9,22 9-22,2 2 5,9 22-11,2 21 0,0 6 11,8 19 1,-11 10 10,-1 18-16,-10-9 16,-6-3-16,-1-27-6,3-24 0,6-14 0,1-8 0,13-4 0,1 15 0,8 5 0,-8 22 5,5 40-10,-13 15 5,4 12 5,-7-20-5,6-65 0,9-27 0,2-23-5,13 0 10,-17 42-5,18 11-5,-19 39-7,5 0-116,2 9 128,30-42 0,-30 10 0,19-21 0</inkml:trace>
</inkml:ink>
</file>

<file path=ppt/ink/ink4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30.216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357 80 28558,'-59'-22'26,"1"0"0,1 0 0,9 9-26,19 18 6,0 8-1,1 22 1,9 17-6,1 17 0,10-11 0,4 4 0,9-25 0,20-5 0,25-16 0,5-24 0,30-28 0,-26-17 0,-4-13 0,-26 20 0,-12 35 0,-7 23 0,9 23-17,10 10-61,7-11-51,4-5 129,13-28 0,-31-4 0,3-8 0</inkml:trace>
</inkml:ink>
</file>

<file path=ppt/ink/ink4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30.401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0 28423,'50'57'-62,"1"0"1,-7-6-1,-1-12-341,13-28 403,-7-29 0,-8 10 0,-16-16 0</inkml:trace>
</inkml:ink>
</file>

<file path=ppt/ink/ink4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30.55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240 1 28250,'-49'71'16,"1"1"1,3-7 0,7-2-70,20-12 0,5-2 53,-3 30 0,4-14 0,12-34 0</inkml:trace>
</inkml:ink>
</file>

<file path=ppt/ink/ink4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32.429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37 0 28278,'-10'87'37,"-1"-1"0,1-5 1,4-2-38,7-4 0,9-5-149,14-10 1,10-4 148,7-1 0,4-8 0,25 1 0,-11-40 0</inkml:trace>
</inkml:ink>
</file>

<file path=ppt/ink/ink4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32.709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0 187 27975,'31'-52'11,"0"0"0,6 2 1,2 18 21,6 42-5,-3 16 90,-46 68-90,-11-42 0,-4 3-14,0 10 0,1-1-3,-1-12 0,5-5-11,16 8-61,31-32-779,24-35 840,9-21 0,-22 9 0,-17-4 0</inkml:trace>
</inkml:ink>
</file>

<file path=ppt/ink/ink4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32.957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1 28082,'48'74'59,"1"1"1,-4-5 0,-5-5-43,4 19 5,-8-4-14,-21-32 1,-2 1-9,0 26 0,-5-16 0,-8-31 0</inkml:trace>
</inkml:ink>
</file>

<file path=ppt/ink/ink4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33.804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346 201 27891,'-44'-53'119,"0"1"1,7 7 0,2 10-20,3 20-77,-10 31-23,9 8 17,-17 50-12,30 11 0,13-32 1,5 1 0,18 25 22,33-19 6,10-43-23,14-41 11,-8-33-11,-23-11 34,-14-11-11,-21 49-34,-4 20 0,-3 32-6,5 41 6,20-17 0,20-11 0,20-62 0,-12-13-5,-3-34-79,-32 40-34,12 3-459,-7 23 577,25 0 0,-25 4 0,5-3 0</inkml:trace>
</inkml:ink>
</file>

<file path=ppt/ink/ink4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34.16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205 314 28132,'-56'28'46,"0"-1"1,6 1 0,14 3-30,29 32 0,18-3-17,41 1 0,-3-30 5,3-20 1,0-15 72,15-57-33,-34 14 0,-6-5-40,-8 1 1,-8-2-1,-12-11 1,-8 2-23,-11-19-677,-7-9 694,8 39 0,11 22 0,8 20 0</inkml:trace>
</inkml:ink>
</file>

<file path=ppt/ink/ink4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34.964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50 582 28390,'-14'-68'16,"-1"0"1,3-5 0,3 4-17,12-15 0,8 3-11,14-2 16,0 46-5,1 18 6,-8 28-6,2 32 0,-7-9 6,10 14 106,-14-24-112,2-15 0,-8-15 0,3-16 11,2-13-11,6 5 5,-2 2 7,4 37-7,-8 11 1,1 25-1,-2 1-5,-4-14 0,14-3 0,-2-32 0,26-28 0,-13 0-5,14-12-23,-15 29-185,17 3 213,3 5 0,-13 4 0,-6-4 0</inkml:trace>
</inkml:ink>
</file>

<file path=ppt/ink/ink4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35.323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231 1 28434,'-58'27'37,"1"0"1,2 7-1,13 2-31,28 5 5,10 27-5,40-34 11,21-5-17,8-32 0,16-28-12,-43 3-21,8-5-46,-15 23 79,21-1 0,-25 9 0,9-5 0</inkml:trace>
</inkml:ink>
</file>

<file path=ppt/ink/ink4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35.497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1 0 28322,'76'52'-2,"1"0"0,-8-4 1,-9-10-212,-9-19 213,3-9 0,-25-7 0,-1-3 0</inkml:trace>
</inkml:ink>
</file>

<file path=ppt/ink/ink4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35.657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96 1 27802,'-26'90'-644,"0"1"0,4-8 0,5-6 644,13 6 0,4-33 0,0-36 0</inkml:trace>
</inkml:ink>
</file>

<file path=ppt/ink/ink4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35.950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33 0 28205,'-9'88'54,"0"0"0,-1-4 0,6-6-54,9-26 0,7-1 11,9 15 1,6 0-18,7-8 0,4-2-142,8 6 0,1-5-502,23 13 650,-6-25 0,-41-33 0,-1-2 0</inkml:trace>
</inkml:ink>
</file>

<file path=ppt/ink/ink4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36.631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0 220 28507,'38'-49'26,"-1"0"0,3 4 1,-5 10-27,-13 24 0,23-3 5,-18 6 12,11 0-11,-10 7-1,-5 7 1,-3 9-1,-10 23 1,-6-4 11,-5 29-17,-18-20 0,1 1 5,9-19-5,20-16 0,21-5 0,24 5 0,-19 3 0,5 27 0,-42 12 0,-36 17-11,-16-8-190,1-22-662,27-21 863,32-19 0,3 0 0,2-3 0</inkml:trace>
</inkml:ink>
</file>

<file path=ppt/ink/ink4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36.884"/>
    </inkml:context>
    <inkml:brush xml:id="br0">
      <inkml:brushProperty name="width" value="0.06" units="cm"/>
      <inkml:brushProperty name="height" value="0.06" units="cm"/>
      <inkml:brushProperty name="color" value="#FF8AD8"/>
    </inkml:brush>
  </inkml:definitions>
  <inkml:trace contextRef="#ctx0" brushRef="#br0">0 1 28518,'46'60'10,"0"0"0,1 0 0,-5-4 1,-1-1-1,-5-1-8,0 16 1,-7-3-3,-8-18 0,-4 1-25,5 21 0,-8-3 25,-12-7 0,-1-9 0,-6-35 0</inkml:trace>
</inkml:ink>
</file>

<file path=ppt/ink/ink4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59.17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 1 26777,'11'96'263,"0"0"0,-3-31 0,0 1 1,-2 5-245,-2 1 1,-1 5-1,0 3 1,0 1-871,-1 11 0,1 2 0,-1 3 0,0 4 869,-1-18 1,1 6 0,-1 1-1,0 1 1,0-2 0,0-2-13,-1 2 1,0-3 0,-1-1 0,0 2-1,-1 3 1,0 1 1,0 3-1,-1 2 1,-1 1 0,1-1-1,-1-2-2,1-9 1,-1-1 0,0-2-1,0 1 1,0 2 0,0 3-258,0 3 1,0 2 0,0 3-1,1 1 1,-1 0 0,1 1-1,-1-1 264,2 2 0,-1 2 0,0 0 0,1-1 0,0 0 0,0-2 0,1-4-10,0 0 1,1-3 0,0-2 0,0-1 0,1 3 0,1 3 0,0 0 0,2 4 0,0 2 1,0 1-1,1 0 0,0-3 1,1-2-103,-1 1 1,2-3-1,-1-1 1,1-1-1,1 2 1,0 3 98,0 0 0,1 3 0,1 2 0,0 0 0,-1-1 0,1-3 0,-1-4 0,0-4 0,-1-3 0,0-3 0,0-1 0,0 0 0,1 1-12,2 18 1,1 1 0,1-1 0,-1-5 0,-2-9-80,1 5 1,-1-9 0,-1 0 45,2 6 1,-1 1-1,-4-9-482,-5-3 1,-5-11 768,-10 1 0,-1-33 0,4-35 0</inkml:trace>
</inkml:ink>
</file>

<file path=ppt/ink/ink4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00.3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0 194 27275,'80'-2'76,"0"1"1,-3-1 0,-2 1-77,-20-1 0,-1 0 2,4 0 1,5 0 14,2-1 0,5 0 0,6 0-705,-1-1 1,5 1-1,3-1 1,5 0 703,2 1 1,6-1 0,3 0 0,-1 1 0,-2-1-232,-10 1 1,-1 0-1,-1 0 1,2 0-1,3 0 225,-1 1 0,4 0 1,3-1-1,-1 1 1,-2 0-1,-3 0 3,0 0 1,-3 0-1,-1 0 1,1 0-1,3 1-4,0-1 0,2 0 1,3 0-1,0 1 1,-3-1-1,-3 1-8,1-1 0,-3 0 0,-2 1 0,1-1 1,3 1 2,-2-1 1,3 1 0,1-1-1,1 1 1,-2 0 0,-3 0 5,3 0 0,-3 1 0,-1-1 0,1 0 0,4 1-12,0-1 0,4 0 0,2 0 0,0 0 1,-3 1-1,-3-1 2,-1 1 0,-4-1 0,-1 1 0,0 0 0,3-1 0,-4 1 0,2 0 0,2-1 0,-1 1 0,-2 0 0,-2 0-3,20 0 0,-5 0 0,1 0 1,4 0 8,-21 0 1,3 0-1,1 0 1,1 0-1,0 0 1,-1 0-5,-1 0 1,2 0 0,-1 0 0,-1 0 0,-1 0 0,-4 0-3,22 0 0,-6 1 0,0-1 0,4-1-2,-6-1 1,3 0 0,1-2 0,-2 1 0,-7 0 1,-5-1 0,-5 1 0,-2-1 0,1 0 98,6-1 0,2 0 0,-3 0 1,-4 0-92,3 1 1,-4-1-1,-9 2-7,-7 1 0,-5 1-392,43 1 392,-52 0 0,-12 0 0,-23 0 0</inkml:trace>
</inkml:ink>
</file>

<file path=ppt/ink/ink4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01.6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1 356 27975,'83'-5'28,"0"0"0,0 0 0,-11 1 0,-2 1 0,6-3-17,4-1 0,6-2 1,3 0-1,0 0-860,5 0 0,2 2 1,2-1-1,3 0 850,-19 2 0,3 0 0,2 0 0,0 0 0,-1 0 0,-3 0 1,3 1 0,-2-1 0,0 1 1,-1 0-1,3 0 9,10-1 0,3 1 0,0 0 1,0 0-1,-3 0-4,-11 1 1,-2-1 0,-1 1 0,1 0 0,5 0-3,1 0 1,3-1 0,2 1-1,1 0 1,1 0 0,0 0 0,3 1 1,2 0-1,0 0 1,0 0-1,-2 0 1,-4 1-7,2-1 0,-4 1 0,-1 1 0,0-1 0,4 1-1,-4 0 0,2 0 0,2 0 0,0 1 0,-2 0 0,-4 0 1,1 0 0,-4 2 0,-2-1 0,2 0 0,4 0-1,-1 0 0,4 0 0,1 0 0,1 0 0,-2 0 1,-4 0 1,-1 0 0,-3 1 0,-1-1 0,0 1 0,4-1 0,-1 0 0,2 0 0,3 0 0,-1-1 0,-1 1 0,-3-1-5,3 0 1,-4-1 0,0 1-1,0-1 1,4 0 2,-2 1 0,2-1 0,2 0 0,0 1 0,0-1 0,-2 1-1,-5-1 0,0 1 0,0-1 1,-2 0-1,-1 1 0,-4-1 2,17 0 0,-5 0 0,-2 0 0,3 0 2,-11 0 0,3 1 1,0-1-1,-4 0 0,-8 1-2,2-1 0,-7 0 0,6 1-2,10-1 1,9 0 0,-1 0 0,-13 1 1,2 0 0,-3 0 191,6 0 0,7 0 0,-6 0-189,-5 0 1,-2 0 263,19 1 0,0-2-454,-13-7 0,-8-4 188,-21-1 0,-7-3 0,8-10 0,-41 2 0</inkml:trace>
</inkml:ink>
</file>

<file path=ppt/ink/ink4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02.8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1 416 27253,'95'-13'186,"0"-1"1,-2 2 0,-7 2-95,-26 4 1,-3 1-21,6 0 1,3 0-20,5 0 1,14-2-745,-16 1 0,13-2 0,7 0 0,4-1 0,-3 0 0,-8 1 695,9-2 0,-8 2 1,3-1-1,12-2-1,-15 3 1,10-2-1,5 0 1,5-1 0,0 0-1,0 1 1,-5 0-1,-7 1-97,3-1 1,-5 2 0,-3-1-1,0 1 1,1 0 0,3 0 93,-1 1 1,2-1 0,1 0 0,2 1 0,-1 0 0,0 0 0,-2 0-1,-2 2 0,0-1 0,0 1 0,-1 0 0,-2 0 0,-1 1 0,-3 0 0,13 0 0,-5 0 0,-1 1 0,0-1 0,4 2 2,-3-1 1,2 1 0,1 0 0,1 0 0,-2 0-1,-2 1-1,5-1 0,-3 1 0,0 1 1,0-1-1,5 1-2,0 0 0,3 1 0,3-1 0,-1 1 0,-1 0 0,-4 0 1,1 1 0,-4 0 0,-1 0 0,1 0 0,3 0-2,-4 1 0,3 0 0,1 1 1,1-1-1,-3 0 0,-3 1 3,4-1 0,-5 0 0,0 0 0,1 0 1,4 0 0,-2-1 1,4 0 0,2 0 0,0 0 0,1 0 0,-2 0-4,-1 0 0,1-1 0,-1 0 0,0 0 0,-3 0 0,-3 0 1,0 0 0,-4 0 0,-2-1 0,1 1 0,2 0-1,-6 0 0,3 1 0,1 0 0,-1-1 0,-3 1 0,-6 0-127,8 1 0,-6-1 1,-2 1-1,2-1 131,5 1 0,3 0 0,-3-1 0,-7 1-3,-5-1 0,-5 1 0,-5-1 0,2-1 0,-3-1-157,8 2 0,-10-9 157,-21-24 0,37 18 0,-95-17 0</inkml:trace>
</inkml:ink>
</file>

<file path=ppt/ink/ink4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04.30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1 292 27281,'71'3'235,"0"0"0,-3-1 0,1 0-117,12-4 0,-1 0-570,-16 1 0,5-1 468,13-1 1,9-1 0,4-2-360,-19 1 1,2-1-1,3-1 1,3 0 346,2 0 0,3-1 1,4-1-1,0 0 1,2 0-358,-11 1 0,3 0 0,1-1 0,-1 1 0,0-1 0,-4 1 356,6-1 1,-4 0-1,0 1 1,0-1-1,3 1-2,-4 1 1,2 0 0,1 1 0,0-1 0,-1 1 0,-2 1-257,7-1 0,-2 2 0,-1 0 0,1 0 1,5 0 254,1 0 0,5-1 0,2 1 0,0 0 0,-2 1 0,-4-1-2,1 1 1,-4 0 0,-1 1 0,0-1 0,4 1 2,-5 0 0,2 0 0,2 1 0,0-1 0,-2 1 0,-4 0 2,1 0 0,-4 1 1,-1 0-1,1-1 1,4 1-4,-1 1 0,3-1 0,2 0 0,1 1 0,0-1 0,-1 1 0,0 0 0,2 1 0,-1-1 0,0 0 0,-3 1 0,-2-1 0,1 1 0,-4 0 0,-2 0 0,2-1 0,2 1-1,-3 0 0,2 0 0,2 0 0,-1 0 0,-1-1 0,-4 1-129,1-1 1,-5 0-1,0-1 1,1 1 0,3-1 130,-1 1 1,3-1 0,2 1 0,0 0 0,-3-1 0,-3 0-2,18 0 0,-5 0 0,-1 0 0,3 0-2,-9 0 1,2 0 0,1 0 0,-3 0 0,-5 0 113,19 0 1,-7 0-1,1 0-112,-19 0 0,2 0 0,-1 0 0,-3 0 4,8 0 0,-4 0 0,-8 0-4,-2 0 0,-6 0 959,-2 0 1,-5 0-988,5-1 1471,-3-12-1443,-30 0 0,-10-2 0,-15 6 0</inkml:trace>
</inkml:ink>
</file>

<file path=ppt/ink/ink4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05.4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0 394 27981,'95'3'50,"0"-1"0,0 0 1,6-4-39,-27-3 1,6-3 0,4-2-1,4-1-875,-1 1 0,3 0 0,4-2 0,3 0 0,2 0 875,-15 2 0,3-1 0,3 0 0,0 0 0,0 0 0,-1 0 0,-3 0-3,4 0 0,-3 0 1,-1 0-1,0 0 1,-1 0-1,2 1 4,2-1 0,1 1 0,0 0 0,-1 1 1,-3 0-1,-3 1-98,14-1 0,-6 1 1,0 1-1,4 0 87,-3 0 0,4 0 1,1 0-1,1 1 0,-1 0-1,-2 0 0,2 1 0,-2 0 1,-1 1-1,-3-1 1,5 1 1,-4 0 0,0 1 0,2 0-2,-6 1 0,3-1 0,0 2 1,0 0-1,-4 1-1,4 2 0,-4 1 0,1 1 0,4 0 1,-3-1 0,5 0 0,1 0 0,-1 1 0,-5 0-1,4 1 0,-5 0 0,1 1 0,3 0-1,-3-1 0,4 0 0,0 0 0,0-1 0,-3 1 3,6-1 1,-3-1 0,0 0 0,4 0-3,-5 0 0,3 0 0,2 0 0,0 0 0,-1-1-2,-5 0 1,0 0 0,-1 0 0,0 0 0,-1 0 0,-3-1 0,0 1 0,-1-1 0,-2 0 0,-3 0 1,3 0 0,-5 0 0,-1 0 0,4-1 1,11 1 0,3-1 1,1 0-1,-5 1 0,-11-1 1,-2 0-1,-2 0 1,1 0-2,0 0 0,-1 0 0,1 0 0,2 0-2,12 0 1,3 0 0,1 0-1,-5 0 85,11-3 1,-3 0-1,3 0-85,-16 1 1,3-1 0,0 1-1,-3-1 6,14-2 0,-3-1 0,-5 0-2,9 1 1,-6-1-6,-7 1 1,-8 0 2,12 1-12,-6-2 1776,-58 0-1764,-58-4 0,15 4 0,-17-1 0</inkml:trace>
</inkml:ink>
</file>

<file path=ppt/ink/ink4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07.1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 0 27191,'-1'58'321,"0"0"0,2 15 0,2-3-237,1 9-31,3-1 1,1 8-35,0-5 1,0 4-394,-1-10 1,0 4 0,-1 3 378,1 10 1,-1 3 0,0-3-3,-1-16 1,-1-3 0,0 4 4,-1-4 0,-1 4 1,1 1-1,-1-4-1,1 5 1,-1-2 0,0 3-471,0-4 0,0 4 0,-1 0 0,1-4 466,0 3 1,0-3 0,1 2 1,2 16 1,0 4 0,2-1-52,-1-9 0,2 0 0,0 4 46,-2-3 0,1 5 0,-1 1 0,0-1-2,0-6 1,0-1-1,0-1 1,-1-3 1,0 10 0,-1-3 0,1-2 3,-1-2 1,1-1 0,-1-2-2,0-10 0,0 0 0,0 2-2,1 20 0,0 4 0,0-2 1,-1-11 1,0-2 0,1 2 0,0 9 0,1 4 0,0-2 0,-1-6 0,1-1 0,-1 6-1,-1-4 0,-1 5 1,0 3-1,0-2-418,0 3 0,0 0 0,-1 0 0,0-5 417,-1-16 0,-1-3 0,1-2 0,-1 0 0,0 17 0,0-2 0,0-7 31,-1 2 1,2-2-29,1-10 1,1 3 0,0-2-4,-1 18 0,1 1 0,0-11 0,0 5 0,-1-3 0,-1-15 0,-2-2 0,0 3 0,-3 17 0,-1 3 0,0 1 77,0-1 0,-1-1 1,0-3-78,0-17 0,0-3 0,1 2 0,1 9 0,1 2 0,0-5 316,2 2 0,1-3-319,0 6 0,0-5-103,1 13 1614,3-57-1508,-2-73 0,2 21 0,-4-26 0</inkml:trace>
</inkml:ink>
</file>

<file path=ppt/ink/ink5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1.0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92 1 28479,'31'72'31,"-1"-1"1,-4-2 0,-11-1-29,-25 4 0,-10 0-3,0-9 0,-4-1 3,-4 4 0,-1-5-3,-12 10-6,20-57 6,28-21-6,39-21 1,22 16-6,5 2-101,-21 13 0,1 3 112,30-3 0,-17 6 0,-21-8 0</inkml:trace>
</inkml:ink>
</file>

<file path=ppt/ink/ink5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1.2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57 355 28227,'-16'-58'69,"0"-1"0,1 6 0,5 4-63,20-11-12,20 18 6,12 8 6,6 43-6,-19 10-95,-15 32 95,-14-14 0,0-7 0,0-14 0</inkml:trace>
</inkml:ink>
</file>

<file path=ppt/ink/ink5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1.7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276 262 27219,'-18'-54'213,"0"1"0,-2-1 0,0 9 55,0 16-228,-8 3-7,11 38 102,-7 54-91,11-6 1,3 5-34,0 0 1,1 4-7,4-4 1,0 5-1,2-3-5,0 9 0,2-1 3,0 11 0,1-3-294,0-22 0,0-9-57,0-7-83,-5-42-73,-2-37 331,-11-28 1237,8 2-852,0-6 102,40 30-258,30 18-45,13 17-53,-18 3 0,1-4 42,-1-11 0,-4-1 0,18 8 0,-6-21 0</inkml:trace>
</inkml:ink>
</file>

<file path=ppt/ink/ink5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1.94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39 0 28278,'-4'71'61,"1"-1"1,0-2-1,1 1-55,1 2 0,0 0-4,1-2 1,0 0-112,1 7 0,-2-3 109,-10 20 0,8-47 0,-8-32 0</inkml:trace>
</inkml:ink>
</file>

<file path=ppt/ink/ink5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2.0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13 27628,'81'-3'-391,"0"-1"1,17-2-1,-40 6 1</inkml:trace>
</inkml:ink>
</file>

<file path=ppt/ink/ink5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3.20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28384,'3'62'22,"0"1"1,2 7-1,1-2-89,2 24-224,0-1 291,-2-8 0,-6-52 0,0-1 0</inkml:trace>
</inkml:ink>
</file>

<file path=ppt/ink/ink5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3.5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1 364 27790,'17'-69'67,"0"1"0,17-5 1,7 12-34,32 16 50,-3 18 0,4 9-23,-14 15 1,-2 12-26,6 13 1,-8 14-12,-14 11 0,-15 10-11,-24 11 0,-14 1-3,-3-13 0,-10-5 0,-23 2 1,-10-10 5,-31-5-1,1-6 7,28-24-23,38-11-6,38-4 6,33 19 0,14 5-6,-12 13 1,2 6-96,-7-6 0,1 0 101,9 1 0,-3-3 0,14 4 0,-25-23 0</inkml:trace>
</inkml:ink>
</file>

<file path=ppt/ink/ink5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3.7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28350,'0'99'6,"0"-14"-252,0-51 246,0-10 0,0-12 0,0-6 0</inkml:trace>
</inkml:ink>
</file>

<file path=ppt/ink/ink5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3.9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23184,'0'0'0</inkml:trace>
</inkml:ink>
</file>

<file path=ppt/ink/ink5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4.3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249 137 28468,'-57'-41'18,"-1"-1"1,6 6 0,9 19-8,17 55-11,14 4 0,13 34 0,53-21-3,-15-24 1,5-2 4,7-1 1,0-3-3,21 12 11,-35 20-11,-73-15 0,-26-4-5,-17-17-6,-10-16-1042,51-22 1053,5-2 0,28-1 0,6 6 0</inkml:trace>
</inkml:ink>
</file>

<file path=ppt/ink/ink5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4.7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 0 28423,'-5'87'35,"0"0"1,0-5 0,3-6-8,9 10-6,5-5 12,9 3-18,-6-35 12,-1-4-28,-8-37 0,-2-19 0,12-33 6,8-19-12,5-5 6,1 24 0,-12 41 0,0 48-39,-2 13-319,3-1 358,9-20 0,-18-27 0,6-9 0</inkml:trace>
</inkml:ink>
</file>

<file path=ppt/ink/ink5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4.9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28563,'0'85'17,"0"-1"0,0 13 0,0-4-17,3-32 0,-1-4-12,0 0 1,0-2 11,7 24 0,-5-54 0,-1-7 0</inkml:trace>
</inkml:ink>
</file>

<file path=ppt/ink/ink5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5.0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39 28188,'73'-7'-177,"0"1"0,-1-1 0,-9-1 1,-7 2-1,-6 4 0,1 0 0</inkml:trace>
</inkml:ink>
</file>

<file path=ppt/ink/ink5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8.3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251 0 28502,'-34'57'13,"0"0"0,2-3 0,12-9-8,26-22 7,14-4-7,14-7 1,11-6-1,8 4-5,18 13 0,-17 21 0,-9 2 0,-48 27 12,-52-14-7,-6-3-16,9-31 0,-2-5-196,-22-5 207,-10-24 0,43 5 0,15-17 0</inkml:trace>
</inkml:ink>
</file>

<file path=ppt/ink/ink5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8.5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54 28350,'77'-8'-1,"1"-1"0,-1 0 1,25-1-1,-9 1 1,-36 5-1,-8 1 0,10 1 1</inkml:trace>
</inkml:ink>
</file>

<file path=ppt/ink/ink5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9.1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133 1 28440,'-37'63'3,"0"0"1,2-5 0,11-4-4,26 6-5,30 10-63,-1-26-704,54 1 772,-14-42 0,-13 0 0,-21-12 0</inkml:trace>
</inkml:ink>
</file>

<file path=ppt/ink/ink5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9.2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117 1 28322,'-12'68'0,"1"0"0,0 1 0,-4 6 0,0 1 0,2-9 0,4-15 0,0-4 0,-13 48 0</inkml:trace>
</inkml:ink>
</file>

<file path=ppt/ink/ink5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20.0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1 159 28524,'56'-44'3,"0"0"1,-4 2 0,-5 14 2,-8 32 22,4 24-6,-20 0 12,-3 34-17,-40-12-6,2-4-6,-24-12-5,19-22 0,19-5 0,21-5 0,44 5 0,-18 4 0,6 30-5,-66 10 5,-15 4-9,-12-25 1,-4-6-177,-10-4 185,-12-11 0,49-9 0,7-7 0</inkml:trace>
</inkml:ink>
</file>

<file path=ppt/ink/ink5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20.6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1 162 28552,'66'-45'2,"1"0"0,-7 0 0,-6 18-2,1 53-6,-25 24 12,-38 38-1,-17-34 1,-8-2 2,0-9 1,-2-3-7,-4 1 1,6-3-3,15 1 0,41-7-5,16-17-57,57-12 62,-41-13 0,-3-2 0,17 7 0,0-16 0</inkml:trace>
</inkml:ink>
</file>

<file path=ppt/ink/ink5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21.6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187 101 28395,'-57'64'3,"0"1"1,11-14 0,20-21-4,33-38-5,25-32 10,21-30 63,-2-7 38,2-4-106,-14 47 0,-19 36 11,3 80-11,-15-32 0,-2 1 0,2 1 0,-2 1 0,-2 7 0,-9-3 0,-32 14 6,-18-6 5,-16-31 11,17-22-22,40-17 0,97 0-5,13-10-60,-23 6 1,-1 0 64,10-9 0,-36 5 0,-34 7 0</inkml:trace>
</inkml:ink>
</file>

<file path=ppt/ink/ink5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23.50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79 89 28552,'-23'58'7,"-1"0"1,3 5-1,11-6-1,25-13 0,36 16-6,27-38 5,-27-16 1,0-6-1,33-19 1,-7-41 5,-46-16-6,-16 26 1,-10-2 0,-17 3 0,-9 3-1,-14-20-10,-44 28-219,30 65 224,4 32 0,25-10 0,17 2 0</inkml:trace>
</inkml:ink>
</file>

<file path=ppt/ink/ink5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24.3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223 3 28524,'-58'47'11,"1"-1"0,5-3 1,12 0-7,24 32 6,22 2-5,16-8 0,55-13-6,-23-45 0,6-10-3,17-7 0,1-9 6,2-9 0,-6-10-3,-15-11 0,-9-6 0,-12 10 0,-14-3 0,-25-8 0,-17 3 5,-52-7-5,-12 9-39,15 40 0,0 16 39,21 14 0,3 4 0,-32 5 0,33 14 0</inkml:trace>
</inkml:ink>
</file>

<file path=ppt/ink/ink5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27.6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134 65 28457,'-37'60'18,"1"1"1,2-5 0,10-4-14,21 3 7,11-1-1,36 9-11,3-22 0,3-17 0,7-7 0,42-22 2,-41-12 1,-3-9 0,-11-12 0,-7-7-3,7-44 0,-40 27 0,-14 1 0,-42-25-3,12 44 0,-4 7 3,-39-7 0,33 76 0,6 11 0,11-23 0,-3 65 0</inkml:trace>
</inkml:ink>
</file>

<file path=ppt/ink/ink5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28.3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58 82 28546,'-19'71'2,"-1"1"0,4-6 0,13-7 9,53 14-6,-8-45 1,8-5-3,15 2 0,4-8-3,4-21 0,-3-8 3,-15 1 0,-6-7 5,-3-19 0,-12-9 20,-17-39-20,-29 30 1,-14 0-6,-13 1 0,-10 7-3,-1 11 0,-5 8-3,-15 3 0,4 23 3,26 47 0,5 8 0,-30-19 0,52 16 0,-1 1 0</inkml:trace>
</inkml:ink>
</file>

<file path=ppt/ink/ink5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33.8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212 8 28429,'-56'44'18,"0"0"1,4-3 0,14 0-14,31 13 7,4 0-12,38 18 16,39-18-16,-31-27 0,4-6 3,25-7 0,2-14 2,-19-16 1,-4-6-6,-1 6 0,-5-7 3,-9-23 0,-14-9-3,-28-36 2,-19 36 1,-14 5 0,-13 10 0,-9 10-9,-10 9 1,-1 12-32,17 13 1,6 9 36,-17 37 0,53-18 0,10 4 0</inkml:trace>
</inkml:ink>
</file>

<file path=ppt/ink/ink5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34.5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212 20 28462,'-58'55'4,"0"-1"0,7-4 0,13-3-4,32 6 0,6-2 11,31 15 0,-3-24-3,14-17 1,8-7-15,45-21 6,-34-14 0,0-6-3,-14 2 1,-5-7 4,-4-19 1,-15-6 64,-44-35-50,-11 36 0,-11 5-17,-14 9 0,-4 9-3,6 4 0,3 15 3,-23 58 0,52-34 0,15 43 0</inkml:trace>
</inkml:ink>
</file>

<file path=ppt/ink/ink5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43.8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265 0 28608,'-48'57'0,"0"0"0,-5 6 0,5-6-17,3 1 17,22-19 0,28-34-5,31-39 5,12-33-6,0-4 6,-2 6 6,-10 12-6,-13 45 5,-4 15 1,-2 24-1,3 36 1,-1 6 11,1 14-6,-8-26-5,-20-7-1,-41-21-5,-23 2 6,-17-11-1,26-10-5,52-9-5,40-4 5,38-1 0,13 0 2,-17-2 1,2-2-3,-7 3 0,-1 0-11,0-2 0,-4 0 11,21 1 0,-54 2 0,-5 0 0</inkml:trace>
</inkml:ink>
</file>

<file path=ppt/ink/ink5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44.89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300 42 28496,'-66'42'20,"0"0"1,7-4 0,10-4-21,20-4 0,7-2 5,13-12 6,13-12-11,26-28 0,7-16 0,1-3-5,-7 1 5,2-6 11,-12 19 17,14-14-11,-20 37-12,-3 8 1,-2 34 0,-5-3-6,15 36 0,9-11 0,7 13 0,3-11 11,-13-16-6,-13-5-5,-22-17 0,-15-1 0,-17-11 0,-32-1 6,3-4-6,0 1 0,31-3 0,37 0 0,63 1 0,-11-3 0,7-1 0,19 1 0,1 0 0,-11-1 0,-2 0 0,-1-1 0,-7 0-11,-5-3-17,-8-17 28,-28-10 0,-12 7 0,-1 1 0</inkml:trace>
</inkml:ink>
</file>

<file path=ppt/ink/ink5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45.7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0 182 28597,'70'-35'7,"0"-1"1,-5 3-1,-7 7 4,-2 13-5,36-2 0,1 1 5,6 5-6,-36 11 1,-37 10-6,-20 13 0,-21 7 7,-36 33-7,10-26 0,-5 0 0,-12 11 0,-4 1 0,-1-3 0,0-2 0,5-5 0,3-3 0,-20 14 0,19-11 0,59-27 0,22-4 0,44-9 0,0-6 0,8-4 0,5 1 0,4-1-369,12-4 0,-3 1 369,-25 3 0,-8 1 0,17-1-108,-61-3 108,-10-4 0,-8 3 0,-4 0 0</inkml:trace>
</inkml:ink>
</file>

<file path=ppt/ink/ink5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47.5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338 0 28530,'-63'54'1,"1"0"1,4-6 0,11-3-2,15-1 17,8-7 22,3-4-33,14-19-1,16-16-5,17-20 6,35-35 5,2-6-6,-27 27 1,-2 0 6,15-18-1,-20 31-11,-13 24 11,2 43-11,2 26 0,-7-21 0,-1 2 3,-1 2 1,-2-1-4,3 29 0,-7-3 0,-19-30 0,-29 5 0,-7-15 0,-1-17 0,-4-3 0,-30 6 0,-6 1 0,39-14 0,46-5 0,35-6 0,22-4 0,10-1 0,16-2 0,3-1 0,2 1 0,2 0 0,16-2 0,-7 0 0,-40 6 0,-4 1 0,37-4 0,-48-17 0,-33 16 0,-2-14 0</inkml:trace>
</inkml:ink>
</file>

<file path=ppt/ink/ink5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53.7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26637,'0'68'231,"0"0"1,0-2-1,0-7-85,6 8-12,2 9-17,1-19 1,1 5-48,-1 10 0,-1 4-37,-3-8 1,0 3 0,-1-1-200,1 19 0,-1 2 197,-3-10 1,-1 5 0,0-1-217,0-9 0,0-1 0,0 0 188,0 1 1,0 0 0,0 2 5,0 15 1,0 4-1,0-4-2,0-14 1,0-3 0,0 4 3,0-6 0,0 2 0,0 2 0,0 0-7,0-1 0,0 0 1,0 0-1,0 0-432,0 2 0,0 1 0,0-1 0,0-4 428,0 8 0,0-4 0,0 2 3,0 16 1,0 2 0,0-4-155,0-15 1,0-3 0,0 3 155,0 19 1,0 3 0,0-4-6,0-20 0,0-4 0,0 2-2,0 13 0,0 2 1,0-3 2,0-15 1,0-3 0,0 3-4,0 16 0,0 3 1,0 0 6,0-1 1,0 0-1,0-5-5,0-16 0,0-3 0,0 1 0,0 12 0,0 1 0,0-2 0,0 19 0,0-2-3,0-1 1,0 3 2,0-22 0,0 3 0,0-2 5,0 17 1,0 1-4,0-17 0,0 3 0,0 0-2,2-1 0,0 0 0,1 1-2,0 0 0,1 0 0,1-2-1,2 16 0,0-1 5,-2-17 0,1 1 0,-2-2 3,0 15 1,-1 0-6,-1-17 0,-1 2 0,0-3 0,0 10 0,-1-1 63,0 7 0,0-3-66,0-23 1,0-3 270,-1 9 0,-1-2-4446,0 26 4178,6-50 0,-4-25 0,8-25 0</inkml:trace>
</inkml:ink>
</file>

<file path=ppt/ink/ink5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54.9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136 52 28390,'-38'55'46,"0"1"1,3-6 0,10-1-36,30 25 11,33-1-22,2-1 8,5-38 1,7-9-4,-4-11 1,3-8-3,10-9 0,1-6-3,-12-1 0,-4-7 2,3-22 1,-9-8-3,-17 3 0,-7-4 6,0-11 0,-10-1-1,-21 3 1,-10 5-1,-26-18-8,-3 41 1,-9 13-29,11 17 0,1 8-50,-1 6 0,3 8-11,1 21 0,10 4 0,11 5 0,5 9 0</inkml:trace>
</inkml:ink>
</file>

<file path=ppt/ink/ink5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55.7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132 188 28535,'-37'57'3,"0"0"1,0 8 0,17-4 13,56 10-11,35-2-6,-13-45 0,5-10 0,-7-11 0,1-8 2,14-16 1,-4-10 11,-21-5 0,-5-7 0,-1-12 0,-6-3-8,-10 12 0,-10-1-1,-18-10 1,-14 3-1,-42-21-5,12 39 0,-7 7 0,-8 15 0,0 12-8,11 8 0,5 15 8,-12 52 0,11 9 0,14-22 0,13 3 0,0 1 0</inkml:trace>
</inkml:ink>
</file>

<file path=ppt/ink/ink5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56.5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135 1 28558,'-32'58'11,"0"1"0,3-6 0,5-1-5,10 18-1,10 6 1,33 7-6,2-27 6,50-25-6,-1-39 0,-1-10 0,-31-9 0,-5-8 0,11-39 5,-29 25 1,-5-4-1,-9 2 1,-7 2-6,-22-27 0,-48 16 0,-25 45-3,33 22 0,0 7-25,-25 18 28,52 19 0,11 2 0,8-19 0,12 31 0</inkml:trace>
</inkml:ink>
</file>

<file path=ppt/ink/ink5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57.3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1 218 28530,'63'-53'11,"1"1"0,6 1 0,-2 12 6,14 27-6,0 2 0,-1 17 6,-46 19 0,-17 24-6,-70 29-5,-7-8-4,-2-23 1,-2-1-3,21-16 0,3-1 0,-39 33 6,64-30-6,35-18 0,32-12 0,38-10 0,7 2 0,1-3 0,-10 6-11,-53 2-2224,3-2 2235,-15-9 0,-10 6 0,0-6 0</inkml:trace>
</inkml:ink>
</file>

<file path=ppt/ink/ink5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58.26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1 178 28591,'64'-48'5,"0"0"1,-5 3 0,-5 13-6,-7 29 0,1 1 6,21 13 10,-22 21 7,-6 21-18,-44 1 1,-47 17-6,-24-27 7,-10 2-7,18-20 0,42-15 0,33-7 0,63-4 0,-2 2 0,-4 5 0,3 6 0,-14 2 0,-2 3 0,5 7 0,-4 3 0,11 17 0,-49 7 0,-77-15 0,11-16 0,-6-2 0,-19-1 0,-1-5 0,11-3 0,2-2 0,-4 1 0,4 0-46,-14 6 46,6 5 0,35-7 0,24-3 0</inkml:trace>
</inkml:ink>
</file>

<file path=ppt/ink/ink5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01.6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264 1 28089,'-63'28'327,"0"0"1,4-3 0,13 7 655,26 54 0,8-19-492,15-8 1,11 0 34,45 17-521,-12-36 1,8-7-6,13-11 0,2-11 3,-13-9 0,-2-9-3,6-11 0,-7-9 17,4-37 16,-13-24-22,-26 19 12,-44-9-18,-18 28 7,-33-4 4,-16 24-10,13 15-3,30 25 0,1 11 2,-21 39-5,36-10 0,6 5 0,4-8 0,11 1 3,20 10 0,16-5-3,54 8 0,-17-31 0,8-10 0,10-17 0,0-11 0,-16-3 0,-3-8 2,4-17 1,-9-9-3,-4-41 0,-27 33 0,-8-1 0,-22-29 0,-15 37 0,-10 6 12,-54-13-7,25 28 1,-4 8-6,-6 15 0,1 9 2,13 5 1,4 9-3,-7 22 0,9 11 0,24-6 0,7 2 0,-2 8 0,10-1 0,24 18 0,46-33 0,24-54 0,-31-10 0,-2-8 6,-8-9 0,-6-5-1,10-35 1,-68-5-6,-58 45 0,-10 5 0,22 28 0,3 12-23,-6 38 23,63 6 0,8 3 0,-9 9 0,60 19 0</inkml:trace>
</inkml:ink>
</file>

<file path=ppt/ink/ink5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1.68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0 648 28457,'4'-69'20,"-1"0"1,0 4-1,3 4-20,12-28 23,6-2-18,0 4 12,1 16-17,-10 46 0,7 4 0,6 41 0,0 4-5,9 47 10,-14-2 6,-5-2 45,-10-14-56,-4-46 6,1-17-6,5-23 6,5-23-6,-3 15 0,7-6 0,-4 38 0,0 16 5,6 39-5,-8 12 0,-3-1 11,-3-9-5,-5-36-6,9-29 0,1-10 0,20-38-6,-12 27 6,15-1 0,-14 34 0,3 37 0,-9 22-61,-4 18-942,4-19 1003,8-27 0,-7-18 0,3-11 0</inkml:trace>
</inkml:ink>
</file>

<file path=ppt/ink/ink5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2.16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270 42 28625,'-56'-13'5,"1"-1"1,-38 0-6,67 69 0,8-9 0,1 32 6,12-25-6,21-4 0,16-24 0,8-22 0,21-30 5,-22-6-5,-1-5-5,-15 11 5,-9 30 0,-3 8-6,4 16-100,13 13 106,-5-14 0,2 0 0,-14-19 0</inkml:trace>
</inkml:ink>
</file>

<file path=ppt/ink/ink5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2.36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28328,'55'54'-4,"-1"0"0,-4-5 1,-6-10-120,-13-17 123,16-12 0,-27-3 0,10-7 0</inkml:trace>
</inkml:ink>
</file>

<file path=ppt/ink/ink5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2.56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230 1 28362,'-41'67'5,"1"0"1,-3 5-1,6-5-173,8 5 168,3-10 0,14-29 0,11-26 0</inkml:trace>
</inkml:ink>
</file>

<file path=ppt/ink/ink5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3.08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28541,'1'63'20,"0"1"1,1 18-1,1-3-20,-1 14 11,0-20 1,0-3 16,-1 5-28,9-20 0,14-46-6,5-25 6,24-7 0,-16 17-11,27 3-185,3 7 196,21-1 0,-33 1 0,-9-2 0</inkml:trace>
</inkml:ink>
</file>

<file path=ppt/ink/ink5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3.36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11 271 28294,'-5'-61'7,"0"0"1,6 2 0,9 11-19,17 24 22,16 6-6,-15 24-5,-9 20 0,-15 0-985,-17 14-3216,8-30 4201,-5-1 0,10-15 0,5 0 0</inkml:trace>
</inkml:ink>
</file>

<file path=ppt/ink/ink5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3.75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235 272 28020,'-12'-64'125,"-1"0"0,-2 2 0,-3 13-97,-10 29-17,-4 7 17,-9 52 28,9 36-31,17-10 1,3 5-15,2-8 0,4 2 0,6 29 1,8 2-12,2-20 0,4 0 2,0 12 1,2-3-3,-1-23 0,1-6-593,7 25 593,-32-93 0,11 23 0,-18-47 0</inkml:trace>
</inkml:ink>
</file>

<file path=ppt/ink/ink5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3.88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26 27874,'67'-3'-1714,"1"0"0,-8 0 1,-6 0 1713,-1-4 0,-27 4 0,-9 0 0</inkml:trace>
</inkml:ink>
</file>

<file path=ppt/ink/ink5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4.20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28597,'12'83'5,"-1"0"1,2-1 0,0-6-6,0-23 0,0-3-20,0 3 0,-2-4 20,-2-5 0,-2-5 0,-6-29 0</inkml:trace>
</inkml:ink>
</file>

<file path=ppt/ink/ink5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4.34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42 28143,'83'-12'-105,"0"1"1,-28 0 0,-7 4 0,7 7 0</inkml:trace>
</inkml:ink>
</file>

<file path=ppt/ink/ink5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4.67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226 0 28569,'-59'74'11,"-1"0"0,6-6 0,13 0-11,30-7 0,12-1 3,7-3 0,7 1-9,4 7 1,9-5-71,8-17 1,6-10 75,36 6 0,-30-31 0,-20-8 0</inkml:trace>
</inkml:ink>
</file>

<file path=ppt/ink/ink5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5.28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104 1 28507,'-15'57'28,"0"0"0,2-5 0,-1-7-17,-1-11 1,2-6-12,-2-1 5,11-19-5,7-9 6,10-19-6,4-7 0,4-17 0,-4-1-6,-1 1 6,-8 3 0,-4 34 0,0 12 0,0 25 6,8 40-1,3 7 1,-2 20 11,-3-16-17,-26-19 0,-1-27 0,-17-15 5,1-16-10,8-2 5,18-8 0,19 5-6,42-5-5,-12 6-95,26-3 106,-17-20 0,-18 14 0,-6-13 0</inkml:trace>
</inkml:ink>
</file>

<file path=ppt/ink/ink5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5.52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28535,'53'81'22,"-1"0"1,-4-6-1,-8-4-10,-9 11-4,-17-28 0,-3 0-8,2 22-3,-5-23 1,-7-1 2,-23 5 0,17-14 0,-17-19 0</inkml:trace>
</inkml:ink>
</file>

<file path=ppt/ink/ink5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6.62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28451,'58'6'-161,"-1"-1"1,4-1 0,-10-4 160,-17-6 0,-3 0 0,-20 3 0</inkml:trace>
</inkml:ink>
</file>

<file path=ppt/ink/ink5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6.83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54 28121,'80'-15'-198,"-1"0"1,15-9 0,-33 24-1</inkml:trace>
</inkml:ink>
</file>

<file path=ppt/ink/ink5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8.07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0 590 28076,'5'-84'80,"0"1"0,-2 16 1,1 4-37,2 7 1,1 5-33,4-20-12,3-2-6,2 32 28,9 44-5,0 45-11,0 14-4,-13-9 1,-2 3 3,0 24 134,-1 3-134,-7-51-6,1-30 0,7-48 0,0 7 5,15-24-16,-4 28 11,9 15 0,-12 27 6,2 42-6,-12-9 0,-1 11 5,-4-19-5,7-22 6,-2-11-6,20-40 0,-2-9-6,9-3 6,-3 24-5,-10 28-1,-3 23-11,-5 8-190,16 15 207,8-13 0,-7-4 0,-5-17 0</inkml:trace>
</inkml:ink>
</file>

<file path=ppt/ink/ink5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8.51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298 1 28574,'-57'1'20,"0"0"0,-40 15-15,70 35 1,-2 36-1,13-1-5,1-4 0,29-19 0,19-46 0,25-31 6,11-31-6,-14-8 0,-10-9 0,-27 45 0,-4 12-6,-6 27-139,5 28 145,7-7 0,-5-5 0,-1-19 0</inkml:trace>
</inkml:ink>
</file>

<file path=ppt/ink/ink5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8.71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28390,'32'59'5,"0"-1"1,-2-4-1,-1-6-5,8 0 0,8 1 0,-23-24 0,1-1 0</inkml:trace>
</inkml:ink>
</file>

<file path=ppt/ink/ink5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8.89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187 0 28384,'-42'69'-157,"-1"-1"0,5-7 1,7-1 156,13 37 0,10-55 0,1 18 0</inkml:trace>
</inkml:ink>
</file>

<file path=ppt/ink/ink5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9.95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234 1 28468,'-47'68'37,"0"-1"0,4 2 1,7-1-33,18-12 1,6 1-538,1 4 1,2 2 531,2-1 0,4 3-2,9 20 1,10 1 1,11-7 0,9-1-51,12 10 1,9-6 50,1-18 0,0-10 0,19 5 0,-33-31 0</inkml:trace>
</inkml:ink>
</file>

<file path=ppt/ink/ink5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6.41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0 450 28440,'13'-55'0,"-1"1"0,9-42 0,-14 49 0,0 2 17,4-12-28,-4 10 11,13 7 5,-7 32 6,18 47-11,-14 8 0,14 45 0,-18-23 107,1-4-102,-10-34-5,-2-35-5,4-39 10,5-9 1,2-1-17,1 14 11,9 33 0,-11 16 0,17 31 11,-17-6 17,5 11-28,-3-30 6,-1-15-1,20-38-5,5-15 0,4 0-5,-5 12-1,-10 37 12,-8 36-1,5 24-5,-11 7-11,3 2-118,-1-34 129,20-14 0,-19-10 0,9-15 0</inkml:trace>
</inkml:ink>
</file>

<file path=ppt/ink/ink5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6.90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294 0 28502,'-58'1'28,"0"0"0,-40 8-17,69 32 6,4 3-17,7 24 0,11-2 5,18-6 1,27-18-6,19-35 0,14-32 0,-18-5 11,-5-33 0,-31 21-11,3 15 0,-12 25 0,7 25-5,12 20-124,8-5-398,5-6 527,5-14 0,-27-17 0,1-1 0</inkml:trace>
</inkml:ink>
</file>

<file path=ppt/ink/ink5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7.08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28384,'50'52'2,"-1"1"0,-3-5 0,-6-7-8,-2-11 6,-7-6 0,-14-13 0,-6-4 0</inkml:trace>
</inkml:ink>
</file>

<file path=ppt/ink/ink5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7.29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138 0 28395,'-32'69'11,"1"-1"0,0 5 1,7-6-203,14 1 191,2-7 0,6-28 0,2-24 0</inkml:trace>
</inkml:ink>
</file>

<file path=ppt/ink/ink5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7.82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26 0 28457,'0'74'35,"0"-1"1,0 9-1,0-5-7,-7 11-11,3-4-11,-7-24 10,8-34-10,24 2 0,11-13-1,57-3-5,2-7-773,5-4 773,-30-5 0,-39 3 0,-19-3 0</inkml:trace>
</inkml:ink>
</file>

<file path=ppt/ink/ink5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8.44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103 368 28530,'-29'-56'7,"1"0"0,1 4 1,9 4-8,18-7 0,0 7-22,12 4 10,7 36 1,4 18-11,-3 39 22,-13-4 0,-5 3-599,-7-13-113,16-17 712,21-12 0,-10 1 0,11-10 0</inkml:trace>
</inkml:ink>
</file>

<file path=ppt/ink/ink5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8.79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172 0 28434,'-50'40'33,"-1"-1"1,8 9 0,15 8-23,34 26 1,15 3-10,-7-18 1,3-2-3,9 4 0,1-5 6,4 12-6,-3-10 0,-17-33 0,-9-26 0</inkml:trace>
</inkml:ink>
</file>

<file path=ppt/ink/ink5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8.94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5 28020,'72'-2'-177,"-1"0"1,1 2 0,-11 0-1,-25 1 1,-3 2 0</inkml:trace>
</inkml:ink>
</file>

<file path=ppt/ink/ink5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9.24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28468,'0'63'33,"1"-1"1,1-3 0,1-3-29,6 17-2,0-24 0,1 1-9,7 40-2245,-1-7 2251,-15-29 0,-2-38 0,-6-7 0</inkml:trace>
</inkml:ink>
</file>

<file path=ppt/ink/ink5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9.38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19 27785,'63'-4'-129,"-1"-1"0,26-5 0,-65 16 1</inkml:trace>
</inkml:ink>
</file>

<file path=ppt/ink/ink5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9.84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107 0 28552,'-28'81'18,"1"0"1,3-5 0,5-3-19,12-11 0,5-2 0,7-3 0,4 1-9,4 7 1,5-4-205,33 20 213,-7-37 0,-14-29 0,-19-13 0</inkml:trace>
</inkml:ink>
</file>

<file path=ppt/ink/ink5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0.30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0 127 28367,'56'-38'43,"0"0"0,-6 3 0,-12 20-4,-26 67 23,-16 18-29,-27 22-27,2-20 0,-20 1-6,30-29 0,4 2 0,22-20-6,20-10-28,15-13-229,18-10 263,-4-19 0,-21 10 0,-13-8 0</inkml:trace>
</inkml:ink>
</file>

<file path=ppt/ink/ink5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0.55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28474,'57'64'37,"0"0"0,-5-3 1,-11-3-33,-15 20 0,-15-28 1,-4 2 6,2 37-12,-10 3 0,-1-45 0,-4-23 0</inkml:trace>
</inkml:ink>
</file>

<file path=ppt/ink/ink5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0.78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74 1 28546,'6'69'2,"0"0"0,-1-7 0,-2-4-148,-9 21 146,-31-16 0,21-11 0,-19-25 0</inkml:trace>
</inkml:ink>
</file>

<file path=ppt/ink/ink5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5.08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24 464 28474,'-8'-67'-4,"0"-1"0,2-6 0,4 6-1,15 1 10,0 2 7,11 22-18,0 31 0,10 18 12,-4 14-6,4 38 17,-16 7-6,-2-2 39,-8-7-38,1-47-12,-3-10 5,6-25 12,3-21-17,-1 13 0,7-18-11,-7 31 11,6 5 5,-4 37 1,2 2 0,1 36 33,-6-19-34,12-16-5,-6-23 0,26-44-5,-5 10 5,0 0 0,-2 35-11,-14 33-101,7 13-303,-7-1 415,8-13 0,-21-25 0,5-5 0</inkml:trace>
</inkml:ink>
</file>

<file path=ppt/ink/ink5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5.52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303 78 28630,'-60'-25'0,"1"0"0,4 4 0,9 14 0,11 53 0,10 29 6,2 21-6,37-9 6,9-34-6,40-28 0,0-57 0,0 3 5,-1-43-5,-33 35-5,-2-5 5,-15 43 0,-3 8-12,1 21-1757,7 10 1769,2-9 0,-4-4 0,-4-16 0</inkml:trace>
</inkml:ink>
</file>

<file path=ppt/ink/ink5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5.69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28283,'38'56'9,"0"1"1,-3-7-1,-1-7-26,3-8-218,-4-15 235,-6-8 0,-12-9 0,-8-3 0</inkml:trace>
</inkml:ink>
</file>

<file path=ppt/ink/ink5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5.86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187 1 28373,'-48'66'-144,"0"-1"0,4-6 1,11-3 143,24 13 0,4-36 0,5 6 0</inkml:trace>
</inkml:ink>
</file>

<file path=ppt/ink/ink5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6.47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11 124 28160,'-3'64'58,"0"1"0,0 8 0,2-4-2,2 16 106,4-8-162,4-46 0,-2-51 11,-1-33-5,-6-8-4,-1 12 1,0-2 3,1-44-6,-2 0-6,18 4 1,8 51-1,25 8 12,5 47-6,-11 11 0,-10 50 0,-30-4 5,-34 11-5,-3-26 6,-30-23-17,31-24-6,3-10 11,35-3 6,11 6 6,21 10 0,24 22-6,9 1-68,-4-1 68,6-16 0,-50-14 0,5-5 0</inkml:trace>
</inkml:ink>
</file>

<file path=ppt/ink/ink5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6.67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28434,'6'64'18,"1"-1"1,-1-5 0,0-8-13,1-6 5,-2-8-1467,0-5 1456,-3-26 0,0 5 0,-2-22 0</inkml:trace>
</inkml:ink>
</file>

<file path=ppt/ink/ink5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6.80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27231,'0'0'0</inkml:trace>
</inkml:ink>
</file>

<file path=ppt/ink/ink5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7.37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297 262 28322,'-23'-56'63,"-1"-1"1,0 6 0,-1 8-25,-11 12 6,-5 13-40,18 12 1,-24 43-6,25-7 6,-8 58-6,28-20 0,30 5 0,0-29 5,35-23 1,-6-18-6,7-3 0,-11 15 0,-22 3 0,-17 29 5,-36-4-5,-12 1 0,-11-20-263,-7-12 263,22-36 0,7 18 0,12-18 0</inkml:trace>
</inkml:ink>
</file>

<file path=ppt/ink/ink5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7.73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29 0 28513,'-8'67'15,"0"-1"0,0-5 0,4-2 1,11-8 1,5-2 0,8 33 22,6-6-39,3-42 6,-15-41-6,21-39 0,-11 3-6,11-18 6,-8 46 0,-7 16 0,-1 33-17,-9 30-677,1-1 694,1-2 0,-6-27 0,1-23 0</inkml:trace>
</inkml:ink>
</file>

<file path=ppt/ink/ink5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7.95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28479,'0'71'20,"1"-1"1,0-4 0,0-5-21,1 35-56,3-16 56,-3-11 0,3-34 0,-5-28 0</inkml:trace>
</inkml:ink>
</file>

<file path=ppt/ink/ink5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8.08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28042,'89'2'-665,"0"0"1,-6 0-1,-13 1 1,-30 3-1,-12-2 1</inkml:trace>
</inkml:ink>
</file>

<file path=ppt/ink/ink5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8.32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153 1 28518,'-40'74'18,"0"0"1,3-6 0,9-2-19,20-14 0,9-2-22,20 41-12,2-9-430,44-29 464,-10-39 0,-11-7 0,-16-7 0</inkml:trace>
</inkml:ink>
</file>

<file path=ppt/ink/ink5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8.60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28289,'53'16'72,"1"-1"1,-4 10 0,-16 5-17,-51 34-45,2 1 1,-20 2-24,22-27-10,9-3-392,59-23 414,-1-30 0,7 6 0,-28-13 0</inkml:trace>
</inkml:ink>
</file>

<file path=ppt/ink/ink5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8.84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28490,'51'72'32,"0"0"0,-4-3 0,-9-4-16,-13 18-13,-15-27 0,-3 2 3,0 40-6,-5 1 0,-2-50 0,-2-28 0</inkml:trace>
</inkml:ink>
</file>

<file path=ppt/ink/ink5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1.99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28614,'62'51'9,"0"0"0,-4-1 1,-6-4-5,3 10-2,-18-9 0,-2 7 2,-4 8 1,-4 4-6,-2-1 0,-4 4 3,-8 22 1,-12 2-4,-17-20 0,-8-1 0,-1 13 0,-5-3 0,-4-16 0,-2-7 0,-15 19-141,24-41-543,25-25 684,9-19 0,2 3 0,-1-4 0</inkml:trace>
</inkml:ink>
</file>

<file path=ppt/ink/ink5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3.28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28625,'2'60'5,"0"-1"1,-1-2 0,1-4-1,-2 21-5,0-3 0,1 23-5,4-17-12,1-5-274,1-30 291,0-33 0,-5-4 0,2-8 0</inkml:trace>
</inkml:ink>
</file>

<file path=ppt/ink/ink5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3.45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15 28378,'83'-4'13,"1"-1"0,-18 2 1,-7 1-597,21 5 583,-30-1 0,-12 1 0,-12-3 0</inkml:trace>
</inkml:ink>
</file>

<file path=ppt/ink/ink5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4.16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172 1 28507,'-38'74'18,"1"1"1,5-10 0,4-8-19,3-7 34,14-22-34,11-31 0,10-12 0,17-37 5,-1 5 1,19-33 0,-20 25-1,-2 5 12,-4 41-6,-9 28-5,19 62-1,-9-13-5,-2-5 0,0 3 3,-5-15 0,-2-1 0,1 6 1,-5 0-4,-24 29 0,-13-34 0,-50-15 0,14-22 0,1-4 0,49-9 0,39-1 0,23-2 0,11-1 0,9-1 0,2-1 0,-1 0 0,0 0 0,6-1 0,-7 0 0,-11 2-35,-3-1-357,-44 1 392,-12 1 0,-2 0 0,-3 1 0</inkml:trace>
</inkml:ink>
</file>

<file path=ppt/ink/ink5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6.78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20 165 27992,'64'-46'24,"-1"0"0,-6 2 1,-7 15 3,-17 38 112,-2 25-39,-17 28-68,-17 36-33,-13-10 0,-7-30 0,-6 1 14,2-12 0,-1 0 14,-8 9 0,-1 1-25,4-2 0,2-3-3,-12 25 0,18 13-6,24-22 17,15-2 6,31-4-22,16-35-1,15-4 6,-18-16 6,-14-24-6,-31 2 5,-4-30-38,-18 0 16,-1-11-22,-3 14 39,20 10-12,5 30 12,15 12 6,-4 37 56,-11 15-6,-21 25-45,-15-14-6,-33 9-3953,12-35 3948,17-12 0,11-18 0,25-19 0</inkml:trace>
</inkml:ink>
</file>

<file path=ppt/ink/ink5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7.18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92 465 28530,'-25'-67'18,"-1"1"1,3 5 0,6 6-19,17-11 0,12 5-17,15 4 6,1 25-1,2 52-49,-19 29-197,-25 23 258,3-12 0,-10-25 0,15-25 0</inkml:trace>
</inkml:ink>
</file>

<file path=ppt/ink/ink5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7.58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294 391 28468,'-64'-26'7,"0"0"1,6 5-1,9 16-7,18 53-11,16 26 11,3 0 0,41 4 0,14-49-5,18-20 5,-14-30 22,-12-52 0,-25-17-11,-5 32 1,-2-3-12,-2 3 0,-2 3-11,-1-26-191,0 20 202,-1 26 0,1 18 0,0 3 0</inkml:trace>
</inkml:ink>
</file>

<file path=ppt/ink/ink5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8.11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301 215 28048,'-1'-54'160,"1"1"1,-13 0 0,-8 12-133,-26 27-17,-30 16-6,9 36 1,22 26 0,18 0-6,42 10 5,24-36 1,10-7-1,25-24 1,-7-20-6,14 4 0,-11 13 0,-24 35 0,-23 6 6,-60 28-6,-31-25-6,19-23 0,-3-4-16,-31 2-247,23-28 269,58-30 0,-3 13 0,22-9 0</inkml:trace>
</inkml:ink>
</file>

<file path=ppt/ink/ink5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8.40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208 369 28591,'-56'-18'11,"0"0"0,4-6 1,14-6-12,32-30 0,31-21-11,2 17-17,31 9 22,-29 37-11,-4 40-16,-31 4 33,-18 37 0,7-40 0,-2 1 0</inkml:trace>
</inkml:ink>
</file>

<file path=ppt/ink/ink5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9.24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5 0 28507,'8'62'22,"1"-1"1,0 6-1,-2-4 1,-3 2-23,1 0 33,-1-32-33,9-25 6,2-17-6,11-4 0,23-12 0,13 12 0,4 0 0,21 27 0,-37 18 0,-15 24 0,-75 13 0,-14-14 0,-5-26 0,-6-7-6,-27-2-33,5-4-140,31-46 179,123-33 0,-55 17 0,71-9 0</inkml:trace>
</inkml:ink>
</file>

<file path=ppt/ink/ink5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9.51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222 293 28552,'-61'-24'5,"0"0"1,7 2 0,14-1-6,34-9-11,23-19-23,22 4 17,1 3-28,14 18-11,-36 39-112,-15 19 168,-14 7 0,-4-9 0,8-16 0</inkml:trace>
</inkml:ink>
</file>

<file path=ppt/ink/ink5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9.76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28384,'3'63'18,"1"0"1,0-3 0,2-4-19,9 16 6,2-2-1,3 13-414,-9-18 409,-17-5 0,4-33 0,-14-18 0</inkml:trace>
</inkml:ink>
</file>

<file path=ppt/ink/ink5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9.88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96 27085,'76'-24'-129,"0"0"0,-5 2 0,-11 5 1,-21 12-1,-12 2 0</inkml:trace>
</inkml:ink>
</file>

<file path=ppt/ink/ink5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00.52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84 0 28574,'-20'47'22,"0"0"1,-12 34-12,26-51 1,3 11-7,1-8-5,10 0 11,2-17-5,28-23-6,-14-5 0,17-3 0,-17 10 0,7 8 0,18 2 0,4-2 0,5-17 0,-20 2 0,-17-24 0,-15 7 0,-3-5 0,-3 26 0,0 11 0,1 24-6,8-4 1,36-4-6,5-25 5,11-5-67,-17-28-78,-29-2 151,-6-6 0,-7 18 0,-2 11 0</inkml:trace>
</inkml:ink>
</file>

<file path=ppt/ink/ink5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00.91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144 368 28563,'-40'-62'7,"0"0"1,3 6 0,11 4-8,26 2 0,10 15-6,14-4 6,3 28 0,-2 29-22,-15 18-9809,-15 8 9372,11-2 0,-10-28 0,15-4 0</inkml:trace>
</inkml:ink>
</file>

<file path=ppt/ink/ink5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01.15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0 487 28457,'46'-57'17,"-1"-1"1,1 1 0,-1-3 0,-1-1 0,-14 11-18,-15-2 0,20-16 6,5 45 5,9 40-16,0 34-12,-10 14-213,3 11 230,-15-37 0,-6-7 0,-9-19 0</inkml:trace>
</inkml:ink>
</file>

<file path=ppt/ink/ink5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02.33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110 17 28552,'-22'56'3,"-1"1"1,4-7 0,2-6-4,3-8-5,5-8 5,4-17 0,6-14 0,22-40 11,8-23 6,5-18 16,-12 13-27,-6 40-6,-5 30 5,18 59-5,2 13 6,-2 24 5,-14-6-5,-47-13-6,-4-24 0,-42-10 0,37-25 0,19-3 5,39-11-5,33-2-5,46-14 5,-47 7 0,-1-2 0,1-2 0,-3 0-140,20-5-594,-45-7 734,-13 8 0,-7-5 0,-3 12 0</inkml:trace>
</inkml:ink>
</file>

<file path=ppt/ink/ink5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02.58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1 121 28608,'68'-23'3,"-1"0"1,-5 3 0,-8 4 2,-10 6-12,5 4-16,-16 3 22,28-7 0,-42 8 0,14-5 0</inkml:trace>
</inkml:ink>
</file>

<file path=ppt/ink/ink5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03.15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8 260 28462,'-3'-54'45,"-1"0"0,5-36-34,38 61 6,11 12-6,17 1 0,-14 16 23,4 37-17,-24 29-15,-17-14 1,-3 3 3,1 38-3,-18-38 1,-8-3-4,-27 13 0,-18 1 0,5-32 0,25-16 0,33-17 0,49 1 0,-1-2 0,0-1 0,3-1 0,26-1 0,0-2 0,-34-1 0,-31 3 0,-15 1 0</inkml:trace>
</inkml:ink>
</file>

<file path=ppt/ink/ink5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51.54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1138 375 28541,'-75'-20'3,"0"0"1,6 0 0,5 10-4,-29 35 11,39-4 0,-2 6 3,-17 15 0,0 8-6,-1 8 1,5 5-788,8 7 1,9 0 778,15-14 0,8 0 245,11 4 0,14-4-245,47 3 6,14-9 0,8-30 266,-13-33-261,-36 1-11,-28-15 0,-36 21 817,-9 16-817,7 17 0,1 13-3,10 10 0,6 9 3,-4 15 0,6 4 0,8-14 0,9 0 0,13 7 0,11-5 0,29 7 0,17-10 6,-5-34 1,-14-32-7,-51-6 0,-4 0 0,-30 19 0,11 20 0,1 57-4,27-31 1,9 3 3,15 15 0,15-1 3,13-4 1,10-9-4,0-14 0,7-10-4,16-9 1,2-13 3,-24-15 0,-1-9 0,3-6 0,-4-5 7,7-20-7,-31-6 0,-23 28 0,5 22 0,9 14 0,47 39 0,-14-28 0,7-2 0,19 2 0,6-5 0,4-6 0,-1-6 0,-20-8 0,-3-7 0,-6-6 0,-9-8 0,-11-23 0,-9-1 0,-8 8 0,9 36 0,15 6 0,9 4 0,17 2 0,5 0 0,-1-1 0,3-2 0,-9-7 0,4-1 0,-6-5 0,3-7 0,-5-4 0,2-2 0,-6-4 0,3-19 0,-47-4 0,10 34 0,12 6 0,38 25 0,-7-6 0,7-2 0,10-4 0,6-4-389,-19-4 0,4-2 0,-4-2 389,14-4 0,-6-6 0,-6-8 0,-12-6 0,-17-20 0,-10 3 0,-26 22 0,16 26 0,64 18 0,-23-15 0,5-2 0,0 2 0,2-5 583,19-11 1,-7-12-584,-36-1 0,-7-7 0,2-9 0,-13-5 0,-31-42 0,-23 24 0,-22 17 0,59 35 0,5 3 0,69 8 0,-11-35 0,2-26 0,-52 6 0,-12-5 0,-12 6 0,-11-1 0,-17-19 0,-13 2 0,-4 17 0,-6 5 0,-5-6 0,0 5 0,-19-5 0,38 36 0,38 16 0,30 0 0,-6-18 0,4-38 0,-35-29 0,-24 25 0,-9 1 0,5 10 0,-7 3 0,-31-9 0,-7 8 0,20 22 0,0 4 0,-5-2 0,4 5 0,-14 15 0,40 13 0,29 7 0,26-9 0,-1-13 0,18-36 0,-27-26 0,-26 19 0,-13 1 0,-17-3 0,-12 7 0,-28 4 0,-7 10 0,11 6 0,-2 7 0,-21 8 0,1 10 0,34 11 0,4 5 0,-5-2 0,6 4 0,-7 19 0,40-25 0,21-30 0,-15-45 0,-15 5 0,-18 6 0,-16 4 0,-19 12 0,-7 8-89,32 7 1,0 1-1,-5 3 89,-21 2 0,-6 4 0,5 8 0,-9 14 0,4 9 0,24-7 0,-1 2 0,7 6 0,-4 18 0,11 7 0,21-7 0,14 0 0,21 13 0,42-23 0,16-51 0,-7-33 0,-34-8 0,-48 14 0,-21 5 0,-24 16 0,-12 12-527,10 6 0,-6 4 0,2 4 527,11 4 0,1 3 0,1 9 0,-8 9 0,2 8 0,16 11-32,22 33 1,11 2 0,-12-29 0,8-2 0,35 8 0,0 0-1</inkml:trace>
</inkml:ink>
</file>

<file path=ppt/ink/ink5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52.18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0 180 28188,'21'-95'403,"-3"16"-375,-14 73 6,-1 15-29,-2 44-5,1 1 0,2 0 0,1 4 0,4 29-5,4 10 5,-4-27 0,-4-36 0,-4-17 0</inkml:trace>
</inkml:ink>
</file>

<file path=ppt/ink/ink5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52.54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1 145 28339,'89'-37'73,"0"0"0,-7 3 0,-1 7-68,-7 18 1,0 8-1,5 2 1,4 5-875,14 11 0,-2 7 869,-22-5 0,-8 9 278,-7 18 1,-18 10-268,-32-6 0,-12 3-8,-4 0 0,-11 0-3,-42 17 0,-18-6-50,-1-15 1,-6-5 49,22-11 0,-3-1 0,3-3-14,-17 1 0,8-8-362,-9-7 376,55-40 0,24 10 0,14-10 0</inkml:trace>
</inkml:ink>
</file>

<file path=ppt/ink/ink5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54.07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552 76 28440,'-68'-21'26,"-1"0"0,5 1 0,6 6-9,1 15 17,-20 20-29,11 13-5,6 27 0,28-8 0,32 16 6,38-21 0,29 5-6,-17-29 0,2-3 0,34 12 0,-34-10 0,-3 2-6,10 19 12,-8 0 5,-26 5-6,-44-12 1,-37 3-6,-38-8 0,38-21 0,0-2 0,-29 0-1305,13-4 1305,48-17 0,3 10 0,18-10 0</inkml:trace>
</inkml:ink>
</file>

<file path=ppt/ink/ink5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55.95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42 76 28367,'14'63'37,"-1"-1"1,-1-3-1,-3-3-20,-4 12 5,-3 29-5,0-10-6,-2 6-11,0-35 6,0-33-6,0-35 0,0-11 0,-2-34-6,-4-9-10,-5-26 10,-1 12-5,4 26 0,-2 1 5,-6-24 0,-1 3-10,0 14 21,22 27 1,26 4-12,7 8 6,39 4-5,-17 5 10,4 0-5,-19 5 0,-25 4 0,-11 1 0</inkml:trace>
</inkml:ink>
</file>

<file path=ppt/ink/ink5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56.24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0 125 28166,'70'-14'7,"1"0"0,-7 2 1,-8-1-8,-9-6-50,-14 2 50,-12-1 0,-12 9 0,-6 1 0</inkml:trace>
</inkml:ink>
</file>

<file path=ppt/ink/ink5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4.09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244 0 28614,'-40'54'7,"-1"0"0,4-3 1,3-7-2,-2-5-1,7-6 1,8-8-6,15-20 0,15-14 0,33-44 0,12-15 5,-21 27 1,-1 0-6,11-15 0,-6 20 0,-16 51 7,4 7-7,-2 35 0,2 38 0,-15-40 0,-2 2 0,1 12 0,-1 1 0,-3-18 0,-4-3 0,-10 48 0,-18-44 0,-16 0 0,-1-23 0,5-13 0,15-12 0,15-2 0,21-3 0,23 0 0,13 0 0,7 0 0,4 0 0,2 0 0,10 0 0,-1 0 0,26 0 0,-48 0 0,-37 0 0</inkml:trace>
</inkml:ink>
</file>

<file path=ppt/ink/ink5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4.98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1 331 28563,'9'-57'19,"1"1"1,15-41-8,12 57-12,3 7 11,24 2-6,8 15 7,12 45-7,-26 13 0,-34 15 1,-14 9-3,-23-5 0,-10 1 0,-9 13 1,-7-2-4,-1-16 0,-5-7 0,-9-4 0,4-8 0,3-5 0,11-9 0,78-17 0,13-7 0,13-1 0,7-1 0,-15-1 0,-1-2 0,5 2 0,-3-1 0,15-7-18,-37-1 18,-8-12 0,-16 10 0,5-5 0</inkml:trace>
</inkml:ink>
</file>

<file path=ppt/ink/ink5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5.84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135 313 28462,'9'-61'35,"-1"-1"1,1 6 0,8 8-25,51 8-5,-9 17-1,-9 7 1,2 9 5,23 38 23,-10 33-26,-49-12 0,-16 4-5,-20 4 0,-12-5 0,2-9 1,-6-7-4,-18-4 0,-2-10 0,-13-7 0,29-6 0,46-8 0,50 4 0,-5 6 0,5 5 0,-7 4 0,-1 3 0,0 0 0,-6 3 0,-1 44 0,-93-20 0,7-24 0,-6-3 0,-3-7 0,-4-5 0,-13-3 0,1-6-7,-18-5 7,8-30 0,39 20 0,29-20 0</inkml:trace>
</inkml:ink>
</file>

<file path=ppt/ink/ink5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6.84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71 1 28597,'-19'61'5,"0"0"1,3-4 0,4-5-6,8 6 0,4-1 5,11-6-5,21 16-33,22-11 33,-3-29 0,0-5 0,1 4 0,10-21 0</inkml:trace>
</inkml:ink>
</file>

<file path=ppt/ink/ink5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7.04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47 1 28362,'-13'82'39,"1"0"0,2-4 0,2-2-39,4-3 0,5-1-20,5-6 1,2-1-309,-1 0 1,2-4 327,24 31 0,-17-62 0,0-6 0</inkml:trace>
</inkml:ink>
</file>

<file path=ppt/ink/ink5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8.5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0 658 28115,'52'-51'4,"0"-1"1,0 1-1,-3 2 1,-1 0 0,-5 5-11,-2 2 0,-4 4-361,2-4 0,-2-2 367,1-5 0,-2 3 0,3-5 0,-6 2 0</inkml:trace>
</inkml:ink>
</file>

<file path=ppt/ink/ink5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7.76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93 1 28574,'-30'55'14,"1"0"0,-4 38-14,102-35 0,-17-26 0,5 1 0,14 9 0,-2 5 0,-13 1 0,-9 3 6,11 28 5,-91 9-11,-34-42-14,16-23 0,-3-8-98,-36-25 112,10-47 0,52 19 0,1-13 0</inkml:trace>
</inkml:ink>
</file>

<file path=ppt/ink/ink5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7.90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0 124 27970,'83'-24'-56,"0"0"1,11-2 0,-10 4 0,-15 9 0,5-2 0</inkml:trace>
</inkml:ink>
</file>

<file path=ppt/ink/ink5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8.95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28502,'29'72'13,"-1"-1"0,12 13 0,3-4-11,-7-27 1,3-3-3186,9 7 0,0-4 3183,13 11 0,-22-33 0,-27-27 0</inkml:trace>
</inkml:ink>
</file>

<file path=ppt/ink/ink5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9.52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1 477 28261,'60'-66'11,"1"0"0,5-4 0,-5 5-229,8-6 218,-32 33 0,-3 1 0,3-3 0,-18 17 0</inkml:trace>
</inkml:ink>
</file>

<file path=ppt/ink/ink5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49.86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28541,'9'82'16,"1"-1"1,1-2 0,7-4-17,18-3 0,10-4-2998,4 0 0,3-3 2998,-4-5 0,-1-4 0,23 11 0,-49-50 0</inkml:trace>
</inkml:ink>
</file>

<file path=ppt/ink/ink5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8:59.17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 1 26777,'11'96'263,"0"0"0,-3-31 0,0 1 1,-2 5-245,-2 1 1,-1 5-1,0 3 1,0 1-871,-1 11 0,1 2 0,-1 3 0,0 4 869,-1-18 1,1 6 0,-1 1-1,0 1 1,0-2 0,0-2-13,-1 2 1,0-3 0,-1-1 0,0 2-1,-1 3 1,0 1 1,0 3-1,-1 2 1,-1 1 0,1-1-1,-1-2-2,1-9 1,-1-1 0,0-2-1,0 1 1,0 2 0,0 3-258,0 3 1,0 2 0,0 3-1,1 1 1,-1 0 0,1 1-1,-1-1 264,2 2 0,-1 2 0,0 0 0,1-1 0,0 0 0,0-2 0,1-4-10,0 0 1,1-3 0,0-2 0,0-1 0,1 3 0,1 3 0,0 0 0,2 4 0,0 2 1,0 1-1,1 0 0,0-3 1,1-2-103,-1 1 1,2-3-1,-1-1 1,1-1-1,1 2 1,0 3 98,0 0 0,1 3 0,1 2 0,0 0 0,-1-1 0,1-3 0,-1-4 0,0-4 0,-1-3 0,0-3 0,0-1 0,0 0 0,1 1-12,2 18 1,1 1 0,1-1 0,-1-5 0,-2-9-80,1 5 1,-1-9 0,-1 0 45,2 6 1,-1 1-1,-4-9-482,-5-3 1,-5-11 768,-10 1 0,-1-33 0,4-35 0</inkml:trace>
</inkml:ink>
</file>

<file path=ppt/ink/ink5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00.34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0 194 27275,'80'-2'76,"0"1"1,-3-1 0,-2 1-77,-20-1 0,-1 0 2,4 0 1,5 0 14,2-1 0,5 0 0,6 0-705,-1-1 1,5 1-1,3-1 1,5 0 703,2 1 1,6-1 0,3 0 0,-1 1 0,-2-1-232,-10 1 1,-1 0-1,-1 0 1,2 0-1,3 0 225,-1 1 0,4 0 1,3-1-1,-1 1 1,-2 0-1,-3 0 3,0 0 1,-3 0-1,-1 0 1,1 0-1,3 1-4,0-1 0,2 0 1,3 0-1,0 1 1,-3-1-1,-3 1-8,1-1 0,-3 0 0,-2 1 0,1-1 1,3 1 2,-2-1 1,3 1 0,1-1-1,1 1 1,-2 0 0,-3 0 5,3 0 0,-3 1 0,-1-1 0,1 0 0,4 1-12,0-1 0,4 0 0,2 0 0,0 0 1,-3 1-1,-3-1 2,-1 1 0,-4-1 0,-1 1 0,0 0 0,3-1 0,-4 1 0,2 0 0,2-1 0,-1 1 0,-2 0 0,-2 0-3,20 0 0,-5 0 0,1 0 1,4 0 8,-21 0 1,3 0-1,1 0 1,1 0-1,0 0 1,-1 0-5,-1 0 1,2 0 0,-1 0 0,-1 0 0,-1 0 0,-4 0-3,22 0 0,-6 1 0,0-1 0,4-1-2,-6-1 1,3 0 0,1-2 0,-2 1 0,-7 0 1,-5-1 0,-5 1 0,-2-1 0,1 0 98,6-1 0,2 0 0,-3 0 1,-4 0-92,3 1 1,-4-1-1,-9 2-7,-7 1 0,-5 1-392,43 1 392,-52 0 0,-12 0 0,-23 0 0</inkml:trace>
</inkml:ink>
</file>

<file path=ppt/ink/ink5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01.6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1 356 27975,'83'-5'28,"0"0"0,0 0 0,-11 1 0,-2 1 0,6-3-17,4-1 0,6-2 1,3 0-1,0 0-860,5 0 0,2 2 1,2-1-1,3 0 850,-19 2 0,3 0 0,2 0 0,0 0 0,-1 0 0,-3 0 1,3 1 0,-2-1 0,0 1 1,-1 0-1,3 0 9,10-1 0,3 1 0,0 0 1,0 0-1,-3 0-4,-11 1 1,-2-1 0,-1 1 0,1 0 0,5 0-3,1 0 1,3-1 0,2 1-1,1 0 1,1 0 0,0 0 0,3 1 1,2 0-1,0 0 1,0 0-1,-2 0 1,-4 1-7,2-1 0,-4 1 0,-1 1 0,0-1 0,4 1-1,-4 0 0,2 0 0,2 0 0,0 1 0,-2 0 0,-4 0 1,1 0 0,-4 2 0,-2-1 0,2 0 0,4 0-1,-1 0 0,4 0 0,1 0 0,1 0 0,-2 0 1,-4 0 1,-1 0 0,-3 1 0,-1-1 0,0 1 0,4-1 0,-1 0 0,2 0 0,3 0 0,-1-1 0,-1 1 0,-3-1-5,3 0 1,-4-1 0,0 1-1,0-1 1,4 0 2,-2 1 0,2-1 0,2 0 0,0 1 0,0-1 0,-2 1-1,-5-1 0,0 1 0,0-1 1,-2 0-1,-1 1 0,-4-1 2,17 0 0,-5 0 0,-2 0 0,3 0 2,-11 0 0,3 1 1,0-1-1,-4 0 0,-8 1-2,2-1 0,-7 0 0,6 1-2,10-1 1,9 0 0,-1 0 0,-13 1 1,2 0 0,-3 0 191,6 0 0,7 0 0,-6 0-189,-5 0 1,-2 0 263,19 1 0,0-2-454,-13-7 0,-8-4 188,-21-1 0,-7-3 0,8-10 0,-41 2 0</inkml:trace>
</inkml:ink>
</file>

<file path=ppt/ink/ink5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02.8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1 416 27253,'95'-13'186,"0"-1"1,-2 2 0,-7 2-95,-26 4 1,-3 1-21,6 0 1,3 0-20,5 0 1,14-2-745,-16 1 0,13-2 0,7 0 0,4-1 0,-3 0 0,-8 1 695,9-2 0,-8 2 1,3-1-1,12-2-1,-15 3 1,10-2-1,5 0 1,5-1 0,0 0-1,0 1 1,-5 0-1,-7 1-97,3-1 1,-5 2 0,-3-1-1,0 1 1,1 0 0,3 0 93,-1 1 1,2-1 0,1 0 0,2 1 0,-1 0 0,0 0 0,-2 0-1,-2 2 0,0-1 0,0 1 0,-1 0 0,-2 0 0,-1 1 0,-3 0 0,13 0 0,-5 0 0,-1 1 0,0-1 0,4 2 2,-3-1 1,2 1 0,1 0 0,1 0 0,-2 0-1,-2 1-1,5-1 0,-3 1 0,0 1 1,0-1-1,5 1-2,0 0 0,3 1 0,3-1 0,-1 1 0,-1 0 0,-4 0 1,1 1 0,-4 0 0,-1 0 0,1 0 0,3 0-2,-4 1 0,3 0 0,1 1 1,1-1-1,-3 0 0,-3 1 3,4-1 0,-5 0 0,0 0 0,1 0 1,4 0 0,-2-1 1,4 0 0,2 0 0,0 0 0,1 0 0,-2 0-4,-1 0 0,1-1 0,-1 0 0,0 0 0,-3 0 0,-3 0 1,0 0 0,-4 0 0,-2-1 0,1 1 0,2 0-1,-6 0 0,3 1 0,1 0 0,-1-1 0,-3 1 0,-6 0-127,8 1 0,-6-1 1,-2 1-1,2-1 131,5 1 0,3 0 0,-3-1 0,-7 1-3,-5-1 0,-5 1 0,-5-1 0,2-1 0,-3-1-157,8 2 0,-10-9 157,-21-24 0,37 18 0,-95-17 0</inkml:trace>
</inkml:ink>
</file>

<file path=ppt/ink/ink5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04.30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1 292 27281,'71'3'235,"0"0"0,-3-1 0,1 0-117,12-4 0,-1 0-570,-16 1 0,5-1 468,13-1 1,9-1 0,4-2-360,-19 1 1,2-1-1,3-1 1,3 0 346,2 0 0,3-1 1,4-1-1,0 0 1,2 0-358,-11 1 0,3 0 0,1-1 0,-1 1 0,0-1 0,-4 1 356,6-1 1,-4 0-1,0 1 1,0-1-1,3 1-2,-4 1 1,2 0 0,1 1 0,0-1 0,-1 1 0,-2 1-257,7-1 0,-2 2 0,-1 0 0,1 0 1,5 0 254,1 0 0,5-1 0,2 1 0,0 0 0,-2 1 0,-4-1-2,1 1 1,-4 0 0,-1 1 0,0-1 0,4 1 2,-5 0 0,2 0 0,2 1 0,0-1 0,-2 1 0,-4 0 2,1 0 0,-4 1 1,-1 0-1,1-1 1,4 1-4,-1 1 0,3-1 0,2 0 0,1 1 0,0-1 0,-1 1 0,0 0 0,2 1 0,-1-1 0,0 0 0,-3 1 0,-2-1 0,1 1 0,-4 0 0,-2 0 0,2-1 0,2 1-1,-3 0 0,2 0 0,2 0 0,-1 0 0,-1-1 0,-4 1-129,1-1 1,-5 0-1,0-1 1,1 1 0,3-1 130,-1 1 1,3-1 0,2 1 0,0 0 0,-3-1 0,-3 0-2,18 0 0,-5 0 0,-1 0 0,3 0-2,-9 0 1,2 0 0,1 0 0,-3 0 0,-5 0 113,19 0 1,-7 0-1,1 0-112,-19 0 0,2 0 0,-1 0 0,-3 0 4,8 0 0,-4 0 0,-8 0-4,-2 0 0,-6 0 959,-2 0 1,-5 0-988,5-1 1471,-3-12-1443,-30 0 0,-10-2 0,-15 6 0</inkml:trace>
</inkml:ink>
</file>

<file path=ppt/ink/ink5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05.4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0 394 27981,'95'3'50,"0"-1"0,0 0 1,6-4-39,-27-3 1,6-3 0,4-2-1,4-1-875,-1 1 0,3 0 0,4-2 0,3 0 0,2 0 875,-15 2 0,3-1 0,3 0 0,0 0 0,0 0 0,-1 0 0,-3 0-3,4 0 0,-3 0 1,-1 0-1,0 0 1,-1 0-1,2 1 4,2-1 0,1 1 0,0 0 0,-1 1 1,-3 0-1,-3 1-98,14-1 0,-6 1 1,0 1-1,4 0 87,-3 0 0,4 0 1,1 0-1,1 1 0,-1 0-1,-2 0 0,2 1 0,-2 0 1,-1 1-1,-3-1 1,5 1 1,-4 0 0,0 1 0,2 0-2,-6 1 0,3-1 0,0 2 1,0 0-1,-4 1-1,4 2 0,-4 1 0,1 1 0,4 0 1,-3-1 0,5 0 0,1 0 0,-1 1 0,-5 0-1,4 1 0,-5 0 0,1 1 0,3 0-1,-3-1 0,4 0 0,0 0 0,0-1 0,-3 1 3,6-1 1,-3-1 0,0 0 0,4 0-3,-5 0 0,3 0 0,2 0 0,0 0 0,-1-1-2,-5 0 1,0 0 0,-1 0 0,0 0 0,-1 0 0,-3-1 0,0 1 0,-1-1 0,-2 0 0,-3 0 1,3 0 0,-5 0 0,-1 0 0,4-1 1,11 1 0,3-1 1,1 0-1,-5 1 0,-11-1 1,-2 0-1,-2 0 1,1 0-2,0 0 0,-1 0 0,1 0 0,2 0-2,12 0 1,3 0 0,1 0-1,-5 0 85,11-3 1,-3 0-1,3 0-85,-16 1 1,3-1 0,0 1-1,-3-1 6,14-2 0,-3-1 0,-5 0-2,9 1 1,-6-1-6,-7 1 1,-8 0 2,12 1-12,-6-2 1776,-58 0-1764,-58-4 0,15 4 0,-17-1 0</inkml:trace>
</inkml:ink>
</file>

<file path=ppt/ink/ink5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07.1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 0 27191,'-1'58'321,"0"0"0,2 15 0,2-3-237,1 9-31,3-1 1,1 8-35,0-5 1,0 4-394,-1-10 1,0 4 0,-1 3 378,1 10 1,-1 3 0,0-3-3,-1-16 1,-1-3 0,0 4 4,-1-4 0,-1 4 1,1 1-1,-1-4-1,1 5 1,-1-2 0,0 3-471,0-4 0,0 4 0,-1 0 0,1-4 466,0 3 1,0-3 0,1 2 1,2 16 1,0 4 0,2-1-52,-1-9 0,2 0 0,0 4 46,-2-3 0,1 5 0,-1 1 0,0-1-2,0-6 1,0-1-1,0-1 1,-1-3 1,0 10 0,-1-3 0,1-2 3,-1-2 1,1-1 0,-1-2-2,0-10 0,0 0 0,0 2-2,1 20 0,0 4 0,0-2 1,-1-11 1,0-2 0,1 2 0,0 9 0,1 4 0,0-2 0,-1-6 0,1-1 0,-1 6-1,-1-4 0,-1 5 1,0 3-1,0-2-418,0 3 0,0 0 0,-1 0 0,0-5 417,-1-16 0,-1-3 0,1-2 0,-1 0 0,0 17 0,0-2 0,0-7 31,-1 2 1,2-2-29,1-10 1,1 3 0,0-2-4,-1 18 0,1 1 0,0-11 0,0 5 0,-1-3 0,-1-15 0,-2-2 0,0 3 0,-3 17 0,-1 3 0,0 1 77,0-1 0,-1-1 1,0-3-78,0-17 0,0-3 0,1 2 0,1 9 0,1 2 0,0-5 316,2 2 0,1-3-319,0 6 0,0-5-103,1 13 1614,3-57-1508,-2-73 0,2 21 0,-4-26 0</inkml:trace>
</inkml:ink>
</file>

<file path=ppt/ink/ink5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1.0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92 1 28479,'31'72'31,"-1"-1"1,-4-2 0,-11-1-29,-25 4 0,-10 0-3,0-9 0,-4-1 3,-4 4 0,-1-5-3,-12 10-6,20-57 6,28-21-6,39-21 1,22 16-6,5 2-101,-21 13 0,1 3 112,30-3 0,-17 6 0,-21-8 0</inkml:trace>
</inkml:ink>
</file>

<file path=ppt/ink/ink5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1.2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57 355 28227,'-16'-58'69,"0"-1"0,1 6 0,5 4-63,20-11-12,20 18 6,12 8 6,6 43-6,-19 10-95,-15 32 95,-14-14 0,0-7 0,0-14 0</inkml:trace>
</inkml:ink>
</file>

<file path=ppt/ink/ink5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1.7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276 262 27219,'-18'-54'213,"0"1"0,-2-1 0,0 9 55,0 16-228,-8 3-7,11 38 102,-7 54-91,11-6 1,3 5-34,0 0 1,1 4-7,4-4 1,0 5-1,2-3-5,0 9 0,2-1 3,0 11 0,1-3-294,0-22 0,0-9-57,0-7-83,-5-42-73,-2-37 331,-11-28 1237,8 2-852,0-6 102,40 30-258,30 18-45,13 17-53,-18 3 0,1-4 42,-1-11 0,-4-1 0,18 8 0,-6-21 0</inkml:trace>
</inkml:ink>
</file>

<file path=ppt/ink/ink5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1.94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39 0 28278,'-4'71'61,"1"-1"1,0-2-1,1 1-55,1 2 0,0 0-4,1-2 1,0 0-112,1 7 0,-2-3 109,-10 20 0,8-47 0,-8-32 0</inkml:trace>
</inkml:ink>
</file>

<file path=ppt/ink/ink5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2.0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13 27628,'81'-3'-391,"0"-1"1,17-2-1,-40 6 1</inkml:trace>
</inkml:ink>
</file>

<file path=ppt/ink/ink5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3.20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28384,'3'62'22,"0"1"1,2 7-1,1-2-89,2 24-224,0-1 291,-2-8 0,-6-52 0,0-1 0</inkml:trace>
</inkml:ink>
</file>

<file path=ppt/ink/ink5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3.58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1 364 27790,'17'-69'67,"0"1"0,17-5 1,7 12-34,32 16 50,-3 18 0,4 9-23,-14 15 1,-2 12-26,6 13 1,-8 14-12,-14 11 0,-15 10-11,-24 11 0,-14 1-3,-3-13 0,-10-5 0,-23 2 1,-10-10 5,-31-5-1,1-6 7,28-24-23,38-11-6,38-4 6,33 19 0,14 5-6,-12 13 1,2 6-96,-7-6 0,1 0 101,9 1 0,-3-3 0,14 4 0,-25-23 0</inkml:trace>
</inkml:ink>
</file>

<file path=ppt/ink/ink5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3.7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28350,'0'99'6,"0"-14"-252,0-51 246,0-10 0,0-12 0,0-6 0</inkml:trace>
</inkml:ink>
</file>

<file path=ppt/ink/ink5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3.9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23184,'0'0'0</inkml:trace>
</inkml:ink>
</file>

<file path=ppt/ink/ink5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4.3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249 137 28468,'-57'-41'18,"-1"-1"1,6 6 0,9 19-8,17 55-11,14 4 0,13 34 0,53-21-3,-15-24 1,5-2 4,7-1 1,0-3-3,21 12 11,-35 20-11,-73-15 0,-26-4-5,-17-17-6,-10-16-1042,51-22 1053,5-2 0,28-1 0,6 6 0</inkml:trace>
</inkml:ink>
</file>

<file path=ppt/ink/ink5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4.7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 0 28423,'-5'87'35,"0"0"1,0-5 0,3-6-8,9 10-6,5-5 12,9 3-18,-6-35 12,-1-4-28,-8-37 0,-2-19 0,12-33 6,8-19-12,5-5 6,1 24 0,-12 41 0,0 48-39,-2 13-319,3-1 358,9-20 0,-18-27 0,6-9 0</inkml:trace>
</inkml:ink>
</file>

<file path=ppt/ink/ink5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4.9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28563,'0'85'17,"0"-1"0,0 13 0,0-4-17,3-32 0,-1-4-12,0 0 1,0-2 11,7 24 0,-5-54 0,-1-7 0</inkml:trace>
</inkml:ink>
</file>

<file path=ppt/ink/ink5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5.0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39 28188,'73'-7'-177,"0"1"0,-1-1 0,-9-1 1,-7 2-1,-6 4 0,1 0 0</inkml:trace>
</inkml:ink>
</file>

<file path=ppt/ink/ink5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8.3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251 0 28502,'-34'57'13,"0"0"0,2-3 0,12-9-8,26-22 7,14-4-7,14-7 1,11-6-1,8 4-5,18 13 0,-17 21 0,-9 2 0,-48 27 12,-52-14-7,-6-3-16,9-31 0,-2-5-196,-22-5 207,-10-24 0,43 5 0,15-17 0</inkml:trace>
</inkml:ink>
</file>

<file path=ppt/ink/ink5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8.5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54 28350,'77'-8'-1,"1"-1"0,-1 0 1,25-1-1,-9 1 1,-36 5-1,-8 1 0,10 1 1</inkml:trace>
</inkml:ink>
</file>

<file path=ppt/ink/ink5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9.1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133 1 28440,'-37'63'3,"0"0"1,2-5 0,11-4-4,26 6-5,30 10-63,-1-26-704,54 1 772,-14-42 0,-13 0 0,-21-12 0</inkml:trace>
</inkml:ink>
</file>

<file path=ppt/ink/ink5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19.2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117 1 28322,'-12'68'0,"1"0"0,0 1 0,-4 6 0,0 1 0,2-9 0,4-15 0,0-4 0,-13 48 0</inkml:trace>
</inkml:ink>
</file>

<file path=ppt/ink/ink5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20.0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1 159 28524,'56'-44'3,"0"0"1,-4 2 0,-5 14 2,-8 32 22,4 24-6,-20 0 12,-3 34-17,-40-12-6,2-4-6,-24-12-5,19-22 0,19-5 0,21-5 0,44 5 0,-18 4 0,6 30-5,-66 10 5,-15 4-9,-12-25 1,-4-6-177,-10-4 185,-12-11 0,49-9 0,7-7 0</inkml:trace>
</inkml:ink>
</file>

<file path=ppt/ink/ink5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20.6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1 162 28552,'66'-45'2,"1"0"0,-7 0 0,-6 18-2,1 53-6,-25 24 12,-38 38-1,-17-34 1,-8-2 2,0-9 1,-2-3-7,-4 1 1,6-3-3,15 1 0,41-7-5,16-17-57,57-12 62,-41-13 0,-3-2 0,17 7 0,0-16 0</inkml:trace>
</inkml:ink>
</file>

<file path=ppt/ink/ink5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21.6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187 101 28395,'-57'64'3,"0"1"1,11-14 0,20-21-4,33-38-5,25-32 10,21-30 63,-2-7 38,2-4-106,-14 47 0,-19 36 11,3 80-11,-15-32 0,-2 1 0,2 1 0,-2 1 0,-2 7 0,-9-3 0,-32 14 6,-18-6 5,-16-31 11,17-22-22,40-17 0,97 0-5,13-10-60,-23 6 1,-1 0 64,10-9 0,-36 5 0,-34 7 0</inkml:trace>
</inkml:ink>
</file>

<file path=ppt/ink/ink5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23.50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79 89 28552,'-23'58'7,"-1"0"1,3 5-1,11-6-1,25-13 0,36 16-6,27-38 5,-27-16 1,0-6-1,33-19 1,-7-41 5,-46-16-6,-16 26 1,-10-2 0,-17 3 0,-9 3-1,-14-20-10,-44 28-219,30 65 224,4 32 0,25-10 0,17 2 0</inkml:trace>
</inkml:ink>
</file>

<file path=ppt/ink/ink5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24.3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223 3 28524,'-58'47'11,"1"-1"0,5-3 1,12 0-7,24 32 6,22 2-5,16-8 0,55-13-6,-23-45 0,6-10-3,17-7 0,1-9 6,2-9 0,-6-10-3,-15-11 0,-9-6 0,-12 10 0,-14-3 0,-25-8 0,-17 3 5,-52-7-5,-12 9-39,15 40 0,0 16 39,21 14 0,3 4 0,-32 5 0,33 14 0</inkml:trace>
</inkml:ink>
</file>

<file path=ppt/ink/ink5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27.6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134 65 28457,'-37'60'18,"1"1"1,2-5 0,10-4-14,21 3 7,11-1-1,36 9-11,3-22 0,3-17 0,7-7 0,42-22 2,-41-12 1,-3-9 0,-11-12 0,-7-7-3,7-44 0,-40 27 0,-14 1 0,-42-25-3,12 44 0,-4 7 3,-39-7 0,33 76 0,6 11 0,11-23 0,-3 65 0</inkml:trace>
</inkml:ink>
</file>

<file path=ppt/ink/ink5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28.3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58 82 28546,'-19'71'2,"-1"1"0,4-6 0,13-7 9,53 14-6,-8-45 1,8-5-3,15 2 0,4-8-3,4-21 0,-3-8 3,-15 1 0,-6-7 5,-3-19 0,-12-9 20,-17-39-20,-29 30 1,-14 0-6,-13 1 0,-10 7-3,-1 11 0,-5 8-3,-15 3 0,4 23 3,26 47 0,5 8 0,-30-19 0,52 16 0,-1 1 0</inkml:trace>
</inkml:ink>
</file>

<file path=ppt/ink/ink5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33.8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212 8 28429,'-56'44'18,"0"0"1,4-3 0,14 0-14,31 13 7,4 0-12,38 18 16,39-18-16,-31-27 0,4-6 3,25-7 0,2-14 2,-19-16 1,-4-6-6,-1 6 0,-5-7 3,-9-23 0,-14-9-3,-28-36 2,-19 36 1,-14 5 0,-13 10 0,-9 10-9,-10 9 1,-1 12-32,17 13 1,6 9 36,-17 37 0,53-18 0,10 4 0</inkml:trace>
</inkml:ink>
</file>

<file path=ppt/ink/ink5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34.5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212 20 28462,'-58'55'4,"0"-1"0,7-4 0,13-3-4,32 6 0,6-2 11,31 15 0,-3-24-3,14-17 1,8-7-15,45-21 6,-34-14 0,0-6-3,-14 2 1,-5-7 4,-4-19 1,-15-6 64,-44-35-50,-11 36 0,-11 5-17,-14 9 0,-4 9-3,6 4 0,3 15 3,-23 58 0,52-34 0,15 43 0</inkml:trace>
</inkml:ink>
</file>

<file path=ppt/ink/ink5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43.8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265 0 28608,'-48'57'0,"0"0"0,-5 6 0,5-6-17,3 1 17,22-19 0,28-34-5,31-39 5,12-33-6,0-4 6,-2 6 6,-10 12-6,-13 45 5,-4 15 1,-2 24-1,3 36 1,-1 6 11,1 14-6,-8-26-5,-20-7-1,-41-21-5,-23 2 6,-17-11-1,26-10-5,52-9-5,40-4 5,38-1 0,13 0 2,-17-2 1,2-2-3,-7 3 0,-1 0-11,0-2 0,-4 0 11,21 1 0,-54 2 0,-5 0 0</inkml:trace>
</inkml:ink>
</file>

<file path=ppt/ink/ink5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29:44.89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300 42 28496,'-66'42'20,"0"0"1,7-4 0,10-4-21,20-4 0,7-2 5,13-12 6,13-12-11,26-28 0,7-16 0,1-3-5,-7 1 5,2-6 11,-12 19 17,14-14-11,-20 37-12,-3 8 1,-2 34 0,-5-3-6,15 36 0,9-11 0,7 13 0,3-11 11,-13-16-6,-13-5-5,-22-17 0,-15-1 0,-17-11 0,-32-1 6,3-4-6,0 1 0,31-3 0,37 0 0,63 1 0,-11-3 0,7-1 0,19 1 0,1 0 0,-11-1 0,-2 0 0,-1-1 0,-7 0-11,-5-3-17,-8-17 28,-28-10 0,-12 7 0,-1 1 0</inkml:trace>
</inkml:ink>
</file>

<file path=ppt/ink/ink5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45.7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0 182 28597,'70'-35'7,"0"-1"1,-5 3-1,-7 7 4,-2 13-5,36-2 0,1 1 5,6 5-6,-36 11 1,-37 10-6,-20 13 0,-21 7 7,-36 33-7,10-26 0,-5 0 0,-12 11 0,-4 1 0,-1-3 0,0-2 0,5-5 0,3-3 0,-20 14 0,19-11 0,59-27 0,22-4 0,44-9 0,0-6 0,8-4 0,5 1 0,4-1-369,12-4 0,-3 1 369,-25 3 0,-8 1 0,17-1-108,-61-3 108,-10-4 0,-8 3 0,-4 0 0</inkml:trace>
</inkml:ink>
</file>

<file path=ppt/ink/ink5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47.5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338 0 28530,'-63'54'1,"1"0"1,4-6 0,11-3-2,15-1 17,8-7 22,3-4-33,14-19-1,16-16-5,17-20 6,35-35 5,2-6-6,-27 27 1,-2 0 6,15-18-1,-20 31-11,-13 24 11,2 43-11,2 26 0,-7-21 0,-1 2 3,-1 2 1,-2-1-4,3 29 0,-7-3 0,-19-30 0,-29 5 0,-7-15 0,-1-17 0,-4-3 0,-30 6 0,-6 1 0,39-14 0,46-5 0,35-6 0,22-4 0,10-1 0,16-2 0,3-1 0,2 1 0,2 0 0,16-2 0,-7 0 0,-40 6 0,-4 1 0,37-4 0,-48-17 0,-33 16 0,-2-14 0</inkml:trace>
</inkml:ink>
</file>

<file path=ppt/ink/ink5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53.75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26637,'0'68'231,"0"0"1,0-2-1,0-7-85,6 8-12,2 9-17,1-19 1,1 5-48,-1 10 0,-1 4-37,-3-8 1,0 3 0,-1-1-200,1 19 0,-1 2 197,-3-10 1,-1 5 0,0-1-217,0-9 0,0-1 0,0 0 188,0 1 1,0 0 0,0 2 5,0 15 1,0 4-1,0-4-2,0-14 1,0-3 0,0 4 3,0-6 0,0 2 0,0 2 0,0 0-7,0-1 0,0 0 1,0 0-1,0 0-432,0 2 0,0 1 0,0-1 0,0-4 428,0 8 0,0-4 0,0 2 3,0 16 1,0 2 0,0-4-155,0-15 1,0-3 0,0 3 155,0 19 1,0 3 0,0-4-6,0-20 0,0-4 0,0 2-2,0 13 0,0 2 1,0-3 2,0-15 1,0-3 0,0 3-4,0 16 0,0 3 1,0 0 6,0-1 1,0 0-1,0-5-5,0-16 0,0-3 0,0 1 0,0 12 0,0 1 0,0-2 0,0 19 0,0-2-3,0-1 1,0 3 2,0-22 0,0 3 0,0-2 5,0 17 1,0 1-4,0-17 0,0 3 0,0 0-2,2-1 0,0 0 0,1 1-2,0 0 0,1 0 0,1-2-1,2 16 0,0-1 5,-2-17 0,1 1 0,-2-2 3,0 15 1,-1 0-6,-1-17 0,-1 2 0,0-3 0,0 10 0,-1-1 63,0 7 0,0-3-66,0-23 1,0-3 270,-1 9 0,-1-2-4446,0 26 4178,6-50 0,-4-25 0,8-25 0</inkml:trace>
</inkml:ink>
</file>

<file path=ppt/ink/ink5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54.9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136 52 28390,'-38'55'46,"0"1"1,3-6 0,10-1-36,30 25 11,33-1-22,2-1 8,5-38 1,7-9-4,-4-11 1,3-8-3,10-9 0,1-6-3,-12-1 0,-4-7 2,3-22 1,-9-8-3,-17 3 0,-7-4 6,0-11 0,-10-1-1,-21 3 1,-10 5-1,-26-18-8,-3 41 1,-9 13-29,11 17 0,1 8-50,-1 6 0,3 8-11,1 21 0,10 4 0,11 5 0,5 9 0</inkml:trace>
</inkml:ink>
</file>

<file path=ppt/ink/ink5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55.7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132 188 28535,'-37'57'3,"0"0"1,0 8 0,17-4 13,56 10-11,35-2-6,-13-45 0,5-10 0,-7-11 0,1-8 2,14-16 1,-4-10 11,-21-5 0,-5-7 0,-1-12 0,-6-3-8,-10 12 0,-10-1-1,-18-10 1,-14 3-1,-42-21-5,12 39 0,-7 7 0,-8 15 0,0 12-8,11 8 0,5 15 8,-12 52 0,11 9 0,14-22 0,13 3 0,0 1 0</inkml:trace>
</inkml:ink>
</file>

<file path=ppt/ink/ink5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56.5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135 1 28558,'-32'58'11,"0"1"0,3-6 0,5-1-5,10 18-1,10 6 1,33 7-6,2-27 6,50-25-6,-1-39 0,-1-10 0,-31-9 0,-5-8 0,11-39 5,-29 25 1,-5-4-1,-9 2 1,-7 2-6,-22-27 0,-48 16 0,-25 45-3,33 22 0,0 7-25,-25 18 28,52 19 0,11 2 0,8-19 0,12 31 0</inkml:trace>
</inkml:ink>
</file>

<file path=ppt/ink/ink5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57.38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1 218 28530,'63'-53'11,"1"1"0,6 1 0,-2 12 6,14 27-6,0 2 0,-1 17 6,-46 19 0,-17 24-6,-70 29-5,-7-8-4,-2-23 1,-2-1-3,21-16 0,3-1 0,-39 33 6,64-30-6,35-18 0,32-12 0,38-10 0,7 2 0,1-3 0,-10 6-11,-53 2-2224,3-2 2235,-15-9 0,-10 6 0,0-6 0</inkml:trace>
</inkml:ink>
</file>

<file path=ppt/ink/ink5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0:58.26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1 178 28591,'64'-48'5,"0"0"1,-5 3 0,-5 13-6,-7 29 0,1 1 6,21 13 10,-22 21 7,-6 21-18,-44 1 1,-47 17-6,-24-27 7,-10 2-7,18-20 0,42-15 0,33-7 0,63-4 0,-2 2 0,-4 5 0,3 6 0,-14 2 0,-2 3 0,5 7 0,-4 3 0,11 17 0,-49 7 0,-77-15 0,11-16 0,-6-2 0,-19-1 0,-1-5 0,11-3 0,2-2 0,-4 1 0,4 0-46,-14 6 46,6 5 0,35-7 0,24-3 0</inkml:trace>
</inkml:ink>
</file>

<file path=ppt/ink/ink5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01.6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264 1 28089,'-63'28'327,"0"0"1,4-3 0,13 7 655,26 54 0,8-19-492,15-8 1,11 0 34,45 17-521,-12-36 1,8-7-6,13-11 0,2-11 3,-13-9 0,-2-9-3,6-11 0,-7-9 17,4-37 16,-13-24-22,-26 19 12,-44-9-18,-18 28 7,-33-4 4,-16 24-10,13 15-3,30 25 0,1 11 2,-21 39-5,36-10 0,6 5 0,4-8 0,11 1 3,20 10 0,16-5-3,54 8 0,-17-31 0,8-10 0,10-17 0,0-11 0,-16-3 0,-3-8 2,4-17 1,-9-9-3,-4-41 0,-27 33 0,-8-1 0,-22-29 0,-15 37 0,-10 6 12,-54-13-7,25 28 1,-4 8-6,-6 15 0,1 9 2,13 5 1,4 9-3,-7 22 0,9 11 0,24-6 0,7 2 0,-2 8 0,10-1 0,24 18 0,46-33 0,24-54 0,-31-10 0,-2-8 6,-8-9 0,-6-5-1,10-35 1,-68-5-6,-58 45 0,-10 5 0,22 28 0,3 12-23,-6 38 23,63 6 0,8 3 0,-9 9 0,60 19 0</inkml:trace>
</inkml:ink>
</file>

<file path=ppt/ink/ink5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1.68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0 648 28457,'4'-69'20,"-1"0"1,0 4-1,3 4-20,12-28 23,6-2-18,0 4 12,1 16-17,-10 46 0,7 4 0,6 41 0,0 4-5,9 47 10,-14-2 6,-5-2 45,-10-14-56,-4-46 6,1-17-6,5-23 6,5-23-6,-3 15 0,7-6 0,-4 38 0,0 16 5,6 39-5,-8 12 0,-3-1 11,-3-9-5,-5-36-6,9-29 0,1-10 0,20-38-6,-12 27 6,15-1 0,-14 34 0,3 37 0,-9 22-61,-4 18-942,4-19 1003,8-27 0,-7-18 0,3-11 0</inkml:trace>
</inkml:ink>
</file>

<file path=ppt/ink/ink5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2.16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270 42 28625,'-56'-13'5,"1"-1"1,-38 0-6,67 69 0,8-9 0,1 32 6,12-25-6,21-4 0,16-24 0,8-22 0,21-30 5,-22-6-5,-1-5-5,-15 11 5,-9 30 0,-3 8-6,4 16-100,13 13 106,-5-14 0,2 0 0,-14-19 0</inkml:trace>
</inkml:ink>
</file>

<file path=ppt/ink/ink5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2.36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28328,'55'54'-4,"-1"0"0,-4-5 1,-6-10-120,-13-17 123,16-12 0,-27-3 0,10-7 0</inkml:trace>
</inkml:ink>
</file>

<file path=ppt/ink/ink5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2.56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230 1 28362,'-41'67'5,"1"0"1,-3 5-1,6-5-173,8 5 168,3-10 0,14-29 0,11-26 0</inkml:trace>
</inkml:ink>
</file>

<file path=ppt/ink/ink5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3.08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28541,'1'63'20,"0"1"1,1 18-1,1-3-20,-1 14 11,0-20 1,0-3 16,-1 5-28,9-20 0,14-46-6,5-25 6,24-7 0,-16 17-11,27 3-185,3 7 196,21-1 0,-33 1 0,-9-2 0</inkml:trace>
</inkml:ink>
</file>

<file path=ppt/ink/ink5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3.36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11 271 28294,'-5'-61'7,"0"0"1,6 2 0,9 11-19,17 24 22,16 6-6,-15 24-5,-9 20 0,-15 0-985,-17 14-3216,8-30 4201,-5-1 0,10-15 0,5 0 0</inkml:trace>
</inkml:ink>
</file>

<file path=ppt/ink/ink5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3.75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235 272 28020,'-12'-64'125,"-1"0"0,-2 2 0,-3 13-97,-10 29-17,-4 7 17,-9 52 28,9 36-31,17-10 1,3 5-15,2-8 0,4 2 0,6 29 1,8 2-12,2-20 0,4 0 2,0 12 1,2-3-3,-1-23 0,1-6-593,7 25 593,-32-93 0,11 23 0,-18-47 0</inkml:trace>
</inkml:ink>
</file>

<file path=ppt/ink/ink5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3.88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26 27874,'67'-3'-1714,"1"0"0,-8 0 1,-6 0 1713,-1-4 0,-27 4 0,-9 0 0</inkml:trace>
</inkml:ink>
</file>

<file path=ppt/ink/ink5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4.20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28597,'12'83'5,"-1"0"1,2-1 0,0-6-6,0-23 0,0-3-20,0 3 0,-2-4 20,-2-5 0,-2-5 0,-6-29 0</inkml:trace>
</inkml:ink>
</file>

<file path=ppt/ink/ink5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4.34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42 28143,'83'-12'-105,"0"1"1,-28 0 0,-7 4 0,7 7 0</inkml:trace>
</inkml:ink>
</file>

<file path=ppt/ink/ink5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4.67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226 0 28569,'-59'74'11,"-1"0"0,6-6 0,13 0-11,30-7 0,12-1 3,7-3 0,7 1-9,4 7 1,9-5-71,8-17 1,6-10 75,36 6 0,-30-31 0,-20-8 0</inkml:trace>
</inkml:ink>
</file>

<file path=ppt/ink/ink5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5.28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104 1 28507,'-15'57'28,"0"0"0,2-5 0,-1-7-17,-1-11 1,2-6-12,-2-1 5,11-19-5,7-9 6,10-19-6,4-7 0,4-17 0,-4-1-6,-1 1 6,-8 3 0,-4 34 0,0 12 0,0 25 6,8 40-1,3 7 1,-2 20 11,-3-16-17,-26-19 0,-1-27 0,-17-15 5,1-16-10,8-2 5,18-8 0,19 5-6,42-5-5,-12 6-95,26-3 106,-17-20 0,-18 14 0,-6-13 0</inkml:trace>
</inkml:ink>
</file>

<file path=ppt/ink/ink5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5.52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28535,'53'81'22,"-1"0"1,-4-6-1,-8-4-10,-9 11-4,-17-28 0,-3 0-8,2 22-3,-5-23 1,-7-1 2,-23 5 0,17-14 0,-17-19 0</inkml:trace>
</inkml:ink>
</file>

<file path=ppt/ink/ink5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6.62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28451,'58'6'-161,"-1"-1"1,4-1 0,-10-4 160,-17-6 0,-3 0 0,-20 3 0</inkml:trace>
</inkml:ink>
</file>

<file path=ppt/ink/ink5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6.83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54 28121,'80'-15'-198,"-1"0"1,15-9 0,-33 24-1</inkml:trace>
</inkml:ink>
</file>

<file path=ppt/ink/ink5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8.07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0 590 28076,'5'-84'80,"0"1"0,-2 16 1,1 4-37,2 7 1,1 5-33,4-20-12,3-2-6,2 32 28,9 44-5,0 45-11,0 14-4,-13-9 1,-2 3 3,0 24 134,-1 3-134,-7-51-6,1-30 0,7-48 0,0 7 5,15-24-16,-4 28 11,9 15 0,-12 27 6,2 42-6,-12-9 0,-1 11 5,-4-19-5,7-22 6,-2-11-6,20-40 0,-2-9-6,9-3 6,-3 24-5,-10 28-1,-3 23-11,-5 8-190,16 15 207,8-13 0,-7-4 0,-5-17 0</inkml:trace>
</inkml:ink>
</file>

<file path=ppt/ink/ink5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8.51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298 1 28574,'-57'1'20,"0"0"0,-40 15-15,70 35 1,-2 36-1,13-1-5,1-4 0,29-19 0,19-46 0,25-31 6,11-31-6,-14-8 0,-10-9 0,-27 45 0,-4 12-6,-6 27-139,5 28 145,7-7 0,-5-5 0,-1-19 0</inkml:trace>
</inkml:ink>
</file>

<file path=ppt/ink/ink5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8.71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28390,'32'59'5,"0"-1"1,-2-4-1,-1-6-5,8 0 0,8 1 0,-23-24 0,1-1 0</inkml:trace>
</inkml:ink>
</file>

<file path=ppt/ink/ink5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8.89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187 0 28384,'-42'69'-157,"-1"-1"0,5-7 1,7-1 156,13 37 0,10-55 0,1 18 0</inkml:trace>
</inkml:ink>
</file>

<file path=ppt/ink/ink5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29.95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234 1 28468,'-47'68'37,"0"-1"0,4 2 1,7-1-33,18-12 1,6 1-538,1 4 1,2 2 531,2-1 0,4 3-2,9 20 1,10 1 1,11-7 0,9-1-51,12 10 1,9-6 50,1-18 0,0-10 0,19 5 0,-33-31 0</inkml:trace>
</inkml:ink>
</file>

<file path=ppt/ink/ink5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6.41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0 450 28440,'13'-55'0,"-1"1"0,9-42 0,-14 49 0,0 2 17,4-12-28,-4 10 11,13 7 5,-7 32 6,18 47-11,-14 8 0,14 45 0,-18-23 107,1-4-102,-10-34-5,-2-35-5,4-39 10,5-9 1,2-1-17,1 14 11,9 33 0,-11 16 0,17 31 11,-17-6 17,5 11-28,-3-30 6,-1-15-1,20-38-5,5-15 0,4 0-5,-5 12-1,-10 37 12,-8 36-1,5 24-5,-11 7-11,3 2-118,-1-34 129,20-14 0,-19-10 0,9-15 0</inkml:trace>
</inkml:ink>
</file>

<file path=ppt/ink/ink5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6.90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294 0 28502,'-58'1'28,"0"0"0,-40 8-17,69 32 6,4 3-17,7 24 0,11-2 5,18-6 1,27-18-6,19-35 0,14-32 0,-18-5 11,-5-33 0,-31 21-11,3 15 0,-12 25 0,7 25-5,12 20-124,8-5-398,5-6 527,5-14 0,-27-17 0,1-1 0</inkml:trace>
</inkml:ink>
</file>

<file path=ppt/ink/ink5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7.08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28384,'50'52'2,"-1"1"0,-3-5 0,-6-7-8,-2-11 6,-7-6 0,-14-13 0,-6-4 0</inkml:trace>
</inkml:ink>
</file>

<file path=ppt/ink/ink5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7.29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138 0 28395,'-32'69'11,"1"-1"0,0 5 1,7-6-203,14 1 191,2-7 0,6-28 0,2-24 0</inkml:trace>
</inkml:ink>
</file>

<file path=ppt/ink/ink5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7.82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26 0 28457,'0'74'35,"0"-1"1,0 9-1,0-5-7,-7 11-11,3-4-11,-7-24 10,8-34-10,24 2 0,11-13-1,57-3-5,2-7-773,5-4 773,-30-5 0,-39 3 0,-19-3 0</inkml:trace>
</inkml:ink>
</file>

<file path=ppt/ink/ink5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8.44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103 368 28530,'-29'-56'7,"1"0"0,1 4 1,9 4-8,18-7 0,0 7-22,12 4 10,7 36 1,4 18-11,-3 39 22,-13-4 0,-5 3-599,-7-13-113,16-17 712,21-12 0,-10 1 0,11-10 0</inkml:trace>
</inkml:ink>
</file>

<file path=ppt/ink/ink5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8.79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172 0 28434,'-50'40'33,"-1"-1"1,8 9 0,15 8-23,34 26 1,15 3-10,-7-18 1,3-2-3,9 4 0,1-5 6,4 12-6,-3-10 0,-17-33 0,-9-26 0</inkml:trace>
</inkml:ink>
</file>

<file path=ppt/ink/ink5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8.94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5 28020,'72'-2'-177,"-1"0"1,1 2 0,-11 0-1,-25 1 1,-3 2 0</inkml:trace>
</inkml:ink>
</file>

<file path=ppt/ink/ink5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9.24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28468,'0'63'33,"1"-1"1,1-3 0,1-3-29,6 17-2,0-24 0,1 1-9,7 40-2245,-1-7 2251,-15-29 0,-2-38 0,-6-7 0</inkml:trace>
</inkml:ink>
</file>

<file path=ppt/ink/ink5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9.38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19 27785,'63'-4'-129,"-1"-1"0,26-5 0,-65 16 1</inkml:trace>
</inkml:ink>
</file>

<file path=ppt/ink/ink5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39.84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107 0 28552,'-28'81'18,"1"0"1,3-5 0,5-3-19,12-11 0,5-2 0,7-3 0,4 1-9,4 7 1,5-4-205,33 20 213,-7-37 0,-14-29 0,-19-13 0</inkml:trace>
</inkml:ink>
</file>

<file path=ppt/ink/ink5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0.30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0 127 28367,'56'-38'43,"0"0"0,-6 3 0,-12 20-4,-26 67 23,-16 18-29,-27 22-27,2-20 0,-20 1-6,30-29 0,4 2 0,22-20-6,20-10-28,15-13-229,18-10 263,-4-19 0,-21 10 0,-13-8 0</inkml:trace>
</inkml:ink>
</file>

<file path=ppt/ink/ink5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0.55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28474,'57'64'37,"0"0"0,-5-3 1,-11-3-33,-15 20 0,-15-28 1,-4 2 6,2 37-12,-10 3 0,-1-45 0,-4-23 0</inkml:trace>
</inkml:ink>
</file>

<file path=ppt/ink/ink5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0.78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74 1 28546,'6'69'2,"0"0"0,-1-7 0,-2-4-148,-9 21 146,-31-16 0,21-11 0,-19-25 0</inkml:trace>
</inkml:ink>
</file>

<file path=ppt/ink/ink5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5.08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24 464 28474,'-8'-67'-4,"0"-1"0,2-6 0,4 6-1,15 1 10,0 2 7,11 22-18,0 31 0,10 18 12,-4 14-6,4 38 17,-16 7-6,-2-2 39,-8-7-38,1-47-12,-3-10 5,6-25 12,3-21-17,-1 13 0,7-18-11,-7 31 11,6 5 5,-4 37 1,2 2 0,1 36 33,-6-19-34,12-16-5,-6-23 0,26-44-5,-5 10 5,0 0 0,-2 35-11,-14 33-101,7 13-303,-7-1 415,8-13 0,-21-25 0,5-5 0</inkml:trace>
</inkml:ink>
</file>

<file path=ppt/ink/ink5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5.52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303 78 28630,'-60'-25'0,"1"0"0,4 4 0,9 14 0,11 53 0,10 29 6,2 21-6,37-9 6,9-34-6,40-28 0,0-57 0,0 3 5,-1-43-5,-33 35-5,-2-5 5,-15 43 0,-3 8-12,1 21-1757,7 10 1769,2-9 0,-4-4 0,-4-16 0</inkml:trace>
</inkml:ink>
</file>

<file path=ppt/ink/ink5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5.69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28283,'38'56'9,"0"1"1,-3-7-1,-1-7-26,3-8-218,-4-15 235,-6-8 0,-12-9 0,-8-3 0</inkml:trace>
</inkml:ink>
</file>

<file path=ppt/ink/ink5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5.86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187 1 28373,'-48'66'-144,"0"-1"0,4-6 1,11-3 143,24 13 0,4-36 0,5 6 0</inkml:trace>
</inkml:ink>
</file>

<file path=ppt/ink/ink5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6.47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11 124 28160,'-3'64'58,"0"1"0,0 8 0,2-4-2,2 16 106,4-8-162,4-46 0,-2-51 11,-1-33-5,-6-8-4,-1 12 1,0-2 3,1-44-6,-2 0-6,18 4 1,8 51-1,25 8 12,5 47-6,-11 11 0,-10 50 0,-30-4 5,-34 11-5,-3-26 6,-30-23-17,31-24-6,3-10 11,35-3 6,11 6 6,21 10 0,24 22-6,9 1-68,-4-1 68,6-16 0,-50-14 0,5-5 0</inkml:trace>
</inkml:ink>
</file>

<file path=ppt/ink/ink5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6.67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28434,'6'64'18,"1"-1"1,-1-5 0,0-8-13,1-6 5,-2-8-1467,0-5 1456,-3-26 0,0 5 0,-2-22 0</inkml:trace>
</inkml:ink>
</file>

<file path=ppt/ink/ink5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6.80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27231,'0'0'0</inkml:trace>
</inkml:ink>
</file>

<file path=ppt/ink/ink5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7.37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297 262 28322,'-23'-56'63,"-1"-1"1,0 6 0,-1 8-25,-11 12 6,-5 13-40,18 12 1,-24 43-6,25-7 6,-8 58-6,28-20 0,30 5 0,0-29 5,35-23 1,-6-18-6,7-3 0,-11 15 0,-22 3 0,-17 29 5,-36-4-5,-12 1 0,-11-20-263,-7-12 263,22-36 0,7 18 0,12-18 0</inkml:trace>
</inkml:ink>
</file>

<file path=ppt/ink/ink5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7.73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29 0 28513,'-8'67'15,"0"-1"0,0-5 0,4-2 1,11-8 1,5-2 0,8 33 22,6-6-39,3-42 6,-15-41-6,21-39 0,-11 3-6,11-18 6,-8 46 0,-7 16 0,-1 33-17,-9 30-677,1-1 694,1-2 0,-6-27 0,1-23 0</inkml:trace>
</inkml:ink>
</file>

<file path=ppt/ink/ink5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7.95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28479,'0'71'20,"1"-1"1,0-4 0,0-5-21,1 35-56,3-16 56,-3-11 0,3-34 0,-5-28 0</inkml:trace>
</inkml:ink>
</file>

<file path=ppt/ink/ink5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8.083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28042,'89'2'-665,"0"0"1,-6 0-1,-13 1 1,-30 3-1,-12-2 1</inkml:trace>
</inkml:ink>
</file>

<file path=ppt/ink/ink5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8.32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153 1 28518,'-40'74'18,"0"0"1,3-6 0,9-2-19,20-14 0,9-2-22,20 41-12,2-9-430,44-29 464,-10-39 0,-11-7 0,-16-7 0</inkml:trace>
</inkml:ink>
</file>

<file path=ppt/ink/ink5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8.60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28289,'53'16'72,"1"-1"1,-4 10 0,-16 5-17,-51 34-45,2 1 1,-20 2-24,22-27-10,9-3-392,59-23 414,-1-30 0,7 6 0,-28-13 0</inkml:trace>
</inkml:ink>
</file>

<file path=ppt/ink/ink5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48.84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 28490,'51'72'32,"0"0"0,-4-3 0,-9-4-16,-13 18-13,-15-27 0,-3 2 3,0 40-6,-5 1 0,-2-50 0,-2-28 0</inkml:trace>
</inkml:ink>
</file>

<file path=ppt/ink/ink5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1.99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28614,'62'51'9,"0"0"0,-4-1 1,-6-4-5,3 10-2,-18-9 0,-2 7 2,-4 8 1,-4 4-6,-2-1 0,-4 4 3,-8 22 1,-12 2-4,-17-20 0,-8-1 0,-1 13 0,-5-3 0,-4-16 0,-2-7 0,-15 19-141,24-41-543,25-25 684,9-19 0,2 3 0,-1-4 0</inkml:trace>
</inkml:ink>
</file>

<file path=ppt/ink/ink5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3.28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0 28625,'2'60'5,"0"-1"1,-1-2 0,1-4-1,-2 21-5,0-3 0,1 23-5,4-17-12,1-5-274,1-30 291,0-33 0,-5-4 0,2-8 0</inkml:trace>
</inkml:ink>
</file>

<file path=ppt/ink/ink5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3.45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15 28378,'83'-4'13,"1"-1"0,-18 2 1,-7 1-597,21 5 583,-30-1 0,-12 1 0,-12-3 0</inkml:trace>
</inkml:ink>
</file>

<file path=ppt/ink/ink5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4.16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172 1 28507,'-38'74'18,"1"1"1,5-10 0,4-8-19,3-7 34,14-22-34,11-31 0,10-12 0,17-37 5,-1 5 1,19-33 0,-20 25-1,-2 5 12,-4 41-6,-9 28-5,19 62-1,-9-13-5,-2-5 0,0 3 3,-5-15 0,-2-1 0,1 6 1,-5 0-4,-24 29 0,-13-34 0,-50-15 0,14-22 0,1-4 0,49-9 0,39-1 0,23-2 0,11-1 0,9-1 0,2-1 0,-1 0 0,0 0 0,6-1 0,-7 0 0,-11 2-35,-3-1-357,-44 1 392,-12 1 0,-2 0 0,-3 1 0</inkml:trace>
</inkml:ink>
</file>

<file path=ppt/ink/ink5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6.78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20 165 27992,'64'-46'24,"-1"0"0,-6 2 1,-7 15 3,-17 38 112,-2 25-39,-17 28-68,-17 36-33,-13-10 0,-7-30 0,-6 1 14,2-12 0,-1 0 14,-8 9 0,-1 1-25,4-2 0,2-3-3,-12 25 0,18 13-6,24-22 17,15-2 6,31-4-22,16-35-1,15-4 6,-18-16 6,-14-24-6,-31 2 5,-4-30-38,-18 0 16,-1-11-22,-3 14 39,20 10-12,5 30 12,15 12 6,-4 37 56,-11 15-6,-21 25-45,-15-14-6,-33 9-3953,12-35 3948,17-12 0,11-18 0,25-19 0</inkml:trace>
</inkml:ink>
</file>

<file path=ppt/ink/ink5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7.18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92 465 28530,'-25'-67'18,"-1"1"1,3 5 0,6 6-19,17-11 0,12 5-17,15 4 6,1 25-1,2 52-49,-19 29-197,-25 23 258,3-12 0,-10-25 0,15-25 0</inkml:trace>
</inkml:ink>
</file>

<file path=ppt/ink/ink5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7.58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294 391 28468,'-64'-26'7,"0"0"1,6 5-1,9 16-7,18 53-11,16 26 11,3 0 0,41 4 0,14-49-5,18-20 5,-14-30 22,-12-52 0,-25-17-11,-5 32 1,-2-3-12,-2 3 0,-2 3-11,-1-26-191,0 20 202,-1 26 0,1 18 0,0 3 0</inkml:trace>
</inkml:ink>
</file>

<file path=ppt/ink/ink5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8.11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301 215 28048,'-1'-54'160,"1"1"1,-13 0 0,-8 12-133,-26 27-17,-30 16-6,9 36 1,22 26 0,18 0-6,42 10 5,24-36 1,10-7-1,25-24 1,-7-20-6,14 4 0,-11 13 0,-24 35 0,-23 6 6,-60 28-6,-31-25-6,19-23 0,-3-4-16,-31 2-247,23-28 269,58-30 0,-3 13 0,22-9 0</inkml:trace>
</inkml:ink>
</file>

<file path=ppt/ink/ink5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8.407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208 369 28591,'-56'-18'11,"0"0"0,4-6 1,14-6-12,32-30 0,31-21-11,2 17-17,31 9 22,-29 37-11,-4 40-16,-31 4 33,-18 37 0,7-40 0,-2 1 0</inkml:trace>
</inkml:ink>
</file>

<file path=ppt/ink/ink5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9.24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5 0 28507,'8'62'22,"1"-1"1,0 6-1,-2-4 1,-3 2-23,1 0 33,-1-32-33,9-25 6,2-17-6,11-4 0,23-12 0,13 12 0,4 0 0,21 27 0,-37 18 0,-15 24 0,-75 13 0,-14-14 0,-5-26 0,-6-7-6,-27-2-33,5-4-140,31-46 179,123-33 0,-55 17 0,71-9 0</inkml:trace>
</inkml:ink>
</file>

<file path=ppt/ink/ink5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9.514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222 293 28552,'-61'-24'5,"0"0"1,7 2 0,14-1-6,34-9-11,23-19-23,22 4 17,1 3-28,14 18-11,-36 39-112,-15 19 168,-14 7 0,-4-9 0,8-16 0</inkml:trace>
</inkml:ink>
</file>

<file path=ppt/ink/ink5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9.76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28384,'3'63'18,"1"0"1,0-3 0,2-4-19,9 16 6,2-2-1,3 13-414,-9-18 409,-17-5 0,4-33 0,-14-18 0</inkml:trace>
</inkml:ink>
</file>

<file path=ppt/ink/ink5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1:59.88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96 27085,'76'-24'-129,"0"0"0,-5 2 0,-11 5 1,-21 12-1,-12 2 0</inkml:trace>
</inkml:ink>
</file>

<file path=ppt/ink/ink5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00.529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84 0 28574,'-20'47'22,"0"0"1,-12 34-12,26-51 1,3 11-7,1-8-5,10 0 11,2-17-5,28-23-6,-14-5 0,17-3 0,-17 10 0,7 8 0,18 2 0,4-2 0,5-17 0,-20 2 0,-17-24 0,-15 7 0,-3-5 0,-3 26 0,0 11 0,1 24-6,8-4 1,36-4-6,5-25 5,11-5-67,-17-28-78,-29-2 151,-6-6 0,-7 18 0,-2 11 0</inkml:trace>
</inkml:ink>
</file>

<file path=ppt/ink/ink5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00.91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144 368 28563,'-40'-62'7,"0"0"1,3 6 0,11 4-8,26 2 0,10 15-6,14-4 6,3 28 0,-2 29-22,-15 18-9809,-15 8 9372,11-2 0,-10-28 0,15-4 0</inkml:trace>
</inkml:ink>
</file>

<file path=ppt/ink/ink5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01.15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0 487 28457,'46'-57'17,"-1"-1"1,1 1 0,-1-3 0,-1-1 0,-14 11-18,-15-2 0,20-16 6,5 45 5,9 40-16,0 34-12,-10 14-213,3 11 230,-15-37 0,-6-7 0,-9-19 0</inkml:trace>
</inkml:ink>
</file>

<file path=ppt/ink/ink5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02.33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110 17 28552,'-22'56'3,"-1"1"1,4-7 0,2-6-4,3-8-5,5-8 5,4-17 0,6-14 0,22-40 11,8-23 6,5-18 16,-12 13-27,-6 40-6,-5 30 5,18 59-5,2 13 6,-2 24 5,-14-6-5,-47-13-6,-4-24 0,-42-10 0,37-25 0,19-3 5,39-11-5,33-2-5,46-14 5,-47 7 0,-1-2 0,1-2 0,-3 0-140,20-5-594,-45-7 734,-13 8 0,-7-5 0,-3 12 0</inkml:trace>
</inkml:ink>
</file>

<file path=ppt/ink/ink5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02.58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1 121 28608,'68'-23'3,"-1"0"1,-5 3 0,-8 4 2,-10 6-12,5 4-16,-16 3 22,28-7 0,-42 8 0,14-5 0</inkml:trace>
</inkml:ink>
</file>

<file path=ppt/ink/ink5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03.150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8 260 28462,'-3'-54'45,"-1"0"0,5-36-34,38 61 6,11 12-6,17 1 0,-14 16 23,4 37-17,-24 29-15,-17-14 1,-3 3 3,1 38-3,-18-38 1,-8-3-4,-27 13 0,-18 1 0,5-32 0,25-16 0,33-17 0,49 1 0,-1-2 0,0-1 0,3-1 0,26-1 0,0-2 0,-34-1 0,-31 3 0,-15 1 0</inkml:trace>
</inkml:ink>
</file>

<file path=ppt/ink/ink5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51.54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1138 375 28541,'-75'-20'3,"0"0"1,6 0 0,5 10-4,-29 35 11,39-4 0,-2 6 3,-17 15 0,0 8-6,-1 8 1,5 5-788,8 7 1,9 0 778,15-14 0,8 0 245,11 4 0,14-4-245,47 3 6,14-9 0,8-30 266,-13-33-261,-36 1-11,-28-15 0,-36 21 817,-9 16-817,7 17 0,1 13-3,10 10 0,6 9 3,-4 15 0,6 4 0,8-14 0,9 0 0,13 7 0,11-5 0,29 7 0,17-10 6,-5-34 1,-14-32-7,-51-6 0,-4 0 0,-30 19 0,11 20 0,1 57-4,27-31 1,9 3 3,15 15 0,15-1 3,13-4 1,10-9-4,0-14 0,7-10-4,16-9 1,2-13 3,-24-15 0,-1-9 0,3-6 0,-4-5 7,7-20-7,-31-6 0,-23 28 0,5 22 0,9 14 0,47 39 0,-14-28 0,7-2 0,19 2 0,6-5 0,4-6 0,-1-6 0,-20-8 0,-3-7 0,-6-6 0,-9-8 0,-11-23 0,-9-1 0,-8 8 0,9 36 0,15 6 0,9 4 0,17 2 0,5 0 0,-1-1 0,3-2 0,-9-7 0,4-1 0,-6-5 0,3-7 0,-5-4 0,2-2 0,-6-4 0,3-19 0,-47-4 0,10 34 0,12 6 0,38 25 0,-7-6 0,7-2 0,10-4 0,6-4-389,-19-4 0,4-2 0,-4-2 389,14-4 0,-6-6 0,-6-8 0,-12-6 0,-17-20 0,-10 3 0,-26 22 0,16 26 0,64 18 0,-23-15 0,5-2 0,0 2 0,2-5 583,19-11 1,-7-12-584,-36-1 0,-7-7 0,2-9 0,-13-5 0,-31-42 0,-23 24 0,-22 17 0,59 35 0,5 3 0,69 8 0,-11-35 0,2-26 0,-52 6 0,-12-5 0,-12 6 0,-11-1 0,-17-19 0,-13 2 0,-4 17 0,-6 5 0,-5-6 0,0 5 0,-19-5 0,38 36 0,38 16 0,30 0 0,-6-18 0,4-38 0,-35-29 0,-24 25 0,-9 1 0,5 10 0,-7 3 0,-31-9 0,-7 8 0,20 22 0,0 4 0,-5-2 0,4 5 0,-14 15 0,40 13 0,29 7 0,26-9 0,-1-13 0,18-36 0,-27-26 0,-26 19 0,-13 1 0,-17-3 0,-12 7 0,-28 4 0,-7 10 0,11 6 0,-2 7 0,-21 8 0,1 10 0,34 11 0,4 5 0,-5-2 0,6 4 0,-7 19 0,40-25 0,21-30 0,-15-45 0,-15 5 0,-18 6 0,-16 4 0,-19 12 0,-7 8-89,32 7 1,0 1-1,-5 3 89,-21 2 0,-6 4 0,5 8 0,-9 14 0,4 9 0,24-7 0,-1 2 0,7 6 0,-4 18 0,11 7 0,21-7 0,14 0 0,21 13 0,42-23 0,16-51 0,-7-33 0,-34-8 0,-48 14 0,-21 5 0,-24 16 0,-12 12-527,10 6 0,-6 4 0,2 4 527,11 4 0,1 3 0,1 9 0,-8 9 0,2 8 0,16 11-32,22 33 1,11 2 0,-12-29 0,8-2 0,35 8 0,0 0-1</inkml:trace>
</inkml:ink>
</file>

<file path=ppt/ink/ink5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52.18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0 180 28188,'21'-95'403,"-3"16"-375,-14 73 6,-1 15-29,-2 44-5,1 1 0,2 0 0,1 4 0,4 29-5,4 10 5,-4-27 0,-4-36 0,-4-17 0</inkml:trace>
</inkml:ink>
</file>

<file path=ppt/ink/ink5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52.54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1 145 28339,'89'-37'73,"0"0"0,-7 3 0,-1 7-68,-7 18 1,0 8-1,5 2 1,4 5-875,14 11 0,-2 7 869,-22-5 0,-8 9 278,-7 18 1,-18 10-268,-32-6 0,-12 3-8,-4 0 0,-11 0-3,-42 17 0,-18-6-50,-1-15 1,-6-5 49,22-11 0,-3-1 0,3-3-14,-17 1 0,8-8-362,-9-7 376,55-40 0,24 10 0,14-10 0</inkml:trace>
</inkml:ink>
</file>

<file path=ppt/ink/ink5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54.07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552 76 28440,'-68'-21'26,"-1"0"0,5 1 0,6 6-9,1 15 17,-20 20-29,11 13-5,6 27 0,28-8 0,32 16 6,38-21 0,29 5-6,-17-29 0,2-3 0,34 12 0,-34-10 0,-3 2-6,10 19 12,-8 0 5,-26 5-6,-44-12 1,-37 3-6,-38-8 0,38-21 0,0-2 0,-29 0-1305,13-4 1305,48-17 0,3 10 0,18-10 0</inkml:trace>
</inkml:ink>
</file>

<file path=ppt/ink/ink5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55.95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42 76 28367,'14'63'37,"-1"-1"1,-1-3-1,-3-3-20,-4 12 5,-3 29-5,0-10-6,-2 6-11,0-35 6,0-33-6,0-35 0,0-11 0,-2-34-6,-4-9-10,-5-26 10,-1 12-5,4 26 0,-2 1 5,-6-24 0,-1 3-10,0 14 21,22 27 1,26 4-12,7 8 6,39 4-5,-17 5 10,4 0-5,-19 5 0,-25 4 0,-11 1 0</inkml:trace>
</inkml:ink>
</file>

<file path=ppt/ink/ink5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2:56.24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0 125 28166,'70'-14'7,"1"0"0,-7 2 1,-8-1-8,-9-6-50,-14 2 50,-12-1 0,-12 9 0,-6 1 0</inkml:trace>
</inkml:ink>
</file>

<file path=ppt/ink/ink5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3:54.94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28502,'51'64'7,"0"-1"0,6 3 1,-3-5-8,4 2 0,-1-7 0,-23-7 0,-23-35 0,-7 1 0</inkml:trace>
</inkml:ink>
</file>

<file path=ppt/ink/ink5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3:55.13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29 0 28037,'-8'65'-4,"0"0"0,0-6 1,3-2-378,10 34 381,3-19 0,-2-14 0,0-30 0</inkml:trace>
</inkml:ink>
</file>

<file path=ppt/ink/ink5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3:55.34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28138,'0'62'31,"0"0"1,2-3 0,1-4-4,3 15-28,1-5-213,0 11 213,-18-24 0,10-9 0,-12-26 0</inkml:trace>
</inkml:ink>
</file>

<file path=ppt/ink/ink5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3:55.47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0 102 27135,'74'-15'-1333,"0"0"0,6-4 0,-8 1 0,-16 2 0,1-2 0</inkml:trace>
</inkml:ink>
</file>

<file path=ppt/ink/ink5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3:55.73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28266,'31'66'82,"1"1"0,-4-4 1,-2 1-78,-7 4 1,-4 3-1,-4 3 1,-2 2-6,0 15 0,-2-1 0,-4-22 0,-3-4-65,1-2 1,-2-7 64,-5 1 0,5-11 0,-6-27 0</inkml:trace>
</inkml:ink>
</file>

<file path=ppt/ink/ink5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3:59.58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1 119 28317,'31'67'39,"0"-1"0,-3-7 0,-7-7 1,-17-8 72,-3-16-107,-9-6 1,2-27 5,-8-13 0,3-32-11,5-13 0,6-21 0,13 17 0,22-7-33,8 32-23,11 5-90,-10 20 146,0 31 0,-25-10 0,3 12 0</inkml:trace>
</inkml:ink>
</file>

<file path=ppt/ink/ink5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3:59.93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81 28238,'7'56'59,"1"0"0,17 36-37,19-73 18,31-8-35,-20-10 12,32-30 0,-42-16 39,-7-28-34,-66-1-22,-42 18 0,-17 24-14,30 26 0,4 10-227,1 27-9590,19 17 9176,39-2 0,10-13 0,0-23 1</inkml:trace>
</inkml:ink>
</file>

<file path=ppt/ink/ink5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0.25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6 103 28182,'7'50'31,"0"0"0,21 30-20,25-69 6,7-5 5,-2-8 34,11-26 79,-22-16-68,-8-30-56,-42 13 6,-49-1-17,-34 38 0,32 20 0,1 5-17,-27 18-498,35 31 515,69-13 0,-14-5 0,24-18 0</inkml:trace>
</inkml:ink>
</file>

<file path=ppt/ink/ink5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0.53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28558,'0'91'14,"0"0"1,0-4 0,1-6-12,2-27 0,1-3 0,1-1 0,1 1-6,4 10 0,2 1 0,0-11 0,0-2 3,15 44 0,-12-46 0,-6-30 0</inkml:trace>
</inkml:ink>
</file>

<file path=ppt/ink/ink5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0.66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58 28121,'69'-10'-627,"0"0"1,0 0 0,0-2-1,-9 2 1,6 5 0</inkml:trace>
</inkml:ink>
</file>

<file path=ppt/ink/ink5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1.61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0 28451,'54'59'20,"1"1"1,-5-4 0,-6-4-21,1 6 5,4 18-5,-11-17 0,-9-11 0,-15-24 0</inkml:trace>
</inkml:ink>
</file>

<file path=ppt/ink/ink5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1.81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110 1 28266,'-27'83'20,"1"0"1,2-6 0,5-4-21,11 16-28,4-8-594,3 9 622,2-37 0,0-7 0,0-36 0</inkml:trace>
</inkml:ink>
</file>

<file path=ppt/ink/ink5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2.0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14 0 28395,'-3'84'13,"0"1"0,2-8 0,2-3-16,6-15 1,0-4-82,-1-4 0,-1-2-4402,-3 47 4486,-14-46 0,0-32 0,1-18 0</inkml:trace>
</inkml:ink>
</file>

<file path=ppt/ink/ink5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2.16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0 111 27678,'71'-26'-400,"0"-1"1,-5 3 0,-8 4 399,2 12 0,-28 4 0,-6 2 0</inkml:trace>
</inkml:ink>
</file>

<file path=ppt/ink/ink5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2.4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28384,'27'64'33,"0"0"1,-1 0 0,11 31-1,-7-4-30,-16-24 0,-5 1-723,-3-2 1,-3 5 0,0-4 719,0 8 0,-3 0-4,-4-2 0,-3 5 1,-4-5 30,-9 4 1,-2-8-1,7-15 1,0-5-1,-20 23 1</inkml:trace>
</inkml:ink>
</file>

<file path=ppt/ink/ink5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4.54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0 28647,'18'72'0,"0"0"0,-1-7 0,-3-5 0,0 10 0,-3-25 0,-2-5 0,-4-29 0</inkml:trace>
</inkml:ink>
</file>

<file path=ppt/ink/ink5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5.04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1 272 28591,'35'-55'11,"1"-1"0,-2 5 1,1 10-7,22 14 1,6 6 0,5 8-1,21 6 12,-33 45-10,-23 31-7,-50-14 0,-15 3 0,6-8 0,-6-3 0,-15 2 0,1-8 0,10-8 0,14-5 0,45-23 0,29-4 0,4 0 0,6 4 0,2 6 0,1 5 0,7 6 0,-6 6-7,16 28 7,-82 28 0,-36-49 0,-15-6 0,-15 5 0,-6-5-3,-8-8 0,2-6-3,17-4 1,6-11-185,-17-40 190,68-16 0,-1 5 0,20 7 0</inkml:trace>
</inkml:ink>
</file>

<file path=ppt/ink/ink5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5.51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271 1 28574,'-60'9'18,"0"0"1,4 0 0,11 9-19,12 56 0,17 7 0,17 11 6,38-31 0,26-36-6,-2-37 0,11-39 16,-36-4-16,-1 17 0,-24 26-28,-7 49-408,1-7 436,25 6 0,-20-26 0,15-3 0</inkml:trace>
</inkml:ink>
</file>

<file path=ppt/ink/ink5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5.84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372 0 28535,'-92'12'15,"0"-1"0,20-5 0,11 9-9,7 62-6,62-4-6,29 17 6,5-22 0,-2-5 0,-38-28-829,-26-6 829,2-30 0,-5-1 0,21-14 0</inkml:trace>
</inkml:ink>
</file>

<file path=ppt/ink/ink5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6.14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205 367 28619,'-57'-47'0,"1"0"0,5 4 0,15 2 6,31-2-6,35-14-6,17 14-11,25 5 12,-15 31-18,-17 44-16,-39 14 39,-17 14 0,1-26 0,-3-17 0</inkml:trace>
</inkml:ink>
</file>

<file path=ppt/ink/ink5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6.64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563 45 28518,'-61'-13'22,"0"1"1,4-1 0,5 6-12,-18 18 22,-8 32-33,2 5 6,35 1 0,7 9-6,15-7 0,10 3-3,5 11 0,12 0-14,18-6 0,15-7-151,19-11 0,11-13 168,9-14 0,0-8 0,-25-2 0,-5-5 0,27-14 0</inkml:trace>
</inkml:ink>
</file>

<file path=ppt/ink/ink5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7.05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250 1 28574,'-58'3'11,"0"1"0,0 11 1,12 10-18,24 53 12,15 14 0,23-30-6,36-25 0,9-46 0,0-13 0,0-41 16,-33 2 1,-5 0-17,-18 43 0,-8 28-5,0 29-18,0 12-27,3-16 50,41 2 0,-31-27 0,31-4 0</inkml:trace>
</inkml:ink>
</file>

<file path=ppt/ink/ink5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7.40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331 1 28496,'-74'0'31,"-1"-1"1,2 10 0,13 5-32,30 11-5,11 41 5,54-3 0,3 14 5,4-18 1,-20-7-6,-25-29-34,-11-2-313,13-36 347,26-16 0,-8 4 0,19 0 0</inkml:trace>
</inkml:ink>
</file>

<file path=ppt/ink/ink5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7.71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277 332 28630,'-63'-27'7,"0"0"1,5 3 0,11-2-8,22-23 0,12 11 0,5-26-6,32 23 1,5 5-1,8 44 0,-19 29-111,-29 18-102,-1-9 219,14-21 0,2-14 0,16-10 0</inkml:trace>
</inkml:ink>
</file>

<file path=ppt/ink/ink5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8.05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352 30 28552,'-66'-11'5,"0"0"1,6 3 0,7 10-6,-1 38 5,25 19 1,5 4-12,60 20 6,10-21-11,11 8 17,-19-23-1,-38-17-38,-31-20-454,-1-20 487,0-18 0,20 7 0,12-3 0</inkml:trace>
</inkml:ink>
</file>

<file path=ppt/ink/ink5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8.37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0 107 28278,'71'-33'-6,"-1"1"0,3 4 1,-10 15 5,-17 31 157,-3 41-45,-60 20-101,-1-27 0,-5 2-14,-2-1 0,-1-2-153,-14 36-220,37-23 376,31-6 0,-9-35 0,6 2 0</inkml:trace>
</inkml:ink>
</file>

<file path=ppt/ink/ink5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6:34:08.65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105 143 28378,'71'-1'26,"0"0"0,-2-6 1,-17-10 124,-38-25-123,-21-1-6,-80 14-22,36 26 0,-2 8-6,-6 7 1,3 6-34,-12 19 39,79 18 0,1-31 0,30-3 0</inkml:trace>
</inkml:ink>
</file>

<file path=ppt/ink/ink5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3:57.28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1 199 28087,'1'83'82,"0"1"0,0-5 1,-1-1-81,0 0 1,0 1 14,0 9 0,0 1-237,0-1 0,0 1 225,0 10 1,0-7-6,0-37 0,0-5 11,0 38 137,0-60-142,6-90 8,-4 7 0,0-9-14,1-29 0,0-7-424,-2 24 1,0-3-1,-1 4 421,0-20 1,0 3-2,0 22 0,-1 0 0,2 6-64,2 4 0,0 4 68,5-42 183,14 52-188,8 77 5,13 51-9,-16-16 1,0 5-15,3 6 1,1-1 687,-7-16 1,1-4-688,2-7 0,0-10 172,6-11-178,7-27 28,-13-31 11,-7-13 1,-1-10-4,-3-9 1,-1-5-12,3-19 0,-2-3 3,-2 2 0,-2 3-9,-4 21 1,-2 6 14,3-24-6,7 56 11,4 60 23,3 14-9,-10 24 0,-5 13-11,-4 4 0,-1 5-226,-3-15 1,0 4-1,0-1 214,-1 0 0,0-1 0,0-5-2,-1 13 0,1-5-17,0-4 0,3-9-268,15 8 285,26-29 0,-18-24 0,11-35 0</inkml:trace>
</inkml:ink>
</file>

<file path=ppt/ink/ink5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3:57.72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316 51 28154,'-62'-19'7,"1"0"1,4 6 0,9 17 0,22 36 1,9 14 13,-6 37-14,8-4 1,8 5-12,18-19 0,6-2 0,0 9 1,5-6-12,6-18 0,7-16 53,23-25-22,-19-47 33,-17-20 0,-7-10 14,-6 6 1,-3 0-40,2 2 1,-2 1-4,-4-20-22,1 74 6,10 49-68,12 35-213,-3-38 1,5-3 274,25 15 0,-15-34 0,-12-24 0</inkml:trace>
</inkml:ink>
</file>

<file path=ppt/ink/ink5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3:57.88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28115,'18'63'30,"1"1"0,-2-4 0,6-4-30,14-10 0,5-7-258,0-10 1,2-5 257,4 2 0,-2-6 0,11-10 0,-30-13 0</inkml:trace>
</inkml:ink>
</file>

<file path=ppt/ink/ink5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3:58.03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227 0 28199,'-36'63'2,"1"0"1,0 0 0,-13 24 0,9-4-168,21-17 0,9-4 165,6 32 0,-1-16 0,15-45 0</inkml:trace>
</inkml:ink>
</file>

<file path=ppt/ink/ink5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3:58.23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173 1 28188,'-30'74'20,"-1"0"1,3-5 0,4-4-21,9-10 0,3-4-6010,-2 23 6010,1-26 0,12-28 0,-4-33 0</inkml:trace>
</inkml:ink>
</file>

<file path=ppt/ink/ink5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3:58.51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0 173 27953,'72'9'138,"0"1"0,-6-12 0,-16-14-9,-38-53-107,-39 0-22,-26 34-39,1 41-442,14 64 481,62 19 0,-17-15 0,26-21 0</inkml:trace>
</inkml:ink>
</file>

<file path=ppt/ink/ink5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3:59.11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1 739 28222,'14'-79'65,"1"0"0,3-15 1,1 4-61,-6 25 1,1 3-4,4-8 1,0 3-14,7-22 11,8 45-17,-2 81 1,1 4 10,-14 12 0,-4 7 12,-1 31 44,-3 6-50,-9-59-11,3-40 17,14-71-1,13-6-21,3 4 16,9 25-6,-15 82 6,-3 42 5,-16-17 1,-4 3 33,-2-1 1,-2-6-35,-1-12-5,0-42 11,7-92-11,7 42 0,5 0-3,2-5 1,6 6-15,37-8 17,-16 99 0,-23 27-90,-18 12 1,-7 7 89,-4-23 0,-1-4 0,4-6 0,-1-4 0,-6 9 0</inkml:trace>
</inkml:ink>
</file>

<file path=ppt/ink/ink5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3:59.37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82 60 28261,'-23'85'24,"0"-1"0,1-9 1,8-6-25,24 0 11,54-21 0,33-45 6,-44-9 0,0-11 11,8-25 0,-10-13-28,-23 2 0,-7-5-65,4-9 1,-2 3-1347,-1-18 1411,6 37 0,-15 42 0,3 5 0</inkml:trace>
</inkml:ink>
</file>

<file path=ppt/ink/ink5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3:59.92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0 580 28373,'1'-67'37,"0"1"0,3 3 1,2 6-33,8-11-5,11 6-16,20 4 21,2 29 6,-1 24-16,-1 63-18,-25 20 35,-2 12-7,-5-53 6,0-40-11,24-85 0,-12 38 0,2-1-3,-2-1 1,3 3-4,5 5 1,1 14 16,6 33-11,-5 69 0,-24-13 0,-5 6 0,-3-2 0,-3-1 19,-3 6 1,-2-12-14,-2-30-6,-2-20 5,11-91-5,7 31 0,5-3-3,3-9 1,3 2 2,21-24 0,11 48-6,-16 97 6,-14-8 0,-1 7-56,2 15 0,0 2 56,2-11 0,0-6 0,5 11 0,-2-43 0</inkml:trace>
</inkml:ink>
</file>

<file path=ppt/ink/ink5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0.71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512 176 28121,'-58'-49'69,"-1"-1"0,12 7 0,-3 12-69,-10 28 0,-1 16 3,15 7 0,3 7-3,-3 7 0,11 8-6,28 54 6,39-48 0,13-5-6,1-8 1,7-4 5,27 6 0,-1 0 5,-28-1 1,-7 3-6,3-3 0,-11 6 0,-22 13 0,-19-1-14,-24-13 0,-14-5 8,-8 1 1,-5-5-7,-9-10 1,0-11-61,-26-19-668,34-47 740,41-20 0,10 15 0,6 12 0</inkml:trace>
</inkml:ink>
</file>

<file path=ppt/ink/ink5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1.29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239 0 28154,'-54'71'61,"1"1"1,4-6 0,9-4-39,18 7-1,8-1 0,8-4 1,26 10-23,31-26 11,29-7-11,15-51 28,-28-7 56,-20-24-84,-35 43 0,-5 6-6,-7 37-5,11 1 0,38 8 5,32-24-2,-27-25 0,1-9 8,28-25-3,-48-12 0,-13-8 9,-20-47 5,-17 38 0,-8 2-11,-25-24 0,3 48 0,-5 14-6,-34 37 0,35 7 1,6 10-32,8 12 1,10 5-176,12 43 212,35-49 0,7-8 0,3-8 0,18-6 0</inkml:trace>
</inkml:ink>
</file>

<file path=ppt/ink/ink5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1.60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1 159 26637,'9'59'280,"0"1"0,-1-7 0,1-4 683,5 14-941,-11-36 23,-10-40-45,-4-28 0,2-7 0,4-5 0,12-39-31,6 39 1,6 2-110,16-20 140,19 48 0,2 9 0,-18 4 0,37 10 0</inkml:trace>
</inkml:ink>
</file>

<file path=ppt/ink/ink5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1.88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265 519 28530,'-65'-38'18,"1"1"1,5 1 0,13-2-19,25-19 0,11-34-6,38 0-16,13 2 16,22 47-33,-15 73 5,-22 15-27,-18 45-550,-37-34 611,-9-8 0,2-27 0,6-18 0</inkml:trace>
</inkml:ink>
</file>

<file path=ppt/ink/ink5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2.91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87 114 28261,'-22'71'31,"-1"0"1,2-2 0,6-5-15,10 22 0,5 2-12,14-31 1,4 0-6,8 20 0,7-26 0,6-6 5,20-15 1,14-24 39,-15-42-34,-18-10-17,-19 17-5,-14 33 11,-4 33 0,4 13-17,15 18 6,12-22 11,8-10 28,-8-69 0,-15-13-3,-14-10 1,-4-7-15,0 3 0,-2-3-11,1-20 0,0-2 0,0 17 0,2 0-3,6-15 0,5 4-3,-2 27 1,3 4-48,5-2 0,6 8-250,30 5 303,5 59 0,-21-6 0,-6 15 0</inkml:trace>
</inkml:ink>
</file>

<file path=ppt/ink/ink5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3.28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35 0 27807,'-11'78'74,"0"-1"1,0-6 0,10-8-64,38 8 1,17-31 38,27-13 28,-10-57 29,-27-24-62,-22-7-1,-34-10-49,-25 24-29,-1 5-9797,-17 17 8420,34 27 0,2-3 0,18 11 0</inkml:trace>
</inkml:ink>
</file>

<file path=ppt/ink/ink5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3.58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84 27135,'16'68'112,"0"-1"0,1 1 0,-1-10 784,-4-18-873,-3-12-1,-15-38-28,-7-45 12,5-25-15,8 29 1,2 1-31,9-27-79,25 17 118,42 44 0,-37 2 0,21 16 0</inkml:trace>
</inkml:ink>
</file>

<file path=ppt/ink/ink5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3.94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312 340 28166,'-64'1'9,"1"0"0,-3 12 1,11 11 12,23 53-22,1 4-9,36-28 1,15-5 3,38 5-12,31-12 17,-10-44 168,-12-63-107,-53 17 1,-7-6-37,0-14 0,-6-3-22,-10-2 0,-3 4-23,3 17 1,-1 3-306,-11-42 325,26 54 0,-3 6 0,9 24 0</inkml:trace>
</inkml:ink>
</file>

<file path=ppt/ink/ink5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4.35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297 4 27880,'-64'-1'20,"0"-1"1,6 1 0,12 9-21,23 27 28,25 17-23,36 20-10,19-1-1,-2-19 6,-20-14 67,-48-9-22,-20-16-45,-8 3 0,-33-35 0,49 13 0,-17-15 0</inkml:trace>
</inkml:ink>
</file>

<file path=ppt/ink/ink5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5.87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54 24 27561,'-5'70'108,"0"1"0,0-4 1,2-1-95,8 1 0,3-2-14,2-4 0,2-2 0,-1-2 0,1-5 481,10 17-458,-21-62-23,-9-18-6,-7-25 0,0-40-10,4-20 16,4 33 0,-1-3-6,-1 1 0,0 2 6,-8-32-33,0 11 27,19 47 1,44 7 5,7 20 8,4 8 0,6 3-11,-8 3 1,1 2-256,10-1 1,-2 3 257,31 15 0,-41-9 0,-34-5 0</inkml:trace>
</inkml:ink>
</file>

<file path=ppt/ink/ink5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6.08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23 27477,'72'-6'-370,"1"0"1,-4 2-1,-7 1 370,5 0 0,-30 3 0,-1 0 0</inkml:trace>
</inkml:ink>
</file>

<file path=ppt/ink/ink5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6.39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0 155 28098,'81'37'2,"-1"0"0,-7-1 0,-3-12-8,-18-28 1,-5-9-12,23-26 28,-11-4 62,-58-31 17,-67 24-65,15 26 0,-5 5-20,0 5 1,-1 7-6,0 6 0,12 13 0,32 52 0,-3-37 0,41 31 0</inkml:trace>
</inkml:ink>
</file>

<file path=ppt/ink/ink5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6.687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95 26850,'7'71'237,"0"0"0,0-1 0,-2-11 558,-1-26-750,-6-15 0,-3-33 5,-7-46-28,5-17-16,2-20-12,14 25 1,18 13-275,28 39 280,22 11 0,-24 10 0,-9 8 0</inkml:trace>
</inkml:ink>
</file>

<file path=ppt/ink/ink5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7.27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9 369 28457,'-4'-64'16,"0"-1"1,4 8 0,4 5-17,15-5-5,12 18 5,0 5 0,6 35-6,-8 49 6,2 28-11,-18-28 0,-3-1 11,0 25 44,-5-26-38,-4-36 5,3-36-5,8-27-12,1-12 12,20-24-6,1 41-6,12 10 6,-13 41 0,-3 52-5,-20 15 83,-1 9-78,-9-51 0,0-30-6,10-66 6,5 18 0,25-17-11,5 46-22,12 44-91,-3 38-105,-8 11 229,17 3 0,-36-52 0,8-1 0</inkml:trace>
</inkml:ink>
</file>

<file path=ppt/ink/ink5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7.581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135 412 28591,'-37'-61'3,"0"0"1,4 5 0,9 4-4,21 1 0,3 1-5,21-3-6,13 26-1,17 28 12,-16 25-5,-12 49-18,-45-18-749,6-3-7,-11-41 779,34-26 0,-4-5 0,14 2 0</inkml:trace>
</inkml:ink>
</file>

<file path=ppt/ink/ink5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7.92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257 359 28451,'-65'-11'-2,"0"0"0,6 4 1,12 12-5,26 52-22,52 26 28,15-1-17,18-38 0,10-11 11,-12-17 1,-1-12 61,-1-14 0,-7-12 0,8-32-23,-68-8 1,-19-7-23,-2 9 1,-5 2-10,-11-10 1,-1 2-37,11 19 1,5 4 33,-6-20 0,29 46 0,6 3 0</inkml:trace>
</inkml:ink>
</file>

<file path=ppt/ink/ink5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8.555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28300,'17'66'30,"1"0"0,-1-2 0,-2-4-30,2 17 0,0-4 5,-3-8-78,-2-15 73,20-31 0,-20-5 0,14-23 0</inkml:trace>
</inkml:ink>
</file>

<file path=ppt/ink/ink5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9.00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0 200 28350,'36'-50'17,"0"-1"0,18 3 0,7 11-17,-2 24 0,3 13 0,9 9 0,-2 9 0,23 20 5,-72 13 1,-22 7 13,-37-4 1,-16-4-15,8 1 1,-7-3 8,-30-1 0,-2-10 31,-5-6-45,28-16 6,65-22-6,51-13 0,1 5 0,7 2-3,5 4 0,3 5 3,10 4 0,-2 5-6,-20 2 1,-7 8 11,9 47 5,-95-4-11,1-25 0,-9-4 0,-17-6 0,-3-7-14,11-5 0,3-5-283,-25-14 297,55-18 0,9 9 0,13-5 0</inkml:trace>
</inkml:ink>
</file>

<file path=ppt/ink/ink5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9.48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55 0 28384,'4'61'9,"1"0"0,2-5 1,9-11-10,46-13 22,34-13 6,-14-20 56,-4-25-44,-39-19-29,-30 0-6,-9 5-5,5 47 0,4 14 0,10 72-5,-5-17 13,-10 1 1,-12-1 7,-50 5-13,30-32 0,-8-7-3,-25-21 0,-7-12 0,-28-6-22,5-10-40,34-8 62,100-29 0,-34 24 0,52-14 0</inkml:trace>
</inkml:ink>
</file>

<file path=ppt/ink/ink5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09.929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28311,'8'68'48,"1"-1"1,-1-2 0,-1 4-10,-2 1 0,-2 7 0,-2-8-462,-4-6 0,-1-2 437,5 35 0,-5-14 269,-11-51-283,18-41 144,28-31-144,16-1 0,24 2 0,-13 21 380,28 24-380,-8 1 0,0 0 0,4 5 0,-18-6 0,-1 0 0</inkml:trace>
</inkml:ink>
</file>

<file path=ppt/ink/ink5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10.214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357 421 28597,'-70'-37'9,"1"1"0,6 1 1,9 1-5,10-6-5,7-23-5,18 4-18,36-3-16,33 25 17,9 20-1,4 42 23,-49 8 0,-18 12 0,-50-1 0,8-26 0,-1-4 0,30-11 0</inkml:trace>
</inkml:ink>
</file>

<file path=ppt/ink/ink5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10.46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1 28518,'2'67'17,"-1"0"0,4-3 0,3-4-17,14 20 0,11-1 0,0-5-224,7 9 224,-19-36 0,-1-2 0,-18-38 0</inkml:trace>
</inkml:ink>
</file>

<file path=ppt/ink/ink5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10.60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0 42 28451,'78'-5'-129,"0"-1"0,16 1 1,-3-1 128,-33 2 0,-5 0 0,43 0 0,-48-3 0</inkml:trace>
</inkml:ink>
</file>

<file path=ppt/ink/ink5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10.822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1 28328,'6'73'52,"1"0"0,1-4 1,0-5-42,10 11-5,3-4-1,-3-6-66,8 8 61,-9-31 0,-1-4 0,-10-31 0</inkml:trace>
</inkml:ink>
</file>

<file path=ppt/ink/ink5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10.968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 83 27953,'89'-23'-142,"1"1"1,-22 2 0,-13 5 0,-19 12 0</inkml:trace>
</inkml:ink>
</file>

<file path=ppt/ink/ink5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11.310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313 493 28513,'-63'-43'31,"1"1"1,-3-7 0,11 0-26,17-17-6,6-3 0,31-8-17,50 29-11,24 7 11,17 33 11,-28 41 6,-31 3 0,-61 27 0,-13-25 0,-1-7 0,10-16 0</inkml:trace>
</inkml:ink>
</file>

<file path=ppt/ink/ink5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11.663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11 224 27712,'31'51'212,"1"-1"1,-4-1 0,-9-9-129,-18-24-5,-9-1-68,-20-25-5,7-6 16,-3-14-11,5-26 0,8-13-16,0-21 5,27 11-23,0 27-117,35 20 140,16 26 0,-25 2 0,6 5 0</inkml:trace>
</inkml:ink>
</file>

<file path=ppt/ink/ink5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12.076"/>
    </inkml:context>
    <inkml:brush xml:id="br0">
      <inkml:brushProperty name="width" value="0.06" units="cm"/>
      <inkml:brushProperty name="height" value="0.06" units="cm"/>
      <inkml:brushProperty name="color" value="#FFEA0C"/>
    </inkml:brush>
  </inkml:definitions>
  <inkml:trace contextRef="#ctx0" brushRef="#br0">384 18 28412,'-68'-6'33,"-1"-1"1,7 2 0,7 9-40,6 30 12,24 18 5,31 24-11,19-11 0,8-21 0,2-1 0,7 30 0,-3 13 6,-39-24 5,-36-12-28,-15-33-8821,-11-8 8838,15-25 0,21 7 0,12-8 0</inkml:trace>
</inkml:ink>
</file>

<file path=ppt/ink/ink5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29.6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656 1 28569,'-77'0'3,"-1"0"1,-12 13 0,10 10-4,8 34-6,11 2 1,2 10 5,19 2 0,6 6-159,9-12 0,2 5 0,8 0 157,13 0 0,9 1 0,5-4-1,8 14 1,16-10-2,13-27 0,12-8 1,2-9-3,24-10 0,3-16 8,-21-8 0,2-5 0,-5-5 80,9-4 0,-9-11-85,-12-21 0,-14-8 89,-14-30-89,-36 42 0,-15 4 6,-18 12 0,-9 8 5,-3 9 1,-3 7-7,-13 6 1,6 6-249,8 14 307,42 5 0,16-3 0,34-5 0</inkml:trace>
</inkml:ink>
</file>

<file path=ppt/ink/ink5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0.0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28255,'3'64'9,"0"0"1,0-6-1,-1-7 8,-2-7 0,0 1-476,-2-15-527,-1-10 986,1-27 0,-2 0 0,4-6 0</inkml:trace>
</inkml:ink>
</file>

<file path=ppt/ink/ink5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0.2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1 109 28205,'61'21'58,"0"-1"1,36 5 31,-85-74-23,-34 0-39,-2 3-17,-41 16-89,20 38-163,6 21 241,34 42 0,9-31 0,10 6 0</inkml:trace>
</inkml:ink>
</file>

<file path=ppt/ink/ink5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0.65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 1 28502,'-5'65'-2,"-1"0"0,9 8 0,10-6 2,42 4 22,18-11-5,-7-58 11,-20-55-11,-20-10-17,-18-35-28,-10 32-767,2 5 795,1 19 0,0 30 0,2 4 0</inkml:trace>
</inkml:ink>
</file>

<file path=ppt/ink/ink5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0.9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141 499 28653,'-39'-59'3,"1"-1"1,2 5 0,11 3-4,22-9 0,9-1-6,10 3 6,8 8-5,11 11-1,-12 47-44,-5 30-90,-13 14 140,-5 2 0,0-37 0,0-8 0</inkml:trace>
</inkml:ink>
</file>

<file path=ppt/ink/ink5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1.1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17 351 28569,'-7'-60'5,"1"0"1,2 5 0,8 5-6,27-15-6,2 28 0,23 14 12,-20 79-3,-19-10 0,-4 7-9,-4 16 0,-3 2-16,-6-13 0,4-3 22,31 31 0,-25-59 0,25-10 0</inkml:trace>
</inkml:ink>
</file>

<file path=ppt/ink/ink5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1.9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248 236 28334,'-2'-57'56,"-1"0"0,-7-36-34,-10 77-16,-8 8-18,-20 4 12,11 18 12,-20 35-18,33 44 3,11-29 0,7 3-14,17 0 1,11-4 2,7-15 0,7-8 14,40 2 30,-25-53 1,-3-16 53,7-37-50,-8-10-12,-27-2-22,-19 68 0,-1 12-11,0 41-168,17 23-364,14-22 543,40 3 0,-32-36 0,8-8 0</inkml:trace>
</inkml:ink>
</file>

<file path=ppt/ink/ink5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2.6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0 934 28143,'55'-70'5,"0"0"1,-5 3 0,-5 5 33,5-13-31,-23 19 1,-4-5 5,-8-3 0,-2-1-3,1 3 0,-4 0 11,-8-4 1,-7 7 67,-16 9-90,-2 5 0,-29 81-11,6 51 25,21-13 0,5 9-9,4 11 1,10 2-401,19-1 0,8-5 398,-3-22 0,8-8-3,20-9 0,8-14 22,35-19-8,-37-26 0,-1-12-3,-6-13 1,-6-7-1,13-43 5,-32 31 1,-6 3 11,-5 3-28,-5 18 0,-8 50 807,-4 65-827,3-36 1,4 1-40,9 4 0,6-3-204,21 14-286,11-53 549,-5-56 0,-28 16 0,-3-15 0</inkml:trace>
</inkml:ink>
</file>

<file path=ppt/ink/ink5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2.9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1 152 28132,'66'11'-26,"0"1"0,1-10 0,-11-13 283,-20-39-89,-34-10-140,-28 23-45,-42 19-229,30 47 246,15 13 0,17-3 0,19-5 0</inkml:trace>
</inkml:ink>
</file>

<file path=ppt/ink/ink5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3.3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167 1 28138,'-33'67'-2,"0"-1"0,7-4 0,13-3 2,43 24 342,1-13-292,-22-8-33,-21-32-17,-31-22-6,6-15-190,4-13 196,34-28 0,-9 21 0,27-10 0</inkml:trace>
</inkml:ink>
</file>

<file path=ppt/ink/ink5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3.52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41 1 28446,'-14'89'12,"0"1"1,7-22-1,2 2 1,5-5-38,10 4 0,4-3-43,-4 1 1,1-2 67,3-7 0,-3-7 0,-4-14 0,-5-4 0</inkml:trace>
</inkml:ink>
</file>

<file path=ppt/ink/ink5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3.6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25 28485,'72'-5'-339,"0"0"0,-5 0 0,-7 0 1,-7 3-1,-17-1 0</inkml:trace>
</inkml:ink>
</file>

<file path=ppt/ink/ink5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4.6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3 564 27790,'-1'57'-6,"0"1"1,13-1 0,13-12-12,47-22 78,-22-24 1,0-9 61,26-23-6,-45-8 1,-11-8 39,-22-36-62,-36-4-67,-6 32-22,-27 32-6,39 54-22,17 17 10,37 10-10,65-9 22,-32-41 0,3-10 8,12-13 1,-3-12-4,-10-12 1,-9-8-20,-15 2 0,-9-5-25,-7-14 0,-12-1-17,-23-27 44,0 9 12,-38 39 12,25 57 66,-23 71-47,42-14 0,6 6-20,-6 1 0,4 4-88,6-7 0,5 5 0,3-3 82,9 15 1,5 0-21,-5-21 0,1 1 0,1-3-1494,10 13 0,-4-10-541,-14 11 2050,-24-59 2946,-31-40-1355,-7-33-1418,24 13-128,9-23 219,73 22-264,8 8 0,4 2 0,14 1 0,-27 13 0,-1-1 0</inkml:trace>
</inkml:ink>
</file>

<file path=ppt/ink/ink5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5.2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91 48 28513,'-26'64'0,"1"0"0,0-6 0,11-6 11,28-4 0,37-6-5,31-19-4,-28-26 1,0-8 76,31-25-62,-32-15-17,-42 20 0,-17 24-23,-1 38-5,8-5-5,43 18 38,15-30 23,22-37-5,-23-31-23,-28-13-12,-23-22-200,-7 31 212,8 7 0,-6 24 0,6 21 0</inkml:trace>
</inkml:ink>
</file>

<file path=ppt/ink/ink5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5.5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0 210 28244,'79'22'59,"-1"0"1,5-13 0,-12-14 2,-21-28 22,-9-45-56,-84 17-17,-33 7-11,-14 23-73,3 41 73,91 49 0,-20-28 0,49 24 0</inkml:trace>
</inkml:ink>
</file>

<file path=ppt/ink/ink5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5.7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38 197 28636,'-19'-56'-171,"0"0"0,38-25 171,32 77 0,10 14 0,20-5 0,-12 18 0</inkml:trace>
</inkml:ink>
</file>

<file path=ppt/ink/ink5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6.1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291 341 28474,'-60'-10'3,"1"0"1,-3 13 0,11 12-4,21 27-28,2 53-56,59-25 50,30-2 34,13-30 56,20-65 62,-44-46-90,-26 15 0,-6-7-14,-8-7 0,-7-2-14,-11 5 0,-3 4-34,-6-26-890,-7 33 924,19 70 0,2-11 0,6 26 0</inkml:trace>
</inkml:ink>
</file>

<file path=ppt/ink/ink5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6.4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294 5 28468,'-72'-2'11,"1"0"0,5 2 1,13 9-24,21 39 1,37 29 17,16 6-4,8-27 1,4-2 3,7 20 0,-6-2-18,-49-34-727,1-29 739,-12-32 0,21 13 0,3-13 0</inkml:trace>
</inkml:ink>
</file>

<file path=ppt/ink/ink5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6.6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116 0 28395,'-7'68'-583,"-1"-1"1,0-3 0,-5-6 582,-23 8 0,17-30 0,-6-1 0</inkml:trace>
</inkml:ink>
</file>

<file path=ppt/ink/ink5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39.90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 1 28485,'-4'66'50,"1"7"-56,2-6 1,2 5-12,-1-8 0,0 1-143,0 6 1,0-2 159,0 17 0,0-40 0,0-33 0</inkml:trace>
</inkml:ink>
</file>

<file path=ppt/ink/ink5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0.11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27936,'2'70'26,"0"0"0,0-6 0,0-9-20,1-9-605,4-12-812,8-36 1411,-6-13 0,2-9 0,-11 5 0</inkml:trace>
</inkml:ink>
</file>

<file path=ppt/ink/ink5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0.3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27501,'0'0'0</inkml:trace>
</inkml:ink>
</file>

<file path=ppt/ink/ink5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2.8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320 27 27975,'-61'-13'-4,"-1"0"0,-8 12 1,12 10-36,29 10-40,-10 26 102,58-11 10,34 3-33,8-1-3,-10-13 1,1 0-21,14 15 130,-9 6-74,-50-8 1,-51-16-45,-9-9-6,-31-11 17,34-3 0,10 0 0,21 1 0</inkml:trace>
</inkml:ink>
</file>

<file path=ppt/ink/ink5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3.07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28160,'16'92'44,"-1"0"1,-2-21 0,0 0-45,4 13 0,-1-3-168,-4-25 0,-1-4 168,1 0 0,-2-5 0,1 6 0,-9-39 0</inkml:trace>
</inkml:ink>
</file>

<file path=ppt/ink/ink5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3.19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13 27449,'92'-3'-904,"1"-1"0,-7 1 1,-11 0-1,-22 3 0,-15 0 1</inkml:trace>
</inkml:ink>
</file>

<file path=ppt/ink/ink5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3.8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239 461 28401,'-58'23'33,"0"0"1,5-1 0,11 5-34,18 48 0,20 1 0,19-4-12,45-21 35,16-45-12,9-43 17,-28-35-17,-31-8 0,-64-11 6,-18 50-17,-15 12-22,25 40-73,69 32 5,64-2 39,-19-21 1,4-9 11,5-22 0,-2-11 39,-17 2 0,-9-10 14,-9-29 0,-15-10 19,-19 11 1,-10-2-12,-8-11 1,-5 4 5,-20-24 67,-19 37-84,19 87-14,20 12 1,5 12 4,1 30 1,6 6-176,6-6 1,5 2 175,2-16 1,2 3 0,2-6-7,8 5 0,3-3 3,1 4 0,0-6 0,3 7 0,-11-42 0</inkml:trace>
</inkml:ink>
</file>

<file path=ppt/ink/ink5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3.9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51 28222,'67'-14'-116,"0"0"0,2 1 0,-9 4 1,-15 9-1,-4 0 0</inkml:trace>
</inkml:ink>
</file>

<file path=ppt/ink/ink5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4.82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362 33 28250,'-64'-12'-4,"0"1"0,4 1 0,7 12 4,-3 43-22,21 24-6,5 5 6,70 15-34,29-33 47,-20-27 1,1-3 97,25 5-38,-38-4-46,-48-16-5,-45 13-89,-18-13-6,0 1 95,18-6 0,39-4 0,9 0 0</inkml:trace>
</inkml:ink>
</file>

<file path=ppt/ink/ink5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5.0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28272,'5'74'3,"-1"0"1,2 5 0,0-9-3381,-2-14 1961,-5 1 1,1-40 0,-7-10 0</inkml:trace>
</inkml:ink>
</file>

<file path=ppt/ink/ink5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5.3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106 111 28250,'58'34'50,"0"-1"0,35-8 57,-102-88-90,-47-7-17,-12 20-84,12 31 0,6 19 84,15 87 0,-5-59 0,43 63 0</inkml:trace>
</inkml:ink>
</file>

<file path=ppt/ink/ink5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5.59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8 556 28429,'-2'-62'46,"0"-1"1,0 4 0,0 4-30,2-15-6,11-24-17,3 18 1,16 12-7,-5 51-16,17 78-3,-21-17 1,-3 4-15,0 1 0,1 0-2470,1 4 1,1-7 2514,5-10 0,-5-6 0,-7-28 0</inkml:trace>
</inkml:ink>
</file>

<file path=ppt/ink/ink5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6.0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303 184 28462,'-51'-52'30,"0"1"0,10 2 0,1 18-24,-21 52-6,30 35-6,4 7-22,46 35-11,33-44 39,25-7 28,5-41-17,-29-17-17,-15-3 6,-23 60-11,-3 50 11,-7-41 0,-5 3 5,-12 22 1,-12-5-14,-3-30 0,-7-8 2,-11 4 0,-6-11-44,-37-32-34,35-25 84,75-69 0,-12 60 0,37-27 0</inkml:trace>
</inkml:ink>
</file>

<file path=ppt/ink/ink5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6.2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28378,'22'90'61,"1"0"1,-2-4 0,-1-2-62,-2-2 0,0-1-646,-1-4 1,1-2 648,-3-2 0,1-4 164,-2-11 0,3-14-430,13-24 316,11-38 1,-15-1-1,-1-19 1</inkml:trace>
</inkml:ink>
</file>

<file path=ppt/ink/ink5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6.5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109 403 28630,'-32'-82'2,"1"1"0,2 8 0,13 7-8,31 3-16,40 26 11,20 62 0,6 32 11,-28 14 5,-56 21 1,-57-44-9718,-19-9 9712,9-30 0,30-11 0,33-5 0</inkml:trace>
</inkml:ink>
</file>

<file path=ppt/ink/ink5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8.6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28552,'9'96'1,"1"-1"1,-2-21-1,1 1 1,0-7-19,-3-11 0,2-4-199,9 21 1,5-8 215,16-17 0,-7-9 0,-8-35 0</inkml:trace>
</inkml:ink>
</file>

<file path=ppt/ink/ink5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8.9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113 535 28524,'-30'-62'7,"-1"-1"1,5 4-1,7 2-7,12-11-5,12-2-6,32-11-17,10 32 0,13 23 16,-23 45 18,-28 56-40,-31-5-817,6 0-3588,9-28 4439,20-34 0,4-5 0,-3-6 0</inkml:trace>
</inkml:ink>
</file>

<file path=ppt/ink/ink5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9.1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28401,'9'87'12,"1"1"1,1-19 0,3 2-1,1-8-12,1-9 0,1-3-121,8 26 1,-4-3 120,-12-4 0,0-12 0,-17-40 0</inkml:trace>
</inkml:ink>
</file>

<file path=ppt/ink/ink5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9.2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92 27712,'82'-7'-142,"0"-1"0,-3 0 0,-6-3 142,23-14 0,-43 12 0,0-7 0</inkml:trace>
</inkml:ink>
</file>

<file path=ppt/ink/ink5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9.47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28289,'11'90'43,"-1"0"0,0-21 1,0 1-1,2-5-43,4 2 0,1-3-98,0 7 0,-1-4 98,7 17 0,-14-44 0,-9-33 0</inkml:trace>
</inkml:ink>
</file>

<file path=ppt/ink/ink5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9.5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27426,'78'5'-1424,"-1"0"1,0 0-1,-5-3 1,-8 1 0,27 9-1</inkml:trace>
</inkml:ink>
</file>

<file path=ppt/ink/ink5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49.8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237 336 28591,'-59'-33'13,"-1"-1"0,3-3 0,13-3-13,32-14 0,7 1-11,40-3 0,12 34 5,16 16-5,-21 21-22,-20 32 21,-28-6-1595,1-2 1607,7-18 0,-2-17 0,13-4 0</inkml:trace>
</inkml:ink>
</file>

<file path=ppt/ink/ink5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0.16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59 410 28642,'-16'-55'0,"-1"0"0,-8-40-6,29 39-5,28 3-40,8 0-5,6 23-324,0 18 380,7 43 0,-26-24 0,12 24 0</inkml:trace>
</inkml:ink>
</file>

<file path=ppt/ink/ink5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0.5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288 97 28266,'-69'-29'26,"1"0"0,5 1 1,12 18-27,24 49 22,18 20-11,23 3-5,10-18 0,7-1-12,33 30 6,-32-31 0,-4 1 0,9 18 17,-48-9-56,-27-33 39,-25-10 0,21-8 0,6-8 0</inkml:trace>
</inkml:ink>
</file>

<file path=ppt/ink/ink5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2.9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78 1 28474,'-20'81'37,"1"0"0,1-4 1,4-1-36,9 1 1,3 0-774,2 4 0,3 1 771,2-1 0,4-2-82,5 3 1,13-10 90,27-31 0,2-9 0,-3 27 0,37-36 1</inkml:trace>
</inkml:ink>
</file>

<file path=ppt/ink/ink5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3.4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64 453 28373,'-17'-58'22,"-1"-1"0,1 6 1,6 2-23,23-25-6,18 12 6,0 5 0,22 26 0,-17 38 0,12 35 0,-14 5-5,-2 43 27,-18-30 146,-5-3-162,-3-44-6,2-28-6,16-41 6,8 3 0,3 6 0,1 23-5,-12 62 5,1 24-6,-7 26 34,-6-21-22,-5-37-6,4-63-6,2-8 6,19-45 0,5 35 0,7 11-11,-3 63-6,-15 12-201,-1 47 218,-13-31 0,-2-7 0,-6-23 0</inkml:trace>
</inkml:ink>
</file>

<file path=ppt/ink/ink5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3.6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28328,'18'60'-4,"0"1"0,-2-6 1,-1-8 3,1-11 0,-6-15 0,-4-9 0</inkml:trace>
</inkml:ink>
</file>

<file path=ppt/ink/ink5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3.7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27501,'0'0'0</inkml:trace>
</inkml:ink>
</file>

<file path=ppt/ink/ink5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4.2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227 66 28608,'-63'-26'0,"0"1"0,4 10 0,18 17-17,56 53 12,39 4 5,7-19 0,-9-26 0,0 0-6,8 26 6,-6 35 0,-49-25 0,-10 1 0,-18 37 17,-45-22-12,-2-57-10,-4-45-29,26-7-610,41-46 644,56 31 0,-21 11 0,21 20 0</inkml:trace>
</inkml:ink>
</file>

<file path=ppt/ink/ink5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4.5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28373,'5'66'26,"0"-1"0,-1-3 0,0-6-3,6 11 27,-4 5 56,-1-27-100,6-21-6,2-36 0,12-24 0,15-16 0,4 20-6,-1 6 6,-1 63-22,-21 29-140,1 24 162,-13-23 0,-4-30 0,-5-30 0</inkml:trace>
</inkml:ink>
</file>

<file path=ppt/ink/ink5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4.78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28541,'0'80'7,"0"0"1,0-6-1,3-5-10,2-16 1,2-6-71,2 21 73,4 8 0,-9-53 0,-3-9 0</inkml:trace>
</inkml:ink>
</file>

<file path=ppt/ink/ink5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4.9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19 28110,'68'-4'-24,"0"0"1,-5 0 0,-9 0-1,-11 3 1,-14-1 0</inkml:trace>
</inkml:ink>
</file>

<file path=ppt/ink/ink5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5.4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 0 28182,'-5'63'84,"0"0"0,0-4 0,2-2-61,18 28 38,15-25-5,16-16-33,15-65-18,-14-10-5,-11-4 0,1 1 0,33-2 0,1 4-5,1 40-1,-46 34 17,-51 20-14,-12-26 1,-12-5 4,-13-6 1,-4-7-3,10-3 0,4-8-39,-24-25-364,76-17 403,43-16 0,-11 16 0,17 12 0</inkml:trace>
</inkml:ink>
</file>

<file path=ppt/ink/ink5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5.7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156 500 28653,'-43'-64'0,"1"0"0,4-10 0,10 6 0,23 5-3,16 13 0,10 5 3,26 2 0,24 14 0,-19 38 0,-18 37 0,-37 0 0,-21 1 0,-1-22 0,-2-16 0,19-8 0</inkml:trace>
</inkml:ink>
</file>

<file path=ppt/ink/ink5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6.97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99 28457,'32'63'0,"1"0"0,-4-6 0,-5-6 173,-14-7-173,-2-36 0,-8-17 0,-1-63 0,2-10 6,8 0-17,20 4-163,19 42 174,5 24 0,1 6 0,-2-2 0,25 18 0</inkml:trace>
</inkml:ink>
</file>

<file path=ppt/ink/ink5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7.23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197 354 28636,'-56'-40'2,"1"0"0,3-6 0,18 0-2,55-16-17,26-3 0,7 25-11,13 26-11,-39 44-17,-26 8 11,-21 3 45,-20-9 0,18-24 0,7-4 0</inkml:trace>
</inkml:ink>
</file>

<file path=ppt/ink/ink5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7.8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261 65 28530,'-64'-24'0,"1"1"0,1 7 0,15 15 5,39 29-10,-2 11 5,10 21-6,0 5 12,0 34-1,0-14-2,6-31 0,1-3-3,4 1 67,11 8-61,-12-56-6,-10-8-6,-8-29 6,-14-34 0,8 10-6,6 4 1,2-2 5,1-29 0,24-4-6,22 28 6,7 32-5,35 16-7,-22 29 18,0 16-6,-29 9-6,-38 23 12,-39-13-12,-21 0 6,1-21-5,-1-18 5,38-11 0,2-2 0,19 0 0</inkml:trace>
</inkml:ink>
</file>

<file path=ppt/ink/ink5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8.3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320 206 28378,'-62'-2'30,"0"-1"0,4 1 0,11-5-30,24-8 45,3-3-17,-1-15-6,8 10-22,0-13-5,35 10-40,41 0 39,32 11 6,2 28 0,-36 9 28,-45 36-22,-58-5-1,-13 5-721,-7-21-2046,35-22 2762,27-18 0,24-9 0</inkml:trace>
</inkml:ink>
</file>

<file path=ppt/ink/ink5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8.6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350 100 28362,'-59'-29'46,"-1"0"1,7 2 0,4 13-36,-5 48 0,18 2 0,-3 47-16,46-12 10,52-6 6,13-25-11,-2-41 0,4-14 0,-20-6 0,-3-5 36,2-5 1,-5-1-59,4-9-68,-38 34 90,-4 42 0,-8-12 0,7 3 0</inkml:trace>
</inkml:ink>
</file>

<file path=ppt/ink/ink5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8.9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39 0 28524,'-1'78'9,"-1"0"0,12 14 1,5-4-24,-2-27 0,-1-3-457,3 7 1,-10-4 470,-40 12 0,11-38 0,-23-29 0</inkml:trace>
</inkml:ink>
</file>

<file path=ppt/ink/ink5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9.11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0 189 26838,'93'-33'-516,"0"1"1,-8 3 0,-9 2 1305,-2 2 291,-18 2 325,-20 4-1401,-18 30-5,-11 10 0,-5 27-5,7 15 5,6-13 0,-3-9 0,1-21 0</inkml:trace>
</inkml:ink>
</file>

<file path=ppt/ink/ink5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4:59.5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24715,'51'81'67,"-1"1"0,-5-9 1,-5-6-68,0 14 3613,-16-30-3552,-4-4-27,-28-72-29,1-38-5,-4-17 0,20 22 0,8 3-5,18-8-18,24 8 18,-1 65-1,-16 23 3,-19 10 1,-4 6-4,3 38 0,1 7-22,-13-32-733,0-26 761,7-28 0,-9-2 0,6-6 0</inkml:trace>
</inkml:ink>
</file>

<file path=ppt/ink/ink5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00.3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327 65 28003,'-63'-21'101,"0"0"0,6 4 0,7 11-68,7 32 1,8 38-1,19 18-39,26-30 1,10-2-6,9-7 0,7-6 0,39 9 11,12-47 106,-48-45 51,-7-17-146,-23-3-11,-9 57 0,10 75 0,-1 1 0,0 6 0,0-3 0,-2 2 0,4 19 0,-10-3 5,-18-32 1,-8-5-6,-5 3 0,-7-7 6,-44 1-6,-14-64-23,40-36-10,9-8 33,58 1 0,10 4 0,-11 18 0,45-27 0</inkml:trace>
</inkml:ink>
</file>

<file path=ppt/ink/ink5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00.88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28345,'58'70'48,"0"1"0,0-1 0,-9 6 0,-5 3 1,-9 4-46,-11 4 1,-10 3 0,-4-4-159,-6-14 0,-4-3 1,-2-2 148,-5 29 1,0-10 5,4-4 0,-3-15 0,16-46 0</inkml:trace>
</inkml:ink>
</file>

<file path=ppt/ink/ink5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02.08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 0 28362,'0'73'-55,"0"0"1,-4-7 0,-2-5 54,-6 9 0,1-31 0,1-21 0</inkml:trace>
</inkml:ink>
</file>

<file path=ppt/ink/ink5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02.7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329 175 28322,'-25'-49'45,"0"0"0,-28-28-39,-4 80 5,-5 34-17,6 40 12,20 11-15,22-19 1,13 1 5,18-18 0,8-4 9,5 2 0,6-6 5,42 6 45,12-62 5,-37-35-21,-9-28-18,-22-5-39,-18 19 17,-4 38-5,0 52-12,2 12-34,20 36 35,10-39 32,6-4-4,11-65-12,-26-3 2,1-10 1,3-6 3,22-32-6,-17 40 0,2 4-6,21-12 1,2 54-1,-24 60 6,-14-18 0,-1 4-70,-3 6 0,-1-2-507,14 19 577,13-32 0,-20-35 0,6-4 0</inkml:trace>
</inkml:ink>
</file>

<file path=ppt/ink/ink5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03.12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294 467 28541,'-63'-30'1,"-1"0"1,6 5 0,10 17-2,18 47 0,9 16 0,12 42-22,48-7 5,2-4 11,12-53 1,8-18 5,33-46 31,-43-4 0,-5-10-15,-13-1 1,-9-7-6,-8-23 1,-13-4-10,-11 17 1,-5 2-112,4-8 0,0 2 109,-15-28 0,14 48 0,10 27 0</inkml:trace>
</inkml:ink>
</file>

<file path=ppt/ink/ink5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05.2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327 45 28367,'-68'-17'2,"1"0"0,0 7 0,12 12-25,31 25 23,1 11 17,50 15-6,32-10-8,-10-16 0,4 0-9,4-1 1,-2-2 10,27 14 18,-29 13-18,-66-5-33,-40 9 17,-12-14-26,17-24 1,-1-4-87,-19-5-6,-7-12-257,27-7-185,13-26 571,34-1 0,-2 7 0,13 9 0</inkml:trace>
</inkml:ink>
</file>

<file path=ppt/ink/ink5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06.0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127 1 28546,'-34'56'4,"-1"0"0,4-3 0,9-3-4,17 8-6,13 23 0,24-11 12,3-7 5,43-28-11,-2-33 0,11-27 0,-18-15 6,-31-7-1,-22 3-5,-14 44 0,-2 6-11,5 31 11,19 9 0,21-11 0,27-5 0,-9-22 0,18-40-5,-26-22 10,-28 11 1,-5-4-1,6-30 1,-59-8 0,-30 44-12,13 22 0,-3 10-89,-42 33-140,36 13 235,46 30 0,15-39 0,14 1 0</inkml:trace>
</inkml:ink>
</file>

<file path=ppt/ink/ink5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06.3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83 28283,'24'79'5,"0"0"1,-1-7 0,-2-8-6,-3-9 280,-4-13-269,-6-41-5,-9-20-6,0-71 5,7-8-8,-1 47 1,7 1-4,10-1 1,8 7-163,34 7 168,-5 19 0,0 6 0,-2 7 0,14 8 0</inkml:trace>
</inkml:ink>
</file>

<file path=ppt/ink/ink5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09.5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532 272 28524,'-70'21'26,"0"1"0,-1-2 0,8-6-3,10-9-18,1-3 12,2-22-17,11-16-5,1-27-1,15-12 0,20 14-5,41-1-11,15 35 16,14 15 1,-25 26 5,-25 33 5,-45 6-16,-4 3 11,-4-23 0,14-17 0,18-14 0</inkml:trace>
</inkml:ink>
</file>

<file path=ppt/ink/ink5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10.7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183 488 28468,'-55'54'3,"1"1"1,8-4 0,19 0-4,63 26 11,4-26 6,47-25-11,-10-47-1,-2-8 3,-35-7 1,-9-8 19,-5-39-5,-31-12-18,-36 20-10,-17 35 5,12 33-23,20 48-10,49 18 16,9-2 8,13-29 1,8-14-26,1-22 1,1-15-60,14-11 1,-5-12 72,-8-17 1,-10-8 24,-12-5 1,-10-1 19,-16 20 0,-9 3 65,-25-35-79,-8 66-11,-3 25 17,0 83 22,24-16 0,4 10-28,2-9 0,0 5 1,2 0-181,3 6 0,3 0 0,2 0 133,2-5 1,1-2 0,1-3-117,1 7 1,0-6 151,2-14 0,-2-11 0,-4-16 0,-3-10 0</inkml:trace>
</inkml:ink>
</file>

<file path=ppt/ink/ink5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10.8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0 127 27589,'80'-28'-840,"0"-1"1,-1 3 0,-9 4 0,-10 9 0,-13 4 0</inkml:trace>
</inkml:ink>
</file>

<file path=ppt/ink/ink5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11.1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180 443 28636,'-50'-59'-2,"0"1"0,1 4 0,18 3 2,55-20-5,18 8 5,7 6-23,7 28 1,-19 40-28,-27 21 27,-12 4-268,-36 3 291,9-25 0,3-6 0,19-8 0</inkml:trace>
</inkml:ink>
</file>

<file path=ppt/ink/ink5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11.4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73 28328,'43'57'13,"0"0"0,-5-6 0,-3-7-7,-6-14 207,-7-10-208,6-40-33,0-19-160,4-3 1,6-3 187,8-1 0,0 4 0,20-16 0,-3 18 0</inkml:trace>
</inkml:ink>
</file>

<file path=ppt/ink/ink5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11.6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109 368 28647,'-39'-67'-2,"1"0"0,19-5 1,18 9-11,44 15-27,43-3 6,-62 79 27,-17-1 0,-34 12 1,-15 0-1266,-14-1 1271,21-5 0,23-25 0,36-8 0</inkml:trace>
</inkml:ink>
</file>

<file path=ppt/ink/ink5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11.9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66 58 28199,'-4'61'45,"0"1"0,0-6 0,1-6-12,3-9 236,0-9-258,-12-17-5,-1-41-6,-3-5 0,6-53-6,16 12-16,6 3-68,35 10-22,-12 41 112,19 8 0,1 5 0,-23 5 0,36 0 0</inkml:trace>
</inkml:ink>
</file>

<file path=ppt/ink/ink5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12.3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230 1 28530,'-17'50'2,"0"0"1,1 31 3,60-64 5,25-14 11,-21-19 29,15-32-23,-40-7-28,-3 7 0,-13 41 5,0 40-5,-2 17 0,-1 8 0,-1 7 0,-4 3-3,-13 14 1,-7 0 2,7-18 0,-7-6 2,-19-3 1,-7-10-8,-18-2-6,0-10-236,-3-25 247,18-33 0,12 17 0,10-16 0</inkml:trace>
</inkml:ink>
</file>

<file path=ppt/ink/ink5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13.36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286 340 28446,'-24'-47'5,"1"0"1,-25-27-1,-19 96-16,8 32 0,10 7-17,33-7 0,16 0-101,60 23 118,-17-38 0,9-8 13,18-15 1,3-13-3,-14-8 0,-4-12 42,4-21 0,-11-12-3,-22 1 1,-8-3-29,1-1 0,-4-2 8,-8-4 1,-5 2-3,-2-12-28,0 10 5,0 39 1,0 38 10,-4 59-2,1-25 0,0 3-3,-1 15 0,0 1 0,2-10 0,-1-4 123,2 19-112,7-56 1,27-59-18,3-8 6,1 6 0,4 3-6,13 2 6,3 17-5,-23 55-29,-16 5 34,29 18 0,-34-38 0,23-4 0</inkml:trace>
</inkml:ink>
</file>

<file path=ppt/ink/ink5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13.6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270 27 28474,'-60'-9'11,"0"-1"0,4 3 0,10 13 6,15 75-17,14 3 6,20 0 10,45-26-16,26-54 17,16-40 11,-25-3 6,-22-27-45,-30 39-17,-2 8-852,14 39 880,-6-2 0,5 7 0,-14-18 0</inkml:trace>
</inkml:ink>
</file>

<file path=ppt/ink/ink5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13.9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0 153 27650,'25'50'487,"0"1"1,16 31-488,-47-80 0,0-17 0,-13-23 0,7-11 0,4-24 0,4 21-45,21-17-196,39 46 241,31 6 0,-22 16 0,-8 4 0</inkml:trace>
</inkml:ink>
</file>

<file path=ppt/ink/ink5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14.3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323 46 28530,'-62'-16'13,"-1"1"0,5 2 0,9 12-8,17 28-5,3 11 0,10 25-5,8-18 10,36 16 7,33-42-12,36-29 14,-45-6 0,-2-5 2,21-25-49,-21 9-102,-9 37 135,31 18 0,-30-2 0,11 2 0</inkml:trace>
</inkml:ink>
</file>

<file path=ppt/ink/ink5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14.79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264 432 28457,'-58'-8'1,"-1"1"1,-1 11 0,11 11-18,21 43 16,19 29 0,37-14 2,16-39 1,11-12-3,6-13 0,3-11-3,11-13 1,-2-7 4,-15 3 1,-8-9 5,-9-21 1,-11-9 2,-16 8 0,-6-3-17,1-14 1,-3 0 2,-3 13 1,-2 2-7,-1-4 1,0 6 69,0 2-55,-8 19 11,-4 81-12,2 13 1,5 5 0,7 5-6,14-15 0,7-2-17,4 10 0,4-4-3,1-18 1,2-8-373,26 10 392,-19-50 0,-21 3 0,0-15 0</inkml:trace>
</inkml:ink>
</file>

<file path=ppt/ink/ink5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14.95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30 28468,'72'-5'-1161,"0"-1"0,1 1 1,26-2-1,-7 1 1161,-25 6 0,-9 0 0,9 0 0,-22 0 0</inkml:trace>
</inkml:ink>
</file>

<file path=ppt/ink/ink5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15.2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177 300 28614,'-49'-55'-2,"0"0"0,2 5 0,15 4 2,42-3-22,11 16-96,1 21 118,-6 19 0,-9 11 0,-12-7 0</inkml:trace>
</inkml:ink>
</file>

<file path=ppt/ink/ink5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15.52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40 215 27527,'24'55'540,"0"-1"1,15 36-524,-42-85-6,-8-16-5,-27-52-6,11 10 0,7 5 0,4-1 0,5-19-17,31-2 0,9 31-162,55 22 179,-32 29 0,-1 4 0,15-9 0,3 23 0</inkml:trace>
</inkml:ink>
</file>

<file path=ppt/ink/ink5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0.1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 0 28485,'-2'76'16,"0"0"1,0-5 0,1-6-11,11 6-17,20 19-45,2-30 56,5-22 0,1-5 0,-12-11 0,16-5 0</inkml:trace>
</inkml:ink>
</file>

<file path=ppt/ink/ink5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0.5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1 289 27555,'41'-64'71,"1"0"0,-1 6 0,3 10 52,32 16-120,-11 18 0,7 6-9,2 7 1,0 9 16,11 10 0,-9 14 98,-22 12 0,-16 9-75,-21-4 0,-18 2-4,-39 20 1,-22-4-17,-5-19 0,-7-6-481,-12 7 1,-1-6 477,22-16 1,5-6 202,-19-1-248,62-32-5,60-8 28,39 2 11,16 5-11,-33 27 0,0 8-289,-2 3 0,1 3 300,16 6 0,-1 0 0,-27-10 0,-4-3 0,32 0 0</inkml:trace>
</inkml:ink>
</file>

<file path=ppt/ink/ink5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0.7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309 438 28530,'-67'-30'29,"1"-1"1,1-7 0,11-5-41,19-31-6,14-2-28,57-9-5,14 49 44,7 11 6,-21 57-16,-27 5-276,-22 31-318,13-31 610,27-6 0,-12-20 0,23-11 0</inkml:trace>
</inkml:ink>
</file>

<file path=ppt/ink/ink5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1.02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28502,'6'73'31,"0"0"1,5 20 0,5-2-30,2-18 1,2-3-6,-1 1 1,0-2-35,1-1 1,-3-8 36,-9-7 0,1-8 0,-12-34 0</inkml:trace>
</inkml:ink>
</file>

<file path=ppt/ink/ink5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1.32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1 181 27494,'89'-10'-25,"1"1"1,-9 0 0,-9 2 24,-5 4 101,-17 0 783,-17-1-884,-16 22 0,-10 3-5,24 41 5,4-23 14,11-10 0,8-7 3,36-11 83,3-33-72,-42-28-28,-38-10-61,-28-14 61,7 14 0,-7 20 0,15 8 0</inkml:trace>
</inkml:ink>
</file>

<file path=ppt/ink/ink5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1.60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11 246 28194,'3'73'442,"-3"-46"-442,-7-80 6,0-45-12,21 22-5,1 4-180,36 26 191,5 47 0,2 9 0,0-9 0,36 22 0</inkml:trace>
</inkml:ink>
</file>

<file path=ppt/ink/ink5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1.8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2 355 28625,'-1'-83'0,"0"1"0,3 11 0,10 11 0,42 9 0,6 44 0,-20 66 0,-18-15 0,-3 3 0,6 49 0,-14-44 0,-4-5 0,-4-13 0,1-2 0</inkml:trace>
</inkml:ink>
</file>

<file path=ppt/ink/ink5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3.16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0 27141,'0'0'0</inkml:trace>
</inkml:ink>
</file>

<file path=ppt/ink/ink5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5.2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28586,'15'87'9,"0"0"0,3 12 1,0-5-10,-5-33 0,-1-3-28,0 9 0,-1-2 28,4 19 0,-11-39 0,-3-33 0</inkml:trace>
</inkml:ink>
</file>

<file path=ppt/ink/ink5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5.4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1 432 27281,'79'-21'-157,"1"0"0,3-2 0,-11-3-1938,-18-12-133,-6-7 2228,-33-16 0,-8-1 0,-4 19 0,3-49 0</inkml:trace>
</inkml:ink>
</file>

<file path=ppt/ink/ink5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5.71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 0 28031,'-6'77'104,"0"0"1,0-2 0,1-4-83,0 28-17,3-31 1,1 0 14,3-11 0,0-3 142,3 44-140,10-79-22,10-67 17,21-36-11,9 3-6,-9 32 0,-8 40-6,-25 53-5,1 19-28,-9 4-325,16-5 364,7-36 0,-6-6 0,0-16 0</inkml:trace>
</inkml:ink>
</file>

<file path=ppt/ink/ink5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6.0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139 558 28636,'-37'-69'5,"-1"0"1,5 6 0,8 2-6,20 10 0,9 1-6,30-40 1,10 5-1,16 66 12,-21 44-6,-20 68-6,-41-5 6,5-5 0,-9-34 0,15-37 0</inkml:trace>
</inkml:ink>
</file>

<file path=ppt/ink/ink5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7.6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36 578 28261,'-10'-70'20,"-1"-1"1,1 4-1,6 6 3,12 0-1,15-25-27,-2 29 16,7-11-11,5 35 0,1 30 0,13 42 0,-14 16 0,-15-1 0,-6 4 5,0 29 124,-2-5-129,-5-53-11,2-44 17,11-61-1,-2 16-3397,18-33 3364,-14 52 11,22 10 12,-9 63 5,1 7 11,-6 41 51,-18-28-62,-2-21 3392,0-33-3392,17-67 0,24-13-6,-18 36 0,1 4 1,25-13-1,-9 59-33,-25 60-202,-7-17 0,2 1 241,0 1 0,0-3 0,7 14 0,0-36 0</inkml:trace>
</inkml:ink>
</file>

<file path=ppt/ink/ink5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7.9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223 1 28485,'-55'15'11,"0"0"0,-34 27-5,73 27 5,10-19 0,5 3 12,24 36-12,17-8 0,12-39-11,18-67 17,-24-33 5,1-25-16,-24 18-6,-7 36-11,-10 44-118,19 48-2666,10 11 2795,0-3 0,-5-26 0,-19-33 0</inkml:trace>
</inkml:ink>
</file>

<file path=ppt/ink/ink5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8.1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28317,'58'58'-103,"0"0"0,5 0 1,-6-11 102,-13-20 0,-2-3 0,-29-20 0</inkml:trace>
</inkml:ink>
</file>

<file path=ppt/ink/ink5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8.29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258 0 28266,'-61'79'9,"-1"-1"1,6-6-1,12-5-199,23 9 190,11-2 0,7-35 0,3-6 0</inkml:trace>
</inkml:ink>
</file>

<file path=ppt/ink/ink5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8.49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28395,'13'56'3,"1"0"0,7 41-110,-18-44 107,-6-20 0,2-4 0,-4-20 0</inkml:trace>
</inkml:ink>
</file>

<file path=ppt/ink/ink5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8.60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25882,'0'0'0</inkml:trace>
</inkml:ink>
</file>

<file path=ppt/ink/ink5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9.1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1 360 28166,'12'-66'65,"0"1"0,-1 5 1,3 6-33,24-3-16,-11 25 5,10 7-16,-4 67 0,8 32-9,-16-12 0,-2 1 121,8 24-118,-3-36 5,-18-67-5,18-60 6,11-11-4,-12 39 1,2 3-8,28-14 5,-15 45-6,-3 61 6,-18 23 6,2 17-12,-12-28 6,-2-29 0,-3-40-5,16-32 10,3-13-5,2 7-5,1 22 5,-12 63-208,5 31 208,2 26 0,-11-30 0,1-25 0</inkml:trace>
</inkml:ink>
</file>

<file path=ppt/ink/ink5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9.3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 1 28356,'-13'66'3,"0"1"1,3-7 0,13-10 19,43-11 94,4-21-94,-4-20-7,-13-40-21,-20-1-303,18-37 308,6 32 0,-9 5 0,-1 23 0</inkml:trace>
</inkml:ink>
</file>

<file path=ppt/ink/ink5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29.9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0 395 28530,'0'-64'9,"0"-1"0,9-6 1,6 5-10,19-3 5,9 9-5,9 61 0,-30 32-3,-8 13 1,-3 5 2,-6 36 44,-2-4-38,10-81-12,7-44 6,19-41 6,-5 32-6,15 37 0,-9 68 0,-4-2-3,-18-1 0,-6-1 31,-4 1-28,-2-7 0,-6-52 0,8-24-5,19-45-6,22 3-1,19 7 12,-9 32 0,3 71-11,-25 29-68,-14-17 1,0 3 78,22 33 0,-20-33 0,1-30 0</inkml:trace>
</inkml:ink>
</file>

<file path=ppt/ink/ink5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30.3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355 0 28485,'-56'8'0,"-1"0"0,-33 16 11,79 59-11,10 4 6,6 13 33,0-33-34,-16-25-5,-23-30-11,-10-29-174,5-19-78,17-12 263,40-7 0,-13 33 0,17 1 0</inkml:trace>
</inkml:ink>
</file>

<file path=ppt/ink/ink5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30.93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200 0 28591,'-53'66'11,"1"0"0,3 5 1,13-3-7,27 5-5,35 9 0,1-28 0,46-22 6,-5-35-6,7-25 6,-16-9-6,-24 1-17,-9 17 11,5 14 6,3 5-11,27-8 17,-17-18-12,-3-17 6,-20-17 6,-19 10 5,-31-7-11,-16 25 0,-9 6-6,-16 24-27,23 41 33,20 40 0,7-28 0,29 8 0</inkml:trace>
</inkml:ink>
</file>

<file path=ppt/ink/ink5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31.23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58 28339,'11'61'5,"0"1"1,0-6 0,-1-5 33,4 17 185,-6-28-218,-2-12-1,-6-60-5,0-37-6,5 19 1,3-2-28,7-34-219,34 4 252,2 65 0,3 7 0,0-15 0,31 25 0</inkml:trace>
</inkml:ink>
</file>

<file path=ppt/ink/ink5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31.51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125 449 28647,'-35'-65'3,"0"1"1,3 5 0,10 4-9,25-21 5,35 17 0,-4 9 0,39 30 0,-38 52 0,-16 18 0,-37 9-11,-45 7 11,19-41 0,-1-1 0,34-23 0</inkml:trace>
</inkml:ink>
</file>

<file path=ppt/ink/ink5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34.3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144 409 28552,'-37'60'5,"0"0"1,4-5 0,8-2-6,14 10-6,13 10-5,18-28 11,36-5 11,23-71-11,-33 2 0,-3-7 6,17-44-9,-41 25 0,-14 2 3,-48-12-5,-23 6-7,-14 40-27,26 47 17,42 4-101,71 19 106,37-35 19,-43-13 1,2-8-3,14-20 0,-6-14-11,-20-8 0,-8-8 2,2-11 1,-7-3-9,-10 4 1,-9 4 21,-11-21 12,-16 36-17,-13 71 67,-9 59-62,21-34 1,4 5 5,1 39 1,4 8-111,4-16 0,5 0 84,2-17 0,2 3 0,1-4-195,2 21 0,2-8-185,-1-25 1,1-6 394,2 12 0,-12-47 0,0-8 0</inkml:trace>
</inkml:ink>
</file>

<file path=ppt/ink/ink5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34.41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1 125 27337,'89'-31'-2,"1"0"0,-6 2 0,-12 7 0,-18 15 0,-17 3 1</inkml:trace>
</inkml:ink>
</file>

<file path=ppt/ink/ink5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35.20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433 112 28350,'-64'-32'43,"-1"1"0,7 1 0,5 11-43,-2 32 17,2 43 0,6 5-6,25 0 0,10 6-11,8-16 0,8-1 5,10 4 1,8-6 0,39 4 5,4-53 34,5-61-23,-40-17-16,-3-6-12,-21 52 6,-6 33-5,0 58-18,8-10 23,5-4 0,4-27-5,15-53 10,14-26-5,5-9 0,-13 29 0,3 5-5,19 8 5,2 42-6,-23 52 12,-21 13-6,-13-25 0,-3-3 5,0 4-5,-2-23 6,0-36-6,17-56 0,17-6 0,8 4 0,25 18-11,-20 56-6,-1 40-140,-22 34-212,-16-6 369,0-11 0,-6-45 0,6-8 0</inkml:trace>
</inkml:ink>
</file>

<file path=ppt/ink/ink5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35.5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73 7 28406,'-11'59'14,"-1"0"0,12 39-8,28-68-6,44-14 45,-4-38 39,-3-36-56,-30-33-6,-26 13-22,-9 59 6,6 99-6,-4-30 0,0 8 0,1 6 0,-1 7 0,-5-3 0,-17 14 0,-7-4 2,-5 10 1,-7-8-3,-8-23 0,-5-14 0,-28-4-22,39-51-224,46-52 246,50-13 0,-22 14 0,17 17 0</inkml:trace>
</inkml:ink>
</file>

<file path=ppt/ink/ink5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35.9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28502,'0'69'11,"-1"0"0,3-5 0,1-7-11,7 5 0,4-14 28,-2-16 23,10-29-46,-7-22 1,14-51-57,-3-11 51,4 28 0,0 3 0,-4-7 0,17 18 0</inkml:trace>
</inkml:ink>
</file>

<file path=ppt/ink/ink5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36.67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255 464 28563,'-66'37'20,"1"1"1,10-11 0,11 6-19,23 24 1,17 5-3,24 12 6,39-10 0,35-67-6,-42-18 0,-4-8 0,23-32 0,-31 1 0,-31 51-6,-6 12-50,12 22 22,25-10 12,29-42 25,-26-4 0,-3-7 2,-5-2 1,-5-7-9,1-21 0,-8-5 3,-11 13 0,-3 0-6,0-9 1,-3 2 5,-6-23 17,-28 44 11,-21 100-20,14 1 1,3 8-7,2 4 1,6 6-1,9-6 0,3 4 0,11-5-2,17 0 0,13-6 5,6 1 1,10-11-1,11-26 1,2-17-6,33-29 3,-52-12 0,-9-8 8,-5-29 0,-5 8-11,-15 39 0,-5 41-17,-1 44 17,0 0 0,0-9 0,1-22 0</inkml:trace>
</inkml:ink>
</file>

<file path=ppt/ink/ink5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36.7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13649,'0'0'0</inkml:trace>
</inkml:ink>
</file>

<file path=ppt/ink/ink5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37.18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225 413 28468,'-57'40'5,"0"1"1,4-3 0,12 5-6,25 55-51,37-15 63,42-10-1,-14-68 0,4-16 8,-5-3 1,-2-12 25,5-34 0,-9-14-37,-14 5 1,-7-4-7,5-15 1,-4-2 0,-7 12 0,-3 5-82,3-24 79,-5 40 0,-7 42 0,0 7 0</inkml:trace>
</inkml:ink>
</file>

<file path=ppt/ink/ink5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37.9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304 9 27746,'-62'-3'44,"-1"-1"1,6 2 0,6 7-90,4 21 96,23 25 44,42 30-95,5-30 0,7 0 11,6 4 0,0-3 17,15 28 286,-28-9-247,-52-45-123,-9-3-622,-9-42 678,45-12 0,-1 0 0,30 6 0</inkml:trace>
</inkml:ink>
</file>

<file path=ppt/ink/ink5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38.24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272 363 28552,'-60'-32'24,"0"0"0,5 2 1,9 0-25,15-13 0,14 0-11,14-17-12,45 13-22,14 8 23,6 33-40,-14 41-27,-42 13-1474,-11-2 1563,-5-24 0,0-17 0,9-12 0</inkml:trace>
</inkml:ink>
</file>

<file path=ppt/ink/ink5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38.4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 0 28406,'-3'89'21,"0"0"0,2-16 0,-1 2 0,1-7-24,0-8 1,2-2-15,5 33 0,7-3 17,1-37 0,3-5 0,8 31 0,2-40 0</inkml:trace>
</inkml:ink>
</file>

<file path=ppt/ink/ink5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38.57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1 150 28160,'80'-20'-288,"-1"-1"0,1 1 0,-7 2 1,-1 1-1,-5 3 6,9 1 0,-9 4 0,10-1 1,-29 2-1</inkml:trace>
</inkml:ink>
</file>

<file path=ppt/ink/ink5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39.68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26 561 27746,'-11'61'39,"1"0"0,6 6 0,11-6 34,40 2 117,25-10-100,15-67 5,-17-51-50,-29-12 8,-26 21 0,-11 2 9,-33-15-45,5 10-17,-34 30 0,32 43-17,16 16 0,62 5 23,8-8-6,4-31 0,4-14-20,-15-11 1,-4-9-12,5-16 0,-9-9-3,-11-8 1,-12-2 30,-13 15 0,-7 1 3,-7 0 0,-5 8-5,-8 11 21,-9 47 18,8 37-6,7 22 0,2 13-9,4 3 1,1 4-441,1-13 1,0 4 0,1-3 420,3 15 0,2-3-17,4 5 1,3-8-561,6 4-9254,0-16 16408,-26-56-4717,-7-33-533,-25-39 314,19-7-1613,21-13-16,59 11-52,23 18-158,-11 24 1,-2 5 0,-4 2 0,5-1-1</inkml:trace>
</inkml:ink>
</file>

<file path=ppt/ink/ink5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40.16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57 4 28569,'-16'55'7,"1"0"1,0-3-1,5-3-7,10 13 17,31 2-11,13-27 5,15-8-6,13-57 12,-33-13-11,-4-9-6,-23 35 0,-6 24-11,26 31 5,19-21 12,6-13-12,6-51 6,-37-23-17,-3-18-565,-9 13 582,14 27 0,-11 25 0,8 14 0</inkml:trace>
</inkml:ink>
</file>

<file path=ppt/ink/ink5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40.45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0 142 28328,'20'57'31,"0"0"1,10-6 0,8-13 19,44-34-46,1-19 31,-35-20 1,-9-8-26,-9-11-3,-18 0 1,-16 3-15,-54 5-22,-7 7-336,-23 28 364,50 32 0,7-12 0,26 10 0</inkml:trace>
</inkml:ink>
</file>

<file path=ppt/ink/ink5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40.74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1 140 27880,'21'72'229,"-1"0"1,-3-10 0,-4-10-213,-4-19-17,-12-34 0,-6-38 0,2-37 0,4-6-34,14-15-140,17 23-1058,41 33 1232,-10 22 0,-3 17 0,-34 2 0</inkml:trace>
</inkml:ink>
</file>

<file path=ppt/ink/ink5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41.12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380 308 28479,'-50'-47'22,"-1"0"1,6 2-1,1 16-22,-23 51 6,13 32-6,6 7-3,31-9 0,13 2-19,41 16 16,21-7 12,13-37 28,18-68-12,-36-33-17,-26 18 1,-5-5-9,-7 2 1,-6 1-189,-3-28 191,-7 22 0,0 44 0,0 7 0</inkml:trace>
</inkml:ink>
</file>

<file path=ppt/ink/ink5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41.4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286 0 28558,'-38'61'3,"0"0"1,2 0 0,13-5 1,33-7-5,-17-8-44,-31-19 44,-11-17 0,9-2 0,14-3 0</inkml:trace>
</inkml:ink>
</file>

<file path=ppt/ink/ink5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43.31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0 688 27897,'73'-21'93,"0"1"0,-4-1 1,-7-4-21,11-28-12,-33 11 1,-5-7-43,-11-2 1,-4-5-20,2-9 0,-8-2-17,-17 9 0,-8 4-27,-8-19 44,-17 41 0,11 42 95,-10 73-62,11 7-16,11-27 0,0 10 0,3-1-114,4-5 0,1-1 0,2 3 99,-1 12 0,0 3 0,3-6-2,1 11 0,2-7 11,2-13 0,-5-12-50,-16-22-45,-14-37 17,-10-58 56,9-10 173,19 15 0,10 1-162,23-13-11,25 4-1,40 34 7,-3 18 2,-21 6 0,1-2 14,-11-7 1,-3-2-4,2 1 0,-2-4 12,0-12 0,-8-6 41,1-30-27,-9-17 11,-52 18-40,-8 28 1,-51 33-12,26 45-95,5 23-95,40 5 196,42 5 0,-13-45 0,9-1 0</inkml:trace>
</inkml:ink>
</file>

<file path=ppt/ink/ink5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43.6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1 252 28451,'2'85'129,"-4"-28"-123,10-94-6,0-11 0,7-2-12,24-26-44,-4 24 56,15 10 0,1 6 0,-16 11 0,34-2 0</inkml:trace>
</inkml:ink>
</file>

<file path=ppt/ink/ink5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44.20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57 377 28524,'-15'-59'5,"-1"-1"1,0 4 0,7 5-6,18-13 5,3 20-5,22 1 0,9 47-5,12 40 5,-10 7-6,-5 40 73,-24-40-67,-2-20 6,-6-35-12,9-52 6,10-3 0,12 0 0,-2 24 0,2 46 0,-13 41-5,-6 25 38,-9 4-27,-5-39-6,0-36-6,17-57 6,-3 4 0,16-24-5,-7 42-40,15 17 45,17 37 0,0 10 0,-10-6 0,0 1 0,0-1 0</inkml:trace>
</inkml:ink>
</file>

<file path=ppt/ink/ink5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44.42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176 353 28636,'-50'-67'3,"0"1"1,4 13 0,16 3-26,55-21 5,23 44 6,7 8 11,-5 51-11,-37 12 11,-15 7 0,-2-17 0,-5-23 0</inkml:trace>
</inkml:ink>
</file>

<file path=ppt/ink/ink5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44.77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334 457 28558,'-64'-25'11,"-1"1"0,-3 7 0,10 14-11,21 31 0,-5 55-33,49 5 16,14-38 0,8-5 11,29 12 14,-7-44 1,-1-18 47,6-58-37,-28 14 1,-6-8-14,-8-17 0,-8-3-6,-6 14 0,-4 0-3,0-7 0,-3 6-92,-3-1 95,13-3 0,-1 47 0,10 8 0</inkml:trace>
</inkml:ink>
</file>

<file path=ppt/ink/ink5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47.60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 1 28563,'-5'76'9,"0"0"1,0-4-1,2-5-9,3 24 6,3-5-9,2-35 0,2-1 31,7 19-22,13-19-6,-7-46 0,9-32-6,18-19 6,-8 16-5,29-1-7,-30 43 1,-12 30 11,-37 7 0,-18-10 0,-10-2-11,-42 6-611,-4-8-1674,40-40 2296,39-11 0,14-6 0,3 10 0</inkml:trace>
</inkml:ink>
</file>

<file path=ppt/ink/ink5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47.95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 0 28546,'25'54'14,"-1"0"0,26 32-2,-4-73 4,-7-7 12,-8-20-5,-16-14-23,-5-5 0,-10 10 0,3 33 0,5 63 0,-3-20 0,-4 4 2,-12 13 1,-5 0-3,3-14 0,-6-4 3,-20-7 0,-5-9-3,-17-9 0,6-8 0,27-16 0,22-3 0</inkml:trace>
</inkml:ink>
</file>

<file path=ppt/ink/ink5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49.0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117 0 28300,'-31'79'58,"-1"-1"0,2 17 0,10-3-53,16-26 1,8-4-9,1 0 0,11-5 0,15-9 1,9-16-4,42-33 25,-33-23 1,-5-11 25,15-37-28,-38 8 0,-9-3-17,-5-20-314,-10 8-1136,0 46 1450,-2 41 0,3 2 0,2 4 0</inkml:trace>
</inkml:ink>
</file>

<file path=ppt/ink/ink5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49.57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109 1 28182,'-25'58'-4,"0"-1"1,12 9-1,12-3 21,37 16 95,1 10-67,-22-34-12,-40-22-66,-7-32-113,-7-10-1321,10-34 1467,24 16 0,2-9 0,6 28 0</inkml:trace>
</inkml:ink>
</file>

<file path=ppt/ink/ink5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49.77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28350,'0'58'4,"0"0"0,0 3 0,0-8-4,0-13 0,0-4 0,0-25 0</inkml:trace>
</inkml:ink>
</file>

<file path=ppt/ink/ink5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49.89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26692,'0'0'0</inkml:trace>
</inkml:ink>
</file>

<file path=ppt/ink/ink5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0.16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0 339 28059,'13'-66'87,"0"1"1,-4 14 0,3 4-104,35-28 10,-19 49 17,17 18-5,-19 68-6,4 33-96,-21-32 1,-1 0-5679,12 34 5774,-1-41 0,-6-35 0,-2-19 0</inkml:trace>
</inkml:ink>
</file>

<file path=ppt/ink/ink5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0.6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402 116 28518,'-57'-39'2,"-1"0"0,0 11 0,12 18-8,26 56 6,1 7 0,34-5 0,9-3 6,6-14-6,39 17-6,-28-48 6,10 0 12,-6 29 10,-5 37-5,-31-14 0,-9 4-15,-5-4 1,-9-1 0,-16 9 0,-11-8 11,-1-22 0,-5-7-12,-6 2 1,-3-6-36,-37-12-40,40-22 73,22-18 0,28 15 0,3-3 0</inkml:trace>
</inkml:ink>
</file>

<file path=ppt/ink/ink5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3.18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52 0 28406,'-1'65'11,"0"-1"0,-1-2 1,-2-4-18,-12 24 6,2-6 17,5 14-17,4-34 6,29 11 5,23-44-45,37-3-122,4-26-427,-21-18 583,-53-11 0,-11 9 0,-28 7 0</inkml:trace>
</inkml:ink>
</file>

<file path=ppt/ink/ink5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3.31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0 111 27135,'67'-17'-893,"0"-1"1,-8 3 0,-6 0 892,1-8 0,-27 11 0,-8 1 0</inkml:trace>
</inkml:ink>
</file>

<file path=ppt/ink/ink5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3.6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 1 28339,'0'80'35,"0"0"1,0 10 0,0-5 8,-1 12 35,-1-6-68,19-76-17,22-51 6,4-21-11,21 6-28,-25 48-319,15 44 358,4 21 0,-22-7 0,-2-17 0</inkml:trace>
</inkml:ink>
</file>

<file path=ppt/ink/ink5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3.8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145 521 28586,'-37'-58'5,"0"0"1,3 2-1,9 3-10,17-16 5,4 0 5,11 7-10,22 1-12,13 29-5,11 29-6,-18 47-6,-17 8-44,-15 21-538,-3-41 616,-6 2 0,4-26 0,-4-3 0</inkml:trace>
</inkml:ink>
</file>

<file path=ppt/ink/ink5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4.4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410 94 28558,'-83'-29'5,"0"0"1,16 6-1,8 11 1,-9 30-6,36 40-6,14-10 1,37 41-18,40-39 20,-15-24 1,3-7 7,35-16 12,-6-42 11,-46-12 6,-6 2-34,-16 44 5,-8 33-5,0 39 0,2-14 0,-4 3 0,-10 1 0,-2-1 0,4-1 0,-4-2 0,-16-5 0,-4-9 0,-4-13 0,-23-19-67,37-46-269,14-36 336,29 27 0,6 2 0,2-17 0,19 17 0</inkml:trace>
</inkml:ink>
</file>

<file path=ppt/ink/ink5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4.6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74 1 28507,'-14'74'0,"1"0"0,-1-5 0,4-8 0,8-6-33,-1-5-348,-1-9 381,-2-9 0,3-16 0,-2-6 0</inkml:trace>
</inkml:ink>
</file>

<file path=ppt/ink/ink5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4.8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1 122 28104,'61'-6'103,"1"0"1,36-11-37,-88-22-22,-20 15-34,-37-6-459,8 46 448,2 23 0,23-9 0,14 3 0</inkml:trace>
</inkml:ink>
</file>

<file path=ppt/ink/ink5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5.2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32 28334,'0'68'-6,"-1"0"0,10 3 1,5-9 33,8-16 61,28-3-38,-16-49-6,3-37-45,-16-8-6,-6-39-168,-2 20 174,12-1 0,-11 31 0,4 22 0</inkml:trace>
</inkml:ink>
</file>

<file path=ppt/ink/ink5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5.50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109 396 28625,'-35'-70'-2,"-1"0"0,11 2 0,13 5-9,38-22 0,3 45-6,-5 40-17,-20 39-296,-7 23 330,4-12 0,-4-8 0,5-23 0</inkml:trace>
</inkml:ink>
</file>

<file path=ppt/ink/ink5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5.7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1 371 28395,'1'-76'7,"0"-1"1,6 7 0,5 9-3,21 1 1,17 33-12,-10 79 12,2 37-6,-26-39 0,-4 3-59,-4 11 0,-1-3 59,9 7 0,-13-13 0,10-33 0</inkml:trace>
</inkml:ink>
</file>

<file path=ppt/ink/ink5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6.15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84 1 28546,'-11'72'9,"-1"0"1,-1 19-1,0 1-9,6-18 0,1-1 3,-1 12 0,1-3-34,0-19 0,4-7-148,13 7 179,20-37 0,-11-25 0,8-1 0</inkml:trace>
</inkml:ink>
</file>

<file path=ppt/ink/ink5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6.4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57 347 28569,'-17'-58'-2,"-1"-1"0,2 6 0,10 5-3,47-9-29,25 17-16,22 9 33,-23 34-34,-29 43 40,-66 16 11,-12 8-1949,-11-25 1949,18-27 0,25-17 0,8-5 0</inkml:trace>
</inkml:ink>
</file>

<file path=ppt/ink/ink5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6.7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50 0 28384,'-13'90'24,"-1"0"0,1-5 1,4-7-25,9 14 0,3-3-126,2-37 0,2 0 126,3 23 0,2-13 0,-7-37 0</inkml:trace>
</inkml:ink>
</file>

<file path=ppt/ink/ink5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6.8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70 27169,'89'-19'-1967,"1"1"1,-21 3 0,-13 3 0,-22 6 0</inkml:trace>
</inkml:ink>
</file>

<file path=ppt/ink/ink5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7.0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121 0 28334,'-24'66'54,"0"-1"0,1-4 0,5 1-35,11-4 1,2 0-20,0 0 0,1 1-81,0 6 0,1-3-916,0 21 997,3-62 0,0-15 0,0-25 0</inkml:trace>
</inkml:ink>
</file>

<file path=ppt/ink/ink5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7.16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55 27886,'79'-15'-109,"0"0"0,-20 3 1,-11 2-1,-13 8 0</inkml:trace>
</inkml:ink>
</file>

<file path=ppt/ink/ink5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7.4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193 475 28591,'-54'-58'3,"0"-1"1,3-8 0,17 1-4,42-16 0,14-4-11,0 34 11,3 47 6,-19 24-6,-11 34-90,-2-17-1086,-5 12 1176,19-30 0,-5-4 0,10-12 0</inkml:trace>
</inkml:ink>
</file>

<file path=ppt/ink/ink5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5:59.43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 0 28294,'-2'63'15,"0"0"0,0-7 0,2-6 2,7-7 5,1-6 118,4 1-140,-6-36-16,3-24 21,-3-26 6,16-33-33,5 22-107,3 2-112,12 18 241,-8 26 0,-8 4 0,-6 8 0</inkml:trace>
</inkml:ink>
</file>

<file path=ppt/ink/ink5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01.51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289 3 28210,'-59'-1'-17,"0"0"1,-40 5 16,78 7 28,1 24-34,9 13 1,22 16-7,34-2 12,4-16 12,20-3 49,-40-22 6,-2 12-55,-34-12-7,-30-2-27,-22-8 22,-13-9 0,26-2 0,17 0 0</inkml:trace>
</inkml:ink>
</file>

<file path=ppt/ink/ink5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10.85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474 1 28334,'-57'24'52,"0"1"0,4 0 0,7 3-12,8 27-26,6 5 0,1 7-14,6-10 0,1 5-357,0 11 0,-1 9 0,6-1 353,8-14 0,4-1 1,1 2-27,-2 10 0,1 2 0,4-5-35,5 7 1,3-7-262,0-17 1,6-8 325,26-2 0,-21-23 0,11-11 0</inkml:trace>
</inkml:ink>
</file>

<file path=ppt/ink/ink5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13.00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622 536 28513,'-83'-38'28,"0"0"0,4 1 0,7 1-11,-13-12-9,34 11 0,2-2-8,-12-18-3,25 13 1,14-2-4,35-7-5,47 7 8,-12 33 0,4 9-2,42 16 5,-7 32-28,-60 13 22,-13 12-16,-25-22 22,-17-13 0,15-25 0,-5-2 0</inkml:trace>
</inkml:ink>
</file>

<file path=ppt/ink/ink5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13.40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371 59 28378,'-60'-19'28,"0"-1"0,3 5 0,7 11-16,4 38 4,1 13-16,7 36-5,23 1-6,45 5 11,10-38 16,55-41 18,-23-52-17,-4 0 28,-19-30-85,-34 36-32,-4 20-2258,17 44 2330,-5 4 0,9 2 0,-18-25 0</inkml:trace>
</inkml:ink>
</file>

<file path=ppt/ink/ink5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13.9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215 273 28412,'-57'19'-3,"1"0"0,-33 24-25,77 13-39,24 12-22,38-22 100,22-13 17,16-65 8,-49-1 1,-7-7-15,7-45-22,-25 23 0,-4-1 11,-1-29 0,-1 4 29,-2 29-18,-4 57-22,0 54 0,-5 43 6,-1 5 16,-1-38 0,0-5 40,-3-4 0,-1 8-62,7-55 5,15-11 1,9-29-6,38-15-6,-2 16 1,-1 1 5,-18 55-28,-29 24-3523,2 18 3551,6-12 0,-8-26 0,5-20 0</inkml:trace>
</inkml:ink>
</file>

<file path=ppt/ink/ink5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14.4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107 0 28569,'-31'73'1,"0"-1"1,2-9 0,13-8 21,43-4-18,1-26 1,36-39 33,-18-12-50,-5 5-11,-20 20-23,-10 16 22,13 8 1,44-18 22,-5-17 6,20-10 33,-23-41-34,-31 16-5,0-13 0,-29 38 0,0 14 0</inkml:trace>
</inkml:ink>
</file>

<file path=ppt/ink/ink5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14.73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0 122 28238,'6'58'67,"-1"-1"1,15 36-57,47-78 23,3-26-18,12-35 24,-28-7-1,-24-40-39,-44 31-28,-12 6-107,-43 32 135,10 76 0,9-34 0,22 37 0</inkml:trace>
</inkml:ink>
</file>

<file path=ppt/ink/ink5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15.01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1 233 28580,'9'-61'-10,"1"-1"1,2 6 0,8 14-198,28 31-4207,38 33 4414,-15-3 0,-9 10 0,-38-19 0</inkml:trace>
</inkml:ink>
</file>

<file path=ppt/ink/ink5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15.3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329 632 28569,'-65'-31'5,"-1"-1"1,-3 14 0,10 19-12,24 66 6,0 2-28,56-3 34,46-52-4,-12-29 1,3-11-3,-3 0 0,-2-7 3,14-33 0,-5-10-9,-20 13 1,-4-2 5,4-7 0,-6-2 0,-13 3 0,-6 6 0,1 0 0,-18 15 0</inkml:trace>
</inkml:ink>
</file>

<file path=ppt/ink/ink5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16.042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341 49 28446,'-59'-16'14,"-1"-1"1,4 4 0,8 10 19,12 25-12,-1 16-22,5 32-5,20 6-46,49 9-44,15-32 95,37-44 0,4-12 0,-29 1 0,-1-9 0,-1 0 0</inkml:trace>
</inkml:ink>
</file>

<file path=ppt/ink/ink5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16.54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243 24 28518,'-59'21'4,"0"0"0,5-2 0,12 6-4,23 47 22,10-23-11,14 5 6,28-45 0,25-40 0,2-7-3,-24 2 0,-4-2 2,-3 0-16,-4 21-5,-20 43 5,-4 9 0,5 10 0,9-31 0,3-7 0,32-42-6,21-17 6,-24 16 0,1 0 0,33-15-11,-18 39 0,-44 30-96,-7 40 107,-10 11 0,-2-22 0,2-6 0</inkml:trace>
</inkml:ink>
</file>

<file path=ppt/ink/ink5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18.8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28395,'51'55'-195,"0"-1"1,-6-5 0,-6-11 0,-19-27 0,-7-5 0</inkml:trace>
</inkml:ink>
</file>

<file path=ppt/ink/ink5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0.88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103 0 28059,'-7'58'59,"0"0"1,0-2 0,0-4-60,-8 11-5,-2 21-79,4-14-219,-1-5 303,6-29 0,4-26 0,1-7 0</inkml:trace>
</inkml:ink>
</file>

<file path=ppt/ink/ink5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1.02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73 27264,'78'-19'-431,"0"-1"1,-25 3 0,-8 5 0,4 7 0</inkml:trace>
</inkml:ink>
</file>

<file path=ppt/ink/ink5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1.55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189 0 28227,'-36'81'30,"-1"0"0,3-6 0,5-5-28,13-20 1,4-4 143,-3 26-101,5-18-28,20-46-6,29-56-22,2 1 11,-3 8 0,5 2 0,27 5-23,4 25-27,-28 55 39,-27 12 11,-52 30 22,-15-36-5,-12-10-34,10-24-106,16-30-555,18-17 678,27-11 0,-4 9 0,22 8 0</inkml:trace>
</inkml:ink>
</file>

<file path=ppt/ink/ink5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1.8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148 344 28597,'-45'-64'-2,"0"-1"0,6 6 0,20 7-54,52 13 28,35-3-39,-1 21-11,-5 20 89,-28 29-11,-38 5 0,-22 4 0,10-25 0,-5-1 0</inkml:trace>
</inkml:ink>
</file>

<file path=ppt/ink/ink5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2.28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149 0 28238,'-41'65'0,"-1"0"0,3-5 0,13-7 17,35-5 67,39 2-78,29-25-1,-22-19 1,1-10 11,-1-13 0,-4-8 33,20-24 0,-24-26-61,-33 27 11,-2 3 0,-10 23 0,1 14 0</inkml:trace>
</inkml:ink>
</file>

<file path=ppt/ink/ink5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2.8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249 21 27964,'-60'-7'101,"1"0"0,-36 0-96,79 26 18,9 15-1,10-6-22,29 25-6,14-9 6,3 2-5,-2 5 61,-33-15-17,-21-1-22,-31-16-23,-21-11-95,5-11-139,9-7 240,71-11 0,-26 7 0,39-1 0</inkml:trace>
</inkml:ink>
</file>

<file path=ppt/ink/ink5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3.16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142 247 28574,'-42'-57'-10,"0"0"1,4 4 0,18 10-13,37 25-23,11 6 23,6 6-57,7 9 12,-16 16 67,-4 4-17,-26 2-587,-8-11 604,17-21 0,-10 5 0,20-8 0</inkml:trace>
</inkml:ink>
</file>

<file path=ppt/ink/ink5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3.5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264 309 28507,'-65'-1'-2,"1"0"0,4 0 1,12 13-11,22 79-16,39-22-16,29 14 38,19-51 0,23-49 6,-28-38 22,-26 10 1,-4-4-17,9-43-6,-22 35 0,-4 1-129,-1-22 129,-2-1 0,-6 36 0,0 22 0</inkml:trace>
</inkml:ink>
</file>

<file path=ppt/ink/ink5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4.27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0 368 28328,'21'-70'13,"0"0"0,6 4 0,6 9-18,44-6 21,-5 24 18,-25 36-12,-25 19-10,-18 21-18,-4 17 62,0-7-39,8-15-17,10-45 0,6-21-6,23-31-11,-4 24 1,9 26 16,-25 21-6,-9 54 0,-18-5 62,-3 4-50,5-33-6,10-27 0,38-42-28,19-5 17,0 2-23,-14 19-5,-37 41-73,-10 4 112,-6 30 0,-2-29 0,0 7 0</inkml:trace>
</inkml:ink>
</file>

<file path=ppt/ink/ink5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4.5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13 27 28177,'-6'53'42,"0"1"0,6 31-25,34-63 22,6-12-39,16-17 11,2-31 17,-10-2 73,-17-31-107,-51 26-27,-7 8-315,-40 24 348,24 37 0,5-14 0,24 14 0</inkml:trace>
</inkml:ink>
</file>

<file path=ppt/ink/ink5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4.80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32 187 28194,'-2'98'369,"-9"-28"-363,5-84-1,-5-17 1,9-35-6,29-6-118,14-11-78,19 31-652,22 21 0,-47 26 0,6 4 0</inkml:trace>
</inkml:ink>
</file>

<file path=ppt/ink/ink5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5.0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28 428 28586,'-12'-61'5,"-1"0"1,11-9-1,10 5-5,33-9-5,24 6 5,-12 39-6,-20 39 6,-27 40 6,-29 8-863,-5 10 857,-4-21 0,13-22 0,13-17 0</inkml:trace>
</inkml:ink>
</file>

<file path=ppt/ink/ink5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5.7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76 0 28541,'-5'66'15,"0"-1"0,1-3 0,-3-4-10,-15 17 1,1 16-1,10-18 1,15-9-6,42-31 0,29-27-6,2-14-262,2-14-404,-59-16 672,-44-11 0,5 20 0,-27 5 0</inkml:trace>
</inkml:ink>
</file>

<file path=ppt/ink/ink5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5.89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16 27734,'86'-3'-311,"-1"-1"0,14 2 1,-30-5-1</inkml:trace>
</inkml:ink>
</file>

<file path=ppt/ink/ink5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6.21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90 0 28199,'-11'65'67,"-1"0"0,2-5 1,0-5-1,-2 5-17,1-6-27,-1-9 44,0-3-61,25-45-1,1 0-10,35-40 5,-19 25-6,7 15-11,-28 53-61,4 18 78,31 15 0,-29-35 0,27-22 0</inkml:trace>
</inkml:ink>
</file>

<file path=ppt/ink/ink5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6.76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361 40 28524,'-64'-18'26,"0"1"0,-4 12 0,9 18-20,13 60 0,4 4-12,24-1 12,56-45-1,18-18 6,22-40 1,-19-5-7,-21-16-5,-27 39 0,-4 7-11,-4 25-6,4 2 12,21-5 10,0-26 1,7-8-1,6-42-10,3 6 5,13 3-6,-11 20 1,-7 58 10,-28 23-22,-1 31 17,-12-9 0,2-34 0,-2-21 0</inkml:trace>
</inkml:ink>
</file>

<file path=ppt/ink/ink5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8.54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 98 27701,'-8'63'82,"1"1"0,8 4 0,10-7 53,28-7-79,12-6-12,24-28 52,-16-53 38,7-25-95,-24-13-16,-21-25-23,-20 24 16,-26-3-27,-27 28 11,-11 24-9,13 31 1,1 15-3,-13 42-9,31-14 1,8 5-9,7 40 0,30-45 0,11-7-34,27-3 124,19-14-40,-19-38-16,4-46-1,-26 17 1,1-3 2,12-14 1,6 0-12,1 3 0,2 5-8,-4 10 0,-1 9 0,23 16 11,-31 36 11,-16 57-11,-17-16-11,0 35-90,-6-50 101,-1 6 0,0-39 0,0-4 0</inkml:trace>
</inkml:ink>
</file>

<file path=ppt/ink/ink5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8.84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226 0 28216,'-59'29'26,"1"0"0,2 7 0,15 4-14,30 25-29,14 1-325,40-2 342,16-46 0,4-7 0,3 13 0,-16-21 0,0-1 0</inkml:trace>
</inkml:ink>
</file>

<file path=ppt/ink/ink5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9.16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148 298 28423,'-44'-59'-2,"0"0"0,4-1 1,21 9-55,54 18 11,25 5-11,2 21-17,7 37-17,-43 13 79,-19 17 11,-40-11 0,9-23 0,-6-13 0</inkml:trace>
</inkml:ink>
</file>

<file path=ppt/ink/ink5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29.42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28294,'66'66'36,"1"0"1,-20 7-1,-3 9 1,-10-7-29,-11-13 1,-10 3-24,-7 12 0,-7 9 0,-9-10-256,-16-16 1,-5-8 0,6-3-1,-1-7 1,-21 5 0</inkml:trace>
</inkml:ink>
</file>

<file path=ppt/ink/ink5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6:36.93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 27321,'0'0'0</inkml:trace>
</inkml:ink>
</file>

<file path=ppt/ink/ink5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44.22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28334,'18'78'18,"1"0"1,-2 21 0,-4-3-19,-10-39 0,-3 0 11,2 28 0,-2 0-11,1-34 0,0-2-31,-1 4 0,0-3-405,0 7 436,3-25 0,-2-25 0,2-5 0</inkml:trace>
</inkml:ink>
</file>

<file path=ppt/ink/ink5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44.54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147 560 28518,'-42'-59'5,"1"0"1,3-10 0,12 0-17,34-27 0,8 1-28,23 10 22,-5 57 0,-2 41-45,-15 41 1,-14 13-415,-13 15 476,3-43 0,-3-6 0,7-25 0</inkml:trace>
</inkml:ink>
</file>

<file path=ppt/ink/ink5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44.76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28110,'6'86'46,"1"-1"1,2 16 0,2-3-56,-3-26 1,0-3-1,2-1 1,-1 0-328,-1 0 0,-1-5 336,-1-1 0,-3-11 0,-3-31 0</inkml:trace>
</inkml:ink>
</file>

<file path=ppt/ink/ink5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44.90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38 27219,'72'-9'-212,"0"-1"0,10 0 0,-9 3 1,-15 7-1,5-2 0</inkml:trace>
</inkml:ink>
</file>

<file path=ppt/ink/ink5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45.16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28255,'2'70'5,"1"1"1,-1-1 0,2 8-1,-1 1 1,2-6-12,0-2 1,1-4-26,-1 0 0,1-1-764,-1-6 0,0-6 795,-1-9 0,-3-7 0,-1-30 0</inkml:trace>
</inkml:ink>
</file>

<file path=ppt/ink/ink5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45.28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93 27426,'68'-26'-119,"-1"1"0,-16 1 1,-9 7-1,-16 17 1</inkml:trace>
</inkml:ink>
</file>

<file path=ppt/ink/ink5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45.54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252 420 28513,'-68'-32'5,"-1"1"1,6-9 0,18-4 5,38-32-11,12 1-6,14 1-27,2 44 16,1 12 17,-11 28-230,-14 30 230,-11 0 0,6-5 0,-4-16 0</inkml:trace>
</inkml:ink>
</file>

<file path=ppt/ink/ink5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45.84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1 213 27415,'19'64'377,"1"-1"0,-3 1 0,-4-11-360,-10-27-6,-11-43 1,-2-22-12,3-12 0,1-6 0,1-33-3,5 38 0,0 2-81,5-14-84,11 21 168,39 32 0,-31 3 0,23 8 0</inkml:trace>
</inkml:ink>
</file>

<file path=ppt/ink/ink5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46.32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237 5 28087,'-58'-2'28,"0"0"0,-33 9-28,82 37 17,20 25 0,30 3-17,0-3 0,20 0 129,-39-36-73,-24 26-45,-19-34-73,-34 8 62,3-33 0,14 1 0,10-8 0</inkml:trace>
</inkml:ink>
</file>

<file path=ppt/ink/ink5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46.5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4 28205,'64'-1'-230,"0"0"0,-4 0 1,-8 2 229,-16 4 0,-14-2 0,-10 0 0</inkml:trace>
</inkml:ink>
</file>

<file path=ppt/ink/ink5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46.70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64 27863,'80'-11'-101,"1"0"0,-1 0 0,-4-2 1,-8 3-1,23 3 0</inkml:trace>
</inkml:ink>
</file>

<file path=ppt/ink/ink5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47.98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122 512 27622,'55'-65'50,"-1"0"1,-2-5 0,-14 2-23,-29-11-56,-18 4-230,-37 11-16,-16 43 190,-8 17 84,22 23 179,19 41 168,21 30-255,4-24 1,2 6-71,2 11 1,1-1-7,-1-13 1,1-1 0,-1 8 0,1-4 179,-2 12-140,-11-11-51,2-57 7,-8-50 10,9-35-39,4-13 17,10 20-56,18 10 28,14 39 34,6 49 22,-13 14-14,-19 15 0,-8 9-6,-5-6 1,-2 3-23,2 14 0,2 2-68,0-10 1,6-6-165,24 20 246,34-36 0,-27-44 0,5-7 0</inkml:trace>
</inkml:ink>
</file>

<file path=ppt/ink/ink5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48.60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290 97 27600,'-67'-35'41,"0"1"0,7 10 0,11 21-41,18 78 17,21-23 0,5 2-17,6 36-51,30 1 74,19-57-1,25-41 68,-14-24 64,-29-11 0,-6-5 8,0-22-83,-6 5-79,-14 42 0,-6 36-12,-1 26-167,0 34 179,0 22 0,1-32 0,0-2 0</inkml:trace>
</inkml:ink>
</file>

<file path=ppt/ink/ink5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48.78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61 1 27594,'4'64'-153,"0"1"0,-10 1 0,-6-12 0,-7-27 0,-12 1 0</inkml:trace>
</inkml:ink>
</file>

<file path=ppt/ink/ink5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51.13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314 216 27645,'-38'-55'16,"0"0"1,-1 2 0,5 13 129,13 28-34,-31 33-62,23 10-36,3 11 0,3 7-31,10 41 9,21-39 0,6-2-15,14 20 23,49-31 28,-21-45 6,2-28 50,-27-17-23,-18 4-61,-8 32 17,0 32-17,2 29-112,6 16 112,4 21 0,-8-36 0,2 2 0</inkml:trace>
</inkml:ink>
</file>

<file path=ppt/ink/ink5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51.31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32 0 27936,'-8'82'-208,"0"0"1,3-17 0,1-6 207,-2 23 0,6-54 0,0-4 0</inkml:trace>
</inkml:ink>
</file>

<file path=ppt/ink/ink5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51.52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27802,'3'61'42,"0"0"1,-1-5 0,1-1-43,-1 9 0,-1-6 0,1-6 0,0 29 0</inkml:trace>
</inkml:ink>
</file>

<file path=ppt/ink/ink5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51.80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60 1 27449,'64'13'119,"0"1"1,-6-1-1,-7 7-46,4 44 50,-28-14-11,-17 34-140,-77-33-17,21-25 1,-2-5-60,-2-5 0,1-9 104,-36-33 0,60 18 0,7-23 0</inkml:trace>
</inkml:ink>
</file>

<file path=ppt/ink/ink5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52.13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28098,'2'66'9,"0"0"1,-1-5-1,0-5-193,0 23 184,-1-29 0,0-3 0,0-34 0</inkml:trace>
</inkml:ink>
</file>

<file path=ppt/ink/ink5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52.43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158 1 28166,'-43'73'7,"1"1"0,4-6 1,10-4-8,22 6-67,21 22-566,43-21 633,-17-36 0,3-5 0,23 0 0,-12-25 0</inkml:trace>
</inkml:ink>
</file>

<file path=ppt/ink/ink5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52.71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110 0 27970,'-3'67'-6,"0"0"0,0-5 1,-2-9-135,-5-14 140,-28 7 0,22-26 0,-15 4 0</inkml:trace>
</inkml:ink>
</file>

<file path=ppt/ink/ink5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55.21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416 333 27947,'-66'-26'43,"1"0"0,3 2 0,10 12-21,18 30 57,-15 35-40,9 31-39,6 2-6,21-27 1,13-3-102,47 7 79,21-11 34,9-50 168,-9-60-113,-47-34-58,-15 30 0,-6-3-12,-6 0 1,-4 1-48,-6-34 56,6 36 0,2 7 0,2 16 0,3-19 0</inkml:trace>
</inkml:ink>
</file>

<file path=ppt/ink/ink5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55.58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64 1 27852,'0'61'28,"0"0"0,0 4 0,0-7-476,-7 1 448,-16-6 0,11-25 0,-10-20 0</inkml:trace>
</inkml:ink>
</file>

<file path=ppt/ink/ink5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56.82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246 562 27158,'-5'-51'425,"0"0"1,-17-33-309,1 72-89,-10 4-22,-2 23 16,-3 10-16,-16 48 5,20 18-6,24-37 1,11 0-17,19-7 0,10-7 11,34 7-6,-15-33 1,-1-14 33,9-41 89,-3-29-89,-31-16-25,-18 23 0,-4-2 2,-1 11 1,-2-1-23,-1-12 1,-1-1-66,0 8 1,0 5-658,-4-22 739,-7 33 0,9 33 0,-5 11 0</inkml:trace>
</inkml:ink>
</file>

<file path=ppt/ink/ink5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57.06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26 1 28294,'2'60'15,"0"1"0,-1 4 0,-2-6-15,-5-9 0,-6 13 0,7-43 0,-1-2 0</inkml:trace>
</inkml:ink>
</file>

<file path=ppt/ink/ink5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57.51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354 730 27762,'0'-53'227,"0"-1"0,-8-37-165,-26 53 10,-22 18-32,-27 20-7,12 23-28,31 9 1,6 6-6,6 16-11,31 43 11,56-58 0,9 8 8,-18-48 1,0-14-3,14-31-6,-7-11 0,-33 8 0,-7-5-9,-6 5 1,-5-2-34,3-13 0,-4-2-334,-4-1 1,-5 1 375,-6 8 0,-1 4 0,-1-13 0,-7 27 0</inkml:trace>
</inkml:ink>
</file>

<file path=ppt/ink/ink5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7:58.51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38 0 26250,'11'74'610,"-1"-1"1,2-5 0,-6-2-544,-14-12 0,-5-1-8,4 0 0,-1 0-57,-3-2 1,1-1 3,0 40-1,46-45 7,23-10-12,12-17 16,27-35 1,-34-18-22,-3-21 10,-29-10-22,-23 18 23,-20 2-6,-3 29 6,-17 5-1,7 28 23,-3 15 3,14 22 0,6 11-23,1-7 1,5 4-4,7 28 1,5-1-6,-2-29 0,4-4 11,10 3 0,0-6 12,-4 5-18,-14-3 1,-17-30-6,-16-14-107,-14-17-1987,-18-13 2094,5 1 0,12-1 0,26 13 0</inkml:trace>
</inkml:ink>
</file>

<file path=ppt/ink/ink5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03.94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0 273 28457,'85'-9'13,"0"0"0,9 0 0,-5 3-10,-36 3 0,-5 1-3,43-1 72,-38 3-72,-37-7-5,-29-10-1,-21-18 6,-14 1 0,-31-19-5,12 20-7,-3 0 12,35 18 6,34 10 0,60 15 5,28 5-6,3 5-5,-38-5 0,-6 6 40,-12 28-24,-54 35-16,-26-6 0,-9-21 0,-5-2-8,21-18 0,3-1-278,-27 31 286,84-49 0,-10-14 0,39-21 0</inkml:trace>
</inkml:ink>
</file>

<file path=ppt/ink/ink5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19.20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328 486 28194,'-36'-91'44,"7"19"-60,-22 70 27,10 25 6,-11 15 55,1 37-66,13-7-9,20-17 0,6 1-2,13 25-1,31 8 6,23-37 11,8-25 1,7-44-12,-28-16 5,-4-26-16,-20 9 17,-6-12-18,-1 13-10,7-8-34,-5 20 56,-1 33 0,-10 23 11,-1 26-11,-1 22-11,0-13 22,24 21-33,10-38 44,18-6 1,-1-39-18,-17-11-5,3-46-28,-5-12-31,-10 23 1,-1-2 38,-4 11 0,-2 0 6,0-12 0,-5 1 3,-11-16 118,-24 5-113,-12 37 6,-1 40 90,8 50-37,23-8 0,6 7-39,2 20 0,4 2-14,2-9 0,5 1 3,12 13 0,8-5-9,0-25 0,4-5 20,4 0 0,4-8 26,35-5-29,-25-48-6,3-62-8,-35 22 1,-4-6-12,6-21 0,-2-3 0,-5 14 0,-5-1-17,0-15 0,-7 1 28,-6 28 1,-6 3 69,-25-40-56,-18 97 6,0 47-9,24 24 1,11 14-12,8-10 0,9 2-404,13 16 1,5-3 375,-5-23 1,8-5 12,27-2 1,1-11 0,-18-17 0,23 4-1</inkml:trace>
</inkml:ink>
</file>

<file path=ppt/ink/ink5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21.42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98 0 27902,'0'70'160,"0"0"1,0-2 0,-2-3-127,-3 30-12,-1 1 9,2-33 0,0 0-3,-2 25-17,-1-26 0,-2-2 11,-6 4-10,-3-10-63,2-24-27,10-36 27,6-7 18,27-30 33,-4 15-6,23-1 12,-17 41-1,4 17-100,-10 3-381,11 0 476,19-36 0,-24 6 0,12-13 0</inkml:trace>
</inkml:ink>
</file>

<file path=ppt/ink/ink5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21.78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186 488 28496,'-50'-63'11,"1"0"0,3 6 1,12 4-12,27-10-6,7-2 6,9 4-6,5 16-5,14 28-39,-4 37-57,-5 14-5,-8 14-828,-11-5 940,0-15 0,0-15 0,0 0 0</inkml:trace>
</inkml:ink>
</file>

<file path=ppt/ink/ink5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22.07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27981,'11'67'67,"0"0"0,0-5 0,0-1-61,-2-7 0,-1-2-6,-1-2 0,-2 0-12,5 43-2939,-4-19 2951,5-50 0,-4-4 0,2-18 0</inkml:trace>
</inkml:ink>
</file>

<file path=ppt/ink/ink5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22.26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7 27382,'64'0'-266,"1"-1"0,-7 0 0,-12 0 0,-20-1 0,-14 1 0</inkml:trace>
</inkml:ink>
</file>

<file path=ppt/ink/ink5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22.55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28070,'16'79'117,"0"0"1,-1-5 0,-4-3-104,-5-11 0,-3-4-14,4 31 3,-3-24 0,-1-2-479,4 6-375,3-11 851,-3-52 0,-1-5 0,-4-22 0</inkml:trace>
</inkml:ink>
</file>

<file path=ppt/ink/ink5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22.687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7 27628,'64'-2'-1114,"0"0"0,3 1 1,-11 0-1,-26 1 0,3 0 1</inkml:trace>
</inkml:ink>
</file>

<file path=ppt/ink/ink5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23.02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174 359 28530,'-48'-63'0,"0"0"0,1 7 0,17 5-17,41-1-101,17 16 96,12 4-6,-1 26-56,-4 31 84,-25 8 0,0 4 0,-10-15 0,0-15 0</inkml:trace>
</inkml:ink>
</file>

<file path=ppt/ink/ink5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23.48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55 194 28054,'16'53'201,"-1"-1"1,0 21-180,-24-83-22,-17-35 17,4-14-23,-1-15 6,9 17-39,7 3-28,10 27-235,16-1-1205,12 16 1507,1 7 0,-8 5 0,-14 0 0</inkml:trace>
</inkml:ink>
</file>

<file path=ppt/ink/ink5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23.98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239 31 28054,'-56'-10'58,"-1"1"1,-35-2-25,73 35 33,8 16-17,7 9-27,15 0-12,23 13-5,7-18 33,0-2-45,-13-4 6,-41-24-11,0 2-56,-20-15-717,6-13 784,6-3 0,5 0 0,8 3 0</inkml:trace>
</inkml:ink>
</file>

<file path=ppt/ink/ink5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24.27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 27998,'63'17'-40,"1"0"1,-6-2 0,-9-4-308,-19-6 347,-6-4 0,-12-1 0,-6 0 0</inkml:trace>
</inkml:ink>
</file>

<file path=ppt/ink/ink5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24.44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13 27471,'69'-4'-192,"-1"1"0,25-3 1,-62 6-1</inkml:trace>
</inkml:ink>
</file>

<file path=ppt/ink/ink5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27.26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271 225 27964,'-6'-54'-98,"0"-1"0,-8-34 98,-27 73 62,-5 7 16,-2 8 12,-2 30 50,23 22-62,5 34-28,15-34 1,4 1-12,6 37-6,5-29 1,4 2-20,3-8 0,1 0 0,5 13 0,0-1-14,-4-15 0,-2-2 11,10 41 6,-17-48-28,-12-14-11,-7-29 5,-11-19 6,-6-26-17,0-8-6,5-1-28,5-9 18,14 22 44,15-3 16,0 20-16,24 8-11,-15 14 34,26 32 21,-24 27 18,7 17-23,-23-16 0,-4 3-17,-1-7 1,-1 1-12,0 13 1,0 1-7,0-5 1,0-2-6,8 25 11,16-8-5,10-39-40,8-6-11,-8-18 45,26-37 0,-39 15 0,21-18 0</inkml:trace>
</inkml:ink>
</file>

<file path=ppt/ink/ink5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30.78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1 310 28238,'28'-55'13,"0"1"0,-2 4 1,1 7-3,15 12 11,-3 3-11,2 2 17,-3 3-5,-1 31 16,1 25-17,-9 16 57,-9 38-46,-19-4-30,-15-29 0,-5 0 3,-18 31-4,1-39 1,-5-5-3,-22 10-67,-8-2 67,53-27 6,23-18-6,53-11-6,37-3 6,-21 6-6,-20 3 1,-3 0-7573,-3 1 7578,4-5 0,-36 3 0,-4-3 0</inkml:trace>
</inkml:ink>
</file>

<file path=ppt/ink/ink5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31.011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28334,'9'52'-16,"0"0"0,-3 39 1,-8-78-1,-6 1 0</inkml:trace>
</inkml:ink>
</file>

<file path=ppt/ink/ink5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31.830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150 1 28261,'-25'56'29,"-1"0"1,2-5 0,2-4-24,-1-1 0,6-8 27,4-10-27,17-24-1,19-31 12,3-12-22,22-38 5,-15 15-6,0-5 23,-10 24 0,-5 43 16,-5 19 12,12 59-39,-7-15 5,-1-6 0,1 3 17,10 32-20,-13-40 1,-1-3 19,3 17-28,-18-23 5,-12-31-5,-24-2 6,-4-10-17,-8-1 16,30-4-5,25 1 0,34-2 0,50-1 0,1 3-296,1-2 296,-40-3 0,-34 7 0,-18-5 0</inkml:trace>
</inkml:ink>
</file>

<file path=ppt/ink/ink5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32.064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0 28446,'5'68'20,"0"1"1,-1-16-1,-1-5-742,-3 14 722,4-47 0,-4 3 0,3-21 0</inkml:trace>
</inkml:ink>
</file>

<file path=ppt/ink/ink5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32.94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204 1 28334,'-32'54'29,"0"0"1,-4 6 0,2-5-30,-4 1 11,11-22-11,23-29 0,21-39-11,14-24-22,-4-2 27,-3 2 6,-3 7 11,-10 29 17,5 23 11,-8 38-16,-2 13 10,-4 44-16,9-16 34,6 17-29,3-23-16,-6-26 22,-7-18-23,-15-5-5,-16-2 0,0 1 0,-18-6-5,47-12 5,36-1 0,55-5 5,0 0-5,-42-1 0,-4-1-319,-7 0-907,4-14 1226,-33 8 0,-2-6 0,-9 10 0</inkml:trace>
</inkml:ink>
</file>

<file path=ppt/ink/ink5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33.16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 28530,'15'57'13,"1"0"0,-2-5 0,-2-5-13,-3-1 0,-4-6-28,-2-6 28,-3 1 0,0-19 0,0 0 0</inkml:trace>
</inkml:ink>
</file>

<file path=ppt/ink/ink5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34.55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0 240 27852,'43'-52'123,"0"-1"0,-4 5 1,0 9-85,17 15-34,-11 11 18,27 2-6,-26 28 128,-7 26-111,-20 6 11,-44 31-17,-10-26-28,-17 0 33,14-25-38,24-23 5,44-18-12,22 1 12,10 0 6,1 44-6,-35 25 0,-7 35 0,-29-17-6,-25-4-5,-18-41-6,-13-7-106,1-15-420,20-12 543,13-9 0,22 6 0,4-5 0</inkml:trace>
</inkml:ink>
</file>

<file path=ppt/ink/ink5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34.785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71 1 28205,'11'56'48,"0"1"1,0 4-1,-6-4-36,-21 8-360,-12 2 348,-3-24 0,6-22 0,17-17 0</inkml:trace>
</inkml:ink>
</file>

<file path=ppt/ink/ink5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35.26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1 165 28306,'32'46'28,"0"-1"0,29 29 0,-3-87-6,-13-4 0,17-33-10,-34-7 72,-6-15-68,-34 18-4,-43 9-7,-18 28-10,-10 12-68,32 33-67,30 2 140,53 5 0,12-2 0,-20-9 0,53 13 0</inkml:trace>
</inkml:ink>
</file>

<file path=ppt/ink/ink5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35.653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1 98 28182,'61'43'28,"-1"0"0,0-9 0,-9-17 0,-20-34 68,-1-35-68,-21 7-17,-9-11-11,-10 20-73,-18 14-73,4 16-962,-14 23 1108,24-6 0,-1 9 0,15-13 0</inkml:trace>
</inkml:ink>
</file>

<file path=ppt/ink/ink5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35.986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0 160 28289,'60'1'75,"-1"-1"1,36-6-3,-84-24-68,-7-14 12,-22 6-11,-15 5-29,-23 23-27,8 23 50,12 45 0,23-33 0,9 23 0</inkml:trace>
</inkml:ink>
</file>

<file path=ppt/ink/ink5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39.90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56 0 28194,'3'63'44,"0"0"1,0-5 0,-3-9-45,-8-13-78,-11 2 78,3-19 0,-1 0 0,12-18 0</inkml:trace>
</inkml:ink>
</file>

<file path=ppt/ink/ink5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40.34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37 82 28199,'-11'59'59,"0"0"1,1-3 0,6-6 8,20 0-35,13-3 6,47-3-27,-10-21-10,-8-14 1,2-9 8,27-41-5,-43 9 0,-6-6-6,8-41-3,-35 22 0,-15 1-19,-49-24 2,12 40 0,-9 8 12,-13 14 0,-2 12 8,11 10 0,5 12-129,4 19 0,13 10 129,26 42 0,-1-16 0,23-21 0</inkml:trace>
</inkml:ink>
</file>

<file path=ppt/ink/ink5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40.579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0 28255,'6'74'26,"0"-1"0,-1-7 1,-1-10-27,-4-21 0,0-17 0,0-6 0</inkml:trace>
</inkml:ink>
</file>

<file path=ppt/ink/ink5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41.068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55 98 28311,'-17'55'36,"0"-1"1,-3 38 64,40-65-79,43-8-5,31-20-17,-35-11 0,0-8 22,-8-5 1,-7-6-6,12-32-12,-49-15 1,-43 26-23,-23 9 11,-6 24-134,-22 52 140,43 35 0,-1-19 0,34 6 0</inkml:trace>
</inkml:ink>
</file>

<file path=ppt/ink/ink5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41.642"/>
    </inkml:context>
    <inkml:brush xml:id="br0">
      <inkml:brushProperty name="width" value="0.06" units="cm"/>
      <inkml:brushProperty name="height" value="0.06" units="cm"/>
      <inkml:brushProperty name="color" value="#00FA00"/>
    </inkml:brush>
  </inkml:definitions>
  <inkml:trace contextRef="#ctx0" brushRef="#br0">0 11 27538,'66'-5'256,"-1"-1"0,-3 15 0,-13 13-100,-31 59-111,-17 12-37,-15-22 1,-4-1-3,-5 14 2,19-4 0,11-2-8,24-10-6,11-16 1,11-9 0,44-24-12,-42-23 0,-3-9-5,22-33 10,-37-12-10,-29-17 44,-30 35-16,-12 6 11,-9 33 22,-4 49 6,27 42-34,15-20 0,6 7-6,9 12 1,4-1-3,-2-14 0,-1-1 5,4 10 1,-9-4-4,-36 14-16,3-11 11,-56-46 0,55-29 0,-18-11 0</inkml:trace>
</inkml:ink>
</file>

<file path=ppt/ink/ink5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45.59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289 23 28182,'-51'-7'17,"0"0"0,-34-1 0,58 36-23,2 10 6,0 3 28,6 18-28,14-6-5,6 12-1,26-7 0,-1-19 12,34-14 22,-5-26-34,10-24 6,-18-3 6,-14-31-23,-23 13 28,-4 0-67,-6-9 17,0 27 73,0 4 11,0 27-29,0 23 7,-5 33-23,-1 17-67,0 16-337,19-28 404,29-24 0,-16-33 0,12-5 0</inkml:trace>
</inkml:ink>
</file>

<file path=ppt/ink/ink5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46.4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0 28283,'0'60'35,"0"-1"1,0-3 0,0-4-3,0 28-38,5-9 5,-1-3 11,7-25 0,2-33-5,-1-16 5,8-31-11,-10 2 0,11-27-11,1 17 11,13 1 5,-2 19-5,14 20 0,-11 34 0,-2-2-5,-13 51 10,-24-37 12,-31 32-23,-18-42-16,-15-6-196,16-13-258,23-28 476,20 0 0,9-3 0,2 6 0</inkml:trace>
</inkml:ink>
</file>

<file path=ppt/ink/ink5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47.2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229 0 28434,'-53'16'28,"0"0"0,-35 20-11,65 4-6,12 26-5,30-5 0,15-4-4,11-34 1,8-7-45,-1-9 0,2-5-221,9-5 0,-1-3 263,26-7 0,-39-4 0,-33 8 0</inkml:trace>
</inkml:ink>
</file>

<file path=ppt/ink/ink5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48.15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241 372 28205,'-56'-37'20,"0"1"1,2 9-1,10 18 31,27 61-46,3 19-5,22-14-5,33-3 5,17-36-6,15-1-16,-10-38 22,-21 1-17,-11-38 23,-19 0 5,-2-18-11,-18 14 0,-21-12-11,-9 20-12,-4 0-3141,17 20 3164,20 18 0,4 13 0,6 2 0</inkml:trace>
</inkml:ink>
</file>

<file path=ppt/ink/ink5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50.25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 1 28250,'16'58'20,"1"1"1,-3-4-1,-1-8-9,1-12-5,-4 7-23,-1-17-296,-2 1 313,30-29 0,-27 5 0,23-12 0</inkml:trace>
</inkml:ink>
</file>

<file path=ppt/ink/ink5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50.48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226 0 27611,'-23'63'132,"1"-1"1,0-2 0,3-2-83,-7 23-39,9-27 1,0 2-12,1-5 0,1-1-40,-12 43 40,11-32 0,12-43 0,3-8 0</inkml:trace>
</inkml:ink>
</file>

<file path=ppt/ink/ink5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8:51.56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34 27807,'63'5'61,"0"-1"1,-7 1 0,-8-3-40,-18-3-22,-4-5 6,-5-3 22,2-3 67,1-5-56,-11 13 45,1 5-16,-23 20 21,-19 29-55,-17 17-20,15-24 0,1 1-3,-17 26-5,3 0-6,24-37 28,-8 10-28,30-26 0,2-3 0,25-13 0,17-2 5,13-1-10,1 4 5,26 5-12,-14-1-27,11 2-235,-28-5-2919,-7-12 3193,-31-7 0,2 4 0,-13-2 0</inkml:trace>
</inkml:ink>
</file>

<file path=ppt/ink/ink5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9:09.278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370 27 28059,'-71'-9'-15,"0"-1"0,7 3 0,9 7 15,18 13 0,4 31-44,15 8 44,23 14-12,19-19-10,51-8 67,14-24-43,-32-5 1,1-2-3,41 5-39,-34-1 106,-30 3-27,-42 4-40,-11-5-23,-50 3 12,-14-11-59,30-4 0,-1 1-400,-46 4 470,18 10 0,38-8 0,18 5 0</inkml:trace>
</inkml:ink>
</file>

<file path=ppt/ink/ink5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9:09.571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27807,'36'54'5,"0"0"1,-4-5 0,-4-7-12,-6-17 6,-6-6 0,-7-7 0,-5-7 0</inkml:trace>
</inkml:ink>
</file>

<file path=ppt/ink/ink5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9:09.932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43 122 27331,'65'31'119,"1"1"1,-7-4 0,-11-16-36,-19-41-23,-15-16-27,-29-12-73,-7 12-45,-48 9-124,0 24-184,-5 40 392,26 22 0,27-3 0,22-6 0</inkml:trace>
</inkml:ink>
</file>

<file path=ppt/ink/ink5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9:10.54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91 26648,'81'-8'134,"0"0"1,-17 4-1,-4-4 3,-6-8 1,-6-3 573,4-3-711,-25 16 185,-63 58-163,-7-1-14,1 1 1,1 2-15,1 13-39,3 8 45,22-23 23,28-23-1,35-16-39,28-23 12,18-6-538,-12-7 543,-30 6 0,-28 8 0,-16 6 0</inkml:trace>
</inkml:ink>
</file>

<file path=ppt/ink/ink5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9:10.90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183 406 28339,'-48'-55'2,"-1"0"0,4 5 0,11 2-2,28-9-11,6 5-12,32 1-5,0 23-22,40 19 27,-26 41 29,-5 17 5,-49 26-11,-13-14-341,-20-15 341,20-21 0,9-15 0,7-1 0</inkml:trace>
</inkml:ink>
</file>

<file path=ppt/ink/ink5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9:11.18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1 27583,'68'2'-347,"-1"1"0,-5-2 0,-10 1-8072,-20-1 8419,-7-1 0,-12 0 0,-7 0 0</inkml:trace>
</inkml:ink>
</file>

<file path=ppt/ink/ink5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9:11.345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0 25640,'61'0'0,"0"0"0,36 0 0</inkml:trace>
</inkml:ink>
</file>

<file path=ppt/ink/ink5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9:11.86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0 226 27813,'18'-51'24,"-1"-1"0,3 1 1,5 11-37,24 24 1,24 1 11,-6 23 151,9 33 113,-42 31-220,-23-22 1,-9 4-14,-16 2 0,-8-3-20,-25 28 3,6-42 0,-4-8 3,-19-5-45,5-3-6,22-26 1,28-8-18,36-16 51,23 7 11,12 2-33,31 11-499,-3 7 521,-35-1 0,-3 0 0,16 1 0,-23-2 0</inkml:trace>
</inkml:ink>
</file>

<file path=ppt/ink/ink5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9:12.22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21 27208,'55'-6'529,"0"0"0,34-3-517,-76 12 10,-1 9-22,5 13 0,-1 9 0,2 8 0,4 26-11,-3 7 11,-3-1-23,-6 3-822,3-37 845,5-4 0,-4-22 0,1-11 0</inkml:trace>
</inkml:ink>
</file>

<file path=ppt/ink/ink5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8:59:12.386"/>
    </inkml:context>
    <inkml:brush xml:id="br0">
      <inkml:brushProperty name="width" value="0.06" units="cm"/>
      <inkml:brushProperty name="height" value="0.06" units="cm"/>
      <inkml:brushProperty name="color" value="#FF9B33"/>
    </inkml:brush>
  </inkml:definitions>
  <inkml:trace contextRef="#ctx0" brushRef="#br0">1 39 27404,'71'-10'-66,"-1"0"0,23-3 0,-56 8 1</inkml:trace>
</inkml:ink>
</file>

<file path=ppt/ink/ink5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19.91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14 1 28614,'-5'84'3,"0"0"1,2-6 0,3-4-2,8-11 1,3-3-3,0 0 0,1 1 0,1 12 0,-1-1 0,-3-20 0,-3-2 3,-2 3 0,-3-4-3,-4 14 6,2-5-1,-2-29 1,5-40-6,3-6-6,8-29 6,11 4 0,6-5 0,7 16 0,-8 15 0,17 13 0,7 13 0,17-2 0,-13 5-17,-7-6-72,-20-6 89,5-24 0,-16 15 0,-1-15 0</inkml:trace>
</inkml:ink>
</file>

<file path=ppt/ink/ink5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20.32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373 493 28597,'-61'-37'5,"0"-1"1,5 3 0,5-2-6,-7-37 0,17 0 0,5 2 0,28 4-6,42 37 6,16 4 0,18 44-6,-20 5 1,-20 38-68,-23-14 73,-5 4 0,0-25 0,-2-12 0</inkml:trace>
</inkml:ink>
</file>

<file path=ppt/ink/ink5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23.33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28513,'21'75'29,"0"-1"1,-5-13 0,-2-1-27,-3 9 0,-1 0 2,-2-8 1,0 0-6,2 14 0,0-1 0,-2-17 0,0-3 0,1-1 0,-1-7-207,-2-4-364,-3-14-1322,-8-34 1893,-6-18 0,3 7 0,2 3 0</inkml:trace>
</inkml:ink>
</file>

<file path=ppt/ink/ink5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23.57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48 28059,'62'-4'15,"0"-1"0,-5 1 0,-8 1-21,-14 3-9825,-4-3 9795,-17-9 0,-3 7 0,-11-6 0</inkml:trace>
</inkml:ink>
</file>

<file path=ppt/ink/ink5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23.93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28255,'23'67'13,"0"-1"0,4 6 0,-1-8-13,2-9 12,12 22-12,-14-39 0,-9-7 0,-5-18 0</inkml:trace>
</inkml:ink>
</file>

<file path=ppt/ink/ink5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24.57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271 109 28334,'-61'-30'1,"0"0"1,6 1 0,10 10-19,21 20 29,10 16-12,5 2 16,7 16-16,15 20 0,19 8-5,23 16 22,13-12-17,-9-20 22,-23-19 23,-19-4-28,-37-6-12,-3 1 1,-39-4-6,8-10-95,-4-15-1059,27-16 1154,24-9 0,9 8 0,6 10 0</inkml:trace>
</inkml:ink>
</file>

<file path=ppt/ink/ink5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25.35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368 525 28143,'1'-54'168,"1"1"0,-12-39-123,-14 62-28,-15 5-6,-27 4 6,-3 12-12,-11 35-5,28 8-5,22 59-1,39-9 0,6-34 1,8-5-1,40 13 6,11-42 0,-19-34 6,-8-55-9,-34 24 0,-4-3 3,0 0 0,-2-2 3,-2-15 0,-2 1 3,-3-26-57,0 8 46,0 54 5,0 48 11,0 76-11,2-35 0,2 1-3,1 1 0,3 1 3,7 8 0,7-6 0,24 11 34,21-10-6,6-34-28,-12-38 0,21-40 0,-30-30 0,-26 29 0,-5-1 22,-4-28 1,-57 21-23,-30 53-3,22 21 0,1 8-8,-28 23-84,31 41 95,86-29 0,-31-14 0,41-18 0</inkml:trace>
</inkml:ink>
</file>

<file path=ppt/ink/ink5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26.14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28334,'2'63'11,"0"0"0,0-3 0,-1-5-11,-1 7-386,2 22 386,-2-17 0,2-11 0,-2-27 0</inkml:trace>
</inkml:ink>
</file>

<file path=ppt/ink/ink5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28.76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10 27824,'74'0'95,"0"0"0,-4 0 1,-5-1-57,15-2 5,-22 2 1,2 0-14,1-2 0,-1 3-26,-1 4 1,-2 5 19,3 6 1,-8 10 52,-1 44-61,-25-21 0,-10 4-1,-16 1 1,-15 0-9,-20-1 1,-10-4-9,2-11 0,-7-6 8,-32 2 1,-6-8-7,23-15 1,1-2-9,-4 1 1,4-3-1904,-14-13 1909,60-3 0,14 1 0,18 0 0</inkml:trace>
</inkml:ink>
</file>

<file path=ppt/ink/ink5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29.58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31 0 28356,'2'73'39,"1"-1"0,-1-3 1,1-5-24,4 10-2,-3-22 0,1 1 3,6 41 28,0 2-45,-4-52 0,-4-61 0,-3-25-6,-4-8 1,-2-5-9,0 4 0,-1-1 11,-3-12 0,-1 0 3,0 7 0,1 5 6,-4-19-1,5 28-5,18 18-5,31 10 5,4-1-6,44 9 6,-19 5 6,7 8-96,-20 5-845,-23 3 935,-6 1 0,-18-10 0,0 0 0</inkml:trace>
</inkml:ink>
</file>

<file path=ppt/ink/ink5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29.87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28362,'79'2'16,"0"1"1,-6 0 0,-9 0-17,-7-3-6,-9 3-162,-15-3 168,-2 3 0,-21-3 0,3 2 0</inkml:trace>
</inkml:ink>
</file>

<file path=ppt/ink/ink5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30.53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489 145 28009,'-59'-39'97,"-1"0"0,5 4 0,5 9-63,5 20-18,-22 14-21,7 19-1,4 16-11,26 18 17,24-12 17,33 7-6,18-15-16,12-3 5,29 5 0,-32-20-3,-3 3 0,0 3 9,3 10-12,8 18 6,-43-21-5,-38 5 5,-25-16 39,-30-2-22,4-11-34,-14-22-62,26-11-565,1-12 644,24 5 0,18 9 0,14 14 0</inkml:trace>
</inkml:ink>
</file>

<file path=ppt/ink/ink5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31.01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42 41 28177,'-12'50'75,"-1"1"1,2 33-54,47-65-10,15-8-7,2-14-5,6-26 51,-33-13-12,-11-17-39,-28 16 0,-33-1-11,-11 25-23,-6 2-22,19 30-78,22 8 134,42 26 0,-13-24 0,18 2 0</inkml:trace>
</inkml:ink>
</file>

<file path=ppt/ink/ink5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31.53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80 28233,'38'52'56,"-1"1"0,-5-7 0,2-12-34,27-28 1,-19-30-23,-20-2 56,-11-34-28,-25 5-17,-5 4 0,-42 9-17,-1 30-100,-6 32 106,54 35 0,2-15 0,38 6 0</inkml:trace>
</inkml:ink>
</file>

<file path=ppt/ink/ink5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35.87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278 32 28334,'-50'40'20,"-1"0"1,2 6-1,18-1-20,37-2-11,33 13 11,19-37 6,23-16 44,-23-31 12,-22-18-51,-33 1-11,-25-12 0,-7 11-6,-3 3 1,-3-1 10,0 30 6,-21 16-11,-13 39 6,15 8-12,9 34 6,47-18 6,34-2-6,10-25 0,36-22 0,-22-40 6,-3-15 16,-24-30-5,-20 13-6,-16-6-11,-16 29-11,-10 8 11,-5 18 11,-7 42-11,22 21-6,7 28-5,39-7 11,4-28 11,24-25 1,-16-33-1,-3-19-6,-17-5 7,-11-23-12,-16 14 11,-8-4-11,-2 20 0,-10 11 0,8 38-6,1 15 6,7 18 0,20-10 6,18-18-12,13-29 12,1-25-1,-15-17 7,-17-2-7,-36-3 1,-7 30-6,-8 0 0,-1 28-6,24 18 6,4 15 0,28 1 0,19-16 0,6-16 0,8-34 6,-27-9-6,-11-16 0,-32 15 0,-2 13 0,-20 43 0,24 12 0,2 8 0,30-1 0,4-29 5,5-22-5,-8-4 0,-13-21 0,-5 16-5,-7 1 5,11 11 5,0-2-5,15-13 0,-5 2 0,-3-15 0,-21 18 0,6 2 0,-19 11 0,18 11-5,0 17 5,21-7 0,2 4 0,19-23 0,-11-19 5,-1 2-10,-33-14 5,-2 25-23,-16 8 23,14 43 0,10-24 0,5 17 0</inkml:trace>
</inkml:ink>
</file>

<file path=ppt/ink/ink5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37.69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1574 28485,'35'-56'16,"1"0"1,-2 3 0,-2 6 0,3-1 22,20-32-34,-28 34 1,0-1-6,0 0 0,1-1 6,7-12 0,1 0-6,2 9 0,3 1 0,15-15 0,6-1 0,10-2 0,1 4-114,-12 12 0,1 2 111,16-10 0,0 3 9,-17 15 0,0 2-6,13-8 0,0 2 0,-18 14 0,0 3 0,8-1 0,-1 4 0,33 3 2,-40 11 1,-2 3-3,23 3 6,-7 16-1,-21 1-5,0 5 250,-11-5-237,-9-6-26,-17-11 13,-15-11 0,-1 6 0,-11-4 0</inkml:trace>
</inkml:ink>
</file>

<file path=ppt/ink/ink5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38.85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0 191 28300,'76'-41'22,"0"0"1,-4 2-1,-4 9 1,8 22-434,12-1 434,8-1-4,-25 6 1,5 1-15,4 1 1,1 0-1,-1 0 1,3 2-4,-16 1 0,4 1 0,-3 1 1,20 1 0,1 2 2,-17-2 1,2 1-1,-2-1 15,24 3 0,-7-1-15,-26-3 1,-8 0 30,16 2 1,-55-5-1,-6 1 1</inkml:trace>
</inkml:ink>
</file>

<file path=ppt/ink/ink5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39.67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28513,'63'0'16,"-1"1"1,-3 0 0,-5 6 6,28 38-15,-39-12 0,-1 2-2,-1-2 0,1 5-1,7 17 1,0 5-4,-5-7 1,1 2-3,15 18 0,3 1 0,-12-16 0,1-1 0,15 12 0,1-3 0,-15-19 0,0-3 0,7 5 0,0-3 0,-12-15 0,-2-6-5,36 1-253,-30-22-2150,-24-6 2408,-30-1 0,-12 2 0,-3 1 0</inkml:trace>
</inkml:ink>
</file>

<file path=ppt/ink/ink5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40.55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46 1 28507,'-9'70'24,"0"0"0,-1 9 1,1-5-31,1 9 6,19 5 0,7-37 6,30-29 0,-7-41-6,3-11 0,-17-8-12,-12 0 12,-12 32 0,-3 13-16,0 36-12,9-5-34,33 14 45,19-35 23,19-34 5,-21-30-5,-27-12-1,-27-13-33,-14 38 28,-6-4 0,5 28 0,3 3 0</inkml:trace>
</inkml:ink>
</file>

<file path=ppt/ink/ink5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40.88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39 53 27958,'-2'58'17,"-1"0"0,12 37 5,48-68 85,9-13-90,0-20 11,-6-36 117,-36-25-106,-25-19-50,-49 22-90,-8 25 101,1 53 0,3 10 0,14-12 0,-16 37 0</inkml:trace>
</inkml:ink>
</file>

<file path=ppt/ink/ink5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41.20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88 232 28502,'-24'-53'-54,"-1"0"1,-14-34-815,60 65 868,12 12 0,-6 3 0,2 7 0</inkml:trace>
</inkml:ink>
</file>

<file path=ppt/ink/ink5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41.65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302 321 28446,'-55'-15'14,"0"0"0,-39-6-14,64 33 0,-3 26 0,13-1-17,5 36 11,53-24 12,34-6-9,-20-38 0,3-10 3,33-20 67,-21-50-27,-49-4-12,-21-16-23,-18 10-22,-5 28-453,-7 4 470,15 29 0,2 2 0,10 15 0</inkml:trace>
</inkml:ink>
</file>

<file path=ppt/ink/ink5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42.30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125 1 28278,'-28'59'11,"-1"1"0,3-6 0,3-9 12,10-17-12,8-19-11,13-17 5,8-18 12,16-29 22,-13 15 40,5-9-34,-16 25-45,2 24 5,10 31-5,0 9-5,21 40 5,-16-23 61,-4 8-44,-30-26-6,-33-14-5,4-18-1,-17-1-5,46-6 0,11 0-11,34 0-84,35 1-51,-4 0 146,-14-1 0,-2 1 0,-7-1 0,3 0 0</inkml:trace>
</inkml:ink>
</file>

<file path=ppt/ink/ink5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43.19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18 7 28507,'-5'62'13,"0"0"0,0-5 0,2-4-18,13 19 5,2-23-6,18 5 12,6-38 16,10-35 1,-12-5 21,-6-21-38,-20 17-6,-4 30-6,-4 25 1,5 12-1,28 11 1,12-33 5,14-31 0,-20-13 0,-20-51 5,-24 3-38,-3-19-203,0 27-178,18 10 414,24 37 0,-11 3 0,6 15 0</inkml:trace>
</inkml:ink>
</file>

<file path=ppt/ink/ink5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43.50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1 174 27796,'67'35'11,"-1"-1"0,6-9 1,-8-18 217,-7-50-61,-8-11-28,-66-27-73,-44 29-70,16 26 1,-2 7-357,-32 19 359,32 35 0,33-6 0,16 2 0</inkml:trace>
</inkml:ink>
</file>

<file path=ppt/ink/ink5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43.80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47 101 26760,'17'56'736,"1"-1"1,-7 39-524,-36-79-208,-8-23 1,10-14-6,12-44 0,27-3 5,9-9-21,15 27-80,-4 25 96,37 45 0,-50-13 0,28 18 0</inkml:trace>
</inkml:ink>
</file>

<file path=ppt/ink/ink5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44.18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320 251 28367,'-67'-11'7,"1"1"1,-2 10 0,11 10-14,27 23-5,-2 39-17,43-19 39,28-5 6,26-28 11,8-51 28,-20-5 17,-18-50-45,-26 11-17,-2 1-45,-14 8-683,3 31 717,-3-1 0,4 21 0,3 3 0</inkml:trace>
</inkml:ink>
</file>

<file path=ppt/ink/ink5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44.64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59 264 28462,'-18'-59'11,"1"0"0,0 1 1,10 11-12,19 26-6,24 1-5,12 31 6,1 10 16,3 47 28,-33 10 6,-20 22-12,-31-17-38,-1-32 10,1-20-5,50-24 0,12-3 0,32-9-22,25-5-1328,-28 1 1350,-16 1 0,-31 7 0,-26 3 0</inkml:trace>
</inkml:ink>
</file>

<file path=ppt/ink/ink5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45.64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2 162 28451,'0'67'9,"0"-1"1,-2-6-1,4-6-14,18 6 5,0-24-12,32-2 18,-8-31 16,5-16 34,-19-1-56,-15 11-11,-9 12 0,13 24 11,2-17-6,26-1 12,-14-44 16,-2-18-5,-16-31-6,-12-10-11,-3 19-22,13-18-118,14 22-73,0 2 213,7 21 0,-23 30 0,-3 8 0</inkml:trace>
</inkml:ink>
</file>

<file path=ppt/ink/ink5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46.00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85 48 28205,'-28'61'3,"-1"1"1,8-7 0,14-10 35,39-18-28,19-14 6,25-8 17,-10-33 5,-5 4 90,-28-46-84,-41 8-45,-33-9-28,-7 27-252,-29 28 280,41 47 0,1-14 0,29 14 0</inkml:trace>
</inkml:ink>
</file>

<file path=ppt/ink/ink5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46.31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64 27785,'37'50'347,"-1"0"0,9 32-330,-59-83-17,-4-11 0,6-20-6,9-8 6,5-2 6,18-9-73,9 15-84,6 6 151,19 29 0,-37 3 0,13 8 0</inkml:trace>
</inkml:ink>
</file>

<file path=ppt/ink/ink5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46.71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222 302 28468,'-58'6'-3,"1"-1"0,-35 13 3,80 26-5,10 15-18,17-21-21,29 2 38,16-38 51,5-37 22,-24-32-33,-22-7-23,-20 23 0,-6-1-11,-8-23-930,-1-5 930,3 31 0,10 25 0,3 18 0</inkml:trace>
</inkml:ink>
</file>

<file path=ppt/ink/ink5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47.56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174 22 28474,'51'-8'50,"0"1"0,30 0-27,-76 39-1,-5 11-11,-8-13 6,-11 9-11,-2-22-6,6-2 0,19-4-6,35 10 1,4 10 5,-5 4 0,-32 15 0,-63-10 0,-25-1-23,28-25 1,1-5-79,-27 0 101,17-9 0,43 0 0,1 0 0</inkml:trace>
</inkml:ink>
</file>

<file path=ppt/ink/ink5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50.98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116 924 28166,'71'-45'37,"0"-1"0,-4 1 1,-10-2-22,4-32-5,-35 17 1,-8-6-1,-9-2 0,-7 0-3,-5-1 1,-8 1-9,-16-5 0,-10 8-3,3 28 0,-4 8-8,-51-7 11,26 68 24,37 21 0,6 22 1,4 4-13,6-7 1,4 4 0,1 4-1,0 0-246,-2 9 0,0 4 0,0-1 0,3-2 243,3-6 1,1-1 0,1-3 0,0-7-10,0 23 0,0-10 0,1-14 0,-4-9-5,-10 0-191,-19-10 129,13-62 39,-6-72 25,30 34 0,8-2 474,4-8 0,7 1-460,15 6 0,5 8-11,-6 12 0,3 4-6,14-7 1,-1 0 5,18-32-11,-5-2 145,-32-14-16,-25 41-118,-18 15 0,-9 65-6,3 30 1,7 6 10,39-19 6,11-49-5,4-21 11,-12-41-28,-23-7 11,16-16 0,-22 37 0,15 13 0</inkml:trace>
</inkml:ink>
</file>

<file path=ppt/ink/ink5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51.22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0 286 28423,'5'-68'13,"-1"0"0,3 0 0,5 13 4,9 29-17,10 31 0,-13 50-5,-1 7-539,6 15-150,10-47 694,18-19 0,-17-11 0,-4-15 0</inkml:trace>
</inkml:ink>
</file>

<file path=ppt/ink/ink5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51.62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36 648 28065,'-18'72'-6,"0"-1"1,26 16-21,43-78 1,11-19 5,-13-8 1,-5-12 24,2-34 1,-12-11 5,-19 9 1,-7-3-15,3-18 0,-3 0 3,-7 20 0,-2 1-14,1-7 0,0 6 249,0-2-145,-2 30-51,-6 62-20,-1 37 1,1 16-12,0 9 1,1 6-128,0-18 0,1 3 0,4-3 99,11 25 1,6-8-46,-8-26 1,8-15 64,42-25 0,-34-22 0,3-35 0</inkml:trace>
</inkml:ink>
</file>

<file path=ppt/ink/ink5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51.72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45 26648,'86'-11'-140,"1"0"0,-6 0 0,-12 3 0,-16 6 0,-17 1 0</inkml:trace>
</inkml:ink>
</file>

<file path=ppt/ink/ink5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51.86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27656,'1'54'-1078,"0"1"0,5 30 1078,0-94 0,1 7 0,-3-16 0</inkml:trace>
</inkml:ink>
</file>

<file path=ppt/ink/ink5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0:52.42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24715,'29'66'818,"0"-1"0,-1-4 0,-9-3-768,-19 27-16,16-4 123,27-2 134,25-36-17,15-45-156,-23-19 39,-21-39-118,-28-2-6,-16 0 12,-21-2 6,-11 39-57,-6 23 0,16 41-10,28 12 16,20-9 22,41-32-16,4-53-6,-26 12 0,-3-4 0,20-35-6,-16 11 6,-1 44 17,-10 54-17,1 4-84,-10 55-168,-6-38 252,-1-3 0,-3-30 0,-6-20 0</inkml:trace>
</inkml:ink>
</file>

<file path=ppt/ink/ink5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38.15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85 28317,'30'83'37,"0"-1"0,-7-19 1,-2-4 15,-5-2 0,-4-10-47,-4-22-6,-1-16-6,-14-49 6,-4-45 6,1-10-9,5 38 0,2 1-2,1-25-208,2 21-50,13 39-253,17 7 516,39 17 0,-30-2 0,11 3 0</inkml:trace>
</inkml:ink>
</file>

<file path=ppt/ink/ink5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38.47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225 460 28558,'-60'-47'7,"0"-1"0,5 7 1,14 0-8,32-18 0,9 12 0,23-1 0,7 2-17,2 10-16,39-10 21,-53 82-38,-12 15-622,-11 9-3913,5-12 4585,12-33 0,3-7 0,-3-8 0</inkml:trace>
</inkml:ink>
</file>

<file path=ppt/ink/ink5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39.13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8 470 28395,'-3'-56'31,"1"-1"1,0 3 0,2 6-4,7-7-28,0 3 0,1-9 0,0 21-16,8-6 10,20 48 6,-7 10-6,21 47 6,-27 6-5,-2 9 66,-13-25-55,-3-32 0,-1-26-6,4-19-12,1-4 18,10-11-17,1 9 11,10 18-6,-8 24 6,-3 29-5,-6 29 10,-6-3 6,-1 1-11,4-36-5,-2-31-12,20-48 11,-4 7-10,16-25-29,-16 40 39,-1 17-27,-16 43-51,-3 6-392,19 17 476,14-32 0,-5-3 0,-1-17 0</inkml:trace>
</inkml:ink>
</file>

<file path=ppt/ink/ink5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39.48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25 28272,'3'65'73,"-1"-1"0,7 33-12,48-65-44,-12-23-17,7-28 0,1-8 6,-5-4 24,-7-11 1,-15-4-14,-47-6-28,-35 3-185,-26 23 196,8 35 0,32-3 0,27 10 0</inkml:trace>
</inkml:ink>
</file>

<file path=ppt/ink/ink5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39.80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77 28188,'32'56'67,"0"1"0,-3-5 1,-4-6-18,-5-9 34,-3 1-67,3-13-6,1-17-5,22-43-3398,-11-10 3364,-7-15 0,-7-4 28,-12-10 0,2-14 0,-19 59 0</inkml:trace>
</inkml:ink>
</file>

<file path=ppt/ink/ink5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0.15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219 369 28546,'-54'-36'18,"0"-1"1,2-6 0,13-2-19,28-16 0,2-2-5,28 7-18,9 34-16,9 17 22,-10 19-55,-15 29 72,-26-5 0,11-7 0,-11-14 0</inkml:trace>
</inkml:ink>
</file>

<file path=ppt/ink/ink5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0.76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17 1 28255,'-2'74'86,"0"1"0,0-3 0,1-2-75,0-15 0,2-1-8,-1-1 0,0 2 5,0 10 1,0 0 2,-1-12 0,0-3 28,-3 38-39,1-64-5,5-59-1,9-11-5,20-20 11,9 38 5,15 20-10,5 34-23,-14 5-196,14 12 224,1-21 0,-24-4 0,6-10 0</inkml:trace>
</inkml:ink>
</file>

<file path=ppt/ink/ink5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1.05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242 437 28518,'-58'-9'42,"-1"-1"0,-36-12-30,78-25-12,8-18 0,5-25-6,14 16-11,23-2-22,5 46 28,-3 16-73,-24 47-6,-19 5-806,-17 24 896,13-33 0,-1-4 0,13-19 0</inkml:trace>
</inkml:ink>
</file>

<file path=ppt/ink/ink5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1.33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28255,'2'73'30,"0"0"0,1-3 0,2-5-30,5 13 5,3-27 1,3 0 5,16 32-184,-1-7 173,-12-26 0,-15-36 0,-4-3 0</inkml:trace>
</inkml:ink>
</file>

<file path=ppt/ink/ink5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1.49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67 26200,'74'-12'-907,"1"1"1,7-2-1,-10 1 1,-21 3-1,4-1 1</inkml:trace>
</inkml:ink>
</file>

<file path=ppt/ink/ink5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1.75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 0 28462,'-1'72'28,"0"-1"0,0-3 0,1-5-11,1 13-6,8-2-5,8 17-6,2-14-39,-1-6-583,-7-22 622,1-33 0,-6-3 0,3-11 0</inkml:trace>
</inkml:ink>
</file>

<file path=ppt/ink/ink5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1.91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26771,'71'0'-98,"0"0"0,-3 0 0,-10 0 0,-16 2 0,-10-1 0</inkml:trace>
</inkml:ink>
</file>

<file path=ppt/ink/ink5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2.28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226 396 28496,'-60'-57'11,"1"1"0,7 11 1,12 1-7,25-22-5,23 21 11,26 0-16,21 19-1,1 15-16,0 18-17,-37 5-68,-12 25 107,-13-14 0,-4 5 0,7-22 0</inkml:trace>
</inkml:ink>
</file>

<file path=ppt/ink/ink5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2.64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1 250 28003,'27'82'566,"-7"-25"-572,-18-115 12,-2-8-6,8-19-6,0 23-44,14 0-118,0 34-11,1 5-997,14 19 1176,-2 22 0,-7-10 0,-6 9 0</inkml:trace>
</inkml:ink>
</file>

<file path=ppt/ink/ink5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3.20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237 31 28261,'-63'-13'42,"1"-1"0,-32 11-42,76 31 0,37 25-6,24-8 12,24 9-1,-7-15-5,-12 3 6,-33-15-12,-24 1 12,-24-12-6,-9-8-174,-13-7-744,25-4 918,-8-17 0,27 12 0,-1-12 0</inkml:trace>
</inkml:ink>
</file>

<file path=ppt/ink/ink5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5.62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132 1 28059,'-28'75'127,"0"-1"0,1-2 0,6 1-113,9 13 0,6 0-9,0-19 1,3 3-8,4 6 0,2 6 1,7-5-839,12 5 0,6-5 733,2 0 1,8-6 106,16-13 0,2-12 0,-7-15 0,6-7 0</inkml:trace>
</inkml:ink>
</file>

<file path=ppt/ink/ink5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6.80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12 1 28412,'-4'63'3,"0"1"1,1 7 0,4-6 2,19 8-23,-1-5 28,12-29 12,15-38 5,-8-36-6,16-20-5,-28-5 5,-12 1-27,-12 52-1,-2 5-5,0 36-40,0 9 18,18-10 33,-2-5 0,26-25 0,-9-34 11,1-19-11,-12-4 6,-13-8-354,-7 34-150,-2 8 498,6 38 0,-4-8 0,4 14 0</inkml:trace>
</inkml:ink>
</file>

<file path=ppt/ink/ink5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7.12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1 126 27516,'5'52'215,"1"0"1,9 33-132,24-63-11,-7-10 45,19-24-12,-15-27-16,-4-26-74,-13-17-16,-38 9-22,-2 26-45,-37 21-314,23 21 381,-9 11 0,29-4 0,4 5 0</inkml:trace>
</inkml:ink>
</file>

<file path=ppt/ink/ink5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7.42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14 222 28574,'-6'-58'-84,"-1"1"0,16-30-162,17 68 246,38 26 0,-34-4 0,10 8 0</inkml:trace>
</inkml:ink>
</file>

<file path=ppt/ink/ink5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7.81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220 334 28328,'-56'-4'-6,"0"1"1,-38 26 5,85 23 5,5 40-5,40-27-22,27-6 22,9-33 22,17-59 85,-48-31-65,-21 16 0,-8-4-40,-19-3 1,-9 2-8,-10-35-49,-5 46 1,-2 5 53,3 2 0,-1 4 0,24 28 0</inkml:trace>
</inkml:ink>
</file>

<file path=ppt/ink/ink5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8.18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212 1 28026,'-5'56'33,"1"0"1,-13 40-51,-25-65-145,-1-2 162,-7-2 0,25-13 0,0-3 0</inkml:trace>
</inkml:ink>
</file>

<file path=ppt/ink/ink5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8.54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28311,'8'79'48,"-1"1"1,0-5 0,-1-3-44,-2-10 1,-1-3 5,1-6 0,0-2 1,1 42-124,2-37-191,15-42-1489,-4-18 1792,19-10 0,-23 0 0,-1 2 0</inkml:trace>
</inkml:ink>
</file>

<file path=ppt/ink/ink5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8.88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131 354 28563,'-37'-60'0,"1"0"0,-1-3 0,16 6 0,41 9-17,12 4 12,11 22-40,8 38 23,-26 13 16,-3 6 0,-33 6 6,-12-21 0,3-4 0,1-9 0</inkml:trace>
</inkml:ink>
</file>

<file path=ppt/ink/ink5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9.14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 28042,'14'81'74,"0"0"1,-1-6 0,-3-6-47,-1 6-22,-3-9-6,0 3 0,-2-30 0,0-5 0,-3-27 0</inkml:trace>
</inkml:ink>
</file>

<file path=ppt/ink/ink5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9.28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27034,'62'3'-184,"0"0"1,29 1 0,-77-1 0</inkml:trace>
</inkml:ink>
</file>

<file path=ppt/ink/ink5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9.52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28177,'11'74'74,"1"0"1,-1-5 0,-3-4-47,-5 16-28,1-4-23,4 12-61,-3-29-739,2 3 823,-6-31 0,-1-17 0,0-3 0</inkml:trace>
</inkml:ink>
</file>

<file path=ppt/ink/ink5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9.64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0 120 27337,'73'-34'-246,"-1"-1"1,-5 3-1,-12 14 1,-27 27-1,-9-1 1</inkml:trace>
</inkml:ink>
</file>

<file path=ppt/ink/ink5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49.91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32 352 28345,'-14'-67'11,"1"0"0,8 4 0,10 7 6,32-5-34,1 24 6,-5 39-11,-25 20-180,-20 39 202,5-22 0,-9-1 0,15-27 0</inkml:trace>
</inkml:ink>
</file>

<file path=ppt/ink/ink5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50.26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50 236 28546,'-16'-52'-39,"0"-1"0,-2-34-6,53 61-263,3 12 308,33 10 0,-40 6 0,13 3 0</inkml:trace>
</inkml:ink>
</file>

<file path=ppt/ink/ink5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50.66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245 53 28126,'-61'-16'37,"1"-1"1,5 1-1,11 12-37,20 35-5,26 11 22,29 20-34,7-10 28,10-5 39,-23-3-50,-33-18-28,-5 3-3523,-30-22 3551,20-16 0,3 6 0,15-9 0</inkml:trace>
</inkml:ink>
</file>

<file path=ppt/ink/ink5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50.99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27835,'70'47'143,"0"0"1,-4-1 0,-13 2-76,-24 36-1441,-8 4 1412,-13 6 196,-8-34 1,-6 3-236,-6-6 0,-6 0-104,-8 7 1,-6-2 103,-9-11 0,-1-7 0,-11 4 0,8-18 0</inkml:trace>
</inkml:ink>
</file>

<file path=ppt/ink/ink5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54.00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2750 1 27365,'-59'32'171,"-1"0"1,5-1 0,9-9-122,20-15-10,-7-1 44,-41 6-45,24-3 0,-5 1-3,-23 5 1,-3 0-32,12-1 1,-2 1-3,-23 6 0,-1 1-581,16-3 0,3-1 581,2 1 0,0 0 5,-5 0 0,2 1 104,18-4 0,1 1-107,-20 6 1,-2 2 5,-3 3 0,-1 1 25,-1 2 1,2 1-34,19-7 0,3 2 13,0 3 1,4 3 6,-19 27-18,5 0-5,29-19 0,2 1 0,-13 18 871,-2 6-804,24-24 28,7-20-95,5-19-5,-7-18 5,7-3 0,6-13-6,5-9 1,2-2 10,0-5 12,3 13 0,5 28-12,-2 19 7,2 19 4,-2 26-16,0-7 0,0 1 6,0-15 0,23-23 10,33-3-16,7-20 0,15-10 0,-9 4 0,25 4 0,-7-11 0,0-1 0</inkml:trace>
</inkml:ink>
</file>

<file path=ppt/ink/ink5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54.83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64 0 27998,'-14'60'74,"-1"0"1,3-3 0,2-4-59,5 11-16,1 0 0,2 10 6,1-25-516,1 0-638,0-49 1148,0-39 0,0 15 0,0-17 0</inkml:trace>
</inkml:ink>
</file>

<file path=ppt/ink/ink5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55.14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8 40 27488,'-4'54'59,"1"1"0,26 34 30,17-72 85,29-27 11,-33-33-62,-6-23-84,-49-4-33,-16 25-68,-11 25-644,9 60 706,30 14 0,3-1 0,10-12 0</inkml:trace>
</inkml:ink>
</file>

<file path=ppt/ink/ink5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55.59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150 575 27051,'27'-69'39,"-1"1"0,0-9 1,-8 7 83,-13 11 45,-16-38-6,-22 35 113,-14 9-264,-7 34-11,16 36 190,5 57-126,23-17 1,4 7-40,-2 25 1,2 3-26,3-13 0,2 1-6,0 19 0,2-3 12,2-28 0,1-3-26,-1 5 0,1-3-1643,7 14 1663,-6-47 0,-4-26 0,-1-12 0</inkml:trace>
</inkml:ink>
</file>

<file path=ppt/ink/ink5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55.71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79 27163,'72'-21'-212,"0"0"1,21-9 0,-52 23 0</inkml:trace>
</inkml:ink>
</file>

<file path=ppt/ink/ink5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56.67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57 1 28087,'-14'66'13,"0"1"0,3-5 0,2-5-13,2 5 6,6-6 39,29 1 11,14-19-34,12-9-39,10-19-11,-25-14-78,-4-1-728,-11-5 834,-12-6 0,-4 8 0,-4-3 0</inkml:trace>
</inkml:ink>
</file>

<file path=ppt/ink/ink5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56.86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0 134 27673,'66'-11'-105,"-1"0"1,-3 0-1,-8 1-718,-4 1-1070,2-8 1893,-1-11 0,-22 12 0,-3-4 0</inkml:trace>
</inkml:ink>
</file>

<file path=ppt/ink/ink5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57.17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28227,'16'69'33,"-1"0"1,1-7 0,-5-3-17,-11 17 95,2-22-84,6-18-23,0-38-5,6-24 0,5-19-16,-9 16 16,7 1-17,-2 25-134,16 22 151,42 10 0,-35-4 0,18-6 0</inkml:trace>
</inkml:ink>
</file>

<file path=ppt/ink/ink5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57.39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14 226 27751,'-7'-54'31,"0"0"0,21-36-31,21 74 0,8 5-11,-1 35 22,-28 7-11,-16 18 0,-10-14 0,-3-15 0,5-14 0</inkml:trace>
</inkml:ink>
</file>

<file path=ppt/ink/ink5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57.69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93 27740,'6'61'367,"-1"0"0,5 38-367,-8-139-6,0 14 0,0-23 1,5-4-96,16-6-17,2 6-666,34 21 784,-1 32 0,-13-2 0,-7 9 0</inkml:trace>
</inkml:ink>
</file>

<file path=ppt/ink/ink5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57.97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168 363 28462,'-46'-62'4,"-1"-1"0,3 6 0,14 5-4,34-6 16,9 22-16,23 2-22,-17 79-6,6-15-45,-28 40-1629,-3-41 1702,13-13 0,-7-7 0,13-8 0</inkml:trace>
</inkml:ink>
</file>

<file path=ppt/ink/ink5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58.49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232 3 28485,'-61'12'0,"-1"1"0,6-2 0,14 7 5,32 32-5,14 3-5,35-23 5,17-25 0,3-29 11,-2-41 28,-36 10-39,-4 13-28,-14 33-263,-3 50 291,19 9 0,-15-10 0,15-12 0</inkml:trace>
</inkml:ink>
</file>

<file path=ppt/ink/ink5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58.77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1 122 27410,'16'53'532,"1"0"0,3 25-516,-30-95-16,-1-9 17,-2-48-11,9 14-96,25-8 1,-2 28-679,49 20 768,-1 35 0,-14-10 0,-11 13 0</inkml:trace>
</inkml:ink>
</file>

<file path=ppt/ink/ink5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3:59.02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146 321 28530,'-44'-69'1,"1"-1"1,5 15 0,17 5 4,59-7-12,-5 37-33,4 30 0,-28 12-129,-26 31 168,9-26 0,-12-1 0,20-21 0</inkml:trace>
</inkml:ink>
</file>

<file path=ppt/ink/ink5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02.15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49 413 27981,'-13'-59'46,"-1"0"1,-1 5 0,8 4-25,27-14-22,12 9 34,23 7-34,-8 24 17,3 60-34,-19 23-381,4 28-257,-5-24 655,-4-24 0,-10-32 0,-5-5 0</inkml:trace>
</inkml:ink>
</file>

<file path=ppt/ink/ink5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02.39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87 238 28227,'63'-5'65,"0"1"1,-6-1-1,-10-8-3,-11-54 5,-40 5-61,-26 7-4,-17 34 1,-9 15-9,4 24 1,1 9-6,-1-7 0,11 7-314,21 28 0,24 3 325,35-20 0,11-5 0,12 29 0,25-35 0</inkml:trace>
</inkml:ink>
</file>

<file path=ppt/ink/ink5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03.58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274 441 28233,'-61'-35'65,"1"0"0,4 4 1,9-2-55,8-28-5,28-11-12,21 0 6,50-2-17,5 47 17,-4 32 17,-26 46-11,-35 10-51,-10 13-358,1-43-1552,42 7 1955,22-13 0,-3-9 0,-6 0 0</inkml:trace>
</inkml:ink>
</file>

<file path=ppt/ink/ink5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04.04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0 365 28345,'42'-56'5,"0"0"1,0-1 0,17-19-1,-11 13-16,-21 27 11,-1 16 56,-9 46-56,-4 40-28,-6 12-202,14 17-811,21-56-2073,23-19 1310,4-51 3764,-20-5 1261,-23-18-2991,-35 34-96,-9 17-112,0 17 102,4 22 60,35-15-16,9-5-78,17-42-40,-15-3 57,-13-36-74,-54 25-38,-18 5-12,-9 28-179,6 45-851,66 14 1047,40 15 0,-9-26 0,10-19 0</inkml:trace>
</inkml:ink>
</file>

<file path=ppt/ink/ink5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04.88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9 1 28216,'-4'66'39,"-1"0"0,11-1 1,12-13 32,41-24-21,13-22-40,-22-22-5,-20-39-34,-23 0 28,-4-25 0,-3 40 0,0 3 0</inkml:trace>
</inkml:ink>
</file>

<file path=ppt/ink/ink5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05.36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256 87 28345,'-61'-26'11,"0"-1"0,5 3 0,11 15 1,26 45-7,8 4 1,8 19-6,18-23 39,26 5-33,18-36-1,13-5 18,-11 22-18,-25 12-5,-16 62-5,-37-3 2,-2-45 0,-7-5-31,-42 6-44,6-49-269,10-50 347,47-4 0,7-2 0,-11-8 0,23-19 0</inkml:trace>
</inkml:ink>
</file>

<file path=ppt/ink/ink5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09.70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28446,'9'71'35,"0"-1"0,-1 14 1,-2-3-31,-3-23 1,-1-3-6,-1-2 0,0-4 23,8 12-23,12-64 0,-4-14 5,26-44-5,-19 21-5,21-9-1,-7 39 0,6 39 6,-12 4-50,-6 44-1417,-3-21 1467,10 0 0,-11-26 0,-1-18 0</inkml:trace>
</inkml:ink>
</file>

<file path=ppt/ink/ink5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0.66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29 0 28149,'-8'81'1,"1"1"1,0-6 0,2-5-158,4 15-108,7-9 264,12-19 0,3-4 0,-5-7 0,21 22 0</inkml:trace>
</inkml:ink>
</file>

<file path=ppt/ink/ink5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0.97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1 327 28188,'3'-75'-4,"1"-1"0,-5 14 1,10 10 14,47 5 6,-25 33-28,-2 46 5,-24-5-156,-20 40-3933,5-39 4095,3-3 0,6-19 0,10-4 0</inkml:trace>
</inkml:ink>
</file>

<file path=ppt/ink/ink5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1.16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 28082,'13'62'37,"0"-1"0,8 14 1,3-1-321,-1-17 0,1-1 283,0 8 0,0-4 0,7 10 0,-20-30 0</inkml:trace>
</inkml:ink>
</file>

<file path=ppt/ink/ink5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1.28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71 27118,'71'-14'-135,"1"-1"1,-5 2 0,-10 1 0,-17 3-1,-12 2 1</inkml:trace>
</inkml:ink>
</file>

<file path=ppt/ink/ink5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1.48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27891,'3'83'31,"-1"-1"1,4 13 0,2-7-66,1-33 1,2-4 33,0 1 0,0-4 0,3 5 0,-7-38 0</inkml:trace>
</inkml:ink>
</file>

<file path=ppt/ink/ink5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1.60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61 27516,'90'-17'-944,"0"1"1,-27 1 0,-9 4 0,-6 10 0</inkml:trace>
</inkml:ink>
</file>

<file path=ppt/ink/ink5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1.86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109 322 28434,'-32'-54'11,"0"0"0,3-5 1,14 6-12,28 15-6,13-10 12,-3 32-40,-6 26-10,-9 10-152,-13 17 196,-4-3 0,3-17 0,-2 0 0</inkml:trace>
</inkml:ink>
</file>

<file path=ppt/ink/ink5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2.13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0 152 27544,'31'89'913,"-10"-29"-902,-29-94-22,3-29 16,2-4-49,3 5-404,6 14 448,25 33 0,-17 5 0,16 8 0</inkml:trace>
</inkml:ink>
</file>

<file path=ppt/ink/ink5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2.49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198 0 28289,'-24'56'11,"0"0"0,2-5 0,11-6 68,42 0-51,-19-7-17,-40 3-11,-21-19 0,2-9 0,12-12 0</inkml:trace>
</inkml:ink>
</file>

<file path=ppt/ink/ink5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3.52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61 1 28042,'-9'81'18,"-1"1"1,0-5 0,1-2-2,2-7 0,1-4 33,-1 31-5,5-29 0,8-5 45,31-7-79,20-10-11,16-52-56,-22-13 56,-52-58 0,-1 51 0,-28-26 0</inkml:trace>
</inkml:ink>
</file>

<file path=ppt/ink/ink5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3.63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52 25550,'64'-14'0,"-1"-1"0,-12 4 0,0 0 0</inkml:trace>
</inkml:ink>
</file>

<file path=ppt/ink/ink5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3.93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27762,'6'69'106,"-1"-1"1,0-4 0,0-1-82,2-7 0,-1-3 31,1 22-6,2 22 158,-6-59-180,13-27-17,-1-22 0,20-36-11,-13 21-50,13 1-107,-7 19 157,30 16 0,-31-7 0,12 7 0</inkml:trace>
</inkml:ink>
</file>

<file path=ppt/ink/ink5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4.16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75 382 28339,'-21'-66'30,"1"1"0,-1 6 0,9 4-36,29-3-5,3 13 11,6 14 0,-9 28-90,-13 23 90,-13 8 0,7-13 0,-8-1 0</inkml:trace>
</inkml:ink>
</file>

<file path=ppt/ink/ink5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4.80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14 312 28098,'-5'-66'74,"1"1"1,-1 3 0,7 10-41,17 17 16,-3 3-33,8 41-17,-7 17-9,3 19 1,1 8-87,-2-3 0,1 1 95,13 12 0,1-4 0,1 7 0,4-24 0</inkml:trace>
</inkml:ink>
</file>

<file path=ppt/ink/ink5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6.48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16 118 27426,'0'52'218,"0"0"1,0 19-219,-6-97 11,3-28-11,-4-21-11,9 16-6,17 9-39,14 34-677,38 4 733,14 12 0,-28 0 0,-8 0 0</inkml:trace>
</inkml:ink>
</file>

<file path=ppt/ink/ink5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6.81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140 390 28317,'-40'-58'5,"0"1"1,2-5 0,16 3-18,44-1 12,0 4-56,11 18-33,2 43-1,-19 15-223,5 39-421,-30-1 734,-8 3 0,2-28 0,1-19 0</inkml:trace>
</inkml:ink>
</file>

<file path=ppt/ink/ink5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7.27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211 0 27555,'-59'24'39,"0"0"0,4-1 1,18 2-68,36 4 84,34 8 67,14 5-33,15 7-6,-21 9-84,-20-11 11,-33 1-11,-11-29-219,-5-2-10,-7-27 229,10-19 0,7 10 0,4-6 0</inkml:trace>
</inkml:ink>
</file>

<file path=ppt/ink/ink5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7.57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27863,'0'79'13,"0"0"0,0-5 0,0-6-13,0 15 17,0-8-6,12 14-33,-4-33 22,12 11 0,-14-49 0,1-1 0</inkml:trace>
</inkml:ink>
</file>

<file path=ppt/ink/ink5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7.77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58 28054,'84'-16'-141,"0"1"0,-7 5 0,3 1 1,-15 3-1,-4 5 0,-8 1 1,1 0-1</inkml:trace>
</inkml:ink>
</file>

<file path=ppt/ink/ink5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8.09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56 104 27880,'-17'67'41,"-1"0"0,3-1 0,11-12 49,24-27 5,28-9-45,6-57 1,-3-23-43,-33 14 1,-9-2 2,-16-29 0,-37-3-140,-14 51-890,4 19 1019,22 40 0,25-4 0,10 3 0</inkml:trace>
</inkml:ink>
</file>

<file path=ppt/ink/ink5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8.40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90 27264,'7'67'366,"1"0"0,-1-7 0,-4-12-366,-4-28-6,-1-23 6,-8-67-6,8-4 12,7-1-152,9 3-16,8 41-68,3 6-934,28 24 1164,7 19 0,-13-8 0,-5 7 0</inkml:trace>
</inkml:ink>
</file>

<file path=ppt/ink/ink5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18.67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222 293 28356,'-55'-12'46,"0"-1"1,3-5 0,12-8-25,29-31-10,2-14-12,17 15-23,9 16-16,3 49 0,-2 3-9792,-15 28 8902,2-28 1,-8 3 0,9-19 0</inkml:trace>
</inkml:ink>
</file>

<file path=ppt/ink/ink5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0.24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0 28322,'2'85'5,"0"-1"1,3 13 0,1-4-3,1-31 0,1-3-26,1 8 1,2-3-1048,9 15 1070,9-38 0,-15-34 0,3-5 0</inkml:trace>
</inkml:ink>
</file>

<file path=ppt/ink/ink5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0.55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59 427 28110,'-22'-70'3,"1"0"1,8-6 0,10 9-4,22 13 11,33-14 28,-9 47-16,-1 27-12,-19 19 6,-27 41-34,-19-15-1467,2-3-4403,7-39 5887,21-19 0,3-8 0,-1 7 0</inkml:trace>
</inkml:ink>
</file>

<file path=ppt/ink/ink5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0.753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0 28177,'1'86'24,"0"0"0,3-6 1,2-6-25,7 11-12,8-6-21,5 9-415,-8-32 448,-3-2 0,-10-38 0,-5-9 0</inkml:trace>
</inkml:ink>
</file>

<file path=ppt/ink/ink5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0.88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7 27085,'70'-2'-596,"0"1"1,25-1 0,-62 0 0</inkml:trace>
</inkml:ink>
</file>

<file path=ppt/ink/ink5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1.10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11 1 28194,'-3'82'35,"0"-1"0,-1-4 1,3-7-19,9 12-20,0-29 0,2-1-19,8 19 22,4 8 0,-15-55 0,-2-10 0</inkml:trace>
</inkml:ink>
</file>

<file path=ppt/ink/ink5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1.21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29 25354,'70'-8'0,"-1"0"0,-13 2 0,-1 0 0</inkml:trace>
</inkml:ink>
</file>

<file path=ppt/ink/ink5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1.492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207 394 28485,'-56'-53'16,"0"-1"1,5 6 0,14 0-17,30-22 0,28 5 6,4 10-45,6 58-12,-16 21-27,-25 38 78,-16-11 0,11-23 0,-3-3 0</inkml:trace>
</inkml:ink>
</file>

<file path=ppt/ink/ink5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1.80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1 167 28462,'14'-50'-172,"0"0"1,20-16 0,-24 65 0,6 12 0</inkml:trace>
</inkml:ink>
</file>

<file path=ppt/ink/ink5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2.260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227 0 28317,'-59'2'20,"0"0"1,4 11-1,13 8-20,32 24 17,8 38 6,23-27-23,-2 3-101,1-39 101,-12-40 0,-8 3 0,0-15 0</inkml:trace>
</inkml:ink>
</file>

<file path=ppt/ink/ink5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3.59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304 218 27942,'-24'-50'190,"0"1"0,-27-36-156,26 75 16,-4 1-16,-17 31 11,8 31-45,-5 11 5,25-12 1,13 1 5,33 21-11,16-6 11,28-45-11,-16-35 6,-6-37-23,-30 13 23,-2-14-6,-13 24-11,0-5 11,11 16 0,-1 6 5,18 19-33,-8 4 6,3-11 5,-4-26 17,-8-7-6,9-31 6,-4 15 0,-1 4 0,-6 22 0,-8 34-11,0 3 17,9 17-1,-3-15 1,3 8-6,-6 9 0,-5 10-6,-3-2 6,-1 1 0,3-31-28,7-7-173,2-16-96,12-20 297,2-15 0,-9 16 0,0-2 0</inkml:trace>
</inkml:ink>
</file>

<file path=ppt/ink/ink5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3.98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265 311 28115,'-62'2'39,"0"0"0,5-1 1,12 10-18,19 45 6,14 7-39,35 8 11,5-28 17,30-27 28,-5-59 33,-11-28-56,-22 20 1,-3-2-12,-1-34-11,-13-4-39,-4 29 39,0-1 0,0 28 0,1 15 0</inkml:trace>
</inkml:ink>
</file>

<file path=ppt/ink/ink5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4.39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1 227 27818,'8'64'39,"0"-1"0,0-4 1,1-8-40,7-5 274,-2-11-61,-5-10-207,-9-15 5,-18-37 0,0-35-11,-2-16-3,13 18 1,5-1-4,16-34 6,-7 42 0,3 3-118,14-12-10,11 31 128,27 48 0,-30-12 0,20 18 0</inkml:trace>
</inkml:ink>
</file>

<file path=ppt/ink/ink5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4.701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62 313 28429,'-20'-63'5,"1"0"1,2-2 0,12 10-12,24 20-33,3 4 0,0 41-62,-13 4-2498,-12 20 2599,4-31 0,-6 6 0,8-17 0</inkml:trace>
</inkml:ink>
</file>

<file path=ppt/ink/ink5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5.04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17 1 28132,'-7'75'59,"0"1"1,4 19 0,5 0-52,7-21 1,3-1-4,0 11 1,1-4-12,0-24 1,-1-6-689,1 19-2510,-9-63 3204,-12-9 0,5-13 0,-6 2 0</inkml:trace>
</inkml:ink>
</file>

<file path=ppt/ink/ink5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5.40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4 25808,'60'-1'-353,"0"0"0,-4 0 0,-10 2 2336,-14 8-1406,-9 27-152,-12 27-296,-7 21-129,6-8 84,20-30-28,1-29 45,24-43 5,-27-15-5,-3-20-95,-17 13 11,-8 6-1345,5 17-806,-7 16 2134,-3 6 0,-1 12 0,-3 0 0</inkml:trace>
</inkml:ink>
</file>

<file path=ppt/ink/ink5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5.755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1 151 27807,'22'53'330,"1"-1"1,8 17-331,-35-75 0,-3-25 0,3-9 0,3-3-6,1-17-38,8 8-24,11-1-66,2 25-818,30 17 952,-5 25 0,-8-11 0,-10 13 0</inkml:trace>
</inkml:ink>
</file>

<file path=ppt/ink/ink5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6.034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0 238 28378,'13'-59'17,"0"0"0,10-26 5,10 51-22,-3 46 6,3 35-6,-12 7 0,-8 35-39,-12-45-353,5 5 392,21-56 0,-14 9 0,12-23 0</inkml:trace>
</inkml:ink>
</file>

<file path=ppt/ink/ink5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6.587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124 552 27768,'37'-59'48,"-1"1"1,-2-4 0,-13 2 40,-32-15 12,-25-15-67,-4 23 78,-19 9-90,26 38-11,1 17 28,16 28 57,3 64-77,10-26 1,1 6-18,-2 19 1,2 4-415,8 2 1,4-3 405,-5-22 1,4-5-35,8-4 1,2-9-2161,7-7 2200,-13-24 0,-4-15 0,-17-19 0</inkml:trace>
</inkml:ink>
</file>

<file path=ppt/ink/ink5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6.768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1 121 27975,'71'-34'-166,"1"1"0,-16 1 0,-2 10 166,41 40 0,-66-13 0,24 13 0</inkml:trace>
</inkml:ink>
</file>

<file path=ppt/ink/ink5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9.32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311 594 28390,'-55'-30'22,"-1"-1"0,5 1 1,8 10-18,17 23-5,1 9 6,4 8-6,0 37 6,9 16-1,12 18-5,15-24 17,32-23-11,12-44 16,11-31 0,-15-25-16,-23-3 0,-19 8-12,-12 20 6,-1 23 6,0 11-6,0 22-17,0 15 11,22-14-5,15-5 0,7-30 16,14-33-5,-25-26 0,-16 21 0,-3-3-20,-5-8 1,-3 0-3,-1-37 2,-3 34 1,-2 0 30,-3-19 11,-15 9-22,1 43 6,-21 94-12,25-9 1,5 9 10,-4 23 1,4 5-381,12 0 1,6-3 374,-3-24 0,4-5-6,8-9 1,2-9-303,1-9-40,15-7 348,-10-43 0,-4 11 0,-6-17 0</inkml:trace>
</inkml:ink>
</file>

<file path=ppt/ink/ink5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29.956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243 11 28210,'-61'-5'9,"-1"0"1,4 6-1,13 10 8,32 35-17,9 1-5,38 8 10,10-19 18,8 6 77,-20-7-88,-24-5-12,-21-7 0,-21-5-40,-5-11 7,-4-10-146,16-5-667,14-17 846,18 2 0,-3 4 0,4 6 0</inkml:trace>
</inkml:ink>
</file>

<file path=ppt/ink/ink5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19:04:30.289"/>
    </inkml:context>
    <inkml:brush xml:id="br0">
      <inkml:brushProperty name="width" value="0.06" units="cm"/>
      <inkml:brushProperty name="height" value="0.06" units="cm"/>
      <inkml:brushProperty name="color" value="#32CDFF"/>
    </inkml:brush>
  </inkml:definitions>
  <inkml:trace contextRef="#ctx0" brushRef="#br0">182 426 28535,'-51'-62'9,"1"0"1,1-6-1,17 3-14,45-5-1,18 5 6,19 32 0,-5 36 0,-13 36 0,-41 13-62,-23 9-1752,-6-18 1814,13-21 0,14-15 0,17-9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6679-D333-4756-9228-D93E6D3BF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0D793F-5B5F-5856-F4DA-362371C86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4C533-BF13-A152-E050-21F456E8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F6F-8A28-3F44-8B58-19B565961963}" type="datetimeFigureOut">
              <a:rPr lang="en-PE" smtClean="0"/>
              <a:t>29/08/26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3CEC9-C62B-1ADE-0F00-47E28E35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360F1-A1C4-8C84-49D9-86D18AF4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E7C8-6065-1747-9947-A2012041A4A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295340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48F8-BBBD-AD4B-2D13-030654A0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079D8-1EB0-AE3F-E998-F4DA2E717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A4BFA-C133-D466-54E7-FAE9232AA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F6F-8A28-3F44-8B58-19B565961963}" type="datetimeFigureOut">
              <a:rPr lang="en-PE" smtClean="0"/>
              <a:t>29/08/26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40010-D32B-ACAE-F99E-E4FC288A6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EA68D-3DD0-3640-DD54-3F57EAEE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E7C8-6065-1747-9947-A2012041A4A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83074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DF3C-2BDA-1861-396E-0B1017609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B6AE0-AA4C-06F6-A3B3-8662E2E9B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011D7-B2FC-F05B-DFED-4730EC4EA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F6F-8A28-3F44-8B58-19B565961963}" type="datetimeFigureOut">
              <a:rPr lang="en-PE" smtClean="0"/>
              <a:t>29/08/26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28454-12BF-4AD6-9DAA-DDEE6D16A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6D404-DB17-03C2-A450-66401FD2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E7C8-6065-1747-9947-A2012041A4A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156605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854C5-3623-D979-A6D9-872997042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4C941-A9B3-A260-E351-624D36648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03171-4C46-9E03-761B-0CDBB4C46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487F4-3CE3-632B-3F3B-640027415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F6F-8A28-3F44-8B58-19B565961963}" type="datetimeFigureOut">
              <a:rPr lang="en-PE" smtClean="0"/>
              <a:t>29/08/26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01943-ECE5-8821-98E1-DD0F67097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F990C-EC10-88D7-8745-A47A6A44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E7C8-6065-1747-9947-A2012041A4A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390104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1A54-4E80-01A2-C0F4-000933651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6271F-BDF7-4D5C-0B94-3B8F3FB1C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5BDCE8-7BC8-E4DF-D04E-762A0227D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D887A5-B08A-D458-A827-6CEFEF125F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F56EF9-DDFE-AE28-5F37-83698A674C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3E6E2B-1441-DFF2-AE26-256980E88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F6F-8A28-3F44-8B58-19B565961963}" type="datetimeFigureOut">
              <a:rPr lang="en-PE" smtClean="0"/>
              <a:t>29/08/26</a:t>
            </a:fld>
            <a:endParaRPr lang="en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8946B2-25F7-7D1A-DCDB-6F50E9285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00311-5F63-1863-D096-4F029B79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E7C8-6065-1747-9947-A2012041A4A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35122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EA8B4-9F46-1518-D559-F9357000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84834-3B4C-3ACD-2565-252E5C53E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F6F-8A28-3F44-8B58-19B565961963}" type="datetimeFigureOut">
              <a:rPr lang="en-PE" smtClean="0"/>
              <a:t>29/08/26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FB5AA4-6573-C93A-D292-9E82E7D4C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502941-0F6E-CAA0-EA73-1EA47248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E7C8-6065-1747-9947-A2012041A4A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49990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9393A4-79D1-8A4F-F647-B121D6ED5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F6F-8A28-3F44-8B58-19B565961963}" type="datetimeFigureOut">
              <a:rPr lang="en-PE" smtClean="0"/>
              <a:t>29/08/26</a:t>
            </a:fld>
            <a:endParaRPr lang="en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C5EA3-5832-0221-C621-851B036A9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561BB-1C05-04F2-FEBD-B68C4F87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E7C8-6065-1747-9947-A2012041A4A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565809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6D02-AADE-E8B8-CC89-3840FF5F3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A42E3-8DAF-D80B-1884-2690FE949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4D364-9F68-ABDC-6C75-CE8650A6C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09A82-3BC1-F1D9-F46D-0903F7CA1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F6F-8A28-3F44-8B58-19B565961963}" type="datetimeFigureOut">
              <a:rPr lang="en-PE" smtClean="0"/>
              <a:t>29/08/26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B3233-E1C1-3A32-639A-67F94EEA6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452A5-0B2A-AD18-ABCB-8FCF1B89D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E7C8-6065-1747-9947-A2012041A4A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09987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023B-06C4-DE50-E6F8-FFF8933F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DF6EA2-9AC7-386D-E929-44F845C92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D8BA-9800-EC27-F221-9F87E7EE5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68BDE-5B46-2110-3FDB-4AD271173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F6F-8A28-3F44-8B58-19B565961963}" type="datetimeFigureOut">
              <a:rPr lang="en-PE" smtClean="0"/>
              <a:t>29/08/26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BC2DF-9772-CC00-77B2-98FCE524A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6897F-F974-CA14-D87B-46A377000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E7C8-6065-1747-9947-A2012041A4A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164921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7452-01BF-59B5-98BC-E5D09218B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C2888-2ECD-B2E3-0453-B4ACCEA65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9D0C-35C1-B4D8-638F-DF99A1C5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F6F-8A28-3F44-8B58-19B565961963}" type="datetimeFigureOut">
              <a:rPr lang="en-PE" smtClean="0"/>
              <a:t>29/08/26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4DE2F-852A-7052-29E6-363D69287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E68F3-9E1E-E87C-F716-CA2CF0EE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E7C8-6065-1747-9947-A2012041A4A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123345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B4CD1F-16FA-755A-B9A9-2BD498AA58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F3C57F-92A5-6CDA-ADB0-B6BBE8DA7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05706-EB65-EDD6-FD76-FBD325501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63F6F-8A28-3F44-8B58-19B565961963}" type="datetimeFigureOut">
              <a:rPr lang="en-PE" smtClean="0"/>
              <a:t>29/08/26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67147-3F67-860B-4925-67B8AF447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46AB4-B7C8-CDE9-C2FB-DE73BC4BA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4E7C8-6065-1747-9947-A2012041A4A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504143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FB6447-CBE2-373C-D8D5-1313A48D8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5C6A2-B53B-3D37-CF76-68C39ACF3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1EB5D-182A-EE27-9A38-2CB40DC9D7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63F6F-8A28-3F44-8B58-19B565961963}" type="datetimeFigureOut">
              <a:rPr lang="en-PE" smtClean="0"/>
              <a:t>29/08/26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DD40B-DE5E-65E2-28A9-C194E82D46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423C7-B068-45EF-ED04-C295A9A8F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4E7C8-6065-1747-9947-A2012041A4A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971874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.png"/><Relationship Id="rId671" Type="http://schemas.openxmlformats.org/officeDocument/2006/relationships/customXml" Target="../ink/ink340.xml"/><Relationship Id="rId21" Type="http://schemas.openxmlformats.org/officeDocument/2006/relationships/image" Target="../media/image13.png"/><Relationship Id="rId324" Type="http://schemas.openxmlformats.org/officeDocument/2006/relationships/image" Target="../media/image163.png"/><Relationship Id="rId531" Type="http://schemas.openxmlformats.org/officeDocument/2006/relationships/customXml" Target="../ink/ink268.xml"/><Relationship Id="rId629" Type="http://schemas.openxmlformats.org/officeDocument/2006/relationships/image" Target="../media/image314.png"/><Relationship Id="rId170" Type="http://schemas.openxmlformats.org/officeDocument/2006/relationships/image" Target="../media/image87.png"/><Relationship Id="rId268" Type="http://schemas.openxmlformats.org/officeDocument/2006/relationships/customXml" Target="../ink/ink135.xml"/><Relationship Id="rId475" Type="http://schemas.openxmlformats.org/officeDocument/2006/relationships/image" Target="../media/image238.png"/><Relationship Id="rId682" Type="http://schemas.openxmlformats.org/officeDocument/2006/relationships/customXml" Target="../ink/ink346.xml"/><Relationship Id="rId32" Type="http://schemas.openxmlformats.org/officeDocument/2006/relationships/customXml" Target="../ink/ink16.xml"/><Relationship Id="rId128" Type="http://schemas.openxmlformats.org/officeDocument/2006/relationships/customXml" Target="../ink/ink64.xml"/><Relationship Id="rId335" Type="http://schemas.openxmlformats.org/officeDocument/2006/relationships/customXml" Target="../ink/ink169.xml"/><Relationship Id="rId542" Type="http://schemas.openxmlformats.org/officeDocument/2006/relationships/image" Target="../media/image271.png"/><Relationship Id="rId181" Type="http://schemas.openxmlformats.org/officeDocument/2006/relationships/customXml" Target="../ink/ink91.xml"/><Relationship Id="rId402" Type="http://schemas.openxmlformats.org/officeDocument/2006/relationships/image" Target="../media/image202.png"/><Relationship Id="rId279" Type="http://schemas.openxmlformats.org/officeDocument/2006/relationships/image" Target="../media/image141.png"/><Relationship Id="rId486" Type="http://schemas.openxmlformats.org/officeDocument/2006/relationships/customXml" Target="../ink/ink245.xml"/><Relationship Id="rId693" Type="http://schemas.openxmlformats.org/officeDocument/2006/relationships/customXml" Target="../ink/ink352.xml"/><Relationship Id="rId707" Type="http://schemas.openxmlformats.org/officeDocument/2006/relationships/customXml" Target="../ink/ink359.xml"/><Relationship Id="rId43" Type="http://schemas.openxmlformats.org/officeDocument/2006/relationships/image" Target="../media/image24.png"/><Relationship Id="rId139" Type="http://schemas.openxmlformats.org/officeDocument/2006/relationships/image" Target="../media/image72.png"/><Relationship Id="rId346" Type="http://schemas.openxmlformats.org/officeDocument/2006/relationships/image" Target="../media/image174.png"/><Relationship Id="rId553" Type="http://schemas.openxmlformats.org/officeDocument/2006/relationships/customXml" Target="../ink/ink279.xml"/><Relationship Id="rId192" Type="http://schemas.openxmlformats.org/officeDocument/2006/relationships/image" Target="../media/image98.png"/><Relationship Id="rId206" Type="http://schemas.openxmlformats.org/officeDocument/2006/relationships/image" Target="../media/image105.png"/><Relationship Id="rId413" Type="http://schemas.openxmlformats.org/officeDocument/2006/relationships/customXml" Target="../ink/ink208.xml"/><Relationship Id="rId497" Type="http://schemas.openxmlformats.org/officeDocument/2006/relationships/image" Target="../media/image249.png"/><Relationship Id="rId620" Type="http://schemas.openxmlformats.org/officeDocument/2006/relationships/customXml" Target="../ink/ink313.xml"/><Relationship Id="rId718" Type="http://schemas.openxmlformats.org/officeDocument/2006/relationships/image" Target="../media/image356.png"/><Relationship Id="rId357" Type="http://schemas.openxmlformats.org/officeDocument/2006/relationships/customXml" Target="../ink/ink180.xml"/><Relationship Id="rId54" Type="http://schemas.openxmlformats.org/officeDocument/2006/relationships/customXml" Target="../ink/ink27.xml"/><Relationship Id="rId217" Type="http://schemas.openxmlformats.org/officeDocument/2006/relationships/customXml" Target="../ink/ink109.xml"/><Relationship Id="rId564" Type="http://schemas.openxmlformats.org/officeDocument/2006/relationships/image" Target="../media/image282.png"/><Relationship Id="rId424" Type="http://schemas.openxmlformats.org/officeDocument/2006/relationships/customXml" Target="../ink/ink214.xml"/><Relationship Id="rId631" Type="http://schemas.openxmlformats.org/officeDocument/2006/relationships/image" Target="../media/image315.png"/><Relationship Id="rId270" Type="http://schemas.openxmlformats.org/officeDocument/2006/relationships/customXml" Target="../ink/ink136.xml"/><Relationship Id="rId65" Type="http://schemas.openxmlformats.org/officeDocument/2006/relationships/image" Target="../media/image35.png"/><Relationship Id="rId130" Type="http://schemas.openxmlformats.org/officeDocument/2006/relationships/customXml" Target="../ink/ink65.xml"/><Relationship Id="rId368" Type="http://schemas.openxmlformats.org/officeDocument/2006/relationships/image" Target="../media/image185.png"/><Relationship Id="rId575" Type="http://schemas.openxmlformats.org/officeDocument/2006/relationships/customXml" Target="../ink/ink290.xml"/><Relationship Id="rId228" Type="http://schemas.openxmlformats.org/officeDocument/2006/relationships/image" Target="../media/image116.png"/><Relationship Id="rId435" Type="http://schemas.openxmlformats.org/officeDocument/2006/relationships/image" Target="../media/image218.png"/><Relationship Id="rId642" Type="http://schemas.openxmlformats.org/officeDocument/2006/relationships/customXml" Target="../ink/ink324.xml"/><Relationship Id="rId281" Type="http://schemas.openxmlformats.org/officeDocument/2006/relationships/customXml" Target="../ink/ink142.xml"/><Relationship Id="rId502" Type="http://schemas.openxmlformats.org/officeDocument/2006/relationships/customXml" Target="../ink/ink253.xml"/><Relationship Id="rId76" Type="http://schemas.openxmlformats.org/officeDocument/2006/relationships/customXml" Target="../ink/ink38.xml"/><Relationship Id="rId141" Type="http://schemas.openxmlformats.org/officeDocument/2006/relationships/image" Target="../media/image73.png"/><Relationship Id="rId379" Type="http://schemas.openxmlformats.org/officeDocument/2006/relationships/customXml" Target="../ink/ink191.xml"/><Relationship Id="rId586" Type="http://schemas.openxmlformats.org/officeDocument/2006/relationships/image" Target="../media/image293.png"/><Relationship Id="rId7" Type="http://schemas.openxmlformats.org/officeDocument/2006/relationships/image" Target="../media/image6.png"/><Relationship Id="rId239" Type="http://schemas.openxmlformats.org/officeDocument/2006/relationships/customXml" Target="../ink/ink120.xml"/><Relationship Id="rId446" Type="http://schemas.openxmlformats.org/officeDocument/2006/relationships/customXml" Target="../ink/ink225.xml"/><Relationship Id="rId653" Type="http://schemas.openxmlformats.org/officeDocument/2006/relationships/customXml" Target="../ink/ink330.xml"/><Relationship Id="rId292" Type="http://schemas.openxmlformats.org/officeDocument/2006/relationships/image" Target="../media/image147.png"/><Relationship Id="rId306" Type="http://schemas.openxmlformats.org/officeDocument/2006/relationships/image" Target="../media/image154.png"/><Relationship Id="rId87" Type="http://schemas.openxmlformats.org/officeDocument/2006/relationships/image" Target="../media/image46.png"/><Relationship Id="rId513" Type="http://schemas.openxmlformats.org/officeDocument/2006/relationships/image" Target="../media/image257.png"/><Relationship Id="rId597" Type="http://schemas.openxmlformats.org/officeDocument/2006/relationships/customXml" Target="../ink/ink301.xml"/><Relationship Id="rId152" Type="http://schemas.openxmlformats.org/officeDocument/2006/relationships/customXml" Target="../ink/ink76.xml"/><Relationship Id="rId457" Type="http://schemas.openxmlformats.org/officeDocument/2006/relationships/image" Target="../media/image229.png"/><Relationship Id="rId664" Type="http://schemas.openxmlformats.org/officeDocument/2006/relationships/image" Target="../media/image330.png"/><Relationship Id="rId14" Type="http://schemas.openxmlformats.org/officeDocument/2006/relationships/customXml" Target="../ink/ink7.xml"/><Relationship Id="rId317" Type="http://schemas.openxmlformats.org/officeDocument/2006/relationships/customXml" Target="../ink/ink160.xml"/><Relationship Id="rId524" Type="http://schemas.openxmlformats.org/officeDocument/2006/relationships/image" Target="../media/image262.png"/><Relationship Id="rId98" Type="http://schemas.openxmlformats.org/officeDocument/2006/relationships/customXml" Target="../ink/ink49.xml"/><Relationship Id="rId163" Type="http://schemas.openxmlformats.org/officeDocument/2006/relationships/customXml" Target="../ink/ink82.xml"/><Relationship Id="rId370" Type="http://schemas.openxmlformats.org/officeDocument/2006/relationships/image" Target="../media/image186.png"/><Relationship Id="rId230" Type="http://schemas.openxmlformats.org/officeDocument/2006/relationships/image" Target="../media/image117.png"/><Relationship Id="rId468" Type="http://schemas.openxmlformats.org/officeDocument/2006/relationships/customXml" Target="../ink/ink236.xml"/><Relationship Id="rId675" Type="http://schemas.openxmlformats.org/officeDocument/2006/relationships/customXml" Target="../ink/ink342.xml"/><Relationship Id="rId25" Type="http://schemas.openxmlformats.org/officeDocument/2006/relationships/image" Target="../media/image15.png"/><Relationship Id="rId328" Type="http://schemas.openxmlformats.org/officeDocument/2006/relationships/image" Target="../media/image165.png"/><Relationship Id="rId535" Type="http://schemas.openxmlformats.org/officeDocument/2006/relationships/customXml" Target="../ink/ink270.xml"/><Relationship Id="rId174" Type="http://schemas.openxmlformats.org/officeDocument/2006/relationships/image" Target="../media/image89.png"/><Relationship Id="rId381" Type="http://schemas.openxmlformats.org/officeDocument/2006/relationships/customXml" Target="../ink/ink192.xml"/><Relationship Id="rId602" Type="http://schemas.openxmlformats.org/officeDocument/2006/relationships/image" Target="../media/image301.png"/><Relationship Id="rId241" Type="http://schemas.openxmlformats.org/officeDocument/2006/relationships/customXml" Target="../ink/ink121.xml"/><Relationship Id="rId479" Type="http://schemas.openxmlformats.org/officeDocument/2006/relationships/image" Target="../media/image240.png"/><Relationship Id="rId686" Type="http://schemas.openxmlformats.org/officeDocument/2006/relationships/customXml" Target="../ink/ink348.xml"/><Relationship Id="rId36" Type="http://schemas.openxmlformats.org/officeDocument/2006/relationships/customXml" Target="../ink/ink18.xml"/><Relationship Id="rId339" Type="http://schemas.openxmlformats.org/officeDocument/2006/relationships/customXml" Target="../ink/ink171.xml"/><Relationship Id="rId546" Type="http://schemas.openxmlformats.org/officeDocument/2006/relationships/image" Target="../media/image273.png"/><Relationship Id="rId101" Type="http://schemas.openxmlformats.org/officeDocument/2006/relationships/image" Target="../media/image53.png"/><Relationship Id="rId185" Type="http://schemas.openxmlformats.org/officeDocument/2006/relationships/customXml" Target="../ink/ink93.xml"/><Relationship Id="rId406" Type="http://schemas.openxmlformats.org/officeDocument/2006/relationships/image" Target="../media/image204.png"/><Relationship Id="rId392" Type="http://schemas.openxmlformats.org/officeDocument/2006/relationships/image" Target="../media/image197.png"/><Relationship Id="rId613" Type="http://schemas.openxmlformats.org/officeDocument/2006/relationships/image" Target="../media/image306.png"/><Relationship Id="rId697" Type="http://schemas.openxmlformats.org/officeDocument/2006/relationships/customXml" Target="../ink/ink354.xml"/><Relationship Id="rId252" Type="http://schemas.openxmlformats.org/officeDocument/2006/relationships/image" Target="../media/image128.png"/><Relationship Id="rId47" Type="http://schemas.openxmlformats.org/officeDocument/2006/relationships/image" Target="../media/image26.png"/><Relationship Id="rId112" Type="http://schemas.openxmlformats.org/officeDocument/2006/relationships/customXml" Target="../ink/ink56.xml"/><Relationship Id="rId557" Type="http://schemas.openxmlformats.org/officeDocument/2006/relationships/customXml" Target="../ink/ink281.xml"/><Relationship Id="rId196" Type="http://schemas.openxmlformats.org/officeDocument/2006/relationships/image" Target="../media/image100.png"/><Relationship Id="rId417" Type="http://schemas.openxmlformats.org/officeDocument/2006/relationships/customXml" Target="../ink/ink210.xml"/><Relationship Id="rId624" Type="http://schemas.openxmlformats.org/officeDocument/2006/relationships/customXml" Target="../ink/ink315.xml"/><Relationship Id="rId263" Type="http://schemas.openxmlformats.org/officeDocument/2006/relationships/image" Target="../media/image133.png"/><Relationship Id="rId470" Type="http://schemas.openxmlformats.org/officeDocument/2006/relationships/customXml" Target="../ink/ink237.xml"/><Relationship Id="rId58" Type="http://schemas.openxmlformats.org/officeDocument/2006/relationships/customXml" Target="../ink/ink29.xml"/><Relationship Id="rId123" Type="http://schemas.openxmlformats.org/officeDocument/2006/relationships/image" Target="../media/image64.png"/><Relationship Id="rId330" Type="http://schemas.openxmlformats.org/officeDocument/2006/relationships/image" Target="../media/image166.png"/><Relationship Id="rId568" Type="http://schemas.openxmlformats.org/officeDocument/2006/relationships/image" Target="../media/image284.png"/><Relationship Id="rId428" Type="http://schemas.openxmlformats.org/officeDocument/2006/relationships/customXml" Target="../ink/ink216.xml"/><Relationship Id="rId635" Type="http://schemas.openxmlformats.org/officeDocument/2006/relationships/image" Target="../media/image317.png"/><Relationship Id="rId274" Type="http://schemas.openxmlformats.org/officeDocument/2006/relationships/customXml" Target="../ink/ink138.xml"/><Relationship Id="rId481" Type="http://schemas.openxmlformats.org/officeDocument/2006/relationships/image" Target="../media/image241.png"/><Relationship Id="rId702" Type="http://schemas.openxmlformats.org/officeDocument/2006/relationships/image" Target="../media/image348.png"/><Relationship Id="rId69" Type="http://schemas.openxmlformats.org/officeDocument/2006/relationships/image" Target="../media/image37.png"/><Relationship Id="rId134" Type="http://schemas.openxmlformats.org/officeDocument/2006/relationships/customXml" Target="../ink/ink67.xml"/><Relationship Id="rId579" Type="http://schemas.openxmlformats.org/officeDocument/2006/relationships/customXml" Target="../ink/ink292.xml"/><Relationship Id="rId341" Type="http://schemas.openxmlformats.org/officeDocument/2006/relationships/customXml" Target="../ink/ink172.xml"/><Relationship Id="rId439" Type="http://schemas.openxmlformats.org/officeDocument/2006/relationships/image" Target="../media/image220.png"/><Relationship Id="rId646" Type="http://schemas.openxmlformats.org/officeDocument/2006/relationships/customXml" Target="../ink/ink326.xml"/><Relationship Id="rId201" Type="http://schemas.openxmlformats.org/officeDocument/2006/relationships/customXml" Target="../ink/ink101.xml"/><Relationship Id="rId285" Type="http://schemas.openxmlformats.org/officeDocument/2006/relationships/customXml" Target="../ink/ink144.xml"/><Relationship Id="rId506" Type="http://schemas.openxmlformats.org/officeDocument/2006/relationships/customXml" Target="../ink/ink255.xml"/><Relationship Id="rId492" Type="http://schemas.openxmlformats.org/officeDocument/2006/relationships/customXml" Target="../ink/ink248.xml"/><Relationship Id="rId713" Type="http://schemas.openxmlformats.org/officeDocument/2006/relationships/customXml" Target="../ink/ink362.xml"/><Relationship Id="rId145" Type="http://schemas.openxmlformats.org/officeDocument/2006/relationships/image" Target="../media/image75.png"/><Relationship Id="rId352" Type="http://schemas.openxmlformats.org/officeDocument/2006/relationships/image" Target="../media/image177.png"/><Relationship Id="rId212" Type="http://schemas.openxmlformats.org/officeDocument/2006/relationships/image" Target="../media/image108.png"/><Relationship Id="rId657" Type="http://schemas.openxmlformats.org/officeDocument/2006/relationships/customXml" Target="../ink/ink333.xml"/><Relationship Id="rId296" Type="http://schemas.openxmlformats.org/officeDocument/2006/relationships/image" Target="../media/image149.png"/><Relationship Id="rId517" Type="http://schemas.openxmlformats.org/officeDocument/2006/relationships/image" Target="../media/image259.png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363" Type="http://schemas.openxmlformats.org/officeDocument/2006/relationships/customXml" Target="../ink/ink183.xml"/><Relationship Id="rId570" Type="http://schemas.openxmlformats.org/officeDocument/2006/relationships/image" Target="../media/image285.png"/><Relationship Id="rId223" Type="http://schemas.openxmlformats.org/officeDocument/2006/relationships/customXml" Target="../ink/ink112.xml"/><Relationship Id="rId430" Type="http://schemas.openxmlformats.org/officeDocument/2006/relationships/customXml" Target="../ink/ink217.xml"/><Relationship Id="rId668" Type="http://schemas.openxmlformats.org/officeDocument/2006/relationships/image" Target="../media/image332.png"/><Relationship Id="rId18" Type="http://schemas.openxmlformats.org/officeDocument/2006/relationships/customXml" Target="../ink/ink9.xml"/><Relationship Id="rId528" Type="http://schemas.openxmlformats.org/officeDocument/2006/relationships/image" Target="../media/image264.png"/><Relationship Id="rId167" Type="http://schemas.openxmlformats.org/officeDocument/2006/relationships/customXml" Target="../ink/ink84.xml"/><Relationship Id="rId374" Type="http://schemas.openxmlformats.org/officeDocument/2006/relationships/image" Target="../media/image188.png"/><Relationship Id="rId581" Type="http://schemas.openxmlformats.org/officeDocument/2006/relationships/customXml" Target="../ink/ink293.xml"/><Relationship Id="rId71" Type="http://schemas.openxmlformats.org/officeDocument/2006/relationships/image" Target="../media/image38.png"/><Relationship Id="rId234" Type="http://schemas.openxmlformats.org/officeDocument/2006/relationships/image" Target="../media/image119.png"/><Relationship Id="rId679" Type="http://schemas.openxmlformats.org/officeDocument/2006/relationships/image" Target="../media/image337.png"/><Relationship Id="rId2" Type="http://schemas.openxmlformats.org/officeDocument/2006/relationships/customXml" Target="../ink/ink1.xml"/><Relationship Id="rId29" Type="http://schemas.openxmlformats.org/officeDocument/2006/relationships/image" Target="../media/image17.png"/><Relationship Id="rId441" Type="http://schemas.openxmlformats.org/officeDocument/2006/relationships/image" Target="../media/image221.png"/><Relationship Id="rId539" Type="http://schemas.openxmlformats.org/officeDocument/2006/relationships/customXml" Target="../ink/ink272.xml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image" Target="../media/image91.png"/><Relationship Id="rId301" Type="http://schemas.openxmlformats.org/officeDocument/2006/relationships/customXml" Target="../ink/ink152.xml"/><Relationship Id="rId343" Type="http://schemas.openxmlformats.org/officeDocument/2006/relationships/customXml" Target="../ink/ink173.xml"/><Relationship Id="rId550" Type="http://schemas.openxmlformats.org/officeDocument/2006/relationships/image" Target="../media/image275.png"/><Relationship Id="rId82" Type="http://schemas.openxmlformats.org/officeDocument/2006/relationships/customXml" Target="../ink/ink41.xml"/><Relationship Id="rId203" Type="http://schemas.openxmlformats.org/officeDocument/2006/relationships/customXml" Target="../ink/ink102.xml"/><Relationship Id="rId385" Type="http://schemas.openxmlformats.org/officeDocument/2006/relationships/customXml" Target="../ink/ink194.xml"/><Relationship Id="rId592" Type="http://schemas.openxmlformats.org/officeDocument/2006/relationships/image" Target="../media/image296.png"/><Relationship Id="rId606" Type="http://schemas.openxmlformats.org/officeDocument/2006/relationships/image" Target="../media/image303.png"/><Relationship Id="rId648" Type="http://schemas.openxmlformats.org/officeDocument/2006/relationships/customXml" Target="../ink/ink327.xml"/><Relationship Id="rId245" Type="http://schemas.openxmlformats.org/officeDocument/2006/relationships/customXml" Target="../ink/ink123.xml"/><Relationship Id="rId287" Type="http://schemas.openxmlformats.org/officeDocument/2006/relationships/customXml" Target="../ink/ink145.xml"/><Relationship Id="rId410" Type="http://schemas.openxmlformats.org/officeDocument/2006/relationships/image" Target="../media/image206.png"/><Relationship Id="rId452" Type="http://schemas.openxmlformats.org/officeDocument/2006/relationships/customXml" Target="../ink/ink228.xml"/><Relationship Id="rId494" Type="http://schemas.openxmlformats.org/officeDocument/2006/relationships/customXml" Target="../ink/ink249.xml"/><Relationship Id="rId508" Type="http://schemas.openxmlformats.org/officeDocument/2006/relationships/customXml" Target="../ink/ink256.xml"/><Relationship Id="rId715" Type="http://schemas.openxmlformats.org/officeDocument/2006/relationships/customXml" Target="../ink/ink363.xml"/><Relationship Id="rId105" Type="http://schemas.openxmlformats.org/officeDocument/2006/relationships/image" Target="../media/image55.png"/><Relationship Id="rId147" Type="http://schemas.openxmlformats.org/officeDocument/2006/relationships/image" Target="../media/image76.png"/><Relationship Id="rId312" Type="http://schemas.openxmlformats.org/officeDocument/2006/relationships/image" Target="../media/image157.png"/><Relationship Id="rId354" Type="http://schemas.openxmlformats.org/officeDocument/2006/relationships/image" Target="../media/image178.png"/><Relationship Id="rId51" Type="http://schemas.openxmlformats.org/officeDocument/2006/relationships/image" Target="../media/image28.png"/><Relationship Id="rId93" Type="http://schemas.openxmlformats.org/officeDocument/2006/relationships/image" Target="../media/image49.png"/><Relationship Id="rId189" Type="http://schemas.openxmlformats.org/officeDocument/2006/relationships/customXml" Target="../ink/ink95.xml"/><Relationship Id="rId396" Type="http://schemas.openxmlformats.org/officeDocument/2006/relationships/image" Target="../media/image199.png"/><Relationship Id="rId561" Type="http://schemas.openxmlformats.org/officeDocument/2006/relationships/customXml" Target="../ink/ink283.xml"/><Relationship Id="rId617" Type="http://schemas.openxmlformats.org/officeDocument/2006/relationships/image" Target="../media/image308.png"/><Relationship Id="rId659" Type="http://schemas.openxmlformats.org/officeDocument/2006/relationships/customXml" Target="../ink/ink334.xml"/><Relationship Id="rId214" Type="http://schemas.openxmlformats.org/officeDocument/2006/relationships/image" Target="../media/image109.png"/><Relationship Id="rId256" Type="http://schemas.openxmlformats.org/officeDocument/2006/relationships/image" Target="../media/image130.png"/><Relationship Id="rId298" Type="http://schemas.openxmlformats.org/officeDocument/2006/relationships/image" Target="../media/image150.png"/><Relationship Id="rId421" Type="http://schemas.openxmlformats.org/officeDocument/2006/relationships/customXml" Target="../ink/ink212.xml"/><Relationship Id="rId463" Type="http://schemas.openxmlformats.org/officeDocument/2006/relationships/image" Target="../media/image232.png"/><Relationship Id="rId519" Type="http://schemas.openxmlformats.org/officeDocument/2006/relationships/image" Target="../media/image260.png"/><Relationship Id="rId670" Type="http://schemas.openxmlformats.org/officeDocument/2006/relationships/image" Target="../media/image333.png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customXml" Target="../ink/ink163.xml"/><Relationship Id="rId530" Type="http://schemas.openxmlformats.org/officeDocument/2006/relationships/image" Target="../media/image265.png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customXml" Target="../ink/ink184.xml"/><Relationship Id="rId572" Type="http://schemas.openxmlformats.org/officeDocument/2006/relationships/image" Target="../media/image286.png"/><Relationship Id="rId628" Type="http://schemas.openxmlformats.org/officeDocument/2006/relationships/customXml" Target="../ink/ink317.xml"/><Relationship Id="rId225" Type="http://schemas.openxmlformats.org/officeDocument/2006/relationships/customXml" Target="../ink/ink113.xml"/><Relationship Id="rId267" Type="http://schemas.openxmlformats.org/officeDocument/2006/relationships/image" Target="../media/image135.png"/><Relationship Id="rId432" Type="http://schemas.openxmlformats.org/officeDocument/2006/relationships/customXml" Target="../ink/ink218.xml"/><Relationship Id="rId474" Type="http://schemas.openxmlformats.org/officeDocument/2006/relationships/customXml" Target="../ink/ink239.xml"/><Relationship Id="rId127" Type="http://schemas.openxmlformats.org/officeDocument/2006/relationships/image" Target="../media/image66.png"/><Relationship Id="rId681" Type="http://schemas.openxmlformats.org/officeDocument/2006/relationships/image" Target="../media/image338.png"/><Relationship Id="rId31" Type="http://schemas.openxmlformats.org/officeDocument/2006/relationships/image" Target="../media/image18.png"/><Relationship Id="rId73" Type="http://schemas.openxmlformats.org/officeDocument/2006/relationships/image" Target="../media/image39.png"/><Relationship Id="rId169" Type="http://schemas.openxmlformats.org/officeDocument/2006/relationships/customXml" Target="../ink/ink85.xml"/><Relationship Id="rId334" Type="http://schemas.openxmlformats.org/officeDocument/2006/relationships/image" Target="../media/image168.png"/><Relationship Id="rId376" Type="http://schemas.openxmlformats.org/officeDocument/2006/relationships/image" Target="../media/image189.png"/><Relationship Id="rId541" Type="http://schemas.openxmlformats.org/officeDocument/2006/relationships/customXml" Target="../ink/ink273.xml"/><Relationship Id="rId583" Type="http://schemas.openxmlformats.org/officeDocument/2006/relationships/customXml" Target="../ink/ink294.xml"/><Relationship Id="rId639" Type="http://schemas.openxmlformats.org/officeDocument/2006/relationships/image" Target="../media/image319.png"/><Relationship Id="rId4" Type="http://schemas.openxmlformats.org/officeDocument/2006/relationships/customXml" Target="../ink/ink2.xml"/><Relationship Id="rId180" Type="http://schemas.openxmlformats.org/officeDocument/2006/relationships/image" Target="../media/image92.png"/><Relationship Id="rId236" Type="http://schemas.openxmlformats.org/officeDocument/2006/relationships/image" Target="../media/image120.png"/><Relationship Id="rId278" Type="http://schemas.openxmlformats.org/officeDocument/2006/relationships/customXml" Target="../ink/ink140.xml"/><Relationship Id="rId401" Type="http://schemas.openxmlformats.org/officeDocument/2006/relationships/customXml" Target="../ink/ink202.xml"/><Relationship Id="rId443" Type="http://schemas.openxmlformats.org/officeDocument/2006/relationships/image" Target="../media/image222.png"/><Relationship Id="rId650" Type="http://schemas.openxmlformats.org/officeDocument/2006/relationships/customXml" Target="../ink/ink328.xml"/><Relationship Id="rId303" Type="http://schemas.openxmlformats.org/officeDocument/2006/relationships/customXml" Target="../ink/ink153.xml"/><Relationship Id="rId485" Type="http://schemas.openxmlformats.org/officeDocument/2006/relationships/image" Target="../media/image243.png"/><Relationship Id="rId692" Type="http://schemas.openxmlformats.org/officeDocument/2006/relationships/image" Target="../media/image343.png"/><Relationship Id="rId706" Type="http://schemas.openxmlformats.org/officeDocument/2006/relationships/image" Target="../media/image350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customXml" Target="../ink/ink174.xml"/><Relationship Id="rId387" Type="http://schemas.openxmlformats.org/officeDocument/2006/relationships/customXml" Target="../ink/ink195.xml"/><Relationship Id="rId510" Type="http://schemas.openxmlformats.org/officeDocument/2006/relationships/customXml" Target="../ink/ink257.xml"/><Relationship Id="rId552" Type="http://schemas.openxmlformats.org/officeDocument/2006/relationships/image" Target="../media/image276.png"/><Relationship Id="rId594" Type="http://schemas.openxmlformats.org/officeDocument/2006/relationships/image" Target="../media/image297.png"/><Relationship Id="rId608" Type="http://schemas.openxmlformats.org/officeDocument/2006/relationships/image" Target="../media/image304.png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247" Type="http://schemas.openxmlformats.org/officeDocument/2006/relationships/customXml" Target="../ink/ink124.xml"/><Relationship Id="rId412" Type="http://schemas.openxmlformats.org/officeDocument/2006/relationships/image" Target="../media/image207.png"/><Relationship Id="rId107" Type="http://schemas.openxmlformats.org/officeDocument/2006/relationships/image" Target="../media/image56.png"/><Relationship Id="rId289" Type="http://schemas.openxmlformats.org/officeDocument/2006/relationships/customXml" Target="../ink/ink146.xml"/><Relationship Id="rId454" Type="http://schemas.openxmlformats.org/officeDocument/2006/relationships/customXml" Target="../ink/ink229.xml"/><Relationship Id="rId496" Type="http://schemas.openxmlformats.org/officeDocument/2006/relationships/customXml" Target="../ink/ink250.xml"/><Relationship Id="rId661" Type="http://schemas.openxmlformats.org/officeDocument/2006/relationships/customXml" Target="../ink/ink335.xml"/><Relationship Id="rId717" Type="http://schemas.openxmlformats.org/officeDocument/2006/relationships/customXml" Target="../ink/ink364.xml"/><Relationship Id="rId11" Type="http://schemas.openxmlformats.org/officeDocument/2006/relationships/image" Target="../media/image8.png"/><Relationship Id="rId53" Type="http://schemas.openxmlformats.org/officeDocument/2006/relationships/image" Target="../media/image29.png"/><Relationship Id="rId149" Type="http://schemas.openxmlformats.org/officeDocument/2006/relationships/image" Target="../media/image77.png"/><Relationship Id="rId314" Type="http://schemas.openxmlformats.org/officeDocument/2006/relationships/image" Target="../media/image158.png"/><Relationship Id="rId356" Type="http://schemas.openxmlformats.org/officeDocument/2006/relationships/image" Target="../media/image179.png"/><Relationship Id="rId398" Type="http://schemas.openxmlformats.org/officeDocument/2006/relationships/image" Target="../media/image200.png"/><Relationship Id="rId521" Type="http://schemas.openxmlformats.org/officeDocument/2006/relationships/customXml" Target="../ink/ink263.xml"/><Relationship Id="rId563" Type="http://schemas.openxmlformats.org/officeDocument/2006/relationships/customXml" Target="../ink/ink284.xml"/><Relationship Id="rId619" Type="http://schemas.openxmlformats.org/officeDocument/2006/relationships/image" Target="../media/image309.png"/><Relationship Id="rId95" Type="http://schemas.openxmlformats.org/officeDocument/2006/relationships/image" Target="../media/image50.png"/><Relationship Id="rId160" Type="http://schemas.openxmlformats.org/officeDocument/2006/relationships/image" Target="../media/image82.png"/><Relationship Id="rId216" Type="http://schemas.openxmlformats.org/officeDocument/2006/relationships/image" Target="../media/image110.png"/><Relationship Id="rId423" Type="http://schemas.openxmlformats.org/officeDocument/2006/relationships/image" Target="../media/image212.png"/><Relationship Id="rId258" Type="http://schemas.openxmlformats.org/officeDocument/2006/relationships/customXml" Target="../ink/ink130.xml"/><Relationship Id="rId465" Type="http://schemas.openxmlformats.org/officeDocument/2006/relationships/image" Target="../media/image233.png"/><Relationship Id="rId630" Type="http://schemas.openxmlformats.org/officeDocument/2006/relationships/customXml" Target="../ink/ink318.xml"/><Relationship Id="rId672" Type="http://schemas.openxmlformats.org/officeDocument/2006/relationships/image" Target="../media/image334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customXml" Target="../ink/ink164.xml"/><Relationship Id="rId367" Type="http://schemas.openxmlformats.org/officeDocument/2006/relationships/customXml" Target="../ink/ink185.xml"/><Relationship Id="rId532" Type="http://schemas.openxmlformats.org/officeDocument/2006/relationships/image" Target="../media/image266.png"/><Relationship Id="rId574" Type="http://schemas.openxmlformats.org/officeDocument/2006/relationships/image" Target="../media/image287.png"/><Relationship Id="rId171" Type="http://schemas.openxmlformats.org/officeDocument/2006/relationships/customXml" Target="../ink/ink86.xml"/><Relationship Id="rId227" Type="http://schemas.openxmlformats.org/officeDocument/2006/relationships/customXml" Target="../ink/ink114.xml"/><Relationship Id="rId269" Type="http://schemas.openxmlformats.org/officeDocument/2006/relationships/image" Target="../media/image136.png"/><Relationship Id="rId434" Type="http://schemas.openxmlformats.org/officeDocument/2006/relationships/customXml" Target="../ink/ink219.xml"/><Relationship Id="rId476" Type="http://schemas.openxmlformats.org/officeDocument/2006/relationships/customXml" Target="../ink/ink240.xml"/><Relationship Id="rId641" Type="http://schemas.openxmlformats.org/officeDocument/2006/relationships/image" Target="../media/image320.png"/><Relationship Id="rId683" Type="http://schemas.openxmlformats.org/officeDocument/2006/relationships/image" Target="../media/image339.png"/><Relationship Id="rId33" Type="http://schemas.openxmlformats.org/officeDocument/2006/relationships/image" Target="../media/image19.png"/><Relationship Id="rId129" Type="http://schemas.openxmlformats.org/officeDocument/2006/relationships/image" Target="../media/image67.png"/><Relationship Id="rId280" Type="http://schemas.openxmlformats.org/officeDocument/2006/relationships/customXml" Target="../ink/ink141.xml"/><Relationship Id="rId336" Type="http://schemas.openxmlformats.org/officeDocument/2006/relationships/image" Target="../media/image169.png"/><Relationship Id="rId501" Type="http://schemas.openxmlformats.org/officeDocument/2006/relationships/image" Target="../media/image251.png"/><Relationship Id="rId543" Type="http://schemas.openxmlformats.org/officeDocument/2006/relationships/customXml" Target="../ink/ink274.xml"/><Relationship Id="rId75" Type="http://schemas.openxmlformats.org/officeDocument/2006/relationships/image" Target="../media/image40.png"/><Relationship Id="rId140" Type="http://schemas.openxmlformats.org/officeDocument/2006/relationships/customXml" Target="../ink/ink70.xml"/><Relationship Id="rId182" Type="http://schemas.openxmlformats.org/officeDocument/2006/relationships/image" Target="../media/image93.png"/><Relationship Id="rId378" Type="http://schemas.openxmlformats.org/officeDocument/2006/relationships/image" Target="../media/image190.png"/><Relationship Id="rId403" Type="http://schemas.openxmlformats.org/officeDocument/2006/relationships/customXml" Target="../ink/ink203.xml"/><Relationship Id="rId585" Type="http://schemas.openxmlformats.org/officeDocument/2006/relationships/customXml" Target="../ink/ink295.xml"/><Relationship Id="rId6" Type="http://schemas.openxmlformats.org/officeDocument/2006/relationships/customXml" Target="../ink/ink3.xml"/><Relationship Id="rId238" Type="http://schemas.openxmlformats.org/officeDocument/2006/relationships/image" Target="../media/image121.png"/><Relationship Id="rId445" Type="http://schemas.openxmlformats.org/officeDocument/2006/relationships/image" Target="../media/image223.png"/><Relationship Id="rId487" Type="http://schemas.openxmlformats.org/officeDocument/2006/relationships/image" Target="../media/image244.png"/><Relationship Id="rId610" Type="http://schemas.openxmlformats.org/officeDocument/2006/relationships/image" Target="../media/image305.png"/><Relationship Id="rId652" Type="http://schemas.openxmlformats.org/officeDocument/2006/relationships/customXml" Target="../ink/ink329.xml"/><Relationship Id="rId694" Type="http://schemas.openxmlformats.org/officeDocument/2006/relationships/image" Target="../media/image344.png"/><Relationship Id="rId708" Type="http://schemas.openxmlformats.org/officeDocument/2006/relationships/image" Target="../media/image351.png"/><Relationship Id="rId291" Type="http://schemas.openxmlformats.org/officeDocument/2006/relationships/customXml" Target="../ink/ink147.xml"/><Relationship Id="rId305" Type="http://schemas.openxmlformats.org/officeDocument/2006/relationships/customXml" Target="../ink/ink154.xml"/><Relationship Id="rId347" Type="http://schemas.openxmlformats.org/officeDocument/2006/relationships/customXml" Target="../ink/ink175.xml"/><Relationship Id="rId512" Type="http://schemas.openxmlformats.org/officeDocument/2006/relationships/customXml" Target="../ink/ink258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8.png"/><Relationship Id="rId389" Type="http://schemas.openxmlformats.org/officeDocument/2006/relationships/customXml" Target="../ink/ink196.xml"/><Relationship Id="rId554" Type="http://schemas.openxmlformats.org/officeDocument/2006/relationships/image" Target="../media/image277.png"/><Relationship Id="rId596" Type="http://schemas.openxmlformats.org/officeDocument/2006/relationships/image" Target="../media/image298.png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249" Type="http://schemas.openxmlformats.org/officeDocument/2006/relationships/customXml" Target="../ink/ink125.xml"/><Relationship Id="rId414" Type="http://schemas.openxmlformats.org/officeDocument/2006/relationships/image" Target="../media/image208.png"/><Relationship Id="rId456" Type="http://schemas.openxmlformats.org/officeDocument/2006/relationships/customXml" Target="../ink/ink230.xml"/><Relationship Id="rId498" Type="http://schemas.openxmlformats.org/officeDocument/2006/relationships/customXml" Target="../ink/ink251.xml"/><Relationship Id="rId621" Type="http://schemas.openxmlformats.org/officeDocument/2006/relationships/image" Target="../media/image310.png"/><Relationship Id="rId663" Type="http://schemas.openxmlformats.org/officeDocument/2006/relationships/customXml" Target="../ink/ink336.xml"/><Relationship Id="rId13" Type="http://schemas.openxmlformats.org/officeDocument/2006/relationships/image" Target="../media/image9.png"/><Relationship Id="rId109" Type="http://schemas.openxmlformats.org/officeDocument/2006/relationships/image" Target="../media/image57.png"/><Relationship Id="rId260" Type="http://schemas.openxmlformats.org/officeDocument/2006/relationships/customXml" Target="../ink/ink131.xml"/><Relationship Id="rId316" Type="http://schemas.openxmlformats.org/officeDocument/2006/relationships/image" Target="../media/image159.png"/><Relationship Id="rId523" Type="http://schemas.openxmlformats.org/officeDocument/2006/relationships/customXml" Target="../ink/ink264.xml"/><Relationship Id="rId55" Type="http://schemas.openxmlformats.org/officeDocument/2006/relationships/image" Target="../media/image30.png"/><Relationship Id="rId97" Type="http://schemas.openxmlformats.org/officeDocument/2006/relationships/image" Target="../media/image51.png"/><Relationship Id="rId120" Type="http://schemas.openxmlformats.org/officeDocument/2006/relationships/customXml" Target="../ink/ink60.xml"/><Relationship Id="rId358" Type="http://schemas.openxmlformats.org/officeDocument/2006/relationships/image" Target="../media/image180.png"/><Relationship Id="rId565" Type="http://schemas.openxmlformats.org/officeDocument/2006/relationships/customXml" Target="../ink/ink285.xml"/><Relationship Id="rId162" Type="http://schemas.openxmlformats.org/officeDocument/2006/relationships/image" Target="../media/image83.png"/><Relationship Id="rId218" Type="http://schemas.openxmlformats.org/officeDocument/2006/relationships/image" Target="../media/image111.png"/><Relationship Id="rId425" Type="http://schemas.openxmlformats.org/officeDocument/2006/relationships/image" Target="../media/image213.png"/><Relationship Id="rId467" Type="http://schemas.openxmlformats.org/officeDocument/2006/relationships/image" Target="../media/image234.png"/><Relationship Id="rId632" Type="http://schemas.openxmlformats.org/officeDocument/2006/relationships/customXml" Target="../ink/ink319.xml"/><Relationship Id="rId271" Type="http://schemas.openxmlformats.org/officeDocument/2006/relationships/image" Target="../media/image137.png"/><Relationship Id="rId674" Type="http://schemas.openxmlformats.org/officeDocument/2006/relationships/image" Target="../media/image335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8.png"/><Relationship Id="rId327" Type="http://schemas.openxmlformats.org/officeDocument/2006/relationships/customXml" Target="../ink/ink165.xml"/><Relationship Id="rId369" Type="http://schemas.openxmlformats.org/officeDocument/2006/relationships/customXml" Target="../ink/ink186.xml"/><Relationship Id="rId534" Type="http://schemas.openxmlformats.org/officeDocument/2006/relationships/image" Target="../media/image267.png"/><Relationship Id="rId576" Type="http://schemas.openxmlformats.org/officeDocument/2006/relationships/image" Target="../media/image288.png"/><Relationship Id="rId173" Type="http://schemas.openxmlformats.org/officeDocument/2006/relationships/customXml" Target="../ink/ink87.xml"/><Relationship Id="rId229" Type="http://schemas.openxmlformats.org/officeDocument/2006/relationships/customXml" Target="../ink/ink115.xml"/><Relationship Id="rId380" Type="http://schemas.openxmlformats.org/officeDocument/2006/relationships/image" Target="../media/image191.png"/><Relationship Id="rId436" Type="http://schemas.openxmlformats.org/officeDocument/2006/relationships/customXml" Target="../ink/ink220.xml"/><Relationship Id="rId601" Type="http://schemas.openxmlformats.org/officeDocument/2006/relationships/customXml" Target="../ink/ink303.xml"/><Relationship Id="rId643" Type="http://schemas.openxmlformats.org/officeDocument/2006/relationships/image" Target="../media/image321.png"/><Relationship Id="rId240" Type="http://schemas.openxmlformats.org/officeDocument/2006/relationships/image" Target="../media/image122.png"/><Relationship Id="rId478" Type="http://schemas.openxmlformats.org/officeDocument/2006/relationships/customXml" Target="../ink/ink241.xml"/><Relationship Id="rId685" Type="http://schemas.openxmlformats.org/officeDocument/2006/relationships/image" Target="../media/image340.png"/><Relationship Id="rId35" Type="http://schemas.openxmlformats.org/officeDocument/2006/relationships/image" Target="../media/image20.png"/><Relationship Id="rId77" Type="http://schemas.openxmlformats.org/officeDocument/2006/relationships/image" Target="../media/image41.png"/><Relationship Id="rId100" Type="http://schemas.openxmlformats.org/officeDocument/2006/relationships/customXml" Target="../ink/ink50.xml"/><Relationship Id="rId282" Type="http://schemas.openxmlformats.org/officeDocument/2006/relationships/image" Target="../media/image142.png"/><Relationship Id="rId338" Type="http://schemas.openxmlformats.org/officeDocument/2006/relationships/image" Target="../media/image170.png"/><Relationship Id="rId503" Type="http://schemas.openxmlformats.org/officeDocument/2006/relationships/image" Target="../media/image252.png"/><Relationship Id="rId545" Type="http://schemas.openxmlformats.org/officeDocument/2006/relationships/customXml" Target="../ink/ink275.xml"/><Relationship Id="rId587" Type="http://schemas.openxmlformats.org/officeDocument/2006/relationships/customXml" Target="../ink/ink296.xml"/><Relationship Id="rId710" Type="http://schemas.openxmlformats.org/officeDocument/2006/relationships/image" Target="../media/image352.png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image" Target="../media/image94.png"/><Relationship Id="rId391" Type="http://schemas.openxmlformats.org/officeDocument/2006/relationships/customXml" Target="../ink/ink197.xml"/><Relationship Id="rId405" Type="http://schemas.openxmlformats.org/officeDocument/2006/relationships/customXml" Target="../ink/ink204.xml"/><Relationship Id="rId447" Type="http://schemas.openxmlformats.org/officeDocument/2006/relationships/image" Target="../media/image224.png"/><Relationship Id="rId612" Type="http://schemas.openxmlformats.org/officeDocument/2006/relationships/customXml" Target="../ink/ink309.xml"/><Relationship Id="rId251" Type="http://schemas.openxmlformats.org/officeDocument/2006/relationships/customXml" Target="../ink/ink126.xml"/><Relationship Id="rId489" Type="http://schemas.openxmlformats.org/officeDocument/2006/relationships/image" Target="../media/image245.png"/><Relationship Id="rId654" Type="http://schemas.openxmlformats.org/officeDocument/2006/relationships/customXml" Target="../ink/ink331.xml"/><Relationship Id="rId696" Type="http://schemas.openxmlformats.org/officeDocument/2006/relationships/image" Target="../media/image345.png"/><Relationship Id="rId46" Type="http://schemas.openxmlformats.org/officeDocument/2006/relationships/customXml" Target="../ink/ink23.xml"/><Relationship Id="rId293" Type="http://schemas.openxmlformats.org/officeDocument/2006/relationships/customXml" Target="../ink/ink148.xml"/><Relationship Id="rId307" Type="http://schemas.openxmlformats.org/officeDocument/2006/relationships/customXml" Target="../ink/ink155.xml"/><Relationship Id="rId349" Type="http://schemas.openxmlformats.org/officeDocument/2006/relationships/customXml" Target="../ink/ink176.xml"/><Relationship Id="rId514" Type="http://schemas.openxmlformats.org/officeDocument/2006/relationships/customXml" Target="../ink/ink259.xml"/><Relationship Id="rId556" Type="http://schemas.openxmlformats.org/officeDocument/2006/relationships/image" Target="../media/image278.png"/><Relationship Id="rId88" Type="http://schemas.openxmlformats.org/officeDocument/2006/relationships/customXml" Target="../ink/ink44.xml"/><Relationship Id="rId111" Type="http://schemas.openxmlformats.org/officeDocument/2006/relationships/image" Target="../media/image58.png"/><Relationship Id="rId153" Type="http://schemas.openxmlformats.org/officeDocument/2006/relationships/image" Target="../media/image79.png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360" Type="http://schemas.openxmlformats.org/officeDocument/2006/relationships/image" Target="../media/image181.png"/><Relationship Id="rId416" Type="http://schemas.openxmlformats.org/officeDocument/2006/relationships/image" Target="../media/image209.png"/><Relationship Id="rId598" Type="http://schemas.openxmlformats.org/officeDocument/2006/relationships/image" Target="../media/image299.png"/><Relationship Id="rId220" Type="http://schemas.openxmlformats.org/officeDocument/2006/relationships/image" Target="../media/image112.png"/><Relationship Id="rId458" Type="http://schemas.openxmlformats.org/officeDocument/2006/relationships/customXml" Target="../ink/ink231.xml"/><Relationship Id="rId623" Type="http://schemas.openxmlformats.org/officeDocument/2006/relationships/image" Target="../media/image311.png"/><Relationship Id="rId665" Type="http://schemas.openxmlformats.org/officeDocument/2006/relationships/customXml" Target="../ink/ink337.xml"/><Relationship Id="rId15" Type="http://schemas.openxmlformats.org/officeDocument/2006/relationships/image" Target="../media/image10.png"/><Relationship Id="rId57" Type="http://schemas.openxmlformats.org/officeDocument/2006/relationships/image" Target="../media/image31.png"/><Relationship Id="rId262" Type="http://schemas.openxmlformats.org/officeDocument/2006/relationships/customXml" Target="../ink/ink132.xml"/><Relationship Id="rId318" Type="http://schemas.openxmlformats.org/officeDocument/2006/relationships/image" Target="../media/image160.png"/><Relationship Id="rId525" Type="http://schemas.openxmlformats.org/officeDocument/2006/relationships/customXml" Target="../ink/ink265.xml"/><Relationship Id="rId567" Type="http://schemas.openxmlformats.org/officeDocument/2006/relationships/customXml" Target="../ink/ink286.xml"/><Relationship Id="rId99" Type="http://schemas.openxmlformats.org/officeDocument/2006/relationships/image" Target="../media/image52.png"/><Relationship Id="rId122" Type="http://schemas.openxmlformats.org/officeDocument/2006/relationships/customXml" Target="../ink/ink61.xml"/><Relationship Id="rId164" Type="http://schemas.openxmlformats.org/officeDocument/2006/relationships/image" Target="../media/image84.png"/><Relationship Id="rId371" Type="http://schemas.openxmlformats.org/officeDocument/2006/relationships/customXml" Target="../ink/ink187.xml"/><Relationship Id="rId427" Type="http://schemas.openxmlformats.org/officeDocument/2006/relationships/image" Target="../media/image214.png"/><Relationship Id="rId469" Type="http://schemas.openxmlformats.org/officeDocument/2006/relationships/image" Target="../media/image235.png"/><Relationship Id="rId634" Type="http://schemas.openxmlformats.org/officeDocument/2006/relationships/customXml" Target="../ink/ink320.xml"/><Relationship Id="rId676" Type="http://schemas.openxmlformats.org/officeDocument/2006/relationships/image" Target="../media/image336.png"/><Relationship Id="rId26" Type="http://schemas.openxmlformats.org/officeDocument/2006/relationships/customXml" Target="../ink/ink13.xml"/><Relationship Id="rId231" Type="http://schemas.openxmlformats.org/officeDocument/2006/relationships/customXml" Target="../ink/ink116.xml"/><Relationship Id="rId273" Type="http://schemas.openxmlformats.org/officeDocument/2006/relationships/image" Target="../media/image138.png"/><Relationship Id="rId329" Type="http://schemas.openxmlformats.org/officeDocument/2006/relationships/customXml" Target="../ink/ink166.xml"/><Relationship Id="rId480" Type="http://schemas.openxmlformats.org/officeDocument/2006/relationships/customXml" Target="../ink/ink242.xml"/><Relationship Id="rId536" Type="http://schemas.openxmlformats.org/officeDocument/2006/relationships/image" Target="../media/image268.png"/><Relationship Id="rId701" Type="http://schemas.openxmlformats.org/officeDocument/2006/relationships/customXml" Target="../ink/ink356.xml"/><Relationship Id="rId68" Type="http://schemas.openxmlformats.org/officeDocument/2006/relationships/customXml" Target="../ink/ink34.xml"/><Relationship Id="rId133" Type="http://schemas.openxmlformats.org/officeDocument/2006/relationships/image" Target="../media/image69.png"/><Relationship Id="rId175" Type="http://schemas.openxmlformats.org/officeDocument/2006/relationships/customXml" Target="../ink/ink88.xml"/><Relationship Id="rId340" Type="http://schemas.openxmlformats.org/officeDocument/2006/relationships/image" Target="../media/image171.png"/><Relationship Id="rId578" Type="http://schemas.openxmlformats.org/officeDocument/2006/relationships/image" Target="../media/image289.png"/><Relationship Id="rId200" Type="http://schemas.openxmlformats.org/officeDocument/2006/relationships/image" Target="../media/image102.png"/><Relationship Id="rId382" Type="http://schemas.openxmlformats.org/officeDocument/2006/relationships/image" Target="../media/image192.png"/><Relationship Id="rId438" Type="http://schemas.openxmlformats.org/officeDocument/2006/relationships/customXml" Target="../ink/ink221.xml"/><Relationship Id="rId603" Type="http://schemas.openxmlformats.org/officeDocument/2006/relationships/customXml" Target="../ink/ink304.xml"/><Relationship Id="rId645" Type="http://schemas.openxmlformats.org/officeDocument/2006/relationships/image" Target="../media/image322.png"/><Relationship Id="rId687" Type="http://schemas.openxmlformats.org/officeDocument/2006/relationships/image" Target="../media/image341.png"/><Relationship Id="rId242" Type="http://schemas.openxmlformats.org/officeDocument/2006/relationships/image" Target="../media/image123.png"/><Relationship Id="rId284" Type="http://schemas.openxmlformats.org/officeDocument/2006/relationships/image" Target="../media/image143.png"/><Relationship Id="rId491" Type="http://schemas.openxmlformats.org/officeDocument/2006/relationships/image" Target="../media/image246.png"/><Relationship Id="rId505" Type="http://schemas.openxmlformats.org/officeDocument/2006/relationships/image" Target="../media/image253.png"/><Relationship Id="rId712" Type="http://schemas.openxmlformats.org/officeDocument/2006/relationships/image" Target="../media/image353.png"/><Relationship Id="rId37" Type="http://schemas.openxmlformats.org/officeDocument/2006/relationships/image" Target="../media/image21.png"/><Relationship Id="rId79" Type="http://schemas.openxmlformats.org/officeDocument/2006/relationships/image" Target="../media/image42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547" Type="http://schemas.openxmlformats.org/officeDocument/2006/relationships/customXml" Target="../ink/ink276.xml"/><Relationship Id="rId589" Type="http://schemas.openxmlformats.org/officeDocument/2006/relationships/customXml" Target="../ink/ink297.xml"/><Relationship Id="rId90" Type="http://schemas.openxmlformats.org/officeDocument/2006/relationships/customXml" Target="../ink/ink45.xml"/><Relationship Id="rId186" Type="http://schemas.openxmlformats.org/officeDocument/2006/relationships/image" Target="../media/image95.png"/><Relationship Id="rId351" Type="http://schemas.openxmlformats.org/officeDocument/2006/relationships/customXml" Target="../ink/ink177.xml"/><Relationship Id="rId393" Type="http://schemas.openxmlformats.org/officeDocument/2006/relationships/customXml" Target="../ink/ink198.xml"/><Relationship Id="rId407" Type="http://schemas.openxmlformats.org/officeDocument/2006/relationships/customXml" Target="../ink/ink205.xml"/><Relationship Id="rId449" Type="http://schemas.openxmlformats.org/officeDocument/2006/relationships/image" Target="../media/image225.png"/><Relationship Id="rId614" Type="http://schemas.openxmlformats.org/officeDocument/2006/relationships/customXml" Target="../ink/ink310.xml"/><Relationship Id="rId656" Type="http://schemas.openxmlformats.org/officeDocument/2006/relationships/customXml" Target="../ink/ink332.xml"/><Relationship Id="rId211" Type="http://schemas.openxmlformats.org/officeDocument/2006/relationships/customXml" Target="../ink/ink106.xml"/><Relationship Id="rId253" Type="http://schemas.openxmlformats.org/officeDocument/2006/relationships/customXml" Target="../ink/ink127.xml"/><Relationship Id="rId295" Type="http://schemas.openxmlformats.org/officeDocument/2006/relationships/customXml" Target="../ink/ink149.xml"/><Relationship Id="rId309" Type="http://schemas.openxmlformats.org/officeDocument/2006/relationships/customXml" Target="../ink/ink156.xml"/><Relationship Id="rId460" Type="http://schemas.openxmlformats.org/officeDocument/2006/relationships/customXml" Target="../ink/ink232.xml"/><Relationship Id="rId516" Type="http://schemas.openxmlformats.org/officeDocument/2006/relationships/customXml" Target="../ink/ink260.xml"/><Relationship Id="rId698" Type="http://schemas.openxmlformats.org/officeDocument/2006/relationships/image" Target="../media/image346.png"/><Relationship Id="rId48" Type="http://schemas.openxmlformats.org/officeDocument/2006/relationships/customXml" Target="../ink/ink24.xml"/><Relationship Id="rId113" Type="http://schemas.openxmlformats.org/officeDocument/2006/relationships/image" Target="../media/image59.png"/><Relationship Id="rId320" Type="http://schemas.openxmlformats.org/officeDocument/2006/relationships/image" Target="../media/image161.png"/><Relationship Id="rId558" Type="http://schemas.openxmlformats.org/officeDocument/2006/relationships/image" Target="../media/image279.png"/><Relationship Id="rId155" Type="http://schemas.openxmlformats.org/officeDocument/2006/relationships/image" Target="../media/image80.png"/><Relationship Id="rId197" Type="http://schemas.openxmlformats.org/officeDocument/2006/relationships/customXml" Target="../ink/ink99.xml"/><Relationship Id="rId362" Type="http://schemas.openxmlformats.org/officeDocument/2006/relationships/image" Target="../media/image182.png"/><Relationship Id="rId418" Type="http://schemas.openxmlformats.org/officeDocument/2006/relationships/image" Target="../media/image210.png"/><Relationship Id="rId625" Type="http://schemas.openxmlformats.org/officeDocument/2006/relationships/image" Target="../media/image312.png"/><Relationship Id="rId222" Type="http://schemas.openxmlformats.org/officeDocument/2006/relationships/image" Target="../media/image113.png"/><Relationship Id="rId264" Type="http://schemas.openxmlformats.org/officeDocument/2006/relationships/customXml" Target="../ink/ink133.xml"/><Relationship Id="rId471" Type="http://schemas.openxmlformats.org/officeDocument/2006/relationships/image" Target="../media/image236.png"/><Relationship Id="rId667" Type="http://schemas.openxmlformats.org/officeDocument/2006/relationships/customXml" Target="../ink/ink338.xml"/><Relationship Id="rId17" Type="http://schemas.openxmlformats.org/officeDocument/2006/relationships/image" Target="../media/image11.png"/><Relationship Id="rId59" Type="http://schemas.openxmlformats.org/officeDocument/2006/relationships/image" Target="../media/image32.png"/><Relationship Id="rId124" Type="http://schemas.openxmlformats.org/officeDocument/2006/relationships/customXml" Target="../ink/ink62.xml"/><Relationship Id="rId527" Type="http://schemas.openxmlformats.org/officeDocument/2006/relationships/customXml" Target="../ink/ink266.xml"/><Relationship Id="rId569" Type="http://schemas.openxmlformats.org/officeDocument/2006/relationships/customXml" Target="../ink/ink287.xml"/><Relationship Id="rId70" Type="http://schemas.openxmlformats.org/officeDocument/2006/relationships/customXml" Target="../ink/ink35.xml"/><Relationship Id="rId166" Type="http://schemas.openxmlformats.org/officeDocument/2006/relationships/image" Target="../media/image85.png"/><Relationship Id="rId331" Type="http://schemas.openxmlformats.org/officeDocument/2006/relationships/customXml" Target="../ink/ink167.xml"/><Relationship Id="rId373" Type="http://schemas.openxmlformats.org/officeDocument/2006/relationships/customXml" Target="../ink/ink188.xml"/><Relationship Id="rId429" Type="http://schemas.openxmlformats.org/officeDocument/2006/relationships/image" Target="../media/image215.png"/><Relationship Id="rId580" Type="http://schemas.openxmlformats.org/officeDocument/2006/relationships/image" Target="../media/image290.png"/><Relationship Id="rId636" Type="http://schemas.openxmlformats.org/officeDocument/2006/relationships/customXml" Target="../ink/ink321.xml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17.xml"/><Relationship Id="rId440" Type="http://schemas.openxmlformats.org/officeDocument/2006/relationships/customXml" Target="../ink/ink222.xml"/><Relationship Id="rId678" Type="http://schemas.openxmlformats.org/officeDocument/2006/relationships/customXml" Target="../ink/ink344.xml"/><Relationship Id="rId28" Type="http://schemas.openxmlformats.org/officeDocument/2006/relationships/customXml" Target="../ink/ink14.xml"/><Relationship Id="rId275" Type="http://schemas.openxmlformats.org/officeDocument/2006/relationships/image" Target="../media/image139.png"/><Relationship Id="rId300" Type="http://schemas.openxmlformats.org/officeDocument/2006/relationships/image" Target="../media/image151.png"/><Relationship Id="rId482" Type="http://schemas.openxmlformats.org/officeDocument/2006/relationships/customXml" Target="../ink/ink243.xml"/><Relationship Id="rId538" Type="http://schemas.openxmlformats.org/officeDocument/2006/relationships/image" Target="../media/image269.png"/><Relationship Id="rId703" Type="http://schemas.openxmlformats.org/officeDocument/2006/relationships/customXml" Target="../ink/ink357.xml"/><Relationship Id="rId81" Type="http://schemas.openxmlformats.org/officeDocument/2006/relationships/image" Target="../media/image43.png"/><Relationship Id="rId135" Type="http://schemas.openxmlformats.org/officeDocument/2006/relationships/image" Target="../media/image70.png"/><Relationship Id="rId177" Type="http://schemas.openxmlformats.org/officeDocument/2006/relationships/customXml" Target="../ink/ink89.xml"/><Relationship Id="rId342" Type="http://schemas.openxmlformats.org/officeDocument/2006/relationships/image" Target="../media/image172.png"/><Relationship Id="rId384" Type="http://schemas.openxmlformats.org/officeDocument/2006/relationships/image" Target="../media/image193.png"/><Relationship Id="rId591" Type="http://schemas.openxmlformats.org/officeDocument/2006/relationships/customXml" Target="../ink/ink298.xml"/><Relationship Id="rId605" Type="http://schemas.openxmlformats.org/officeDocument/2006/relationships/customXml" Target="../ink/ink305.xml"/><Relationship Id="rId202" Type="http://schemas.openxmlformats.org/officeDocument/2006/relationships/image" Target="../media/image103.png"/><Relationship Id="rId244" Type="http://schemas.openxmlformats.org/officeDocument/2006/relationships/image" Target="../media/image124.png"/><Relationship Id="rId647" Type="http://schemas.openxmlformats.org/officeDocument/2006/relationships/image" Target="../media/image323.png"/><Relationship Id="rId689" Type="http://schemas.openxmlformats.org/officeDocument/2006/relationships/customXml" Target="../ink/ink350.xml"/><Relationship Id="rId39" Type="http://schemas.openxmlformats.org/officeDocument/2006/relationships/image" Target="../media/image22.png"/><Relationship Id="rId286" Type="http://schemas.openxmlformats.org/officeDocument/2006/relationships/image" Target="../media/image144.png"/><Relationship Id="rId451" Type="http://schemas.openxmlformats.org/officeDocument/2006/relationships/image" Target="../media/image226.png"/><Relationship Id="rId493" Type="http://schemas.openxmlformats.org/officeDocument/2006/relationships/image" Target="../media/image247.png"/><Relationship Id="rId507" Type="http://schemas.openxmlformats.org/officeDocument/2006/relationships/image" Target="../media/image254.png"/><Relationship Id="rId549" Type="http://schemas.openxmlformats.org/officeDocument/2006/relationships/customXml" Target="../ink/ink277.xml"/><Relationship Id="rId714" Type="http://schemas.openxmlformats.org/officeDocument/2006/relationships/image" Target="../media/image354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image" Target="../media/image96.png"/><Relationship Id="rId311" Type="http://schemas.openxmlformats.org/officeDocument/2006/relationships/customXml" Target="../ink/ink157.xml"/><Relationship Id="rId353" Type="http://schemas.openxmlformats.org/officeDocument/2006/relationships/customXml" Target="../ink/ink178.xml"/><Relationship Id="rId395" Type="http://schemas.openxmlformats.org/officeDocument/2006/relationships/customXml" Target="../ink/ink199.xml"/><Relationship Id="rId409" Type="http://schemas.openxmlformats.org/officeDocument/2006/relationships/customXml" Target="../ink/ink206.xml"/><Relationship Id="rId560" Type="http://schemas.openxmlformats.org/officeDocument/2006/relationships/image" Target="../media/image280.png"/><Relationship Id="rId92" Type="http://schemas.openxmlformats.org/officeDocument/2006/relationships/customXml" Target="../ink/ink46.xml"/><Relationship Id="rId213" Type="http://schemas.openxmlformats.org/officeDocument/2006/relationships/customXml" Target="../ink/ink107.xml"/><Relationship Id="rId420" Type="http://schemas.openxmlformats.org/officeDocument/2006/relationships/image" Target="../media/image211.png"/><Relationship Id="rId616" Type="http://schemas.openxmlformats.org/officeDocument/2006/relationships/customXml" Target="../ink/ink311.xml"/><Relationship Id="rId658" Type="http://schemas.openxmlformats.org/officeDocument/2006/relationships/image" Target="../media/image327.png"/><Relationship Id="rId255" Type="http://schemas.openxmlformats.org/officeDocument/2006/relationships/customXml" Target="../ink/ink128.xml"/><Relationship Id="rId297" Type="http://schemas.openxmlformats.org/officeDocument/2006/relationships/customXml" Target="../ink/ink150.xml"/><Relationship Id="rId462" Type="http://schemas.openxmlformats.org/officeDocument/2006/relationships/customXml" Target="../ink/ink233.xml"/><Relationship Id="rId518" Type="http://schemas.openxmlformats.org/officeDocument/2006/relationships/customXml" Target="../ink/ink261.xml"/><Relationship Id="rId115" Type="http://schemas.openxmlformats.org/officeDocument/2006/relationships/image" Target="../media/image60.png"/><Relationship Id="rId157" Type="http://schemas.openxmlformats.org/officeDocument/2006/relationships/image" Target="../media/image81.png"/><Relationship Id="rId322" Type="http://schemas.openxmlformats.org/officeDocument/2006/relationships/image" Target="../media/image162.png"/><Relationship Id="rId364" Type="http://schemas.openxmlformats.org/officeDocument/2006/relationships/image" Target="../media/image183.png"/><Relationship Id="rId61" Type="http://schemas.openxmlformats.org/officeDocument/2006/relationships/image" Target="../media/image33.png"/><Relationship Id="rId199" Type="http://schemas.openxmlformats.org/officeDocument/2006/relationships/customXml" Target="../ink/ink100.xml"/><Relationship Id="rId571" Type="http://schemas.openxmlformats.org/officeDocument/2006/relationships/customXml" Target="../ink/ink288.xml"/><Relationship Id="rId627" Type="http://schemas.openxmlformats.org/officeDocument/2006/relationships/image" Target="../media/image313.png"/><Relationship Id="rId669" Type="http://schemas.openxmlformats.org/officeDocument/2006/relationships/customXml" Target="../ink/ink339.xml"/><Relationship Id="rId19" Type="http://schemas.openxmlformats.org/officeDocument/2006/relationships/image" Target="../media/image12.png"/><Relationship Id="rId224" Type="http://schemas.openxmlformats.org/officeDocument/2006/relationships/image" Target="../media/image114.png"/><Relationship Id="rId266" Type="http://schemas.openxmlformats.org/officeDocument/2006/relationships/customXml" Target="../ink/ink134.xml"/><Relationship Id="rId431" Type="http://schemas.openxmlformats.org/officeDocument/2006/relationships/image" Target="../media/image216.png"/><Relationship Id="rId473" Type="http://schemas.openxmlformats.org/officeDocument/2006/relationships/image" Target="../media/image237.png"/><Relationship Id="rId529" Type="http://schemas.openxmlformats.org/officeDocument/2006/relationships/customXml" Target="../ink/ink267.xml"/><Relationship Id="rId680" Type="http://schemas.openxmlformats.org/officeDocument/2006/relationships/customXml" Target="../ink/ink345.xml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image" Target="../media/image86.png"/><Relationship Id="rId333" Type="http://schemas.openxmlformats.org/officeDocument/2006/relationships/customXml" Target="../ink/ink168.xml"/><Relationship Id="rId540" Type="http://schemas.openxmlformats.org/officeDocument/2006/relationships/image" Target="../media/image270.png"/><Relationship Id="rId72" Type="http://schemas.openxmlformats.org/officeDocument/2006/relationships/customXml" Target="../ink/ink36.xml"/><Relationship Id="rId375" Type="http://schemas.openxmlformats.org/officeDocument/2006/relationships/customXml" Target="../ink/ink189.xml"/><Relationship Id="rId582" Type="http://schemas.openxmlformats.org/officeDocument/2006/relationships/image" Target="../media/image291.png"/><Relationship Id="rId638" Type="http://schemas.openxmlformats.org/officeDocument/2006/relationships/customXml" Target="../ink/ink322.xml"/><Relationship Id="rId3" Type="http://schemas.openxmlformats.org/officeDocument/2006/relationships/image" Target="../media/image4.png"/><Relationship Id="rId235" Type="http://schemas.openxmlformats.org/officeDocument/2006/relationships/customXml" Target="../ink/ink118.xml"/><Relationship Id="rId277" Type="http://schemas.openxmlformats.org/officeDocument/2006/relationships/image" Target="../media/image140.png"/><Relationship Id="rId400" Type="http://schemas.openxmlformats.org/officeDocument/2006/relationships/image" Target="../media/image201.png"/><Relationship Id="rId442" Type="http://schemas.openxmlformats.org/officeDocument/2006/relationships/customXml" Target="../ink/ink223.xml"/><Relationship Id="rId484" Type="http://schemas.openxmlformats.org/officeDocument/2006/relationships/customXml" Target="../ink/ink244.xml"/><Relationship Id="rId705" Type="http://schemas.openxmlformats.org/officeDocument/2006/relationships/customXml" Target="../ink/ink358.xml"/><Relationship Id="rId137" Type="http://schemas.openxmlformats.org/officeDocument/2006/relationships/image" Target="../media/image71.png"/><Relationship Id="rId302" Type="http://schemas.openxmlformats.org/officeDocument/2006/relationships/image" Target="../media/image152.png"/><Relationship Id="rId344" Type="http://schemas.openxmlformats.org/officeDocument/2006/relationships/image" Target="../media/image173.png"/><Relationship Id="rId691" Type="http://schemas.openxmlformats.org/officeDocument/2006/relationships/customXml" Target="../ink/ink351.xml"/><Relationship Id="rId41" Type="http://schemas.openxmlformats.org/officeDocument/2006/relationships/image" Target="../media/image23.png"/><Relationship Id="rId83" Type="http://schemas.openxmlformats.org/officeDocument/2006/relationships/image" Target="../media/image44.png"/><Relationship Id="rId179" Type="http://schemas.openxmlformats.org/officeDocument/2006/relationships/customXml" Target="../ink/ink90.xml"/><Relationship Id="rId386" Type="http://schemas.openxmlformats.org/officeDocument/2006/relationships/image" Target="../media/image194.png"/><Relationship Id="rId551" Type="http://schemas.openxmlformats.org/officeDocument/2006/relationships/customXml" Target="../ink/ink278.xml"/><Relationship Id="rId593" Type="http://schemas.openxmlformats.org/officeDocument/2006/relationships/customXml" Target="../ink/ink299.xml"/><Relationship Id="rId607" Type="http://schemas.openxmlformats.org/officeDocument/2006/relationships/customXml" Target="../ink/ink306.xml"/><Relationship Id="rId649" Type="http://schemas.openxmlformats.org/officeDocument/2006/relationships/image" Target="../media/image324.png"/><Relationship Id="rId190" Type="http://schemas.openxmlformats.org/officeDocument/2006/relationships/image" Target="../media/image97.png"/><Relationship Id="rId204" Type="http://schemas.openxmlformats.org/officeDocument/2006/relationships/image" Target="../media/image104.png"/><Relationship Id="rId246" Type="http://schemas.openxmlformats.org/officeDocument/2006/relationships/image" Target="../media/image125.png"/><Relationship Id="rId288" Type="http://schemas.openxmlformats.org/officeDocument/2006/relationships/image" Target="../media/image145.png"/><Relationship Id="rId411" Type="http://schemas.openxmlformats.org/officeDocument/2006/relationships/customXml" Target="../ink/ink207.xml"/><Relationship Id="rId453" Type="http://schemas.openxmlformats.org/officeDocument/2006/relationships/image" Target="../media/image227.png"/><Relationship Id="rId509" Type="http://schemas.openxmlformats.org/officeDocument/2006/relationships/image" Target="../media/image255.png"/><Relationship Id="rId660" Type="http://schemas.openxmlformats.org/officeDocument/2006/relationships/image" Target="../media/image328.png"/><Relationship Id="rId106" Type="http://schemas.openxmlformats.org/officeDocument/2006/relationships/customXml" Target="../ink/ink53.xml"/><Relationship Id="rId313" Type="http://schemas.openxmlformats.org/officeDocument/2006/relationships/customXml" Target="../ink/ink158.xml"/><Relationship Id="rId495" Type="http://schemas.openxmlformats.org/officeDocument/2006/relationships/image" Target="../media/image248.png"/><Relationship Id="rId716" Type="http://schemas.openxmlformats.org/officeDocument/2006/relationships/image" Target="../media/image355.png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customXml" Target="../ink/ink179.xml"/><Relationship Id="rId397" Type="http://schemas.openxmlformats.org/officeDocument/2006/relationships/customXml" Target="../ink/ink200.xml"/><Relationship Id="rId520" Type="http://schemas.openxmlformats.org/officeDocument/2006/relationships/customXml" Target="../ink/ink262.xml"/><Relationship Id="rId562" Type="http://schemas.openxmlformats.org/officeDocument/2006/relationships/image" Target="../media/image281.png"/><Relationship Id="rId618" Type="http://schemas.openxmlformats.org/officeDocument/2006/relationships/customXml" Target="../ink/ink312.xml"/><Relationship Id="rId215" Type="http://schemas.openxmlformats.org/officeDocument/2006/relationships/customXml" Target="../ink/ink108.xml"/><Relationship Id="rId257" Type="http://schemas.openxmlformats.org/officeDocument/2006/relationships/customXml" Target="../ink/ink129.xml"/><Relationship Id="rId422" Type="http://schemas.openxmlformats.org/officeDocument/2006/relationships/customXml" Target="../ink/ink213.xml"/><Relationship Id="rId464" Type="http://schemas.openxmlformats.org/officeDocument/2006/relationships/customXml" Target="../ink/ink234.xml"/><Relationship Id="rId299" Type="http://schemas.openxmlformats.org/officeDocument/2006/relationships/customXml" Target="../ink/ink151.xml"/><Relationship Id="rId63" Type="http://schemas.openxmlformats.org/officeDocument/2006/relationships/image" Target="../media/image34.png"/><Relationship Id="rId159" Type="http://schemas.openxmlformats.org/officeDocument/2006/relationships/customXml" Target="../ink/ink80.xml"/><Relationship Id="rId366" Type="http://schemas.openxmlformats.org/officeDocument/2006/relationships/image" Target="../media/image184.png"/><Relationship Id="rId573" Type="http://schemas.openxmlformats.org/officeDocument/2006/relationships/customXml" Target="../ink/ink289.xml"/><Relationship Id="rId226" Type="http://schemas.openxmlformats.org/officeDocument/2006/relationships/image" Target="../media/image115.png"/><Relationship Id="rId433" Type="http://schemas.openxmlformats.org/officeDocument/2006/relationships/image" Target="../media/image217.png"/><Relationship Id="rId640" Type="http://schemas.openxmlformats.org/officeDocument/2006/relationships/customXml" Target="../ink/ink323.xml"/><Relationship Id="rId74" Type="http://schemas.openxmlformats.org/officeDocument/2006/relationships/customXml" Target="../ink/ink37.xml"/><Relationship Id="rId377" Type="http://schemas.openxmlformats.org/officeDocument/2006/relationships/customXml" Target="../ink/ink190.xml"/><Relationship Id="rId500" Type="http://schemas.openxmlformats.org/officeDocument/2006/relationships/customXml" Target="../ink/ink252.xml"/><Relationship Id="rId584" Type="http://schemas.openxmlformats.org/officeDocument/2006/relationships/image" Target="../media/image292.png"/><Relationship Id="rId5" Type="http://schemas.openxmlformats.org/officeDocument/2006/relationships/image" Target="../media/image5.png"/><Relationship Id="rId237" Type="http://schemas.openxmlformats.org/officeDocument/2006/relationships/customXml" Target="../ink/ink119.xml"/><Relationship Id="rId444" Type="http://schemas.openxmlformats.org/officeDocument/2006/relationships/customXml" Target="../ink/ink224.xml"/><Relationship Id="rId651" Type="http://schemas.openxmlformats.org/officeDocument/2006/relationships/image" Target="../media/image325.png"/><Relationship Id="rId290" Type="http://schemas.openxmlformats.org/officeDocument/2006/relationships/image" Target="../media/image146.png"/><Relationship Id="rId304" Type="http://schemas.openxmlformats.org/officeDocument/2006/relationships/image" Target="../media/image153.png"/><Relationship Id="rId388" Type="http://schemas.openxmlformats.org/officeDocument/2006/relationships/image" Target="../media/image195.png"/><Relationship Id="rId511" Type="http://schemas.openxmlformats.org/officeDocument/2006/relationships/image" Target="../media/image256.png"/><Relationship Id="rId609" Type="http://schemas.openxmlformats.org/officeDocument/2006/relationships/customXml" Target="../ink/ink307.xml"/><Relationship Id="rId85" Type="http://schemas.openxmlformats.org/officeDocument/2006/relationships/image" Target="../media/image45.png"/><Relationship Id="rId150" Type="http://schemas.openxmlformats.org/officeDocument/2006/relationships/customXml" Target="../ink/ink75.xml"/><Relationship Id="rId595" Type="http://schemas.openxmlformats.org/officeDocument/2006/relationships/customXml" Target="../ink/ink300.xml"/><Relationship Id="rId248" Type="http://schemas.openxmlformats.org/officeDocument/2006/relationships/image" Target="../media/image126.png"/><Relationship Id="rId455" Type="http://schemas.openxmlformats.org/officeDocument/2006/relationships/image" Target="../media/image228.png"/><Relationship Id="rId662" Type="http://schemas.openxmlformats.org/officeDocument/2006/relationships/image" Target="../media/image329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customXml" Target="../ink/ink159.xml"/><Relationship Id="rId522" Type="http://schemas.openxmlformats.org/officeDocument/2006/relationships/image" Target="../media/image261.png"/><Relationship Id="rId96" Type="http://schemas.openxmlformats.org/officeDocument/2006/relationships/customXml" Target="../ink/ink48.xml"/><Relationship Id="rId161" Type="http://schemas.openxmlformats.org/officeDocument/2006/relationships/customXml" Target="../ink/ink81.xml"/><Relationship Id="rId399" Type="http://schemas.openxmlformats.org/officeDocument/2006/relationships/customXml" Target="../ink/ink201.xml"/><Relationship Id="rId259" Type="http://schemas.openxmlformats.org/officeDocument/2006/relationships/image" Target="../media/image131.png"/><Relationship Id="rId466" Type="http://schemas.openxmlformats.org/officeDocument/2006/relationships/customXml" Target="../ink/ink235.xml"/><Relationship Id="rId673" Type="http://schemas.openxmlformats.org/officeDocument/2006/relationships/customXml" Target="../ink/ink341.xml"/><Relationship Id="rId23" Type="http://schemas.openxmlformats.org/officeDocument/2006/relationships/image" Target="../media/image14.png"/><Relationship Id="rId119" Type="http://schemas.openxmlformats.org/officeDocument/2006/relationships/image" Target="../media/image62.png"/><Relationship Id="rId326" Type="http://schemas.openxmlformats.org/officeDocument/2006/relationships/image" Target="../media/image164.png"/><Relationship Id="rId533" Type="http://schemas.openxmlformats.org/officeDocument/2006/relationships/customXml" Target="../ink/ink269.xml"/><Relationship Id="rId172" Type="http://schemas.openxmlformats.org/officeDocument/2006/relationships/image" Target="../media/image88.png"/><Relationship Id="rId477" Type="http://schemas.openxmlformats.org/officeDocument/2006/relationships/image" Target="../media/image239.png"/><Relationship Id="rId600" Type="http://schemas.openxmlformats.org/officeDocument/2006/relationships/image" Target="../media/image300.png"/><Relationship Id="rId684" Type="http://schemas.openxmlformats.org/officeDocument/2006/relationships/customXml" Target="../ink/ink347.xml"/><Relationship Id="rId337" Type="http://schemas.openxmlformats.org/officeDocument/2006/relationships/customXml" Target="../ink/ink170.xml"/><Relationship Id="rId34" Type="http://schemas.openxmlformats.org/officeDocument/2006/relationships/customXml" Target="../ink/ink17.xml"/><Relationship Id="rId544" Type="http://schemas.openxmlformats.org/officeDocument/2006/relationships/image" Target="../media/image272.png"/><Relationship Id="rId183" Type="http://schemas.openxmlformats.org/officeDocument/2006/relationships/customXml" Target="../ink/ink92.xml"/><Relationship Id="rId390" Type="http://schemas.openxmlformats.org/officeDocument/2006/relationships/image" Target="../media/image196.png"/><Relationship Id="rId404" Type="http://schemas.openxmlformats.org/officeDocument/2006/relationships/image" Target="../media/image203.png"/><Relationship Id="rId611" Type="http://schemas.openxmlformats.org/officeDocument/2006/relationships/customXml" Target="../ink/ink308.xml"/><Relationship Id="rId250" Type="http://schemas.openxmlformats.org/officeDocument/2006/relationships/image" Target="../media/image127.png"/><Relationship Id="rId488" Type="http://schemas.openxmlformats.org/officeDocument/2006/relationships/customXml" Target="../ink/ink246.xml"/><Relationship Id="rId695" Type="http://schemas.openxmlformats.org/officeDocument/2006/relationships/customXml" Target="../ink/ink353.xml"/><Relationship Id="rId709" Type="http://schemas.openxmlformats.org/officeDocument/2006/relationships/customXml" Target="../ink/ink360.xml"/><Relationship Id="rId45" Type="http://schemas.openxmlformats.org/officeDocument/2006/relationships/image" Target="../media/image25.png"/><Relationship Id="rId110" Type="http://schemas.openxmlformats.org/officeDocument/2006/relationships/customXml" Target="../ink/ink55.xml"/><Relationship Id="rId348" Type="http://schemas.openxmlformats.org/officeDocument/2006/relationships/image" Target="../media/image175.png"/><Relationship Id="rId555" Type="http://schemas.openxmlformats.org/officeDocument/2006/relationships/customXml" Target="../ink/ink280.xml"/><Relationship Id="rId194" Type="http://schemas.openxmlformats.org/officeDocument/2006/relationships/image" Target="../media/image99.png"/><Relationship Id="rId208" Type="http://schemas.openxmlformats.org/officeDocument/2006/relationships/image" Target="../media/image106.png"/><Relationship Id="rId415" Type="http://schemas.openxmlformats.org/officeDocument/2006/relationships/customXml" Target="../ink/ink209.xml"/><Relationship Id="rId622" Type="http://schemas.openxmlformats.org/officeDocument/2006/relationships/customXml" Target="../ink/ink314.xml"/><Relationship Id="rId261" Type="http://schemas.openxmlformats.org/officeDocument/2006/relationships/image" Target="../media/image132.png"/><Relationship Id="rId499" Type="http://schemas.openxmlformats.org/officeDocument/2006/relationships/image" Target="../media/image250.png"/><Relationship Id="rId56" Type="http://schemas.openxmlformats.org/officeDocument/2006/relationships/customXml" Target="../ink/ink28.xml"/><Relationship Id="rId359" Type="http://schemas.openxmlformats.org/officeDocument/2006/relationships/customXml" Target="../ink/ink181.xml"/><Relationship Id="rId566" Type="http://schemas.openxmlformats.org/officeDocument/2006/relationships/image" Target="../media/image283.png"/><Relationship Id="rId121" Type="http://schemas.openxmlformats.org/officeDocument/2006/relationships/image" Target="../media/image63.png"/><Relationship Id="rId219" Type="http://schemas.openxmlformats.org/officeDocument/2006/relationships/customXml" Target="../ink/ink110.xml"/><Relationship Id="rId426" Type="http://schemas.openxmlformats.org/officeDocument/2006/relationships/customXml" Target="../ink/ink215.xml"/><Relationship Id="rId633" Type="http://schemas.openxmlformats.org/officeDocument/2006/relationships/image" Target="../media/image316.png"/><Relationship Id="rId67" Type="http://schemas.openxmlformats.org/officeDocument/2006/relationships/image" Target="../media/image36.png"/><Relationship Id="rId272" Type="http://schemas.openxmlformats.org/officeDocument/2006/relationships/customXml" Target="../ink/ink137.xml"/><Relationship Id="rId577" Type="http://schemas.openxmlformats.org/officeDocument/2006/relationships/customXml" Target="../ink/ink291.xml"/><Relationship Id="rId700" Type="http://schemas.openxmlformats.org/officeDocument/2006/relationships/image" Target="../media/image347.png"/><Relationship Id="rId132" Type="http://schemas.openxmlformats.org/officeDocument/2006/relationships/customXml" Target="../ink/ink66.xml"/><Relationship Id="rId437" Type="http://schemas.openxmlformats.org/officeDocument/2006/relationships/image" Target="../media/image219.png"/><Relationship Id="rId644" Type="http://schemas.openxmlformats.org/officeDocument/2006/relationships/customXml" Target="../ink/ink325.xml"/><Relationship Id="rId283" Type="http://schemas.openxmlformats.org/officeDocument/2006/relationships/customXml" Target="../ink/ink143.xml"/><Relationship Id="rId490" Type="http://schemas.openxmlformats.org/officeDocument/2006/relationships/customXml" Target="../ink/ink247.xml"/><Relationship Id="rId504" Type="http://schemas.openxmlformats.org/officeDocument/2006/relationships/customXml" Target="../ink/ink254.xml"/><Relationship Id="rId711" Type="http://schemas.openxmlformats.org/officeDocument/2006/relationships/customXml" Target="../ink/ink361.xml"/><Relationship Id="rId78" Type="http://schemas.openxmlformats.org/officeDocument/2006/relationships/customXml" Target="../ink/ink39.xml"/><Relationship Id="rId143" Type="http://schemas.openxmlformats.org/officeDocument/2006/relationships/image" Target="../media/image74.png"/><Relationship Id="rId350" Type="http://schemas.openxmlformats.org/officeDocument/2006/relationships/image" Target="../media/image176.png"/><Relationship Id="rId588" Type="http://schemas.openxmlformats.org/officeDocument/2006/relationships/image" Target="../media/image294.png"/><Relationship Id="rId9" Type="http://schemas.openxmlformats.org/officeDocument/2006/relationships/image" Target="../media/image7.png"/><Relationship Id="rId210" Type="http://schemas.openxmlformats.org/officeDocument/2006/relationships/image" Target="../media/image107.png"/><Relationship Id="rId448" Type="http://schemas.openxmlformats.org/officeDocument/2006/relationships/customXml" Target="../ink/ink226.xml"/><Relationship Id="rId655" Type="http://schemas.openxmlformats.org/officeDocument/2006/relationships/image" Target="../media/image326.png"/><Relationship Id="rId294" Type="http://schemas.openxmlformats.org/officeDocument/2006/relationships/image" Target="../media/image148.png"/><Relationship Id="rId308" Type="http://schemas.openxmlformats.org/officeDocument/2006/relationships/image" Target="../media/image155.png"/><Relationship Id="rId515" Type="http://schemas.openxmlformats.org/officeDocument/2006/relationships/image" Target="../media/image258.png"/><Relationship Id="rId89" Type="http://schemas.openxmlformats.org/officeDocument/2006/relationships/image" Target="../media/image47.png"/><Relationship Id="rId154" Type="http://schemas.openxmlformats.org/officeDocument/2006/relationships/customXml" Target="../ink/ink77.xml"/><Relationship Id="rId361" Type="http://schemas.openxmlformats.org/officeDocument/2006/relationships/customXml" Target="../ink/ink182.xml"/><Relationship Id="rId599" Type="http://schemas.openxmlformats.org/officeDocument/2006/relationships/customXml" Target="../ink/ink302.xml"/><Relationship Id="rId459" Type="http://schemas.openxmlformats.org/officeDocument/2006/relationships/image" Target="../media/image230.png"/><Relationship Id="rId666" Type="http://schemas.openxmlformats.org/officeDocument/2006/relationships/image" Target="../media/image331.png"/><Relationship Id="rId16" Type="http://schemas.openxmlformats.org/officeDocument/2006/relationships/customXml" Target="../ink/ink8.xml"/><Relationship Id="rId221" Type="http://schemas.openxmlformats.org/officeDocument/2006/relationships/customXml" Target="../ink/ink111.xml"/><Relationship Id="rId319" Type="http://schemas.openxmlformats.org/officeDocument/2006/relationships/customXml" Target="../ink/ink161.xml"/><Relationship Id="rId526" Type="http://schemas.openxmlformats.org/officeDocument/2006/relationships/image" Target="../media/image263.png"/><Relationship Id="rId165" Type="http://schemas.openxmlformats.org/officeDocument/2006/relationships/customXml" Target="../ink/ink83.xml"/><Relationship Id="rId372" Type="http://schemas.openxmlformats.org/officeDocument/2006/relationships/image" Target="../media/image187.png"/><Relationship Id="rId677" Type="http://schemas.openxmlformats.org/officeDocument/2006/relationships/customXml" Target="../ink/ink343.xml"/><Relationship Id="rId232" Type="http://schemas.openxmlformats.org/officeDocument/2006/relationships/image" Target="../media/image118.png"/><Relationship Id="rId27" Type="http://schemas.openxmlformats.org/officeDocument/2006/relationships/image" Target="../media/image16.png"/><Relationship Id="rId537" Type="http://schemas.openxmlformats.org/officeDocument/2006/relationships/customXml" Target="../ink/ink271.xml"/><Relationship Id="rId80" Type="http://schemas.openxmlformats.org/officeDocument/2006/relationships/customXml" Target="../ink/ink40.xml"/><Relationship Id="rId176" Type="http://schemas.openxmlformats.org/officeDocument/2006/relationships/image" Target="../media/image90.png"/><Relationship Id="rId383" Type="http://schemas.openxmlformats.org/officeDocument/2006/relationships/customXml" Target="../ink/ink193.xml"/><Relationship Id="rId590" Type="http://schemas.openxmlformats.org/officeDocument/2006/relationships/image" Target="../media/image295.png"/><Relationship Id="rId604" Type="http://schemas.openxmlformats.org/officeDocument/2006/relationships/image" Target="../media/image302.png"/><Relationship Id="rId243" Type="http://schemas.openxmlformats.org/officeDocument/2006/relationships/customXml" Target="../ink/ink122.xml"/><Relationship Id="rId450" Type="http://schemas.openxmlformats.org/officeDocument/2006/relationships/customXml" Target="../ink/ink227.xml"/><Relationship Id="rId688" Type="http://schemas.openxmlformats.org/officeDocument/2006/relationships/customXml" Target="../ink/ink349.xml"/><Relationship Id="rId38" Type="http://schemas.openxmlformats.org/officeDocument/2006/relationships/customXml" Target="../ink/ink19.xml"/><Relationship Id="rId103" Type="http://schemas.openxmlformats.org/officeDocument/2006/relationships/image" Target="../media/image54.png"/><Relationship Id="rId310" Type="http://schemas.openxmlformats.org/officeDocument/2006/relationships/image" Target="../media/image156.png"/><Relationship Id="rId548" Type="http://schemas.openxmlformats.org/officeDocument/2006/relationships/image" Target="../media/image274.png"/><Relationship Id="rId91" Type="http://schemas.openxmlformats.org/officeDocument/2006/relationships/image" Target="../media/image48.png"/><Relationship Id="rId187" Type="http://schemas.openxmlformats.org/officeDocument/2006/relationships/customXml" Target="../ink/ink94.xml"/><Relationship Id="rId394" Type="http://schemas.openxmlformats.org/officeDocument/2006/relationships/image" Target="../media/image198.png"/><Relationship Id="rId408" Type="http://schemas.openxmlformats.org/officeDocument/2006/relationships/image" Target="../media/image205.png"/><Relationship Id="rId615" Type="http://schemas.openxmlformats.org/officeDocument/2006/relationships/image" Target="../media/image307.png"/><Relationship Id="rId254" Type="http://schemas.openxmlformats.org/officeDocument/2006/relationships/image" Target="../media/image129.png"/><Relationship Id="rId699" Type="http://schemas.openxmlformats.org/officeDocument/2006/relationships/customXml" Target="../ink/ink355.xml"/><Relationship Id="rId49" Type="http://schemas.openxmlformats.org/officeDocument/2006/relationships/image" Target="../media/image27.png"/><Relationship Id="rId114" Type="http://schemas.openxmlformats.org/officeDocument/2006/relationships/customXml" Target="../ink/ink57.xml"/><Relationship Id="rId461" Type="http://schemas.openxmlformats.org/officeDocument/2006/relationships/image" Target="../media/image231.png"/><Relationship Id="rId559" Type="http://schemas.openxmlformats.org/officeDocument/2006/relationships/customXml" Target="../ink/ink282.xml"/><Relationship Id="rId198" Type="http://schemas.openxmlformats.org/officeDocument/2006/relationships/image" Target="../media/image101.png"/><Relationship Id="rId321" Type="http://schemas.openxmlformats.org/officeDocument/2006/relationships/customXml" Target="../ink/ink162.xml"/><Relationship Id="rId419" Type="http://schemas.openxmlformats.org/officeDocument/2006/relationships/customXml" Target="../ink/ink211.xml"/><Relationship Id="rId626" Type="http://schemas.openxmlformats.org/officeDocument/2006/relationships/customXml" Target="../ink/ink316.xml"/><Relationship Id="rId265" Type="http://schemas.openxmlformats.org/officeDocument/2006/relationships/image" Target="../media/image134.png"/><Relationship Id="rId472" Type="http://schemas.openxmlformats.org/officeDocument/2006/relationships/customXml" Target="../ink/ink238.xml"/><Relationship Id="rId125" Type="http://schemas.openxmlformats.org/officeDocument/2006/relationships/image" Target="../media/image65.png"/><Relationship Id="rId332" Type="http://schemas.openxmlformats.org/officeDocument/2006/relationships/image" Target="../media/image167.png"/><Relationship Id="rId637" Type="http://schemas.openxmlformats.org/officeDocument/2006/relationships/image" Target="../media/image318.png"/><Relationship Id="rId276" Type="http://schemas.openxmlformats.org/officeDocument/2006/relationships/customXml" Target="../ink/ink139.xml"/><Relationship Id="rId483" Type="http://schemas.openxmlformats.org/officeDocument/2006/relationships/image" Target="../media/image242.png"/><Relationship Id="rId690" Type="http://schemas.openxmlformats.org/officeDocument/2006/relationships/image" Target="../media/image342.png"/><Relationship Id="rId704" Type="http://schemas.openxmlformats.org/officeDocument/2006/relationships/image" Target="../media/image349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13.png"/><Relationship Id="rId671" Type="http://schemas.openxmlformats.org/officeDocument/2006/relationships/image" Target="../media/image684.png"/><Relationship Id="rId21" Type="http://schemas.openxmlformats.org/officeDocument/2006/relationships/image" Target="../media/image366.png"/><Relationship Id="rId324" Type="http://schemas.openxmlformats.org/officeDocument/2006/relationships/image" Target="../media/image514.png"/><Relationship Id="rId531" Type="http://schemas.openxmlformats.org/officeDocument/2006/relationships/image" Target="../media/image615.png"/><Relationship Id="rId629" Type="http://schemas.openxmlformats.org/officeDocument/2006/relationships/image" Target="../media/image663.png"/><Relationship Id="rId170" Type="http://schemas.openxmlformats.org/officeDocument/2006/relationships/image" Target="../media/image439.png"/><Relationship Id="rId268" Type="http://schemas.openxmlformats.org/officeDocument/2006/relationships/customXml" Target="../ink/ink499.xml"/><Relationship Id="rId475" Type="http://schemas.openxmlformats.org/officeDocument/2006/relationships/customXml" Target="../ink/ink604.xml"/><Relationship Id="rId682" Type="http://schemas.openxmlformats.org/officeDocument/2006/relationships/customXml" Target="../ink/ink709.xml"/><Relationship Id="rId32" Type="http://schemas.openxmlformats.org/officeDocument/2006/relationships/customXml" Target="../ink/ink380.xml"/><Relationship Id="rId128" Type="http://schemas.openxmlformats.org/officeDocument/2006/relationships/customXml" Target="../ink/ink428.xml"/><Relationship Id="rId335" Type="http://schemas.openxmlformats.org/officeDocument/2006/relationships/customXml" Target="../ink/ink533.xml"/><Relationship Id="rId542" Type="http://schemas.openxmlformats.org/officeDocument/2006/relationships/image" Target="../media/image620.png"/><Relationship Id="rId181" Type="http://schemas.openxmlformats.org/officeDocument/2006/relationships/customXml" Target="../ink/ink455.xml"/><Relationship Id="rId402" Type="http://schemas.openxmlformats.org/officeDocument/2006/relationships/customXml" Target="../ink/ink567.xml"/><Relationship Id="rId279" Type="http://schemas.openxmlformats.org/officeDocument/2006/relationships/image" Target="../media/image492.png"/><Relationship Id="rId486" Type="http://schemas.openxmlformats.org/officeDocument/2006/relationships/image" Target="../media/image594.png"/><Relationship Id="rId693" Type="http://schemas.openxmlformats.org/officeDocument/2006/relationships/customXml" Target="../ink/ink715.xml"/><Relationship Id="rId707" Type="http://schemas.openxmlformats.org/officeDocument/2006/relationships/customXml" Target="../ink/ink722.xml"/><Relationship Id="rId43" Type="http://schemas.openxmlformats.org/officeDocument/2006/relationships/image" Target="../media/image377.png"/><Relationship Id="rId139" Type="http://schemas.openxmlformats.org/officeDocument/2006/relationships/image" Target="../media/image424.png"/><Relationship Id="rId346" Type="http://schemas.openxmlformats.org/officeDocument/2006/relationships/image" Target="../media/image525.png"/><Relationship Id="rId553" Type="http://schemas.openxmlformats.org/officeDocument/2006/relationships/customXml" Target="../ink/ink644.xml"/><Relationship Id="rId192" Type="http://schemas.openxmlformats.org/officeDocument/2006/relationships/image" Target="../media/image450.png"/><Relationship Id="rId206" Type="http://schemas.openxmlformats.org/officeDocument/2006/relationships/image" Target="../media/image457.png"/><Relationship Id="rId413" Type="http://schemas.openxmlformats.org/officeDocument/2006/relationships/image" Target="../media/image558.png"/><Relationship Id="rId497" Type="http://schemas.openxmlformats.org/officeDocument/2006/relationships/customXml" Target="../ink/ink615.xml"/><Relationship Id="rId620" Type="http://schemas.openxmlformats.org/officeDocument/2006/relationships/customXml" Target="../ink/ink678.xml"/><Relationship Id="rId718" Type="http://schemas.openxmlformats.org/officeDocument/2006/relationships/image" Target="../media/image707.png"/><Relationship Id="rId357" Type="http://schemas.openxmlformats.org/officeDocument/2006/relationships/customXml" Target="../ink/ink544.xml"/><Relationship Id="rId54" Type="http://schemas.openxmlformats.org/officeDocument/2006/relationships/customXml" Target="../ink/ink391.xml"/><Relationship Id="rId217" Type="http://schemas.openxmlformats.org/officeDocument/2006/relationships/customXml" Target="../ink/ink473.xml"/><Relationship Id="rId564" Type="http://schemas.openxmlformats.org/officeDocument/2006/relationships/image" Target="../media/image631.png"/><Relationship Id="rId424" Type="http://schemas.openxmlformats.org/officeDocument/2006/relationships/customXml" Target="../ink/ink578.xml"/><Relationship Id="rId631" Type="http://schemas.openxmlformats.org/officeDocument/2006/relationships/image" Target="../media/image664.png"/><Relationship Id="rId270" Type="http://schemas.openxmlformats.org/officeDocument/2006/relationships/customXml" Target="../ink/ink500.xml"/><Relationship Id="rId65" Type="http://schemas.openxmlformats.org/officeDocument/2006/relationships/image" Target="../media/image388.png"/><Relationship Id="rId130" Type="http://schemas.openxmlformats.org/officeDocument/2006/relationships/customXml" Target="../ink/ink429.xml"/><Relationship Id="rId368" Type="http://schemas.openxmlformats.org/officeDocument/2006/relationships/image" Target="../media/image536.png"/><Relationship Id="rId575" Type="http://schemas.openxmlformats.org/officeDocument/2006/relationships/customXml" Target="../ink/ink655.xml"/><Relationship Id="rId228" Type="http://schemas.openxmlformats.org/officeDocument/2006/relationships/image" Target="../media/image468.png"/><Relationship Id="rId435" Type="http://schemas.openxmlformats.org/officeDocument/2006/relationships/customXml" Target="../ink/ink584.xml"/><Relationship Id="rId642" Type="http://schemas.openxmlformats.org/officeDocument/2006/relationships/customXml" Target="../ink/ink689.xml"/><Relationship Id="rId281" Type="http://schemas.openxmlformats.org/officeDocument/2006/relationships/image" Target="../media/image493.png"/><Relationship Id="rId502" Type="http://schemas.openxmlformats.org/officeDocument/2006/relationships/image" Target="../media/image601.png"/><Relationship Id="rId76" Type="http://schemas.openxmlformats.org/officeDocument/2006/relationships/customXml" Target="../ink/ink402.xml"/><Relationship Id="rId141" Type="http://schemas.openxmlformats.org/officeDocument/2006/relationships/image" Target="../media/image425.png"/><Relationship Id="rId379" Type="http://schemas.openxmlformats.org/officeDocument/2006/relationships/customXml" Target="../ink/ink555.xml"/><Relationship Id="rId586" Type="http://schemas.openxmlformats.org/officeDocument/2006/relationships/image" Target="../media/image642.png"/><Relationship Id="rId7" Type="http://schemas.openxmlformats.org/officeDocument/2006/relationships/image" Target="../media/image359.png"/><Relationship Id="rId239" Type="http://schemas.openxmlformats.org/officeDocument/2006/relationships/image" Target="../media/image473.png"/><Relationship Id="rId446" Type="http://schemas.openxmlformats.org/officeDocument/2006/relationships/image" Target="../media/image574.png"/><Relationship Id="rId653" Type="http://schemas.openxmlformats.org/officeDocument/2006/relationships/image" Target="../media/image675.png"/><Relationship Id="rId292" Type="http://schemas.openxmlformats.org/officeDocument/2006/relationships/customXml" Target="../ink/ink511.xml"/><Relationship Id="rId306" Type="http://schemas.openxmlformats.org/officeDocument/2006/relationships/image" Target="../media/image505.png"/><Relationship Id="rId87" Type="http://schemas.openxmlformats.org/officeDocument/2006/relationships/image" Target="../media/image399.png"/><Relationship Id="rId513" Type="http://schemas.openxmlformats.org/officeDocument/2006/relationships/image" Target="../media/image606.png"/><Relationship Id="rId597" Type="http://schemas.openxmlformats.org/officeDocument/2006/relationships/customXml" Target="../ink/ink666.xml"/><Relationship Id="rId720" Type="http://schemas.openxmlformats.org/officeDocument/2006/relationships/image" Target="../media/image708.png"/><Relationship Id="rId152" Type="http://schemas.openxmlformats.org/officeDocument/2006/relationships/customXml" Target="../ink/ink440.xml"/><Relationship Id="rId457" Type="http://schemas.openxmlformats.org/officeDocument/2006/relationships/customXml" Target="../ink/ink595.xml"/><Relationship Id="rId664" Type="http://schemas.openxmlformats.org/officeDocument/2006/relationships/customXml" Target="../ink/ink700.xml"/><Relationship Id="rId14" Type="http://schemas.openxmlformats.org/officeDocument/2006/relationships/customXml" Target="../ink/ink371.xml"/><Relationship Id="rId317" Type="http://schemas.openxmlformats.org/officeDocument/2006/relationships/customXml" Target="../ink/ink524.xml"/><Relationship Id="rId524" Type="http://schemas.openxmlformats.org/officeDocument/2006/relationships/customXml" Target="../ink/ink629.xml"/><Relationship Id="rId98" Type="http://schemas.openxmlformats.org/officeDocument/2006/relationships/customXml" Target="../ink/ink413.xml"/><Relationship Id="rId163" Type="http://schemas.openxmlformats.org/officeDocument/2006/relationships/customXml" Target="../ink/ink446.xml"/><Relationship Id="rId370" Type="http://schemas.openxmlformats.org/officeDocument/2006/relationships/image" Target="../media/image537.png"/><Relationship Id="rId230" Type="http://schemas.openxmlformats.org/officeDocument/2006/relationships/customXml" Target="../ink/ink480.xml"/><Relationship Id="rId468" Type="http://schemas.openxmlformats.org/officeDocument/2006/relationships/image" Target="../media/image585.png"/><Relationship Id="rId675" Type="http://schemas.openxmlformats.org/officeDocument/2006/relationships/image" Target="../media/image686.png"/><Relationship Id="rId25" Type="http://schemas.openxmlformats.org/officeDocument/2006/relationships/image" Target="../media/image368.png"/><Relationship Id="rId328" Type="http://schemas.openxmlformats.org/officeDocument/2006/relationships/image" Target="../media/image516.png"/><Relationship Id="rId535" Type="http://schemas.openxmlformats.org/officeDocument/2006/relationships/image" Target="../media/image617.png"/><Relationship Id="rId174" Type="http://schemas.openxmlformats.org/officeDocument/2006/relationships/image" Target="../media/image441.png"/><Relationship Id="rId381" Type="http://schemas.openxmlformats.org/officeDocument/2006/relationships/customXml" Target="../ink/ink556.xml"/><Relationship Id="rId602" Type="http://schemas.openxmlformats.org/officeDocument/2006/relationships/image" Target="../media/image650.png"/><Relationship Id="rId241" Type="http://schemas.openxmlformats.org/officeDocument/2006/relationships/image" Target="../media/image474.png"/><Relationship Id="rId479" Type="http://schemas.openxmlformats.org/officeDocument/2006/relationships/customXml" Target="../ink/ink606.xml"/><Relationship Id="rId686" Type="http://schemas.openxmlformats.org/officeDocument/2006/relationships/image" Target="../media/image691.png"/><Relationship Id="rId36" Type="http://schemas.openxmlformats.org/officeDocument/2006/relationships/customXml" Target="../ink/ink382.xml"/><Relationship Id="rId339" Type="http://schemas.openxmlformats.org/officeDocument/2006/relationships/customXml" Target="../ink/ink535.xml"/><Relationship Id="rId546" Type="http://schemas.openxmlformats.org/officeDocument/2006/relationships/image" Target="../media/image622.png"/><Relationship Id="rId101" Type="http://schemas.openxmlformats.org/officeDocument/2006/relationships/image" Target="../media/image406.png"/><Relationship Id="rId185" Type="http://schemas.openxmlformats.org/officeDocument/2006/relationships/customXml" Target="../ink/ink457.xml"/><Relationship Id="rId406" Type="http://schemas.openxmlformats.org/officeDocument/2006/relationships/customXml" Target="../ink/ink569.xml"/><Relationship Id="rId392" Type="http://schemas.openxmlformats.org/officeDocument/2006/relationships/customXml" Target="../ink/ink562.xml"/><Relationship Id="rId613" Type="http://schemas.openxmlformats.org/officeDocument/2006/relationships/customXml" Target="../ink/ink674.xml"/><Relationship Id="rId697" Type="http://schemas.openxmlformats.org/officeDocument/2006/relationships/customXml" Target="../ink/ink717.xml"/><Relationship Id="rId252" Type="http://schemas.openxmlformats.org/officeDocument/2006/relationships/customXml" Target="../ink/ink491.xml"/><Relationship Id="rId47" Type="http://schemas.openxmlformats.org/officeDocument/2006/relationships/image" Target="../media/image379.png"/><Relationship Id="rId112" Type="http://schemas.openxmlformats.org/officeDocument/2006/relationships/customXml" Target="../ink/ink420.xml"/><Relationship Id="rId557" Type="http://schemas.openxmlformats.org/officeDocument/2006/relationships/customXml" Target="../ink/ink646.xml"/><Relationship Id="rId196" Type="http://schemas.openxmlformats.org/officeDocument/2006/relationships/image" Target="../media/image452.png"/><Relationship Id="rId417" Type="http://schemas.openxmlformats.org/officeDocument/2006/relationships/image" Target="../media/image560.png"/><Relationship Id="rId624" Type="http://schemas.openxmlformats.org/officeDocument/2006/relationships/customXml" Target="../ink/ink680.xml"/><Relationship Id="rId263" Type="http://schemas.openxmlformats.org/officeDocument/2006/relationships/image" Target="../media/image484.png"/><Relationship Id="rId470" Type="http://schemas.openxmlformats.org/officeDocument/2006/relationships/image" Target="../media/image586.png"/><Relationship Id="rId58" Type="http://schemas.openxmlformats.org/officeDocument/2006/relationships/customXml" Target="../ink/ink393.xml"/><Relationship Id="rId123" Type="http://schemas.openxmlformats.org/officeDocument/2006/relationships/image" Target="../media/image416.png"/><Relationship Id="rId330" Type="http://schemas.openxmlformats.org/officeDocument/2006/relationships/image" Target="../media/image517.png"/><Relationship Id="rId568" Type="http://schemas.openxmlformats.org/officeDocument/2006/relationships/image" Target="../media/image633.png"/><Relationship Id="rId428" Type="http://schemas.openxmlformats.org/officeDocument/2006/relationships/customXml" Target="../ink/ink580.xml"/><Relationship Id="rId635" Type="http://schemas.openxmlformats.org/officeDocument/2006/relationships/image" Target="../media/image666.png"/><Relationship Id="rId274" Type="http://schemas.openxmlformats.org/officeDocument/2006/relationships/customXml" Target="../ink/ink502.xml"/><Relationship Id="rId481" Type="http://schemas.openxmlformats.org/officeDocument/2006/relationships/customXml" Target="../ink/ink607.xml"/><Relationship Id="rId702" Type="http://schemas.openxmlformats.org/officeDocument/2006/relationships/image" Target="../media/image699.png"/><Relationship Id="rId69" Type="http://schemas.openxmlformats.org/officeDocument/2006/relationships/image" Target="../media/image390.png"/><Relationship Id="rId134" Type="http://schemas.openxmlformats.org/officeDocument/2006/relationships/customXml" Target="../ink/ink431.xml"/><Relationship Id="rId579" Type="http://schemas.openxmlformats.org/officeDocument/2006/relationships/customXml" Target="../ink/ink657.xml"/><Relationship Id="rId341" Type="http://schemas.openxmlformats.org/officeDocument/2006/relationships/customXml" Target="../ink/ink536.xml"/><Relationship Id="rId439" Type="http://schemas.openxmlformats.org/officeDocument/2006/relationships/customXml" Target="../ink/ink586.xml"/><Relationship Id="rId646" Type="http://schemas.openxmlformats.org/officeDocument/2006/relationships/customXml" Target="../ink/ink691.xml"/><Relationship Id="rId201" Type="http://schemas.openxmlformats.org/officeDocument/2006/relationships/customXml" Target="../ink/ink465.xml"/><Relationship Id="rId285" Type="http://schemas.openxmlformats.org/officeDocument/2006/relationships/image" Target="../media/image495.png"/><Relationship Id="rId506" Type="http://schemas.openxmlformats.org/officeDocument/2006/relationships/image" Target="../media/image603.png"/><Relationship Id="rId492" Type="http://schemas.openxmlformats.org/officeDocument/2006/relationships/image" Target="../media/image596.png"/><Relationship Id="rId713" Type="http://schemas.openxmlformats.org/officeDocument/2006/relationships/customXml" Target="../ink/ink725.xml"/><Relationship Id="rId145" Type="http://schemas.openxmlformats.org/officeDocument/2006/relationships/image" Target="../media/image427.png"/><Relationship Id="rId352" Type="http://schemas.openxmlformats.org/officeDocument/2006/relationships/image" Target="../media/image528.png"/><Relationship Id="rId212" Type="http://schemas.openxmlformats.org/officeDocument/2006/relationships/image" Target="../media/image460.png"/><Relationship Id="rId657" Type="http://schemas.openxmlformats.org/officeDocument/2006/relationships/image" Target="../media/image677.png"/><Relationship Id="rId296" Type="http://schemas.openxmlformats.org/officeDocument/2006/relationships/customXml" Target="../ink/ink513.xml"/><Relationship Id="rId517" Type="http://schemas.openxmlformats.org/officeDocument/2006/relationships/image" Target="../media/image608.png"/><Relationship Id="rId60" Type="http://schemas.openxmlformats.org/officeDocument/2006/relationships/customXml" Target="../ink/ink394.xml"/><Relationship Id="rId156" Type="http://schemas.openxmlformats.org/officeDocument/2006/relationships/customXml" Target="../ink/ink442.xml"/><Relationship Id="rId363" Type="http://schemas.openxmlformats.org/officeDocument/2006/relationships/customXml" Target="../ink/ink547.xml"/><Relationship Id="rId570" Type="http://schemas.openxmlformats.org/officeDocument/2006/relationships/image" Target="../media/image634.png"/><Relationship Id="rId223" Type="http://schemas.openxmlformats.org/officeDocument/2006/relationships/customXml" Target="../ink/ink476.xml"/><Relationship Id="rId430" Type="http://schemas.openxmlformats.org/officeDocument/2006/relationships/customXml" Target="../ink/ink581.xml"/><Relationship Id="rId668" Type="http://schemas.openxmlformats.org/officeDocument/2006/relationships/customXml" Target="../ink/ink702.xml"/><Relationship Id="rId18" Type="http://schemas.openxmlformats.org/officeDocument/2006/relationships/customXml" Target="../ink/ink373.xml"/><Relationship Id="rId528" Type="http://schemas.openxmlformats.org/officeDocument/2006/relationships/customXml" Target="../ink/ink631.xml"/><Relationship Id="rId167" Type="http://schemas.openxmlformats.org/officeDocument/2006/relationships/customXml" Target="../ink/ink448.xml"/><Relationship Id="rId374" Type="http://schemas.openxmlformats.org/officeDocument/2006/relationships/image" Target="../media/image539.png"/><Relationship Id="rId581" Type="http://schemas.openxmlformats.org/officeDocument/2006/relationships/customXml" Target="../ink/ink658.xml"/><Relationship Id="rId71" Type="http://schemas.openxmlformats.org/officeDocument/2006/relationships/image" Target="../media/image391.png"/><Relationship Id="rId234" Type="http://schemas.openxmlformats.org/officeDocument/2006/relationships/customXml" Target="../ink/ink482.xml"/><Relationship Id="rId679" Type="http://schemas.openxmlformats.org/officeDocument/2006/relationships/image" Target="../media/image688.png"/><Relationship Id="rId2" Type="http://schemas.openxmlformats.org/officeDocument/2006/relationships/customXml" Target="../ink/ink365.xml"/><Relationship Id="rId29" Type="http://schemas.openxmlformats.org/officeDocument/2006/relationships/image" Target="../media/image370.png"/><Relationship Id="rId441" Type="http://schemas.openxmlformats.org/officeDocument/2006/relationships/customXml" Target="../ink/ink587.xml"/><Relationship Id="rId539" Type="http://schemas.openxmlformats.org/officeDocument/2006/relationships/image" Target="../media/image619.png"/><Relationship Id="rId40" Type="http://schemas.openxmlformats.org/officeDocument/2006/relationships/customXml" Target="../ink/ink384.xml"/><Relationship Id="rId136" Type="http://schemas.openxmlformats.org/officeDocument/2006/relationships/customXml" Target="../ink/ink432.xml"/><Relationship Id="rId178" Type="http://schemas.openxmlformats.org/officeDocument/2006/relationships/image" Target="../media/image443.png"/><Relationship Id="rId301" Type="http://schemas.openxmlformats.org/officeDocument/2006/relationships/image" Target="../media/image503.png"/><Relationship Id="rId343" Type="http://schemas.openxmlformats.org/officeDocument/2006/relationships/customXml" Target="../ink/ink537.xml"/><Relationship Id="rId550" Type="http://schemas.openxmlformats.org/officeDocument/2006/relationships/image" Target="../media/image624.png"/><Relationship Id="rId82" Type="http://schemas.openxmlformats.org/officeDocument/2006/relationships/customXml" Target="../ink/ink405.xml"/><Relationship Id="rId203" Type="http://schemas.openxmlformats.org/officeDocument/2006/relationships/customXml" Target="../ink/ink466.xml"/><Relationship Id="rId385" Type="http://schemas.openxmlformats.org/officeDocument/2006/relationships/customXml" Target="../ink/ink558.xml"/><Relationship Id="rId592" Type="http://schemas.openxmlformats.org/officeDocument/2006/relationships/image" Target="../media/image645.png"/><Relationship Id="rId606" Type="http://schemas.openxmlformats.org/officeDocument/2006/relationships/image" Target="../media/image652.png"/><Relationship Id="rId648" Type="http://schemas.openxmlformats.org/officeDocument/2006/relationships/customXml" Target="../ink/ink692.xml"/><Relationship Id="rId245" Type="http://schemas.openxmlformats.org/officeDocument/2006/relationships/image" Target="../media/image476.png"/><Relationship Id="rId287" Type="http://schemas.openxmlformats.org/officeDocument/2006/relationships/image" Target="../media/image496.png"/><Relationship Id="rId410" Type="http://schemas.openxmlformats.org/officeDocument/2006/relationships/customXml" Target="../ink/ink571.xml"/><Relationship Id="rId452" Type="http://schemas.openxmlformats.org/officeDocument/2006/relationships/image" Target="../media/image577.png"/><Relationship Id="rId494" Type="http://schemas.openxmlformats.org/officeDocument/2006/relationships/image" Target="../media/image597.png"/><Relationship Id="rId508" Type="http://schemas.openxmlformats.org/officeDocument/2006/relationships/image" Target="../media/image604.png"/><Relationship Id="rId715" Type="http://schemas.openxmlformats.org/officeDocument/2006/relationships/customXml" Target="../ink/ink726.xml"/><Relationship Id="rId105" Type="http://schemas.openxmlformats.org/officeDocument/2006/relationships/image" Target="../media/image408.png"/><Relationship Id="rId147" Type="http://schemas.openxmlformats.org/officeDocument/2006/relationships/image" Target="../media/image428.png"/><Relationship Id="rId312" Type="http://schemas.openxmlformats.org/officeDocument/2006/relationships/image" Target="../media/image508.png"/><Relationship Id="rId354" Type="http://schemas.openxmlformats.org/officeDocument/2006/relationships/image" Target="../media/image529.png"/><Relationship Id="rId51" Type="http://schemas.openxmlformats.org/officeDocument/2006/relationships/image" Target="../media/image381.png"/><Relationship Id="rId93" Type="http://schemas.openxmlformats.org/officeDocument/2006/relationships/image" Target="../media/image402.png"/><Relationship Id="rId189" Type="http://schemas.openxmlformats.org/officeDocument/2006/relationships/customXml" Target="../ink/ink459.xml"/><Relationship Id="rId396" Type="http://schemas.openxmlformats.org/officeDocument/2006/relationships/customXml" Target="../ink/ink564.xml"/><Relationship Id="rId561" Type="http://schemas.openxmlformats.org/officeDocument/2006/relationships/customXml" Target="../ink/ink648.xml"/><Relationship Id="rId617" Type="http://schemas.openxmlformats.org/officeDocument/2006/relationships/customXml" Target="../ink/ink676.xml"/><Relationship Id="rId659" Type="http://schemas.openxmlformats.org/officeDocument/2006/relationships/image" Target="../media/image678.png"/><Relationship Id="rId214" Type="http://schemas.openxmlformats.org/officeDocument/2006/relationships/image" Target="../media/image461.png"/><Relationship Id="rId256" Type="http://schemas.openxmlformats.org/officeDocument/2006/relationships/customXml" Target="../ink/ink493.xml"/><Relationship Id="rId298" Type="http://schemas.openxmlformats.org/officeDocument/2006/relationships/customXml" Target="../ink/ink514.xml"/><Relationship Id="rId421" Type="http://schemas.openxmlformats.org/officeDocument/2006/relationships/image" Target="../media/image562.png"/><Relationship Id="rId463" Type="http://schemas.openxmlformats.org/officeDocument/2006/relationships/customXml" Target="../ink/ink598.xml"/><Relationship Id="rId519" Type="http://schemas.openxmlformats.org/officeDocument/2006/relationships/image" Target="../media/image609.png"/><Relationship Id="rId670" Type="http://schemas.openxmlformats.org/officeDocument/2006/relationships/customXml" Target="../ink/ink703.xml"/><Relationship Id="rId116" Type="http://schemas.openxmlformats.org/officeDocument/2006/relationships/customXml" Target="../ink/ink422.xml"/><Relationship Id="rId158" Type="http://schemas.openxmlformats.org/officeDocument/2006/relationships/customXml" Target="../ink/ink443.xml"/><Relationship Id="rId323" Type="http://schemas.openxmlformats.org/officeDocument/2006/relationships/customXml" Target="../ink/ink527.xml"/><Relationship Id="rId530" Type="http://schemas.openxmlformats.org/officeDocument/2006/relationships/customXml" Target="../ink/ink632.xml"/><Relationship Id="rId20" Type="http://schemas.openxmlformats.org/officeDocument/2006/relationships/customXml" Target="../ink/ink374.xml"/><Relationship Id="rId62" Type="http://schemas.openxmlformats.org/officeDocument/2006/relationships/customXml" Target="../ink/ink395.xml"/><Relationship Id="rId365" Type="http://schemas.openxmlformats.org/officeDocument/2006/relationships/customXml" Target="../ink/ink548.xml"/><Relationship Id="rId572" Type="http://schemas.openxmlformats.org/officeDocument/2006/relationships/image" Target="../media/image635.png"/><Relationship Id="rId628" Type="http://schemas.openxmlformats.org/officeDocument/2006/relationships/customXml" Target="../ink/ink682.xml"/><Relationship Id="rId225" Type="http://schemas.openxmlformats.org/officeDocument/2006/relationships/customXml" Target="../ink/ink477.xml"/><Relationship Id="rId267" Type="http://schemas.openxmlformats.org/officeDocument/2006/relationships/image" Target="../media/image486.png"/><Relationship Id="rId432" Type="http://schemas.openxmlformats.org/officeDocument/2006/relationships/image" Target="../media/image567.png"/><Relationship Id="rId474" Type="http://schemas.openxmlformats.org/officeDocument/2006/relationships/image" Target="../media/image588.png"/><Relationship Id="rId127" Type="http://schemas.openxmlformats.org/officeDocument/2006/relationships/image" Target="../media/image418.png"/><Relationship Id="rId681" Type="http://schemas.openxmlformats.org/officeDocument/2006/relationships/image" Target="../media/image689.png"/><Relationship Id="rId31" Type="http://schemas.openxmlformats.org/officeDocument/2006/relationships/image" Target="../media/image371.png"/><Relationship Id="rId73" Type="http://schemas.openxmlformats.org/officeDocument/2006/relationships/image" Target="../media/image392.png"/><Relationship Id="rId169" Type="http://schemas.openxmlformats.org/officeDocument/2006/relationships/customXml" Target="../ink/ink449.xml"/><Relationship Id="rId334" Type="http://schemas.openxmlformats.org/officeDocument/2006/relationships/image" Target="../media/image519.png"/><Relationship Id="rId376" Type="http://schemas.openxmlformats.org/officeDocument/2006/relationships/image" Target="../media/image540.png"/><Relationship Id="rId541" Type="http://schemas.openxmlformats.org/officeDocument/2006/relationships/customXml" Target="../ink/ink638.xml"/><Relationship Id="rId583" Type="http://schemas.openxmlformats.org/officeDocument/2006/relationships/customXml" Target="../ink/ink659.xml"/><Relationship Id="rId639" Type="http://schemas.openxmlformats.org/officeDocument/2006/relationships/image" Target="../media/image668.png"/><Relationship Id="rId4" Type="http://schemas.openxmlformats.org/officeDocument/2006/relationships/customXml" Target="../ink/ink366.xml"/><Relationship Id="rId180" Type="http://schemas.openxmlformats.org/officeDocument/2006/relationships/image" Target="../media/image444.png"/><Relationship Id="rId236" Type="http://schemas.openxmlformats.org/officeDocument/2006/relationships/customXml" Target="../ink/ink483.xml"/><Relationship Id="rId278" Type="http://schemas.openxmlformats.org/officeDocument/2006/relationships/customXml" Target="../ink/ink504.xml"/><Relationship Id="rId401" Type="http://schemas.openxmlformats.org/officeDocument/2006/relationships/image" Target="../media/image552.png"/><Relationship Id="rId443" Type="http://schemas.openxmlformats.org/officeDocument/2006/relationships/customXml" Target="../ink/ink588.xml"/><Relationship Id="rId650" Type="http://schemas.openxmlformats.org/officeDocument/2006/relationships/customXml" Target="../ink/ink693.xml"/><Relationship Id="rId303" Type="http://schemas.openxmlformats.org/officeDocument/2006/relationships/image" Target="../media/image504.png"/><Relationship Id="rId485" Type="http://schemas.openxmlformats.org/officeDocument/2006/relationships/customXml" Target="../ink/ink609.xml"/><Relationship Id="rId692" Type="http://schemas.openxmlformats.org/officeDocument/2006/relationships/image" Target="../media/image694.png"/><Relationship Id="rId706" Type="http://schemas.openxmlformats.org/officeDocument/2006/relationships/image" Target="../media/image701.png"/><Relationship Id="rId42" Type="http://schemas.openxmlformats.org/officeDocument/2006/relationships/customXml" Target="../ink/ink385.xml"/><Relationship Id="rId84" Type="http://schemas.openxmlformats.org/officeDocument/2006/relationships/customXml" Target="../ink/ink406.xml"/><Relationship Id="rId138" Type="http://schemas.openxmlformats.org/officeDocument/2006/relationships/customXml" Target="../ink/ink433.xml"/><Relationship Id="rId345" Type="http://schemas.openxmlformats.org/officeDocument/2006/relationships/customXml" Target="../ink/ink538.xml"/><Relationship Id="rId387" Type="http://schemas.openxmlformats.org/officeDocument/2006/relationships/customXml" Target="../ink/ink559.xml"/><Relationship Id="rId510" Type="http://schemas.openxmlformats.org/officeDocument/2006/relationships/customXml" Target="../ink/ink622.xml"/><Relationship Id="rId552" Type="http://schemas.openxmlformats.org/officeDocument/2006/relationships/image" Target="../media/image625.png"/><Relationship Id="rId594" Type="http://schemas.openxmlformats.org/officeDocument/2006/relationships/image" Target="../media/image646.png"/><Relationship Id="rId608" Type="http://schemas.openxmlformats.org/officeDocument/2006/relationships/image" Target="../media/image653.png"/><Relationship Id="rId191" Type="http://schemas.openxmlformats.org/officeDocument/2006/relationships/customXml" Target="../ink/ink460.xml"/><Relationship Id="rId205" Type="http://schemas.openxmlformats.org/officeDocument/2006/relationships/customXml" Target="../ink/ink467.xml"/><Relationship Id="rId247" Type="http://schemas.openxmlformats.org/officeDocument/2006/relationships/image" Target="../media/image477.png"/><Relationship Id="rId412" Type="http://schemas.openxmlformats.org/officeDocument/2006/relationships/customXml" Target="../ink/ink572.xml"/><Relationship Id="rId107" Type="http://schemas.openxmlformats.org/officeDocument/2006/relationships/image" Target="../media/image409.png"/><Relationship Id="rId289" Type="http://schemas.openxmlformats.org/officeDocument/2006/relationships/image" Target="../media/image497.png"/><Relationship Id="rId454" Type="http://schemas.openxmlformats.org/officeDocument/2006/relationships/image" Target="../media/image578.png"/><Relationship Id="rId496" Type="http://schemas.openxmlformats.org/officeDocument/2006/relationships/image" Target="../media/image598.png"/><Relationship Id="rId661" Type="http://schemas.openxmlformats.org/officeDocument/2006/relationships/image" Target="../media/image679.png"/><Relationship Id="rId717" Type="http://schemas.openxmlformats.org/officeDocument/2006/relationships/customXml" Target="../ink/ink727.xml"/><Relationship Id="rId11" Type="http://schemas.openxmlformats.org/officeDocument/2006/relationships/image" Target="../media/image361.png"/><Relationship Id="rId53" Type="http://schemas.openxmlformats.org/officeDocument/2006/relationships/image" Target="../media/image382.png"/><Relationship Id="rId149" Type="http://schemas.openxmlformats.org/officeDocument/2006/relationships/image" Target="../media/image429.png"/><Relationship Id="rId314" Type="http://schemas.openxmlformats.org/officeDocument/2006/relationships/image" Target="../media/image509.png"/><Relationship Id="rId356" Type="http://schemas.openxmlformats.org/officeDocument/2006/relationships/image" Target="../media/image530.png"/><Relationship Id="rId398" Type="http://schemas.openxmlformats.org/officeDocument/2006/relationships/customXml" Target="../ink/ink565.xml"/><Relationship Id="rId521" Type="http://schemas.openxmlformats.org/officeDocument/2006/relationships/image" Target="../media/image610.png"/><Relationship Id="rId563" Type="http://schemas.openxmlformats.org/officeDocument/2006/relationships/customXml" Target="../ink/ink649.xml"/><Relationship Id="rId619" Type="http://schemas.openxmlformats.org/officeDocument/2006/relationships/customXml" Target="../ink/ink677.xml"/><Relationship Id="rId95" Type="http://schemas.openxmlformats.org/officeDocument/2006/relationships/image" Target="../media/image403.png"/><Relationship Id="rId160" Type="http://schemas.openxmlformats.org/officeDocument/2006/relationships/image" Target="../media/image434.png"/><Relationship Id="rId216" Type="http://schemas.openxmlformats.org/officeDocument/2006/relationships/image" Target="../media/image462.png"/><Relationship Id="rId423" Type="http://schemas.openxmlformats.org/officeDocument/2006/relationships/image" Target="../media/image563.png"/><Relationship Id="rId258" Type="http://schemas.openxmlformats.org/officeDocument/2006/relationships/customXml" Target="../ink/ink494.xml"/><Relationship Id="rId465" Type="http://schemas.openxmlformats.org/officeDocument/2006/relationships/customXml" Target="../ink/ink599.xml"/><Relationship Id="rId630" Type="http://schemas.openxmlformats.org/officeDocument/2006/relationships/customXml" Target="../ink/ink683.xml"/><Relationship Id="rId672" Type="http://schemas.openxmlformats.org/officeDocument/2006/relationships/customXml" Target="../ink/ink704.xml"/><Relationship Id="rId22" Type="http://schemas.openxmlformats.org/officeDocument/2006/relationships/customXml" Target="../ink/ink375.xml"/><Relationship Id="rId64" Type="http://schemas.openxmlformats.org/officeDocument/2006/relationships/customXml" Target="../ink/ink396.xml"/><Relationship Id="rId118" Type="http://schemas.openxmlformats.org/officeDocument/2006/relationships/customXml" Target="../ink/ink423.xml"/><Relationship Id="rId325" Type="http://schemas.openxmlformats.org/officeDocument/2006/relationships/customXml" Target="../ink/ink528.xml"/><Relationship Id="rId367" Type="http://schemas.openxmlformats.org/officeDocument/2006/relationships/customXml" Target="../ink/ink549.xml"/><Relationship Id="rId532" Type="http://schemas.openxmlformats.org/officeDocument/2006/relationships/customXml" Target="../ink/ink633.xml"/><Relationship Id="rId574" Type="http://schemas.openxmlformats.org/officeDocument/2006/relationships/image" Target="../media/image636.png"/><Relationship Id="rId171" Type="http://schemas.openxmlformats.org/officeDocument/2006/relationships/customXml" Target="../ink/ink450.xml"/><Relationship Id="rId227" Type="http://schemas.openxmlformats.org/officeDocument/2006/relationships/customXml" Target="../ink/ink478.xml"/><Relationship Id="rId269" Type="http://schemas.openxmlformats.org/officeDocument/2006/relationships/image" Target="../media/image487.png"/><Relationship Id="rId434" Type="http://schemas.openxmlformats.org/officeDocument/2006/relationships/image" Target="../media/image568.png"/><Relationship Id="rId476" Type="http://schemas.openxmlformats.org/officeDocument/2006/relationships/image" Target="../media/image589.png"/><Relationship Id="rId641" Type="http://schemas.openxmlformats.org/officeDocument/2006/relationships/image" Target="../media/image669.png"/><Relationship Id="rId683" Type="http://schemas.openxmlformats.org/officeDocument/2006/relationships/image" Target="../media/image690.png"/><Relationship Id="rId33" Type="http://schemas.openxmlformats.org/officeDocument/2006/relationships/image" Target="../media/image372.png"/><Relationship Id="rId129" Type="http://schemas.openxmlformats.org/officeDocument/2006/relationships/image" Target="../media/image419.png"/><Relationship Id="rId280" Type="http://schemas.openxmlformats.org/officeDocument/2006/relationships/customXml" Target="../ink/ink505.xml"/><Relationship Id="rId336" Type="http://schemas.openxmlformats.org/officeDocument/2006/relationships/image" Target="../media/image520.png"/><Relationship Id="rId501" Type="http://schemas.openxmlformats.org/officeDocument/2006/relationships/customXml" Target="../ink/ink617.xml"/><Relationship Id="rId543" Type="http://schemas.openxmlformats.org/officeDocument/2006/relationships/customXml" Target="../ink/ink639.xml"/><Relationship Id="rId75" Type="http://schemas.openxmlformats.org/officeDocument/2006/relationships/image" Target="../media/image393.png"/><Relationship Id="rId140" Type="http://schemas.openxmlformats.org/officeDocument/2006/relationships/customXml" Target="../ink/ink434.xml"/><Relationship Id="rId182" Type="http://schemas.openxmlformats.org/officeDocument/2006/relationships/image" Target="../media/image445.png"/><Relationship Id="rId378" Type="http://schemas.openxmlformats.org/officeDocument/2006/relationships/image" Target="../media/image541.png"/><Relationship Id="rId403" Type="http://schemas.openxmlformats.org/officeDocument/2006/relationships/image" Target="../media/image553.png"/><Relationship Id="rId585" Type="http://schemas.openxmlformats.org/officeDocument/2006/relationships/customXml" Target="../ink/ink660.xml"/><Relationship Id="rId6" Type="http://schemas.openxmlformats.org/officeDocument/2006/relationships/customXml" Target="../ink/ink367.xml"/><Relationship Id="rId238" Type="http://schemas.openxmlformats.org/officeDocument/2006/relationships/customXml" Target="../ink/ink484.xml"/><Relationship Id="rId445" Type="http://schemas.openxmlformats.org/officeDocument/2006/relationships/customXml" Target="../ink/ink589.xml"/><Relationship Id="rId487" Type="http://schemas.openxmlformats.org/officeDocument/2006/relationships/customXml" Target="../ink/ink610.xml"/><Relationship Id="rId610" Type="http://schemas.openxmlformats.org/officeDocument/2006/relationships/image" Target="../media/image654.png"/><Relationship Id="rId652" Type="http://schemas.openxmlformats.org/officeDocument/2006/relationships/customXml" Target="../ink/ink694.xml"/><Relationship Id="rId694" Type="http://schemas.openxmlformats.org/officeDocument/2006/relationships/image" Target="../media/image695.png"/><Relationship Id="rId708" Type="http://schemas.openxmlformats.org/officeDocument/2006/relationships/image" Target="../media/image702.png"/><Relationship Id="rId291" Type="http://schemas.openxmlformats.org/officeDocument/2006/relationships/image" Target="../media/image498.png"/><Relationship Id="rId305" Type="http://schemas.openxmlformats.org/officeDocument/2006/relationships/customXml" Target="../ink/ink518.xml"/><Relationship Id="rId347" Type="http://schemas.openxmlformats.org/officeDocument/2006/relationships/customXml" Target="../ink/ink539.xml"/><Relationship Id="rId512" Type="http://schemas.openxmlformats.org/officeDocument/2006/relationships/customXml" Target="../ink/ink623.xml"/><Relationship Id="rId44" Type="http://schemas.openxmlformats.org/officeDocument/2006/relationships/customXml" Target="../ink/ink386.xml"/><Relationship Id="rId86" Type="http://schemas.openxmlformats.org/officeDocument/2006/relationships/customXml" Target="../ink/ink407.xml"/><Relationship Id="rId151" Type="http://schemas.openxmlformats.org/officeDocument/2006/relationships/image" Target="../media/image430.png"/><Relationship Id="rId389" Type="http://schemas.openxmlformats.org/officeDocument/2006/relationships/image" Target="../media/image546.png"/><Relationship Id="rId554" Type="http://schemas.openxmlformats.org/officeDocument/2006/relationships/image" Target="../media/image626.png"/><Relationship Id="rId596" Type="http://schemas.openxmlformats.org/officeDocument/2006/relationships/image" Target="../media/image647.png"/><Relationship Id="rId193" Type="http://schemas.openxmlformats.org/officeDocument/2006/relationships/customXml" Target="../ink/ink461.xml"/><Relationship Id="rId207" Type="http://schemas.openxmlformats.org/officeDocument/2006/relationships/customXml" Target="../ink/ink468.xml"/><Relationship Id="rId249" Type="http://schemas.openxmlformats.org/officeDocument/2006/relationships/image" Target="../media/image478.png"/><Relationship Id="rId414" Type="http://schemas.openxmlformats.org/officeDocument/2006/relationships/customXml" Target="../ink/ink573.xml"/><Relationship Id="rId456" Type="http://schemas.openxmlformats.org/officeDocument/2006/relationships/image" Target="../media/image579.png"/><Relationship Id="rId498" Type="http://schemas.openxmlformats.org/officeDocument/2006/relationships/image" Target="../media/image599.png"/><Relationship Id="rId621" Type="http://schemas.openxmlformats.org/officeDocument/2006/relationships/image" Target="../media/image659.png"/><Relationship Id="rId663" Type="http://schemas.openxmlformats.org/officeDocument/2006/relationships/image" Target="../media/image680.png"/><Relationship Id="rId13" Type="http://schemas.openxmlformats.org/officeDocument/2006/relationships/image" Target="../media/image362.png"/><Relationship Id="rId109" Type="http://schemas.openxmlformats.org/officeDocument/2006/relationships/image" Target="../media/image410.png"/><Relationship Id="rId260" Type="http://schemas.openxmlformats.org/officeDocument/2006/relationships/customXml" Target="../ink/ink495.xml"/><Relationship Id="rId316" Type="http://schemas.openxmlformats.org/officeDocument/2006/relationships/image" Target="../media/image510.png"/><Relationship Id="rId523" Type="http://schemas.openxmlformats.org/officeDocument/2006/relationships/image" Target="../media/image611.png"/><Relationship Id="rId719" Type="http://schemas.openxmlformats.org/officeDocument/2006/relationships/customXml" Target="../ink/ink728.xml"/><Relationship Id="rId55" Type="http://schemas.openxmlformats.org/officeDocument/2006/relationships/image" Target="../media/image383.png"/><Relationship Id="rId97" Type="http://schemas.openxmlformats.org/officeDocument/2006/relationships/image" Target="../media/image404.png"/><Relationship Id="rId120" Type="http://schemas.openxmlformats.org/officeDocument/2006/relationships/customXml" Target="../ink/ink424.xml"/><Relationship Id="rId358" Type="http://schemas.openxmlformats.org/officeDocument/2006/relationships/image" Target="../media/image531.png"/><Relationship Id="rId565" Type="http://schemas.openxmlformats.org/officeDocument/2006/relationships/customXml" Target="../ink/ink650.xml"/><Relationship Id="rId162" Type="http://schemas.openxmlformats.org/officeDocument/2006/relationships/image" Target="../media/image435.png"/><Relationship Id="rId218" Type="http://schemas.openxmlformats.org/officeDocument/2006/relationships/image" Target="../media/image463.png"/><Relationship Id="rId425" Type="http://schemas.openxmlformats.org/officeDocument/2006/relationships/image" Target="../media/image564.png"/><Relationship Id="rId467" Type="http://schemas.openxmlformats.org/officeDocument/2006/relationships/customXml" Target="../ink/ink600.xml"/><Relationship Id="rId632" Type="http://schemas.openxmlformats.org/officeDocument/2006/relationships/customXml" Target="../ink/ink684.xml"/><Relationship Id="rId271" Type="http://schemas.openxmlformats.org/officeDocument/2006/relationships/image" Target="../media/image488.png"/><Relationship Id="rId674" Type="http://schemas.openxmlformats.org/officeDocument/2006/relationships/customXml" Target="../ink/ink705.xml"/><Relationship Id="rId24" Type="http://schemas.openxmlformats.org/officeDocument/2006/relationships/customXml" Target="../ink/ink376.xml"/><Relationship Id="rId66" Type="http://schemas.openxmlformats.org/officeDocument/2006/relationships/customXml" Target="../ink/ink397.xml"/><Relationship Id="rId131" Type="http://schemas.openxmlformats.org/officeDocument/2006/relationships/image" Target="../media/image420.png"/><Relationship Id="rId327" Type="http://schemas.openxmlformats.org/officeDocument/2006/relationships/customXml" Target="../ink/ink529.xml"/><Relationship Id="rId369" Type="http://schemas.openxmlformats.org/officeDocument/2006/relationships/customXml" Target="../ink/ink550.xml"/><Relationship Id="rId534" Type="http://schemas.openxmlformats.org/officeDocument/2006/relationships/customXml" Target="../ink/ink634.xml"/><Relationship Id="rId576" Type="http://schemas.openxmlformats.org/officeDocument/2006/relationships/image" Target="../media/image637.png"/><Relationship Id="rId173" Type="http://schemas.openxmlformats.org/officeDocument/2006/relationships/customXml" Target="../ink/ink451.xml"/><Relationship Id="rId229" Type="http://schemas.openxmlformats.org/officeDocument/2006/relationships/customXml" Target="../ink/ink479.xml"/><Relationship Id="rId380" Type="http://schemas.openxmlformats.org/officeDocument/2006/relationships/image" Target="../media/image542.png"/><Relationship Id="rId436" Type="http://schemas.openxmlformats.org/officeDocument/2006/relationships/image" Target="../media/image569.png"/><Relationship Id="rId601" Type="http://schemas.openxmlformats.org/officeDocument/2006/relationships/customXml" Target="../ink/ink668.xml"/><Relationship Id="rId643" Type="http://schemas.openxmlformats.org/officeDocument/2006/relationships/image" Target="../media/image670.png"/><Relationship Id="rId240" Type="http://schemas.openxmlformats.org/officeDocument/2006/relationships/customXml" Target="../ink/ink485.xml"/><Relationship Id="rId478" Type="http://schemas.openxmlformats.org/officeDocument/2006/relationships/image" Target="../media/image590.png"/><Relationship Id="rId685" Type="http://schemas.openxmlformats.org/officeDocument/2006/relationships/customXml" Target="../ink/ink711.xml"/><Relationship Id="rId35" Type="http://schemas.openxmlformats.org/officeDocument/2006/relationships/image" Target="../media/image373.png"/><Relationship Id="rId77" Type="http://schemas.openxmlformats.org/officeDocument/2006/relationships/image" Target="../media/image394.png"/><Relationship Id="rId100" Type="http://schemas.openxmlformats.org/officeDocument/2006/relationships/customXml" Target="../ink/ink414.xml"/><Relationship Id="rId282" Type="http://schemas.openxmlformats.org/officeDocument/2006/relationships/customXml" Target="../ink/ink506.xml"/><Relationship Id="rId338" Type="http://schemas.openxmlformats.org/officeDocument/2006/relationships/image" Target="../media/image521.png"/><Relationship Id="rId503" Type="http://schemas.openxmlformats.org/officeDocument/2006/relationships/customXml" Target="../ink/ink618.xml"/><Relationship Id="rId545" Type="http://schemas.openxmlformats.org/officeDocument/2006/relationships/customXml" Target="../ink/ink640.xml"/><Relationship Id="rId587" Type="http://schemas.openxmlformats.org/officeDocument/2006/relationships/customXml" Target="../ink/ink661.xml"/><Relationship Id="rId710" Type="http://schemas.openxmlformats.org/officeDocument/2006/relationships/image" Target="../media/image703.png"/><Relationship Id="rId8" Type="http://schemas.openxmlformats.org/officeDocument/2006/relationships/customXml" Target="../ink/ink368.xml"/><Relationship Id="rId142" Type="http://schemas.openxmlformats.org/officeDocument/2006/relationships/customXml" Target="../ink/ink435.xml"/><Relationship Id="rId184" Type="http://schemas.openxmlformats.org/officeDocument/2006/relationships/image" Target="../media/image446.png"/><Relationship Id="rId391" Type="http://schemas.openxmlformats.org/officeDocument/2006/relationships/image" Target="../media/image547.png"/><Relationship Id="rId405" Type="http://schemas.openxmlformats.org/officeDocument/2006/relationships/image" Target="../media/image554.png"/><Relationship Id="rId447" Type="http://schemas.openxmlformats.org/officeDocument/2006/relationships/customXml" Target="../ink/ink590.xml"/><Relationship Id="rId612" Type="http://schemas.openxmlformats.org/officeDocument/2006/relationships/image" Target="../media/image655.png"/><Relationship Id="rId251" Type="http://schemas.openxmlformats.org/officeDocument/2006/relationships/image" Target="../media/image479.png"/><Relationship Id="rId489" Type="http://schemas.openxmlformats.org/officeDocument/2006/relationships/customXml" Target="../ink/ink611.xml"/><Relationship Id="rId654" Type="http://schemas.openxmlformats.org/officeDocument/2006/relationships/customXml" Target="../ink/ink695.xml"/><Relationship Id="rId696" Type="http://schemas.openxmlformats.org/officeDocument/2006/relationships/image" Target="../media/image696.png"/><Relationship Id="rId46" Type="http://schemas.openxmlformats.org/officeDocument/2006/relationships/customXml" Target="../ink/ink387.xml"/><Relationship Id="rId293" Type="http://schemas.openxmlformats.org/officeDocument/2006/relationships/image" Target="../media/image499.png"/><Relationship Id="rId307" Type="http://schemas.openxmlformats.org/officeDocument/2006/relationships/customXml" Target="../ink/ink519.xml"/><Relationship Id="rId349" Type="http://schemas.openxmlformats.org/officeDocument/2006/relationships/customXml" Target="../ink/ink540.xml"/><Relationship Id="rId514" Type="http://schemas.openxmlformats.org/officeDocument/2006/relationships/customXml" Target="../ink/ink624.xml"/><Relationship Id="rId556" Type="http://schemas.openxmlformats.org/officeDocument/2006/relationships/image" Target="../media/image627.png"/><Relationship Id="rId88" Type="http://schemas.openxmlformats.org/officeDocument/2006/relationships/customXml" Target="../ink/ink408.xml"/><Relationship Id="rId111" Type="http://schemas.openxmlformats.org/officeDocument/2006/relationships/image" Target="../media/image411.png"/><Relationship Id="rId153" Type="http://schemas.openxmlformats.org/officeDocument/2006/relationships/image" Target="../media/image431.png"/><Relationship Id="rId195" Type="http://schemas.openxmlformats.org/officeDocument/2006/relationships/customXml" Target="../ink/ink462.xml"/><Relationship Id="rId209" Type="http://schemas.openxmlformats.org/officeDocument/2006/relationships/customXml" Target="../ink/ink469.xml"/><Relationship Id="rId360" Type="http://schemas.openxmlformats.org/officeDocument/2006/relationships/image" Target="../media/image532.png"/><Relationship Id="rId416" Type="http://schemas.openxmlformats.org/officeDocument/2006/relationships/customXml" Target="../ink/ink574.xml"/><Relationship Id="rId598" Type="http://schemas.openxmlformats.org/officeDocument/2006/relationships/image" Target="../media/image648.png"/><Relationship Id="rId220" Type="http://schemas.openxmlformats.org/officeDocument/2006/relationships/image" Target="../media/image464.png"/><Relationship Id="rId458" Type="http://schemas.openxmlformats.org/officeDocument/2006/relationships/image" Target="../media/image580.png"/><Relationship Id="rId623" Type="http://schemas.openxmlformats.org/officeDocument/2006/relationships/image" Target="../media/image660.png"/><Relationship Id="rId665" Type="http://schemas.openxmlformats.org/officeDocument/2006/relationships/image" Target="../media/image681.png"/><Relationship Id="rId15" Type="http://schemas.openxmlformats.org/officeDocument/2006/relationships/image" Target="../media/image363.png"/><Relationship Id="rId57" Type="http://schemas.openxmlformats.org/officeDocument/2006/relationships/image" Target="../media/image384.png"/><Relationship Id="rId262" Type="http://schemas.openxmlformats.org/officeDocument/2006/relationships/customXml" Target="../ink/ink496.xml"/><Relationship Id="rId318" Type="http://schemas.openxmlformats.org/officeDocument/2006/relationships/image" Target="../media/image511.png"/><Relationship Id="rId525" Type="http://schemas.openxmlformats.org/officeDocument/2006/relationships/image" Target="../media/image612.png"/><Relationship Id="rId567" Type="http://schemas.openxmlformats.org/officeDocument/2006/relationships/customXml" Target="../ink/ink651.xml"/><Relationship Id="rId99" Type="http://schemas.openxmlformats.org/officeDocument/2006/relationships/image" Target="../media/image405.png"/><Relationship Id="rId122" Type="http://schemas.openxmlformats.org/officeDocument/2006/relationships/customXml" Target="../ink/ink425.xml"/><Relationship Id="rId164" Type="http://schemas.openxmlformats.org/officeDocument/2006/relationships/image" Target="../media/image436.png"/><Relationship Id="rId371" Type="http://schemas.openxmlformats.org/officeDocument/2006/relationships/customXml" Target="../ink/ink551.xml"/><Relationship Id="rId427" Type="http://schemas.openxmlformats.org/officeDocument/2006/relationships/image" Target="../media/image565.png"/><Relationship Id="rId469" Type="http://schemas.openxmlformats.org/officeDocument/2006/relationships/customXml" Target="../ink/ink601.xml"/><Relationship Id="rId634" Type="http://schemas.openxmlformats.org/officeDocument/2006/relationships/customXml" Target="../ink/ink685.xml"/><Relationship Id="rId676" Type="http://schemas.openxmlformats.org/officeDocument/2006/relationships/customXml" Target="../ink/ink706.xml"/><Relationship Id="rId26" Type="http://schemas.openxmlformats.org/officeDocument/2006/relationships/customXml" Target="../ink/ink377.xml"/><Relationship Id="rId231" Type="http://schemas.openxmlformats.org/officeDocument/2006/relationships/image" Target="../media/image469.png"/><Relationship Id="rId273" Type="http://schemas.openxmlformats.org/officeDocument/2006/relationships/image" Target="../media/image489.png"/><Relationship Id="rId329" Type="http://schemas.openxmlformats.org/officeDocument/2006/relationships/customXml" Target="../ink/ink530.xml"/><Relationship Id="rId480" Type="http://schemas.openxmlformats.org/officeDocument/2006/relationships/image" Target="../media/image591.png"/><Relationship Id="rId536" Type="http://schemas.openxmlformats.org/officeDocument/2006/relationships/customXml" Target="../ink/ink635.xml"/><Relationship Id="rId701" Type="http://schemas.openxmlformats.org/officeDocument/2006/relationships/customXml" Target="../ink/ink719.xml"/><Relationship Id="rId68" Type="http://schemas.openxmlformats.org/officeDocument/2006/relationships/customXml" Target="../ink/ink398.xml"/><Relationship Id="rId133" Type="http://schemas.openxmlformats.org/officeDocument/2006/relationships/image" Target="../media/image421.png"/><Relationship Id="rId175" Type="http://schemas.openxmlformats.org/officeDocument/2006/relationships/customXml" Target="../ink/ink452.xml"/><Relationship Id="rId340" Type="http://schemas.openxmlformats.org/officeDocument/2006/relationships/image" Target="../media/image522.png"/><Relationship Id="rId578" Type="http://schemas.openxmlformats.org/officeDocument/2006/relationships/image" Target="../media/image638.png"/><Relationship Id="rId200" Type="http://schemas.openxmlformats.org/officeDocument/2006/relationships/image" Target="../media/image454.png"/><Relationship Id="rId382" Type="http://schemas.openxmlformats.org/officeDocument/2006/relationships/image" Target="../media/image543.png"/><Relationship Id="rId438" Type="http://schemas.openxmlformats.org/officeDocument/2006/relationships/image" Target="../media/image570.png"/><Relationship Id="rId603" Type="http://schemas.openxmlformats.org/officeDocument/2006/relationships/customXml" Target="../ink/ink669.xml"/><Relationship Id="rId645" Type="http://schemas.openxmlformats.org/officeDocument/2006/relationships/image" Target="../media/image671.png"/><Relationship Id="rId687" Type="http://schemas.openxmlformats.org/officeDocument/2006/relationships/customXml" Target="../ink/ink712.xml"/><Relationship Id="rId242" Type="http://schemas.openxmlformats.org/officeDocument/2006/relationships/customXml" Target="../ink/ink486.xml"/><Relationship Id="rId284" Type="http://schemas.openxmlformats.org/officeDocument/2006/relationships/customXml" Target="../ink/ink507.xml"/><Relationship Id="rId491" Type="http://schemas.openxmlformats.org/officeDocument/2006/relationships/customXml" Target="../ink/ink612.xml"/><Relationship Id="rId505" Type="http://schemas.openxmlformats.org/officeDocument/2006/relationships/customXml" Target="../ink/ink619.xml"/><Relationship Id="rId712" Type="http://schemas.openxmlformats.org/officeDocument/2006/relationships/image" Target="../media/image704.png"/><Relationship Id="rId37" Type="http://schemas.openxmlformats.org/officeDocument/2006/relationships/image" Target="../media/image374.png"/><Relationship Id="rId79" Type="http://schemas.openxmlformats.org/officeDocument/2006/relationships/image" Target="../media/image395.png"/><Relationship Id="rId102" Type="http://schemas.openxmlformats.org/officeDocument/2006/relationships/customXml" Target="../ink/ink415.xml"/><Relationship Id="rId144" Type="http://schemas.openxmlformats.org/officeDocument/2006/relationships/customXml" Target="../ink/ink436.xml"/><Relationship Id="rId547" Type="http://schemas.openxmlformats.org/officeDocument/2006/relationships/customXml" Target="../ink/ink641.xml"/><Relationship Id="rId589" Type="http://schemas.openxmlformats.org/officeDocument/2006/relationships/customXml" Target="../ink/ink662.xml"/><Relationship Id="rId90" Type="http://schemas.openxmlformats.org/officeDocument/2006/relationships/customXml" Target="../ink/ink409.xml"/><Relationship Id="rId186" Type="http://schemas.openxmlformats.org/officeDocument/2006/relationships/image" Target="../media/image447.png"/><Relationship Id="rId351" Type="http://schemas.openxmlformats.org/officeDocument/2006/relationships/customXml" Target="../ink/ink541.xml"/><Relationship Id="rId393" Type="http://schemas.openxmlformats.org/officeDocument/2006/relationships/image" Target="../media/image548.png"/><Relationship Id="rId407" Type="http://schemas.openxmlformats.org/officeDocument/2006/relationships/image" Target="../media/image555.png"/><Relationship Id="rId449" Type="http://schemas.openxmlformats.org/officeDocument/2006/relationships/customXml" Target="../ink/ink591.xml"/><Relationship Id="rId614" Type="http://schemas.openxmlformats.org/officeDocument/2006/relationships/image" Target="../media/image656.png"/><Relationship Id="rId656" Type="http://schemas.openxmlformats.org/officeDocument/2006/relationships/customXml" Target="../ink/ink696.xml"/><Relationship Id="rId211" Type="http://schemas.openxmlformats.org/officeDocument/2006/relationships/customXml" Target="../ink/ink470.xml"/><Relationship Id="rId253" Type="http://schemas.openxmlformats.org/officeDocument/2006/relationships/image" Target="../media/image480.png"/><Relationship Id="rId295" Type="http://schemas.openxmlformats.org/officeDocument/2006/relationships/image" Target="../media/image500.png"/><Relationship Id="rId309" Type="http://schemas.openxmlformats.org/officeDocument/2006/relationships/customXml" Target="../ink/ink520.xml"/><Relationship Id="rId460" Type="http://schemas.openxmlformats.org/officeDocument/2006/relationships/image" Target="../media/image581.png"/><Relationship Id="rId516" Type="http://schemas.openxmlformats.org/officeDocument/2006/relationships/customXml" Target="../ink/ink625.xml"/><Relationship Id="rId698" Type="http://schemas.openxmlformats.org/officeDocument/2006/relationships/image" Target="../media/image697.png"/><Relationship Id="rId48" Type="http://schemas.openxmlformats.org/officeDocument/2006/relationships/customXml" Target="../ink/ink388.xml"/><Relationship Id="rId113" Type="http://schemas.openxmlformats.org/officeDocument/2006/relationships/image" Target="../media/image412.png"/><Relationship Id="rId320" Type="http://schemas.openxmlformats.org/officeDocument/2006/relationships/image" Target="../media/image512.png"/><Relationship Id="rId558" Type="http://schemas.openxmlformats.org/officeDocument/2006/relationships/image" Target="../media/image628.png"/><Relationship Id="rId155" Type="http://schemas.openxmlformats.org/officeDocument/2006/relationships/image" Target="../media/image432.png"/><Relationship Id="rId197" Type="http://schemas.openxmlformats.org/officeDocument/2006/relationships/customXml" Target="../ink/ink463.xml"/><Relationship Id="rId362" Type="http://schemas.openxmlformats.org/officeDocument/2006/relationships/image" Target="../media/image533.png"/><Relationship Id="rId418" Type="http://schemas.openxmlformats.org/officeDocument/2006/relationships/customXml" Target="../ink/ink575.xml"/><Relationship Id="rId625" Type="http://schemas.openxmlformats.org/officeDocument/2006/relationships/image" Target="../media/image661.png"/><Relationship Id="rId222" Type="http://schemas.openxmlformats.org/officeDocument/2006/relationships/image" Target="../media/image465.png"/><Relationship Id="rId264" Type="http://schemas.openxmlformats.org/officeDocument/2006/relationships/customXml" Target="../ink/ink497.xml"/><Relationship Id="rId471" Type="http://schemas.openxmlformats.org/officeDocument/2006/relationships/customXml" Target="../ink/ink602.xml"/><Relationship Id="rId667" Type="http://schemas.openxmlformats.org/officeDocument/2006/relationships/image" Target="../media/image682.png"/><Relationship Id="rId17" Type="http://schemas.openxmlformats.org/officeDocument/2006/relationships/image" Target="../media/image364.png"/><Relationship Id="rId59" Type="http://schemas.openxmlformats.org/officeDocument/2006/relationships/image" Target="../media/image385.png"/><Relationship Id="rId124" Type="http://schemas.openxmlformats.org/officeDocument/2006/relationships/customXml" Target="../ink/ink426.xml"/><Relationship Id="rId527" Type="http://schemas.openxmlformats.org/officeDocument/2006/relationships/image" Target="../media/image613.png"/><Relationship Id="rId569" Type="http://schemas.openxmlformats.org/officeDocument/2006/relationships/customXml" Target="../ink/ink652.xml"/><Relationship Id="rId70" Type="http://schemas.openxmlformats.org/officeDocument/2006/relationships/customXml" Target="../ink/ink399.xml"/><Relationship Id="rId166" Type="http://schemas.openxmlformats.org/officeDocument/2006/relationships/image" Target="../media/image437.png"/><Relationship Id="rId331" Type="http://schemas.openxmlformats.org/officeDocument/2006/relationships/customXml" Target="../ink/ink531.xml"/><Relationship Id="rId373" Type="http://schemas.openxmlformats.org/officeDocument/2006/relationships/customXml" Target="../ink/ink552.xml"/><Relationship Id="rId429" Type="http://schemas.openxmlformats.org/officeDocument/2006/relationships/image" Target="../media/image566.png"/><Relationship Id="rId580" Type="http://schemas.openxmlformats.org/officeDocument/2006/relationships/image" Target="../media/image639.png"/><Relationship Id="rId636" Type="http://schemas.openxmlformats.org/officeDocument/2006/relationships/customXml" Target="../ink/ink686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470.png"/><Relationship Id="rId440" Type="http://schemas.openxmlformats.org/officeDocument/2006/relationships/image" Target="../media/image571.png"/><Relationship Id="rId678" Type="http://schemas.openxmlformats.org/officeDocument/2006/relationships/customXml" Target="../ink/ink707.xml"/><Relationship Id="rId28" Type="http://schemas.openxmlformats.org/officeDocument/2006/relationships/customXml" Target="../ink/ink378.xml"/><Relationship Id="rId275" Type="http://schemas.openxmlformats.org/officeDocument/2006/relationships/image" Target="../media/image490.png"/><Relationship Id="rId300" Type="http://schemas.openxmlformats.org/officeDocument/2006/relationships/customXml" Target="../ink/ink515.xml"/><Relationship Id="rId482" Type="http://schemas.openxmlformats.org/officeDocument/2006/relationships/image" Target="../media/image592.png"/><Relationship Id="rId538" Type="http://schemas.openxmlformats.org/officeDocument/2006/relationships/customXml" Target="../ink/ink636.xml"/><Relationship Id="rId703" Type="http://schemas.openxmlformats.org/officeDocument/2006/relationships/customXml" Target="../ink/ink720.xml"/><Relationship Id="rId81" Type="http://schemas.openxmlformats.org/officeDocument/2006/relationships/image" Target="../media/image396.png"/><Relationship Id="rId135" Type="http://schemas.openxmlformats.org/officeDocument/2006/relationships/image" Target="../media/image422.png"/><Relationship Id="rId177" Type="http://schemas.openxmlformats.org/officeDocument/2006/relationships/customXml" Target="../ink/ink453.xml"/><Relationship Id="rId342" Type="http://schemas.openxmlformats.org/officeDocument/2006/relationships/image" Target="../media/image523.png"/><Relationship Id="rId384" Type="http://schemas.openxmlformats.org/officeDocument/2006/relationships/image" Target="../media/image544.png"/><Relationship Id="rId591" Type="http://schemas.openxmlformats.org/officeDocument/2006/relationships/customXml" Target="../ink/ink663.xml"/><Relationship Id="rId605" Type="http://schemas.openxmlformats.org/officeDocument/2006/relationships/customXml" Target="../ink/ink670.xml"/><Relationship Id="rId202" Type="http://schemas.openxmlformats.org/officeDocument/2006/relationships/image" Target="../media/image455.png"/><Relationship Id="rId244" Type="http://schemas.openxmlformats.org/officeDocument/2006/relationships/customXml" Target="../ink/ink487.xml"/><Relationship Id="rId647" Type="http://schemas.openxmlformats.org/officeDocument/2006/relationships/image" Target="../media/image672.png"/><Relationship Id="rId689" Type="http://schemas.openxmlformats.org/officeDocument/2006/relationships/customXml" Target="../ink/ink713.xml"/><Relationship Id="rId39" Type="http://schemas.openxmlformats.org/officeDocument/2006/relationships/image" Target="../media/image375.png"/><Relationship Id="rId286" Type="http://schemas.openxmlformats.org/officeDocument/2006/relationships/customXml" Target="../ink/ink508.xml"/><Relationship Id="rId451" Type="http://schemas.openxmlformats.org/officeDocument/2006/relationships/customXml" Target="../ink/ink592.xml"/><Relationship Id="rId493" Type="http://schemas.openxmlformats.org/officeDocument/2006/relationships/customXml" Target="../ink/ink613.xml"/><Relationship Id="rId507" Type="http://schemas.openxmlformats.org/officeDocument/2006/relationships/customXml" Target="../ink/ink620.xml"/><Relationship Id="rId549" Type="http://schemas.openxmlformats.org/officeDocument/2006/relationships/customXml" Target="../ink/ink642.xml"/><Relationship Id="rId714" Type="http://schemas.openxmlformats.org/officeDocument/2006/relationships/image" Target="../media/image705.png"/><Relationship Id="rId50" Type="http://schemas.openxmlformats.org/officeDocument/2006/relationships/customXml" Target="../ink/ink389.xml"/><Relationship Id="rId104" Type="http://schemas.openxmlformats.org/officeDocument/2006/relationships/customXml" Target="../ink/ink416.xml"/><Relationship Id="rId146" Type="http://schemas.openxmlformats.org/officeDocument/2006/relationships/customXml" Target="../ink/ink437.xml"/><Relationship Id="rId188" Type="http://schemas.openxmlformats.org/officeDocument/2006/relationships/image" Target="../media/image448.png"/><Relationship Id="rId311" Type="http://schemas.openxmlformats.org/officeDocument/2006/relationships/customXml" Target="../ink/ink521.xml"/><Relationship Id="rId353" Type="http://schemas.openxmlformats.org/officeDocument/2006/relationships/customXml" Target="../ink/ink542.xml"/><Relationship Id="rId395" Type="http://schemas.openxmlformats.org/officeDocument/2006/relationships/image" Target="../media/image549.png"/><Relationship Id="rId409" Type="http://schemas.openxmlformats.org/officeDocument/2006/relationships/image" Target="../media/image556.png"/><Relationship Id="rId560" Type="http://schemas.openxmlformats.org/officeDocument/2006/relationships/image" Target="../media/image629.png"/><Relationship Id="rId92" Type="http://schemas.openxmlformats.org/officeDocument/2006/relationships/customXml" Target="../ink/ink410.xml"/><Relationship Id="rId213" Type="http://schemas.openxmlformats.org/officeDocument/2006/relationships/customXml" Target="../ink/ink471.xml"/><Relationship Id="rId420" Type="http://schemas.openxmlformats.org/officeDocument/2006/relationships/customXml" Target="../ink/ink576.xml"/><Relationship Id="rId616" Type="http://schemas.openxmlformats.org/officeDocument/2006/relationships/image" Target="../media/image657.png"/><Relationship Id="rId658" Type="http://schemas.openxmlformats.org/officeDocument/2006/relationships/customXml" Target="../ink/ink697.xml"/><Relationship Id="rId255" Type="http://schemas.openxmlformats.org/officeDocument/2006/relationships/image" Target="../media/image481.png"/><Relationship Id="rId297" Type="http://schemas.openxmlformats.org/officeDocument/2006/relationships/image" Target="../media/image501.png"/><Relationship Id="rId462" Type="http://schemas.openxmlformats.org/officeDocument/2006/relationships/image" Target="../media/image582.png"/><Relationship Id="rId518" Type="http://schemas.openxmlformats.org/officeDocument/2006/relationships/customXml" Target="../ink/ink626.xml"/><Relationship Id="rId115" Type="http://schemas.openxmlformats.org/officeDocument/2006/relationships/image" Target="../media/image119.png"/><Relationship Id="rId157" Type="http://schemas.openxmlformats.org/officeDocument/2006/relationships/image" Target="../media/image433.png"/><Relationship Id="rId322" Type="http://schemas.openxmlformats.org/officeDocument/2006/relationships/image" Target="../media/image513.png"/><Relationship Id="rId364" Type="http://schemas.openxmlformats.org/officeDocument/2006/relationships/image" Target="../media/image534.png"/><Relationship Id="rId61" Type="http://schemas.openxmlformats.org/officeDocument/2006/relationships/image" Target="../media/image386.png"/><Relationship Id="rId199" Type="http://schemas.openxmlformats.org/officeDocument/2006/relationships/customXml" Target="../ink/ink464.xml"/><Relationship Id="rId571" Type="http://schemas.openxmlformats.org/officeDocument/2006/relationships/customXml" Target="../ink/ink653.xml"/><Relationship Id="rId627" Type="http://schemas.openxmlformats.org/officeDocument/2006/relationships/image" Target="../media/image662.png"/><Relationship Id="rId669" Type="http://schemas.openxmlformats.org/officeDocument/2006/relationships/image" Target="../media/image683.png"/><Relationship Id="rId19" Type="http://schemas.openxmlformats.org/officeDocument/2006/relationships/image" Target="../media/image365.png"/><Relationship Id="rId224" Type="http://schemas.openxmlformats.org/officeDocument/2006/relationships/image" Target="../media/image466.png"/><Relationship Id="rId266" Type="http://schemas.openxmlformats.org/officeDocument/2006/relationships/customXml" Target="../ink/ink498.xml"/><Relationship Id="rId431" Type="http://schemas.openxmlformats.org/officeDocument/2006/relationships/customXml" Target="../ink/ink582.xml"/><Relationship Id="rId473" Type="http://schemas.openxmlformats.org/officeDocument/2006/relationships/customXml" Target="../ink/ink603.xml"/><Relationship Id="rId529" Type="http://schemas.openxmlformats.org/officeDocument/2006/relationships/image" Target="../media/image614.png"/><Relationship Id="rId680" Type="http://schemas.openxmlformats.org/officeDocument/2006/relationships/customXml" Target="../ink/ink708.xml"/><Relationship Id="rId30" Type="http://schemas.openxmlformats.org/officeDocument/2006/relationships/customXml" Target="../ink/ink379.xml"/><Relationship Id="rId126" Type="http://schemas.openxmlformats.org/officeDocument/2006/relationships/customXml" Target="../ink/ink427.xml"/><Relationship Id="rId168" Type="http://schemas.openxmlformats.org/officeDocument/2006/relationships/image" Target="../media/image438.png"/><Relationship Id="rId333" Type="http://schemas.openxmlformats.org/officeDocument/2006/relationships/customXml" Target="../ink/ink532.xml"/><Relationship Id="rId540" Type="http://schemas.openxmlformats.org/officeDocument/2006/relationships/customXml" Target="../ink/ink637.xml"/><Relationship Id="rId72" Type="http://schemas.openxmlformats.org/officeDocument/2006/relationships/customXml" Target="../ink/ink400.xml"/><Relationship Id="rId375" Type="http://schemas.openxmlformats.org/officeDocument/2006/relationships/customXml" Target="../ink/ink553.xml"/><Relationship Id="rId582" Type="http://schemas.openxmlformats.org/officeDocument/2006/relationships/image" Target="../media/image640.png"/><Relationship Id="rId638" Type="http://schemas.openxmlformats.org/officeDocument/2006/relationships/customXml" Target="../ink/ink687.xml"/><Relationship Id="rId3" Type="http://schemas.openxmlformats.org/officeDocument/2006/relationships/image" Target="../media/image357.png"/><Relationship Id="rId235" Type="http://schemas.openxmlformats.org/officeDocument/2006/relationships/image" Target="../media/image471.png"/><Relationship Id="rId277" Type="http://schemas.openxmlformats.org/officeDocument/2006/relationships/image" Target="../media/image491.png"/><Relationship Id="rId400" Type="http://schemas.openxmlformats.org/officeDocument/2006/relationships/customXml" Target="../ink/ink566.xml"/><Relationship Id="rId442" Type="http://schemas.openxmlformats.org/officeDocument/2006/relationships/image" Target="../media/image572.png"/><Relationship Id="rId484" Type="http://schemas.openxmlformats.org/officeDocument/2006/relationships/image" Target="../media/image593.png"/><Relationship Id="rId705" Type="http://schemas.openxmlformats.org/officeDocument/2006/relationships/customXml" Target="../ink/ink721.xml"/><Relationship Id="rId137" Type="http://schemas.openxmlformats.org/officeDocument/2006/relationships/image" Target="../media/image423.png"/><Relationship Id="rId302" Type="http://schemas.openxmlformats.org/officeDocument/2006/relationships/customXml" Target="../ink/ink516.xml"/><Relationship Id="rId344" Type="http://schemas.openxmlformats.org/officeDocument/2006/relationships/image" Target="../media/image524.png"/><Relationship Id="rId691" Type="http://schemas.openxmlformats.org/officeDocument/2006/relationships/customXml" Target="../ink/ink714.xml"/><Relationship Id="rId41" Type="http://schemas.openxmlformats.org/officeDocument/2006/relationships/image" Target="../media/image376.png"/><Relationship Id="rId83" Type="http://schemas.openxmlformats.org/officeDocument/2006/relationships/image" Target="../media/image397.png"/><Relationship Id="rId179" Type="http://schemas.openxmlformats.org/officeDocument/2006/relationships/customXml" Target="../ink/ink454.xml"/><Relationship Id="rId386" Type="http://schemas.openxmlformats.org/officeDocument/2006/relationships/image" Target="../media/image545.png"/><Relationship Id="rId551" Type="http://schemas.openxmlformats.org/officeDocument/2006/relationships/customXml" Target="../ink/ink643.xml"/><Relationship Id="rId593" Type="http://schemas.openxmlformats.org/officeDocument/2006/relationships/customXml" Target="../ink/ink664.xml"/><Relationship Id="rId607" Type="http://schemas.openxmlformats.org/officeDocument/2006/relationships/customXml" Target="../ink/ink671.xml"/><Relationship Id="rId649" Type="http://schemas.openxmlformats.org/officeDocument/2006/relationships/image" Target="../media/image673.png"/><Relationship Id="rId190" Type="http://schemas.openxmlformats.org/officeDocument/2006/relationships/image" Target="../media/image449.png"/><Relationship Id="rId204" Type="http://schemas.openxmlformats.org/officeDocument/2006/relationships/image" Target="../media/image456.png"/><Relationship Id="rId246" Type="http://schemas.openxmlformats.org/officeDocument/2006/relationships/customXml" Target="../ink/ink488.xml"/><Relationship Id="rId288" Type="http://schemas.openxmlformats.org/officeDocument/2006/relationships/customXml" Target="../ink/ink509.xml"/><Relationship Id="rId411" Type="http://schemas.openxmlformats.org/officeDocument/2006/relationships/image" Target="../media/image557.png"/><Relationship Id="rId453" Type="http://schemas.openxmlformats.org/officeDocument/2006/relationships/customXml" Target="../ink/ink593.xml"/><Relationship Id="rId509" Type="http://schemas.openxmlformats.org/officeDocument/2006/relationships/customXml" Target="../ink/ink621.xml"/><Relationship Id="rId660" Type="http://schemas.openxmlformats.org/officeDocument/2006/relationships/customXml" Target="../ink/ink698.xml"/><Relationship Id="rId106" Type="http://schemas.openxmlformats.org/officeDocument/2006/relationships/customXml" Target="../ink/ink417.xml"/><Relationship Id="rId313" Type="http://schemas.openxmlformats.org/officeDocument/2006/relationships/customXml" Target="../ink/ink522.xml"/><Relationship Id="rId495" Type="http://schemas.openxmlformats.org/officeDocument/2006/relationships/customXml" Target="../ink/ink614.xml"/><Relationship Id="rId716" Type="http://schemas.openxmlformats.org/officeDocument/2006/relationships/image" Target="../media/image706.png"/><Relationship Id="rId10" Type="http://schemas.openxmlformats.org/officeDocument/2006/relationships/customXml" Target="../ink/ink369.xml"/><Relationship Id="rId52" Type="http://schemas.openxmlformats.org/officeDocument/2006/relationships/customXml" Target="../ink/ink390.xml"/><Relationship Id="rId94" Type="http://schemas.openxmlformats.org/officeDocument/2006/relationships/customXml" Target="../ink/ink411.xml"/><Relationship Id="rId148" Type="http://schemas.openxmlformats.org/officeDocument/2006/relationships/customXml" Target="../ink/ink438.xml"/><Relationship Id="rId355" Type="http://schemas.openxmlformats.org/officeDocument/2006/relationships/customXml" Target="../ink/ink543.xml"/><Relationship Id="rId397" Type="http://schemas.openxmlformats.org/officeDocument/2006/relationships/image" Target="../media/image550.png"/><Relationship Id="rId520" Type="http://schemas.openxmlformats.org/officeDocument/2006/relationships/customXml" Target="../ink/ink627.xml"/><Relationship Id="rId562" Type="http://schemas.openxmlformats.org/officeDocument/2006/relationships/image" Target="../media/image630.png"/><Relationship Id="rId618" Type="http://schemas.openxmlformats.org/officeDocument/2006/relationships/image" Target="../media/image658.png"/><Relationship Id="rId215" Type="http://schemas.openxmlformats.org/officeDocument/2006/relationships/customXml" Target="../ink/ink472.xml"/><Relationship Id="rId257" Type="http://schemas.openxmlformats.org/officeDocument/2006/relationships/image" Target="../media/image124.png"/><Relationship Id="rId422" Type="http://schemas.openxmlformats.org/officeDocument/2006/relationships/customXml" Target="../ink/ink577.xml"/><Relationship Id="rId464" Type="http://schemas.openxmlformats.org/officeDocument/2006/relationships/image" Target="../media/image583.png"/><Relationship Id="rId299" Type="http://schemas.openxmlformats.org/officeDocument/2006/relationships/image" Target="../media/image502.png"/><Relationship Id="rId63" Type="http://schemas.openxmlformats.org/officeDocument/2006/relationships/image" Target="../media/image387.png"/><Relationship Id="rId159" Type="http://schemas.openxmlformats.org/officeDocument/2006/relationships/customXml" Target="../ink/ink444.xml"/><Relationship Id="rId366" Type="http://schemas.openxmlformats.org/officeDocument/2006/relationships/image" Target="../media/image535.png"/><Relationship Id="rId573" Type="http://schemas.openxmlformats.org/officeDocument/2006/relationships/customXml" Target="../ink/ink654.xml"/><Relationship Id="rId226" Type="http://schemas.openxmlformats.org/officeDocument/2006/relationships/image" Target="../media/image467.png"/><Relationship Id="rId433" Type="http://schemas.openxmlformats.org/officeDocument/2006/relationships/customXml" Target="../ink/ink583.xml"/><Relationship Id="rId640" Type="http://schemas.openxmlformats.org/officeDocument/2006/relationships/customXml" Target="../ink/ink688.xml"/><Relationship Id="rId74" Type="http://schemas.openxmlformats.org/officeDocument/2006/relationships/customXml" Target="../ink/ink401.xml"/><Relationship Id="rId377" Type="http://schemas.openxmlformats.org/officeDocument/2006/relationships/customXml" Target="../ink/ink554.xml"/><Relationship Id="rId500" Type="http://schemas.openxmlformats.org/officeDocument/2006/relationships/image" Target="../media/image600.png"/><Relationship Id="rId584" Type="http://schemas.openxmlformats.org/officeDocument/2006/relationships/image" Target="../media/image641.png"/><Relationship Id="rId5" Type="http://schemas.openxmlformats.org/officeDocument/2006/relationships/image" Target="../media/image358.png"/><Relationship Id="rId237" Type="http://schemas.openxmlformats.org/officeDocument/2006/relationships/image" Target="../media/image472.png"/><Relationship Id="rId444" Type="http://schemas.openxmlformats.org/officeDocument/2006/relationships/image" Target="../media/image573.png"/><Relationship Id="rId651" Type="http://schemas.openxmlformats.org/officeDocument/2006/relationships/image" Target="../media/image674.png"/><Relationship Id="rId290" Type="http://schemas.openxmlformats.org/officeDocument/2006/relationships/customXml" Target="../ink/ink510.xml"/><Relationship Id="rId304" Type="http://schemas.openxmlformats.org/officeDocument/2006/relationships/customXml" Target="../ink/ink517.xml"/><Relationship Id="rId388" Type="http://schemas.openxmlformats.org/officeDocument/2006/relationships/customXml" Target="../ink/ink560.xml"/><Relationship Id="rId511" Type="http://schemas.openxmlformats.org/officeDocument/2006/relationships/image" Target="../media/image605.png"/><Relationship Id="rId609" Type="http://schemas.openxmlformats.org/officeDocument/2006/relationships/customXml" Target="../ink/ink672.xml"/><Relationship Id="rId85" Type="http://schemas.openxmlformats.org/officeDocument/2006/relationships/image" Target="../media/image398.png"/><Relationship Id="rId150" Type="http://schemas.openxmlformats.org/officeDocument/2006/relationships/customXml" Target="../ink/ink439.xml"/><Relationship Id="rId595" Type="http://schemas.openxmlformats.org/officeDocument/2006/relationships/customXml" Target="../ink/ink665.xml"/><Relationship Id="rId248" Type="http://schemas.openxmlformats.org/officeDocument/2006/relationships/customXml" Target="../ink/ink489.xml"/><Relationship Id="rId455" Type="http://schemas.openxmlformats.org/officeDocument/2006/relationships/customXml" Target="../ink/ink594.xml"/><Relationship Id="rId662" Type="http://schemas.openxmlformats.org/officeDocument/2006/relationships/customXml" Target="../ink/ink699.xml"/><Relationship Id="rId12" Type="http://schemas.openxmlformats.org/officeDocument/2006/relationships/customXml" Target="../ink/ink370.xml"/><Relationship Id="rId108" Type="http://schemas.openxmlformats.org/officeDocument/2006/relationships/customXml" Target="../ink/ink418.xml"/><Relationship Id="rId315" Type="http://schemas.openxmlformats.org/officeDocument/2006/relationships/customXml" Target="../ink/ink523.xml"/><Relationship Id="rId522" Type="http://schemas.openxmlformats.org/officeDocument/2006/relationships/customXml" Target="../ink/ink628.xml"/><Relationship Id="rId96" Type="http://schemas.openxmlformats.org/officeDocument/2006/relationships/customXml" Target="../ink/ink412.xml"/><Relationship Id="rId161" Type="http://schemas.openxmlformats.org/officeDocument/2006/relationships/customXml" Target="../ink/ink445.xml"/><Relationship Id="rId399" Type="http://schemas.openxmlformats.org/officeDocument/2006/relationships/image" Target="../media/image551.png"/><Relationship Id="rId259" Type="http://schemas.openxmlformats.org/officeDocument/2006/relationships/image" Target="../media/image482.png"/><Relationship Id="rId466" Type="http://schemas.openxmlformats.org/officeDocument/2006/relationships/image" Target="../media/image584.png"/><Relationship Id="rId673" Type="http://schemas.openxmlformats.org/officeDocument/2006/relationships/image" Target="../media/image685.png"/><Relationship Id="rId23" Type="http://schemas.openxmlformats.org/officeDocument/2006/relationships/image" Target="../media/image367.png"/><Relationship Id="rId119" Type="http://schemas.openxmlformats.org/officeDocument/2006/relationships/image" Target="../media/image414.png"/><Relationship Id="rId326" Type="http://schemas.openxmlformats.org/officeDocument/2006/relationships/image" Target="../media/image515.png"/><Relationship Id="rId533" Type="http://schemas.openxmlformats.org/officeDocument/2006/relationships/image" Target="../media/image616.png"/><Relationship Id="rId172" Type="http://schemas.openxmlformats.org/officeDocument/2006/relationships/image" Target="../media/image440.png"/><Relationship Id="rId477" Type="http://schemas.openxmlformats.org/officeDocument/2006/relationships/customXml" Target="../ink/ink605.xml"/><Relationship Id="rId600" Type="http://schemas.openxmlformats.org/officeDocument/2006/relationships/image" Target="../media/image649.png"/><Relationship Id="rId684" Type="http://schemas.openxmlformats.org/officeDocument/2006/relationships/customXml" Target="../ink/ink710.xml"/><Relationship Id="rId337" Type="http://schemas.openxmlformats.org/officeDocument/2006/relationships/customXml" Target="../ink/ink534.xml"/><Relationship Id="rId34" Type="http://schemas.openxmlformats.org/officeDocument/2006/relationships/customXml" Target="../ink/ink381.xml"/><Relationship Id="rId544" Type="http://schemas.openxmlformats.org/officeDocument/2006/relationships/image" Target="../media/image621.png"/><Relationship Id="rId183" Type="http://schemas.openxmlformats.org/officeDocument/2006/relationships/customXml" Target="../ink/ink456.xml"/><Relationship Id="rId390" Type="http://schemas.openxmlformats.org/officeDocument/2006/relationships/customXml" Target="../ink/ink561.xml"/><Relationship Id="rId404" Type="http://schemas.openxmlformats.org/officeDocument/2006/relationships/customXml" Target="../ink/ink568.xml"/><Relationship Id="rId611" Type="http://schemas.openxmlformats.org/officeDocument/2006/relationships/customXml" Target="../ink/ink673.xml"/><Relationship Id="rId250" Type="http://schemas.openxmlformats.org/officeDocument/2006/relationships/customXml" Target="../ink/ink490.xml"/><Relationship Id="rId488" Type="http://schemas.openxmlformats.org/officeDocument/2006/relationships/image" Target="../media/image595.png"/><Relationship Id="rId695" Type="http://schemas.openxmlformats.org/officeDocument/2006/relationships/customXml" Target="../ink/ink716.xml"/><Relationship Id="rId709" Type="http://schemas.openxmlformats.org/officeDocument/2006/relationships/customXml" Target="../ink/ink723.xml"/><Relationship Id="rId45" Type="http://schemas.openxmlformats.org/officeDocument/2006/relationships/image" Target="../media/image378.png"/><Relationship Id="rId110" Type="http://schemas.openxmlformats.org/officeDocument/2006/relationships/customXml" Target="../ink/ink419.xml"/><Relationship Id="rId348" Type="http://schemas.openxmlformats.org/officeDocument/2006/relationships/image" Target="../media/image526.png"/><Relationship Id="rId555" Type="http://schemas.openxmlformats.org/officeDocument/2006/relationships/customXml" Target="../ink/ink645.xml"/><Relationship Id="rId194" Type="http://schemas.openxmlformats.org/officeDocument/2006/relationships/image" Target="../media/image451.png"/><Relationship Id="rId208" Type="http://schemas.openxmlformats.org/officeDocument/2006/relationships/image" Target="../media/image458.png"/><Relationship Id="rId415" Type="http://schemas.openxmlformats.org/officeDocument/2006/relationships/image" Target="../media/image559.png"/><Relationship Id="rId622" Type="http://schemas.openxmlformats.org/officeDocument/2006/relationships/customXml" Target="../ink/ink679.xml"/><Relationship Id="rId261" Type="http://schemas.openxmlformats.org/officeDocument/2006/relationships/image" Target="../media/image483.png"/><Relationship Id="rId499" Type="http://schemas.openxmlformats.org/officeDocument/2006/relationships/customXml" Target="../ink/ink616.xml"/><Relationship Id="rId56" Type="http://schemas.openxmlformats.org/officeDocument/2006/relationships/customXml" Target="../ink/ink392.xml"/><Relationship Id="rId359" Type="http://schemas.openxmlformats.org/officeDocument/2006/relationships/customXml" Target="../ink/ink545.xml"/><Relationship Id="rId566" Type="http://schemas.openxmlformats.org/officeDocument/2006/relationships/image" Target="../media/image632.png"/><Relationship Id="rId121" Type="http://schemas.openxmlformats.org/officeDocument/2006/relationships/image" Target="../media/image415.png"/><Relationship Id="rId219" Type="http://schemas.openxmlformats.org/officeDocument/2006/relationships/customXml" Target="../ink/ink474.xml"/><Relationship Id="rId426" Type="http://schemas.openxmlformats.org/officeDocument/2006/relationships/customXml" Target="../ink/ink579.xml"/><Relationship Id="rId633" Type="http://schemas.openxmlformats.org/officeDocument/2006/relationships/image" Target="../media/image665.png"/><Relationship Id="rId67" Type="http://schemas.openxmlformats.org/officeDocument/2006/relationships/image" Target="../media/image389.png"/><Relationship Id="rId272" Type="http://schemas.openxmlformats.org/officeDocument/2006/relationships/customXml" Target="../ink/ink501.xml"/><Relationship Id="rId577" Type="http://schemas.openxmlformats.org/officeDocument/2006/relationships/customXml" Target="../ink/ink656.xml"/><Relationship Id="rId700" Type="http://schemas.openxmlformats.org/officeDocument/2006/relationships/image" Target="../media/image698.png"/><Relationship Id="rId132" Type="http://schemas.openxmlformats.org/officeDocument/2006/relationships/customXml" Target="../ink/ink430.xml"/><Relationship Id="rId437" Type="http://schemas.openxmlformats.org/officeDocument/2006/relationships/customXml" Target="../ink/ink585.xml"/><Relationship Id="rId644" Type="http://schemas.openxmlformats.org/officeDocument/2006/relationships/customXml" Target="../ink/ink690.xml"/><Relationship Id="rId283" Type="http://schemas.openxmlformats.org/officeDocument/2006/relationships/image" Target="../media/image494.png"/><Relationship Id="rId490" Type="http://schemas.openxmlformats.org/officeDocument/2006/relationships/image" Target="../media/image161.png"/><Relationship Id="rId504" Type="http://schemas.openxmlformats.org/officeDocument/2006/relationships/image" Target="../media/image602.png"/><Relationship Id="rId711" Type="http://schemas.openxmlformats.org/officeDocument/2006/relationships/customXml" Target="../ink/ink724.xml"/><Relationship Id="rId78" Type="http://schemas.openxmlformats.org/officeDocument/2006/relationships/customXml" Target="../ink/ink403.xml"/><Relationship Id="rId143" Type="http://schemas.openxmlformats.org/officeDocument/2006/relationships/image" Target="../media/image426.png"/><Relationship Id="rId350" Type="http://schemas.openxmlformats.org/officeDocument/2006/relationships/image" Target="../media/image527.png"/><Relationship Id="rId588" Type="http://schemas.openxmlformats.org/officeDocument/2006/relationships/image" Target="../media/image643.png"/><Relationship Id="rId9" Type="http://schemas.openxmlformats.org/officeDocument/2006/relationships/image" Target="../media/image360.png"/><Relationship Id="rId210" Type="http://schemas.openxmlformats.org/officeDocument/2006/relationships/image" Target="../media/image459.png"/><Relationship Id="rId448" Type="http://schemas.openxmlformats.org/officeDocument/2006/relationships/image" Target="../media/image575.png"/><Relationship Id="rId655" Type="http://schemas.openxmlformats.org/officeDocument/2006/relationships/image" Target="../media/image676.png"/><Relationship Id="rId294" Type="http://schemas.openxmlformats.org/officeDocument/2006/relationships/customXml" Target="../ink/ink512.xml"/><Relationship Id="rId308" Type="http://schemas.openxmlformats.org/officeDocument/2006/relationships/image" Target="../media/image506.png"/><Relationship Id="rId515" Type="http://schemas.openxmlformats.org/officeDocument/2006/relationships/image" Target="../media/image607.png"/><Relationship Id="rId89" Type="http://schemas.openxmlformats.org/officeDocument/2006/relationships/image" Target="../media/image400.png"/><Relationship Id="rId154" Type="http://schemas.openxmlformats.org/officeDocument/2006/relationships/customXml" Target="../ink/ink441.xml"/><Relationship Id="rId361" Type="http://schemas.openxmlformats.org/officeDocument/2006/relationships/customXml" Target="../ink/ink546.xml"/><Relationship Id="rId599" Type="http://schemas.openxmlformats.org/officeDocument/2006/relationships/customXml" Target="../ink/ink667.xml"/><Relationship Id="rId459" Type="http://schemas.openxmlformats.org/officeDocument/2006/relationships/customXml" Target="../ink/ink596.xml"/><Relationship Id="rId666" Type="http://schemas.openxmlformats.org/officeDocument/2006/relationships/customXml" Target="../ink/ink701.xml"/><Relationship Id="rId16" Type="http://schemas.openxmlformats.org/officeDocument/2006/relationships/customXml" Target="../ink/ink372.xml"/><Relationship Id="rId221" Type="http://schemas.openxmlformats.org/officeDocument/2006/relationships/customXml" Target="../ink/ink475.xml"/><Relationship Id="rId319" Type="http://schemas.openxmlformats.org/officeDocument/2006/relationships/customXml" Target="../ink/ink525.xml"/><Relationship Id="rId526" Type="http://schemas.openxmlformats.org/officeDocument/2006/relationships/customXml" Target="../ink/ink630.xml"/><Relationship Id="rId165" Type="http://schemas.openxmlformats.org/officeDocument/2006/relationships/customXml" Target="../ink/ink447.xml"/><Relationship Id="rId372" Type="http://schemas.openxmlformats.org/officeDocument/2006/relationships/image" Target="../media/image538.png"/><Relationship Id="rId677" Type="http://schemas.openxmlformats.org/officeDocument/2006/relationships/image" Target="../media/image687.png"/><Relationship Id="rId232" Type="http://schemas.openxmlformats.org/officeDocument/2006/relationships/customXml" Target="../ink/ink481.xml"/><Relationship Id="rId27" Type="http://schemas.openxmlformats.org/officeDocument/2006/relationships/image" Target="../media/image369.png"/><Relationship Id="rId537" Type="http://schemas.openxmlformats.org/officeDocument/2006/relationships/image" Target="../media/image618.png"/><Relationship Id="rId80" Type="http://schemas.openxmlformats.org/officeDocument/2006/relationships/customXml" Target="../ink/ink404.xml"/><Relationship Id="rId176" Type="http://schemas.openxmlformats.org/officeDocument/2006/relationships/image" Target="../media/image442.png"/><Relationship Id="rId383" Type="http://schemas.openxmlformats.org/officeDocument/2006/relationships/customXml" Target="../ink/ink557.xml"/><Relationship Id="rId590" Type="http://schemas.openxmlformats.org/officeDocument/2006/relationships/image" Target="../media/image644.png"/><Relationship Id="rId604" Type="http://schemas.openxmlformats.org/officeDocument/2006/relationships/image" Target="../media/image651.png"/><Relationship Id="rId243" Type="http://schemas.openxmlformats.org/officeDocument/2006/relationships/image" Target="../media/image475.png"/><Relationship Id="rId450" Type="http://schemas.openxmlformats.org/officeDocument/2006/relationships/image" Target="../media/image576.png"/><Relationship Id="rId688" Type="http://schemas.openxmlformats.org/officeDocument/2006/relationships/image" Target="../media/image692.png"/><Relationship Id="rId38" Type="http://schemas.openxmlformats.org/officeDocument/2006/relationships/customXml" Target="../ink/ink383.xml"/><Relationship Id="rId103" Type="http://schemas.openxmlformats.org/officeDocument/2006/relationships/image" Target="../media/image407.png"/><Relationship Id="rId310" Type="http://schemas.openxmlformats.org/officeDocument/2006/relationships/image" Target="../media/image507.png"/><Relationship Id="rId548" Type="http://schemas.openxmlformats.org/officeDocument/2006/relationships/image" Target="../media/image623.png"/><Relationship Id="rId91" Type="http://schemas.openxmlformats.org/officeDocument/2006/relationships/image" Target="../media/image401.png"/><Relationship Id="rId187" Type="http://schemas.openxmlformats.org/officeDocument/2006/relationships/customXml" Target="../ink/ink458.xml"/><Relationship Id="rId394" Type="http://schemas.openxmlformats.org/officeDocument/2006/relationships/customXml" Target="../ink/ink563.xml"/><Relationship Id="rId408" Type="http://schemas.openxmlformats.org/officeDocument/2006/relationships/customXml" Target="../ink/ink570.xml"/><Relationship Id="rId615" Type="http://schemas.openxmlformats.org/officeDocument/2006/relationships/customXml" Target="../ink/ink675.xml"/><Relationship Id="rId254" Type="http://schemas.openxmlformats.org/officeDocument/2006/relationships/customXml" Target="../ink/ink492.xml"/><Relationship Id="rId699" Type="http://schemas.openxmlformats.org/officeDocument/2006/relationships/customXml" Target="../ink/ink718.xml"/><Relationship Id="rId49" Type="http://schemas.openxmlformats.org/officeDocument/2006/relationships/image" Target="../media/image380.png"/><Relationship Id="rId114" Type="http://schemas.openxmlformats.org/officeDocument/2006/relationships/customXml" Target="../ink/ink421.xml"/><Relationship Id="rId461" Type="http://schemas.openxmlformats.org/officeDocument/2006/relationships/customXml" Target="../ink/ink597.xml"/><Relationship Id="rId559" Type="http://schemas.openxmlformats.org/officeDocument/2006/relationships/customXml" Target="../ink/ink647.xml"/><Relationship Id="rId198" Type="http://schemas.openxmlformats.org/officeDocument/2006/relationships/image" Target="../media/image453.png"/><Relationship Id="rId321" Type="http://schemas.openxmlformats.org/officeDocument/2006/relationships/customXml" Target="../ink/ink526.xml"/><Relationship Id="rId419" Type="http://schemas.openxmlformats.org/officeDocument/2006/relationships/image" Target="../media/image561.png"/><Relationship Id="rId626" Type="http://schemas.openxmlformats.org/officeDocument/2006/relationships/customXml" Target="../ink/ink681.xml"/><Relationship Id="rId265" Type="http://schemas.openxmlformats.org/officeDocument/2006/relationships/image" Target="../media/image485.png"/><Relationship Id="rId472" Type="http://schemas.openxmlformats.org/officeDocument/2006/relationships/image" Target="../media/image587.png"/><Relationship Id="rId125" Type="http://schemas.openxmlformats.org/officeDocument/2006/relationships/image" Target="../media/image417.png"/><Relationship Id="rId332" Type="http://schemas.openxmlformats.org/officeDocument/2006/relationships/image" Target="../media/image518.png"/><Relationship Id="rId637" Type="http://schemas.openxmlformats.org/officeDocument/2006/relationships/image" Target="../media/image667.png"/><Relationship Id="rId276" Type="http://schemas.openxmlformats.org/officeDocument/2006/relationships/customXml" Target="../ink/ink503.xml"/><Relationship Id="rId483" Type="http://schemas.openxmlformats.org/officeDocument/2006/relationships/customXml" Target="../ink/ink608.xml"/><Relationship Id="rId690" Type="http://schemas.openxmlformats.org/officeDocument/2006/relationships/image" Target="../media/image693.png"/><Relationship Id="rId704" Type="http://schemas.openxmlformats.org/officeDocument/2006/relationships/image" Target="../media/image700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88.xml"/><Relationship Id="rId21" Type="http://schemas.openxmlformats.org/officeDocument/2006/relationships/image" Target="../media/image718.png"/><Relationship Id="rId324" Type="http://schemas.openxmlformats.org/officeDocument/2006/relationships/image" Target="../media/image867.png"/><Relationship Id="rId531" Type="http://schemas.openxmlformats.org/officeDocument/2006/relationships/image" Target="../media/image969.png"/><Relationship Id="rId629" Type="http://schemas.openxmlformats.org/officeDocument/2006/relationships/image" Target="../media/image1018.png"/><Relationship Id="rId170" Type="http://schemas.openxmlformats.org/officeDocument/2006/relationships/image" Target="../media/image790.png"/><Relationship Id="rId268" Type="http://schemas.openxmlformats.org/officeDocument/2006/relationships/image" Target="../media/image839.png"/><Relationship Id="rId475" Type="http://schemas.openxmlformats.org/officeDocument/2006/relationships/customXml" Target="../ink/ink967.xml"/><Relationship Id="rId32" Type="http://schemas.openxmlformats.org/officeDocument/2006/relationships/customXml" Target="../ink/ink744.xml"/><Relationship Id="rId128" Type="http://schemas.openxmlformats.org/officeDocument/2006/relationships/image" Target="../media/image769.png"/><Relationship Id="rId335" Type="http://schemas.openxmlformats.org/officeDocument/2006/relationships/customXml" Target="../ink/ink897.xml"/><Relationship Id="rId542" Type="http://schemas.openxmlformats.org/officeDocument/2006/relationships/customXml" Target="../ink/ink1001.xml"/><Relationship Id="rId181" Type="http://schemas.openxmlformats.org/officeDocument/2006/relationships/customXml" Target="../ink/ink820.xml"/><Relationship Id="rId402" Type="http://schemas.openxmlformats.org/officeDocument/2006/relationships/image" Target="../media/image906.png"/><Relationship Id="rId279" Type="http://schemas.openxmlformats.org/officeDocument/2006/relationships/customXml" Target="../ink/ink869.xml"/><Relationship Id="rId486" Type="http://schemas.openxmlformats.org/officeDocument/2006/relationships/image" Target="../media/image947.png"/><Relationship Id="rId43" Type="http://schemas.openxmlformats.org/officeDocument/2006/relationships/image" Target="../media/image728.png"/><Relationship Id="rId139" Type="http://schemas.openxmlformats.org/officeDocument/2006/relationships/customXml" Target="../ink/ink799.xml"/><Relationship Id="rId346" Type="http://schemas.openxmlformats.org/officeDocument/2006/relationships/image" Target="../media/image878.png"/><Relationship Id="rId553" Type="http://schemas.openxmlformats.org/officeDocument/2006/relationships/image" Target="../media/image980.png"/><Relationship Id="rId192" Type="http://schemas.openxmlformats.org/officeDocument/2006/relationships/image" Target="../media/image801.png"/><Relationship Id="rId206" Type="http://schemas.openxmlformats.org/officeDocument/2006/relationships/image" Target="../media/image808.png"/><Relationship Id="rId413" Type="http://schemas.openxmlformats.org/officeDocument/2006/relationships/customXml" Target="../ink/ink936.xml"/><Relationship Id="rId497" Type="http://schemas.openxmlformats.org/officeDocument/2006/relationships/image" Target="../media/image952.png"/><Relationship Id="rId620" Type="http://schemas.openxmlformats.org/officeDocument/2006/relationships/customXml" Target="../ink/ink1040.xml"/><Relationship Id="rId357" Type="http://schemas.openxmlformats.org/officeDocument/2006/relationships/customXml" Target="../ink/ink908.xml"/><Relationship Id="rId54" Type="http://schemas.openxmlformats.org/officeDocument/2006/relationships/customXml" Target="../ink/ink755.xml"/><Relationship Id="rId217" Type="http://schemas.openxmlformats.org/officeDocument/2006/relationships/customXml" Target="../ink/ink838.xml"/><Relationship Id="rId564" Type="http://schemas.openxmlformats.org/officeDocument/2006/relationships/customXml" Target="../ink/ink1012.xml"/><Relationship Id="rId424" Type="http://schemas.openxmlformats.org/officeDocument/2006/relationships/image" Target="../media/image917.png"/><Relationship Id="rId631" Type="http://schemas.openxmlformats.org/officeDocument/2006/relationships/image" Target="../media/image1019.png"/><Relationship Id="rId270" Type="http://schemas.openxmlformats.org/officeDocument/2006/relationships/image" Target="../media/image840.png"/><Relationship Id="rId65" Type="http://schemas.openxmlformats.org/officeDocument/2006/relationships/image" Target="../media/image739.png"/><Relationship Id="rId130" Type="http://schemas.openxmlformats.org/officeDocument/2006/relationships/image" Target="../media/image770.png"/><Relationship Id="rId368" Type="http://schemas.openxmlformats.org/officeDocument/2006/relationships/image" Target="../media/image889.png"/><Relationship Id="rId575" Type="http://schemas.openxmlformats.org/officeDocument/2006/relationships/image" Target="../media/image991.png"/><Relationship Id="rId228" Type="http://schemas.openxmlformats.org/officeDocument/2006/relationships/image" Target="../media/image819.png"/><Relationship Id="rId435" Type="http://schemas.openxmlformats.org/officeDocument/2006/relationships/customXml" Target="../ink/ink947.xml"/><Relationship Id="rId642" Type="http://schemas.openxmlformats.org/officeDocument/2006/relationships/customXml" Target="../ink/ink1051.xml"/><Relationship Id="rId281" Type="http://schemas.openxmlformats.org/officeDocument/2006/relationships/customXml" Target="../ink/ink870.xml"/><Relationship Id="rId502" Type="http://schemas.openxmlformats.org/officeDocument/2006/relationships/customXml" Target="../ink/ink981.xml"/><Relationship Id="rId76" Type="http://schemas.openxmlformats.org/officeDocument/2006/relationships/image" Target="../media/image744.png"/><Relationship Id="rId141" Type="http://schemas.openxmlformats.org/officeDocument/2006/relationships/customXml" Target="../ink/ink800.xml"/><Relationship Id="rId379" Type="http://schemas.openxmlformats.org/officeDocument/2006/relationships/customXml" Target="../ink/ink919.xml"/><Relationship Id="rId586" Type="http://schemas.openxmlformats.org/officeDocument/2006/relationships/customXml" Target="../ink/ink1023.xml"/><Relationship Id="rId7" Type="http://schemas.openxmlformats.org/officeDocument/2006/relationships/image" Target="../media/image711.png"/><Relationship Id="rId239" Type="http://schemas.openxmlformats.org/officeDocument/2006/relationships/customXml" Target="../ink/ink849.xml"/><Relationship Id="rId446" Type="http://schemas.openxmlformats.org/officeDocument/2006/relationships/image" Target="../media/image928.png"/><Relationship Id="rId653" Type="http://schemas.openxmlformats.org/officeDocument/2006/relationships/image" Target="../media/image1030.png"/><Relationship Id="rId292" Type="http://schemas.openxmlformats.org/officeDocument/2006/relationships/image" Target="../media/image851.png"/><Relationship Id="rId306" Type="http://schemas.openxmlformats.org/officeDocument/2006/relationships/image" Target="../media/image858.png"/><Relationship Id="rId87" Type="http://schemas.openxmlformats.org/officeDocument/2006/relationships/image" Target="../media/image749.png"/><Relationship Id="rId513" Type="http://schemas.openxmlformats.org/officeDocument/2006/relationships/image" Target="../media/image960.png"/><Relationship Id="rId597" Type="http://schemas.openxmlformats.org/officeDocument/2006/relationships/image" Target="../media/image1002.png"/><Relationship Id="rId152" Type="http://schemas.openxmlformats.org/officeDocument/2006/relationships/image" Target="../media/image781.png"/><Relationship Id="rId457" Type="http://schemas.openxmlformats.org/officeDocument/2006/relationships/customXml" Target="../ink/ink958.xml"/><Relationship Id="rId14" Type="http://schemas.openxmlformats.org/officeDocument/2006/relationships/customXml" Target="../ink/ink735.xml"/><Relationship Id="rId317" Type="http://schemas.openxmlformats.org/officeDocument/2006/relationships/customXml" Target="../ink/ink888.xml"/><Relationship Id="rId524" Type="http://schemas.openxmlformats.org/officeDocument/2006/relationships/customXml" Target="../ink/ink992.xml"/><Relationship Id="rId98" Type="http://schemas.openxmlformats.org/officeDocument/2006/relationships/customXml" Target="../ink/ink778.xml"/><Relationship Id="rId163" Type="http://schemas.openxmlformats.org/officeDocument/2006/relationships/customXml" Target="../ink/ink811.xml"/><Relationship Id="rId370" Type="http://schemas.openxmlformats.org/officeDocument/2006/relationships/image" Target="../media/image890.png"/><Relationship Id="rId230" Type="http://schemas.openxmlformats.org/officeDocument/2006/relationships/image" Target="../media/image820.png"/><Relationship Id="rId468" Type="http://schemas.openxmlformats.org/officeDocument/2006/relationships/image" Target="../media/image938.png"/><Relationship Id="rId25" Type="http://schemas.openxmlformats.org/officeDocument/2006/relationships/image" Target="../media/image720.png"/><Relationship Id="rId328" Type="http://schemas.openxmlformats.org/officeDocument/2006/relationships/image" Target="../media/image869.png"/><Relationship Id="rId535" Type="http://schemas.openxmlformats.org/officeDocument/2006/relationships/image" Target="../media/image971.png"/><Relationship Id="rId174" Type="http://schemas.openxmlformats.org/officeDocument/2006/relationships/image" Target="../media/image792.png"/><Relationship Id="rId381" Type="http://schemas.openxmlformats.org/officeDocument/2006/relationships/customXml" Target="../ink/ink920.xml"/><Relationship Id="rId602" Type="http://schemas.openxmlformats.org/officeDocument/2006/relationships/customXml" Target="../ink/ink1031.xml"/><Relationship Id="rId241" Type="http://schemas.openxmlformats.org/officeDocument/2006/relationships/customXml" Target="../ink/ink850.xml"/><Relationship Id="rId479" Type="http://schemas.openxmlformats.org/officeDocument/2006/relationships/customXml" Target="../ink/ink969.xml"/><Relationship Id="rId36" Type="http://schemas.openxmlformats.org/officeDocument/2006/relationships/customXml" Target="../ink/ink746.xml"/><Relationship Id="rId339" Type="http://schemas.openxmlformats.org/officeDocument/2006/relationships/customXml" Target="../ink/ink899.xml"/><Relationship Id="rId546" Type="http://schemas.openxmlformats.org/officeDocument/2006/relationships/customXml" Target="../ink/ink1003.xml"/><Relationship Id="rId101" Type="http://schemas.openxmlformats.org/officeDocument/2006/relationships/customXml" Target="../ink/ink780.xml"/><Relationship Id="rId185" Type="http://schemas.openxmlformats.org/officeDocument/2006/relationships/customXml" Target="../ink/ink822.xml"/><Relationship Id="rId406" Type="http://schemas.openxmlformats.org/officeDocument/2006/relationships/image" Target="../media/image908.png"/><Relationship Id="rId392" Type="http://schemas.openxmlformats.org/officeDocument/2006/relationships/image" Target="../media/image901.png"/><Relationship Id="rId613" Type="http://schemas.openxmlformats.org/officeDocument/2006/relationships/image" Target="../media/image1010.png"/><Relationship Id="rId252" Type="http://schemas.openxmlformats.org/officeDocument/2006/relationships/image" Target="../media/image831.png"/><Relationship Id="rId47" Type="http://schemas.openxmlformats.org/officeDocument/2006/relationships/image" Target="../media/image730.png"/><Relationship Id="rId112" Type="http://schemas.openxmlformats.org/officeDocument/2006/relationships/image" Target="../media/image761.png"/><Relationship Id="rId557" Type="http://schemas.openxmlformats.org/officeDocument/2006/relationships/image" Target="../media/image982.png"/><Relationship Id="rId196" Type="http://schemas.openxmlformats.org/officeDocument/2006/relationships/image" Target="../media/image803.png"/><Relationship Id="rId417" Type="http://schemas.openxmlformats.org/officeDocument/2006/relationships/customXml" Target="../ink/ink938.xml"/><Relationship Id="rId624" Type="http://schemas.openxmlformats.org/officeDocument/2006/relationships/customXml" Target="../ink/ink1042.xml"/><Relationship Id="rId263" Type="http://schemas.openxmlformats.org/officeDocument/2006/relationships/customXml" Target="../ink/ink861.xml"/><Relationship Id="rId470" Type="http://schemas.openxmlformats.org/officeDocument/2006/relationships/image" Target="../media/image939.png"/><Relationship Id="rId58" Type="http://schemas.openxmlformats.org/officeDocument/2006/relationships/customXml" Target="../ink/ink757.xml"/><Relationship Id="rId123" Type="http://schemas.openxmlformats.org/officeDocument/2006/relationships/customXml" Target="../ink/ink791.xml"/><Relationship Id="rId330" Type="http://schemas.openxmlformats.org/officeDocument/2006/relationships/image" Target="../media/image870.png"/><Relationship Id="rId568" Type="http://schemas.openxmlformats.org/officeDocument/2006/relationships/customXml" Target="../ink/ink1014.xml"/><Relationship Id="rId165" Type="http://schemas.openxmlformats.org/officeDocument/2006/relationships/customXml" Target="../ink/ink812.xml"/><Relationship Id="rId372" Type="http://schemas.openxmlformats.org/officeDocument/2006/relationships/image" Target="../media/image891.png"/><Relationship Id="rId428" Type="http://schemas.openxmlformats.org/officeDocument/2006/relationships/image" Target="../media/image919.png"/><Relationship Id="rId635" Type="http://schemas.openxmlformats.org/officeDocument/2006/relationships/image" Target="../media/image1021.png"/><Relationship Id="rId232" Type="http://schemas.openxmlformats.org/officeDocument/2006/relationships/image" Target="../media/image821.png"/><Relationship Id="rId274" Type="http://schemas.openxmlformats.org/officeDocument/2006/relationships/image" Target="../media/image842.png"/><Relationship Id="rId481" Type="http://schemas.openxmlformats.org/officeDocument/2006/relationships/customXml" Target="../ink/ink970.xml"/><Relationship Id="rId27" Type="http://schemas.openxmlformats.org/officeDocument/2006/relationships/image" Target="../media/image721.png"/><Relationship Id="rId69" Type="http://schemas.openxmlformats.org/officeDocument/2006/relationships/customXml" Target="../ink/ink763.xml"/><Relationship Id="rId134" Type="http://schemas.openxmlformats.org/officeDocument/2006/relationships/image" Target="../media/image772.png"/><Relationship Id="rId537" Type="http://schemas.openxmlformats.org/officeDocument/2006/relationships/image" Target="../media/image972.png"/><Relationship Id="rId579" Type="http://schemas.openxmlformats.org/officeDocument/2006/relationships/image" Target="../media/image993.png"/><Relationship Id="rId80" Type="http://schemas.openxmlformats.org/officeDocument/2006/relationships/image" Target="../media/image746.png"/><Relationship Id="rId176" Type="http://schemas.openxmlformats.org/officeDocument/2006/relationships/image" Target="../media/image793.png"/><Relationship Id="rId341" Type="http://schemas.openxmlformats.org/officeDocument/2006/relationships/customXml" Target="../ink/ink900.xml"/><Relationship Id="rId383" Type="http://schemas.openxmlformats.org/officeDocument/2006/relationships/customXml" Target="../ink/ink921.xml"/><Relationship Id="rId439" Type="http://schemas.openxmlformats.org/officeDocument/2006/relationships/customXml" Target="../ink/ink949.xml"/><Relationship Id="rId590" Type="http://schemas.openxmlformats.org/officeDocument/2006/relationships/customXml" Target="../ink/ink1025.xml"/><Relationship Id="rId604" Type="http://schemas.openxmlformats.org/officeDocument/2006/relationships/customXml" Target="../ink/ink1032.xml"/><Relationship Id="rId646" Type="http://schemas.openxmlformats.org/officeDocument/2006/relationships/customXml" Target="../ink/ink1053.xml"/><Relationship Id="rId201" Type="http://schemas.openxmlformats.org/officeDocument/2006/relationships/customXml" Target="../ink/ink830.xml"/><Relationship Id="rId243" Type="http://schemas.openxmlformats.org/officeDocument/2006/relationships/customXml" Target="../ink/ink851.xml"/><Relationship Id="rId285" Type="http://schemas.openxmlformats.org/officeDocument/2006/relationships/customXml" Target="../ink/ink872.xml"/><Relationship Id="rId450" Type="http://schemas.openxmlformats.org/officeDocument/2006/relationships/image" Target="../media/image930.png"/><Relationship Id="rId506" Type="http://schemas.openxmlformats.org/officeDocument/2006/relationships/customXml" Target="../ink/ink983.xml"/><Relationship Id="rId38" Type="http://schemas.openxmlformats.org/officeDocument/2006/relationships/customXml" Target="../ink/ink747.xml"/><Relationship Id="rId103" Type="http://schemas.openxmlformats.org/officeDocument/2006/relationships/customXml" Target="../ink/ink781.xml"/><Relationship Id="rId310" Type="http://schemas.openxmlformats.org/officeDocument/2006/relationships/image" Target="../media/image860.png"/><Relationship Id="rId492" Type="http://schemas.openxmlformats.org/officeDocument/2006/relationships/customXml" Target="../ink/ink976.xml"/><Relationship Id="rId548" Type="http://schemas.openxmlformats.org/officeDocument/2006/relationships/customXml" Target="../ink/ink1004.xml"/><Relationship Id="rId91" Type="http://schemas.openxmlformats.org/officeDocument/2006/relationships/image" Target="../media/image751.png"/><Relationship Id="rId145" Type="http://schemas.openxmlformats.org/officeDocument/2006/relationships/customXml" Target="../ink/ink802.xml"/><Relationship Id="rId187" Type="http://schemas.openxmlformats.org/officeDocument/2006/relationships/customXml" Target="../ink/ink823.xml"/><Relationship Id="rId352" Type="http://schemas.openxmlformats.org/officeDocument/2006/relationships/image" Target="../media/image881.png"/><Relationship Id="rId394" Type="http://schemas.openxmlformats.org/officeDocument/2006/relationships/image" Target="../media/image902.png"/><Relationship Id="rId408" Type="http://schemas.openxmlformats.org/officeDocument/2006/relationships/image" Target="../media/image909.png"/><Relationship Id="rId615" Type="http://schemas.openxmlformats.org/officeDocument/2006/relationships/image" Target="../media/image1011.png"/><Relationship Id="rId212" Type="http://schemas.openxmlformats.org/officeDocument/2006/relationships/image" Target="../media/image811.png"/><Relationship Id="rId254" Type="http://schemas.openxmlformats.org/officeDocument/2006/relationships/image" Target="../media/image832.png"/><Relationship Id="rId657" Type="http://schemas.openxmlformats.org/officeDocument/2006/relationships/image" Target="../media/image1032.png"/><Relationship Id="rId49" Type="http://schemas.openxmlformats.org/officeDocument/2006/relationships/image" Target="../media/image731.png"/><Relationship Id="rId114" Type="http://schemas.openxmlformats.org/officeDocument/2006/relationships/image" Target="../media/image762.png"/><Relationship Id="rId296" Type="http://schemas.openxmlformats.org/officeDocument/2006/relationships/image" Target="../media/image853.png"/><Relationship Id="rId461" Type="http://schemas.openxmlformats.org/officeDocument/2006/relationships/customXml" Target="../ink/ink960.xml"/><Relationship Id="rId517" Type="http://schemas.openxmlformats.org/officeDocument/2006/relationships/image" Target="../media/image962.png"/><Relationship Id="rId559" Type="http://schemas.openxmlformats.org/officeDocument/2006/relationships/image" Target="../media/image983.png"/><Relationship Id="rId60" Type="http://schemas.openxmlformats.org/officeDocument/2006/relationships/customXml" Target="../ink/ink758.xml"/><Relationship Id="rId156" Type="http://schemas.openxmlformats.org/officeDocument/2006/relationships/image" Target="../media/image783.png"/><Relationship Id="rId198" Type="http://schemas.openxmlformats.org/officeDocument/2006/relationships/image" Target="../media/image804.png"/><Relationship Id="rId321" Type="http://schemas.openxmlformats.org/officeDocument/2006/relationships/customXml" Target="../ink/ink890.xml"/><Relationship Id="rId363" Type="http://schemas.openxmlformats.org/officeDocument/2006/relationships/customXml" Target="../ink/ink911.xml"/><Relationship Id="rId419" Type="http://schemas.openxmlformats.org/officeDocument/2006/relationships/customXml" Target="../ink/ink939.xml"/><Relationship Id="rId570" Type="http://schemas.openxmlformats.org/officeDocument/2006/relationships/customXml" Target="../ink/ink1015.xml"/><Relationship Id="rId626" Type="http://schemas.openxmlformats.org/officeDocument/2006/relationships/customXml" Target="../ink/ink1043.xml"/><Relationship Id="rId223" Type="http://schemas.openxmlformats.org/officeDocument/2006/relationships/customXml" Target="../ink/ink841.xml"/><Relationship Id="rId430" Type="http://schemas.openxmlformats.org/officeDocument/2006/relationships/image" Target="../media/image920.png"/><Relationship Id="rId18" Type="http://schemas.openxmlformats.org/officeDocument/2006/relationships/customXml" Target="../ink/ink737.xml"/><Relationship Id="rId265" Type="http://schemas.openxmlformats.org/officeDocument/2006/relationships/customXml" Target="../ink/ink862.xml"/><Relationship Id="rId472" Type="http://schemas.openxmlformats.org/officeDocument/2006/relationships/image" Target="../media/image940.png"/><Relationship Id="rId528" Type="http://schemas.openxmlformats.org/officeDocument/2006/relationships/customXml" Target="../ink/ink994.xml"/><Relationship Id="rId125" Type="http://schemas.openxmlformats.org/officeDocument/2006/relationships/customXml" Target="../ink/ink792.xml"/><Relationship Id="rId167" Type="http://schemas.openxmlformats.org/officeDocument/2006/relationships/customXml" Target="../ink/ink813.xml"/><Relationship Id="rId332" Type="http://schemas.openxmlformats.org/officeDocument/2006/relationships/image" Target="../media/image871.png"/><Relationship Id="rId374" Type="http://schemas.openxmlformats.org/officeDocument/2006/relationships/image" Target="../media/image892.png"/><Relationship Id="rId581" Type="http://schemas.openxmlformats.org/officeDocument/2006/relationships/image" Target="../media/image994.png"/><Relationship Id="rId71" Type="http://schemas.openxmlformats.org/officeDocument/2006/relationships/customXml" Target="../ink/ink764.xml"/><Relationship Id="rId234" Type="http://schemas.openxmlformats.org/officeDocument/2006/relationships/image" Target="../media/image822.png"/><Relationship Id="rId637" Type="http://schemas.openxmlformats.org/officeDocument/2006/relationships/image" Target="../media/image1022.png"/><Relationship Id="rId2" Type="http://schemas.openxmlformats.org/officeDocument/2006/relationships/customXml" Target="../ink/ink729.xml"/><Relationship Id="rId29" Type="http://schemas.openxmlformats.org/officeDocument/2006/relationships/image" Target="../media/image722.png"/><Relationship Id="rId276" Type="http://schemas.openxmlformats.org/officeDocument/2006/relationships/image" Target="../media/image843.png"/><Relationship Id="rId441" Type="http://schemas.openxmlformats.org/officeDocument/2006/relationships/customXml" Target="../ink/ink950.xml"/><Relationship Id="rId483" Type="http://schemas.openxmlformats.org/officeDocument/2006/relationships/customXml" Target="../ink/ink971.xml"/><Relationship Id="rId539" Type="http://schemas.openxmlformats.org/officeDocument/2006/relationships/image" Target="../media/image973.png"/><Relationship Id="rId40" Type="http://schemas.openxmlformats.org/officeDocument/2006/relationships/customXml" Target="../ink/ink748.xml"/><Relationship Id="rId136" Type="http://schemas.openxmlformats.org/officeDocument/2006/relationships/image" Target="../media/image773.png"/><Relationship Id="rId178" Type="http://schemas.openxmlformats.org/officeDocument/2006/relationships/image" Target="../media/image794.png"/><Relationship Id="rId301" Type="http://schemas.openxmlformats.org/officeDocument/2006/relationships/customXml" Target="../ink/ink880.xml"/><Relationship Id="rId343" Type="http://schemas.openxmlformats.org/officeDocument/2006/relationships/customXml" Target="../ink/ink901.xml"/><Relationship Id="rId550" Type="http://schemas.openxmlformats.org/officeDocument/2006/relationships/customXml" Target="../ink/ink1005.xml"/><Relationship Id="rId82" Type="http://schemas.openxmlformats.org/officeDocument/2006/relationships/image" Target="../media/image747.png"/><Relationship Id="rId203" Type="http://schemas.openxmlformats.org/officeDocument/2006/relationships/customXml" Target="../ink/ink831.xml"/><Relationship Id="rId385" Type="http://schemas.openxmlformats.org/officeDocument/2006/relationships/customXml" Target="../ink/ink922.xml"/><Relationship Id="rId592" Type="http://schemas.openxmlformats.org/officeDocument/2006/relationships/customXml" Target="../ink/ink1026.xml"/><Relationship Id="rId606" Type="http://schemas.openxmlformats.org/officeDocument/2006/relationships/customXml" Target="../ink/ink1033.xml"/><Relationship Id="rId648" Type="http://schemas.openxmlformats.org/officeDocument/2006/relationships/customXml" Target="../ink/ink1054.xml"/><Relationship Id="rId245" Type="http://schemas.openxmlformats.org/officeDocument/2006/relationships/customXml" Target="../ink/ink852.xml"/><Relationship Id="rId287" Type="http://schemas.openxmlformats.org/officeDocument/2006/relationships/customXml" Target="../ink/ink873.xml"/><Relationship Id="rId410" Type="http://schemas.openxmlformats.org/officeDocument/2006/relationships/image" Target="../media/image910.png"/><Relationship Id="rId452" Type="http://schemas.openxmlformats.org/officeDocument/2006/relationships/image" Target="../media/image931.png"/><Relationship Id="rId494" Type="http://schemas.openxmlformats.org/officeDocument/2006/relationships/customXml" Target="../ink/ink977.xml"/><Relationship Id="rId508" Type="http://schemas.openxmlformats.org/officeDocument/2006/relationships/customXml" Target="../ink/ink984.xml"/><Relationship Id="rId105" Type="http://schemas.openxmlformats.org/officeDocument/2006/relationships/customXml" Target="../ink/ink782.xml"/><Relationship Id="rId147" Type="http://schemas.openxmlformats.org/officeDocument/2006/relationships/customXml" Target="../ink/ink803.xml"/><Relationship Id="rId312" Type="http://schemas.openxmlformats.org/officeDocument/2006/relationships/image" Target="../media/image861.png"/><Relationship Id="rId354" Type="http://schemas.openxmlformats.org/officeDocument/2006/relationships/image" Target="../media/image882.png"/><Relationship Id="rId51" Type="http://schemas.openxmlformats.org/officeDocument/2006/relationships/image" Target="../media/image732.png"/><Relationship Id="rId93" Type="http://schemas.openxmlformats.org/officeDocument/2006/relationships/image" Target="../media/image752.png"/><Relationship Id="rId189" Type="http://schemas.openxmlformats.org/officeDocument/2006/relationships/customXml" Target="../ink/ink824.xml"/><Relationship Id="rId396" Type="http://schemas.openxmlformats.org/officeDocument/2006/relationships/image" Target="../media/image903.png"/><Relationship Id="rId561" Type="http://schemas.openxmlformats.org/officeDocument/2006/relationships/image" Target="../media/image984.png"/><Relationship Id="rId617" Type="http://schemas.openxmlformats.org/officeDocument/2006/relationships/image" Target="../media/image1012.png"/><Relationship Id="rId214" Type="http://schemas.openxmlformats.org/officeDocument/2006/relationships/image" Target="../media/image812.png"/><Relationship Id="rId256" Type="http://schemas.openxmlformats.org/officeDocument/2006/relationships/image" Target="../media/image833.png"/><Relationship Id="rId298" Type="http://schemas.openxmlformats.org/officeDocument/2006/relationships/image" Target="../media/image854.png"/><Relationship Id="rId421" Type="http://schemas.openxmlformats.org/officeDocument/2006/relationships/customXml" Target="../ink/ink940.xml"/><Relationship Id="rId463" Type="http://schemas.openxmlformats.org/officeDocument/2006/relationships/customXml" Target="../ink/ink961.xml"/><Relationship Id="rId519" Type="http://schemas.openxmlformats.org/officeDocument/2006/relationships/image" Target="../media/image963.png"/><Relationship Id="rId116" Type="http://schemas.openxmlformats.org/officeDocument/2006/relationships/image" Target="../media/image763.png"/><Relationship Id="rId158" Type="http://schemas.openxmlformats.org/officeDocument/2006/relationships/image" Target="../media/image784.png"/><Relationship Id="rId323" Type="http://schemas.openxmlformats.org/officeDocument/2006/relationships/customXml" Target="../ink/ink891.xml"/><Relationship Id="rId530" Type="http://schemas.openxmlformats.org/officeDocument/2006/relationships/customXml" Target="../ink/ink995.xml"/><Relationship Id="rId20" Type="http://schemas.openxmlformats.org/officeDocument/2006/relationships/customXml" Target="../ink/ink738.xml"/><Relationship Id="rId62" Type="http://schemas.openxmlformats.org/officeDocument/2006/relationships/customXml" Target="../ink/ink759.xml"/><Relationship Id="rId365" Type="http://schemas.openxmlformats.org/officeDocument/2006/relationships/customXml" Target="../ink/ink912.xml"/><Relationship Id="rId572" Type="http://schemas.openxmlformats.org/officeDocument/2006/relationships/customXml" Target="../ink/ink1016.xml"/><Relationship Id="rId628" Type="http://schemas.openxmlformats.org/officeDocument/2006/relationships/customXml" Target="../ink/ink1044.xml"/><Relationship Id="rId225" Type="http://schemas.openxmlformats.org/officeDocument/2006/relationships/customXml" Target="../ink/ink842.xml"/><Relationship Id="rId267" Type="http://schemas.openxmlformats.org/officeDocument/2006/relationships/customXml" Target="../ink/ink863.xml"/><Relationship Id="rId432" Type="http://schemas.openxmlformats.org/officeDocument/2006/relationships/image" Target="../media/image921.png"/><Relationship Id="rId474" Type="http://schemas.openxmlformats.org/officeDocument/2006/relationships/image" Target="../media/image941.png"/><Relationship Id="rId127" Type="http://schemas.openxmlformats.org/officeDocument/2006/relationships/customXml" Target="../ink/ink793.xml"/><Relationship Id="rId31" Type="http://schemas.openxmlformats.org/officeDocument/2006/relationships/image" Target="../media/image723.png"/><Relationship Id="rId73" Type="http://schemas.openxmlformats.org/officeDocument/2006/relationships/customXml" Target="../ink/ink765.xml"/><Relationship Id="rId169" Type="http://schemas.openxmlformats.org/officeDocument/2006/relationships/customXml" Target="../ink/ink814.xml"/><Relationship Id="rId334" Type="http://schemas.openxmlformats.org/officeDocument/2006/relationships/image" Target="../media/image872.png"/><Relationship Id="rId376" Type="http://schemas.openxmlformats.org/officeDocument/2006/relationships/image" Target="../media/image893.png"/><Relationship Id="rId541" Type="http://schemas.openxmlformats.org/officeDocument/2006/relationships/image" Target="../media/image974.png"/><Relationship Id="rId583" Type="http://schemas.openxmlformats.org/officeDocument/2006/relationships/image" Target="../media/image995.png"/><Relationship Id="rId639" Type="http://schemas.openxmlformats.org/officeDocument/2006/relationships/image" Target="../media/image1023.png"/><Relationship Id="rId4" Type="http://schemas.openxmlformats.org/officeDocument/2006/relationships/customXml" Target="../ink/ink730.xml"/><Relationship Id="rId180" Type="http://schemas.openxmlformats.org/officeDocument/2006/relationships/image" Target="../media/image795.png"/><Relationship Id="rId236" Type="http://schemas.openxmlformats.org/officeDocument/2006/relationships/image" Target="../media/image823.png"/><Relationship Id="rId278" Type="http://schemas.openxmlformats.org/officeDocument/2006/relationships/image" Target="../media/image844.png"/><Relationship Id="rId401" Type="http://schemas.openxmlformats.org/officeDocument/2006/relationships/customXml" Target="../ink/ink930.xml"/><Relationship Id="rId443" Type="http://schemas.openxmlformats.org/officeDocument/2006/relationships/customXml" Target="../ink/ink951.xml"/><Relationship Id="rId650" Type="http://schemas.openxmlformats.org/officeDocument/2006/relationships/customXml" Target="../ink/ink1055.xml"/><Relationship Id="rId303" Type="http://schemas.openxmlformats.org/officeDocument/2006/relationships/customXml" Target="../ink/ink881.xml"/><Relationship Id="rId485" Type="http://schemas.openxmlformats.org/officeDocument/2006/relationships/customXml" Target="../ink/ink972.xml"/><Relationship Id="rId42" Type="http://schemas.openxmlformats.org/officeDocument/2006/relationships/customXml" Target="../ink/ink749.xml"/><Relationship Id="rId84" Type="http://schemas.openxmlformats.org/officeDocument/2006/relationships/image" Target="../media/image748.png"/><Relationship Id="rId138" Type="http://schemas.openxmlformats.org/officeDocument/2006/relationships/image" Target="../media/image774.png"/><Relationship Id="rId345" Type="http://schemas.openxmlformats.org/officeDocument/2006/relationships/customXml" Target="../ink/ink902.xml"/><Relationship Id="rId387" Type="http://schemas.openxmlformats.org/officeDocument/2006/relationships/customXml" Target="../ink/ink923.xml"/><Relationship Id="rId510" Type="http://schemas.openxmlformats.org/officeDocument/2006/relationships/customXml" Target="../ink/ink985.xml"/><Relationship Id="rId552" Type="http://schemas.openxmlformats.org/officeDocument/2006/relationships/customXml" Target="../ink/ink1006.xml"/><Relationship Id="rId594" Type="http://schemas.openxmlformats.org/officeDocument/2006/relationships/customXml" Target="../ink/ink1027.xml"/><Relationship Id="rId608" Type="http://schemas.openxmlformats.org/officeDocument/2006/relationships/customXml" Target="../ink/ink1034.xml"/><Relationship Id="rId191" Type="http://schemas.openxmlformats.org/officeDocument/2006/relationships/customXml" Target="../ink/ink825.xml"/><Relationship Id="rId205" Type="http://schemas.openxmlformats.org/officeDocument/2006/relationships/customXml" Target="../ink/ink832.xml"/><Relationship Id="rId247" Type="http://schemas.openxmlformats.org/officeDocument/2006/relationships/customXml" Target="../ink/ink853.xml"/><Relationship Id="rId412" Type="http://schemas.openxmlformats.org/officeDocument/2006/relationships/image" Target="../media/image911.png"/><Relationship Id="rId107" Type="http://schemas.openxmlformats.org/officeDocument/2006/relationships/customXml" Target="../ink/ink783.xml"/><Relationship Id="rId289" Type="http://schemas.openxmlformats.org/officeDocument/2006/relationships/customXml" Target="../ink/ink874.xml"/><Relationship Id="rId454" Type="http://schemas.openxmlformats.org/officeDocument/2006/relationships/image" Target="../media/image932.png"/><Relationship Id="rId496" Type="http://schemas.openxmlformats.org/officeDocument/2006/relationships/customXml" Target="../ink/ink978.xml"/><Relationship Id="rId11" Type="http://schemas.openxmlformats.org/officeDocument/2006/relationships/image" Target="../media/image713.png"/><Relationship Id="rId53" Type="http://schemas.openxmlformats.org/officeDocument/2006/relationships/image" Target="../media/image733.png"/><Relationship Id="rId149" Type="http://schemas.openxmlformats.org/officeDocument/2006/relationships/customXml" Target="../ink/ink804.xml"/><Relationship Id="rId314" Type="http://schemas.openxmlformats.org/officeDocument/2006/relationships/image" Target="../media/image862.png"/><Relationship Id="rId356" Type="http://schemas.openxmlformats.org/officeDocument/2006/relationships/image" Target="../media/image883.png"/><Relationship Id="rId398" Type="http://schemas.openxmlformats.org/officeDocument/2006/relationships/image" Target="../media/image904.png"/><Relationship Id="rId521" Type="http://schemas.openxmlformats.org/officeDocument/2006/relationships/image" Target="../media/image964.png"/><Relationship Id="rId563" Type="http://schemas.openxmlformats.org/officeDocument/2006/relationships/image" Target="../media/image985.png"/><Relationship Id="rId619" Type="http://schemas.openxmlformats.org/officeDocument/2006/relationships/image" Target="../media/image1013.png"/><Relationship Id="rId95" Type="http://schemas.openxmlformats.org/officeDocument/2006/relationships/image" Target="../media/image753.png"/><Relationship Id="rId160" Type="http://schemas.openxmlformats.org/officeDocument/2006/relationships/image" Target="../media/image785.png"/><Relationship Id="rId216" Type="http://schemas.openxmlformats.org/officeDocument/2006/relationships/image" Target="../media/image813.png"/><Relationship Id="rId423" Type="http://schemas.openxmlformats.org/officeDocument/2006/relationships/customXml" Target="../ink/ink941.xml"/><Relationship Id="rId258" Type="http://schemas.openxmlformats.org/officeDocument/2006/relationships/image" Target="../media/image834.png"/><Relationship Id="rId465" Type="http://schemas.openxmlformats.org/officeDocument/2006/relationships/customXml" Target="../ink/ink962.xml"/><Relationship Id="rId630" Type="http://schemas.openxmlformats.org/officeDocument/2006/relationships/customXml" Target="../ink/ink1045.xml"/><Relationship Id="rId22" Type="http://schemas.openxmlformats.org/officeDocument/2006/relationships/customXml" Target="../ink/ink739.xml"/><Relationship Id="rId64" Type="http://schemas.openxmlformats.org/officeDocument/2006/relationships/customXml" Target="../ink/ink760.xml"/><Relationship Id="rId118" Type="http://schemas.openxmlformats.org/officeDocument/2006/relationships/image" Target="../media/image764.png"/><Relationship Id="rId325" Type="http://schemas.openxmlformats.org/officeDocument/2006/relationships/customXml" Target="../ink/ink892.xml"/><Relationship Id="rId367" Type="http://schemas.openxmlformats.org/officeDocument/2006/relationships/customXml" Target="../ink/ink913.xml"/><Relationship Id="rId532" Type="http://schemas.openxmlformats.org/officeDocument/2006/relationships/customXml" Target="../ink/ink996.xml"/><Relationship Id="rId574" Type="http://schemas.openxmlformats.org/officeDocument/2006/relationships/customXml" Target="../ink/ink1017.xml"/><Relationship Id="rId171" Type="http://schemas.openxmlformats.org/officeDocument/2006/relationships/customXml" Target="../ink/ink815.xml"/><Relationship Id="rId227" Type="http://schemas.openxmlformats.org/officeDocument/2006/relationships/customXml" Target="../ink/ink843.xml"/><Relationship Id="rId269" Type="http://schemas.openxmlformats.org/officeDocument/2006/relationships/customXml" Target="../ink/ink864.xml"/><Relationship Id="rId434" Type="http://schemas.openxmlformats.org/officeDocument/2006/relationships/image" Target="../media/image922.png"/><Relationship Id="rId476" Type="http://schemas.openxmlformats.org/officeDocument/2006/relationships/image" Target="../media/image942.png"/><Relationship Id="rId641" Type="http://schemas.openxmlformats.org/officeDocument/2006/relationships/image" Target="../media/image1024.png"/><Relationship Id="rId33" Type="http://schemas.openxmlformats.org/officeDocument/2006/relationships/image" Target="../media/image119.png"/><Relationship Id="rId129" Type="http://schemas.openxmlformats.org/officeDocument/2006/relationships/customXml" Target="../ink/ink794.xml"/><Relationship Id="rId280" Type="http://schemas.openxmlformats.org/officeDocument/2006/relationships/image" Target="../media/image845.png"/><Relationship Id="rId336" Type="http://schemas.openxmlformats.org/officeDocument/2006/relationships/image" Target="../media/image873.png"/><Relationship Id="rId501" Type="http://schemas.openxmlformats.org/officeDocument/2006/relationships/image" Target="../media/image954.png"/><Relationship Id="rId543" Type="http://schemas.openxmlformats.org/officeDocument/2006/relationships/image" Target="../media/image975.png"/><Relationship Id="rId75" Type="http://schemas.openxmlformats.org/officeDocument/2006/relationships/customXml" Target="../ink/ink766.xml"/><Relationship Id="rId140" Type="http://schemas.openxmlformats.org/officeDocument/2006/relationships/image" Target="../media/image775.png"/><Relationship Id="rId182" Type="http://schemas.openxmlformats.org/officeDocument/2006/relationships/image" Target="../media/image796.png"/><Relationship Id="rId378" Type="http://schemas.openxmlformats.org/officeDocument/2006/relationships/image" Target="../media/image894.png"/><Relationship Id="rId403" Type="http://schemas.openxmlformats.org/officeDocument/2006/relationships/customXml" Target="../ink/ink931.xml"/><Relationship Id="rId585" Type="http://schemas.openxmlformats.org/officeDocument/2006/relationships/image" Target="../media/image996.png"/><Relationship Id="rId6" Type="http://schemas.openxmlformats.org/officeDocument/2006/relationships/customXml" Target="../ink/ink731.xml"/><Relationship Id="rId238" Type="http://schemas.openxmlformats.org/officeDocument/2006/relationships/image" Target="../media/image824.png"/><Relationship Id="rId445" Type="http://schemas.openxmlformats.org/officeDocument/2006/relationships/customXml" Target="../ink/ink952.xml"/><Relationship Id="rId487" Type="http://schemas.openxmlformats.org/officeDocument/2006/relationships/customXml" Target="../ink/ink973.xml"/><Relationship Id="rId610" Type="http://schemas.openxmlformats.org/officeDocument/2006/relationships/customXml" Target="../ink/ink1035.xml"/><Relationship Id="rId652" Type="http://schemas.openxmlformats.org/officeDocument/2006/relationships/customXml" Target="../ink/ink1056.xml"/><Relationship Id="rId291" Type="http://schemas.openxmlformats.org/officeDocument/2006/relationships/customXml" Target="../ink/ink875.xml"/><Relationship Id="rId305" Type="http://schemas.openxmlformats.org/officeDocument/2006/relationships/customXml" Target="../ink/ink882.xml"/><Relationship Id="rId347" Type="http://schemas.openxmlformats.org/officeDocument/2006/relationships/customXml" Target="../ink/ink903.xml"/><Relationship Id="rId512" Type="http://schemas.openxmlformats.org/officeDocument/2006/relationships/customXml" Target="../ink/ink986.xml"/><Relationship Id="rId44" Type="http://schemas.openxmlformats.org/officeDocument/2006/relationships/customXml" Target="../ink/ink750.xml"/><Relationship Id="rId86" Type="http://schemas.openxmlformats.org/officeDocument/2006/relationships/customXml" Target="../ink/ink772.xml"/><Relationship Id="rId151" Type="http://schemas.openxmlformats.org/officeDocument/2006/relationships/customXml" Target="../ink/ink805.xml"/><Relationship Id="rId389" Type="http://schemas.openxmlformats.org/officeDocument/2006/relationships/customXml" Target="../ink/ink924.xml"/><Relationship Id="rId554" Type="http://schemas.openxmlformats.org/officeDocument/2006/relationships/customXml" Target="../ink/ink1007.xml"/><Relationship Id="rId596" Type="http://schemas.openxmlformats.org/officeDocument/2006/relationships/customXml" Target="../ink/ink1028.xml"/><Relationship Id="rId193" Type="http://schemas.openxmlformats.org/officeDocument/2006/relationships/customXml" Target="../ink/ink826.xml"/><Relationship Id="rId207" Type="http://schemas.openxmlformats.org/officeDocument/2006/relationships/customXml" Target="../ink/ink833.xml"/><Relationship Id="rId249" Type="http://schemas.openxmlformats.org/officeDocument/2006/relationships/customXml" Target="../ink/ink854.xml"/><Relationship Id="rId414" Type="http://schemas.openxmlformats.org/officeDocument/2006/relationships/image" Target="../media/image912.png"/><Relationship Id="rId456" Type="http://schemas.openxmlformats.org/officeDocument/2006/relationships/image" Target="../media/image933.png"/><Relationship Id="rId498" Type="http://schemas.openxmlformats.org/officeDocument/2006/relationships/customXml" Target="../ink/ink979.xml"/><Relationship Id="rId621" Type="http://schemas.openxmlformats.org/officeDocument/2006/relationships/image" Target="../media/image1014.png"/><Relationship Id="rId13" Type="http://schemas.openxmlformats.org/officeDocument/2006/relationships/image" Target="../media/image714.png"/><Relationship Id="rId109" Type="http://schemas.openxmlformats.org/officeDocument/2006/relationships/customXml" Target="../ink/ink784.xml"/><Relationship Id="rId260" Type="http://schemas.openxmlformats.org/officeDocument/2006/relationships/image" Target="../media/image835.png"/><Relationship Id="rId316" Type="http://schemas.openxmlformats.org/officeDocument/2006/relationships/image" Target="../media/image863.png"/><Relationship Id="rId523" Type="http://schemas.openxmlformats.org/officeDocument/2006/relationships/image" Target="../media/image965.png"/><Relationship Id="rId55" Type="http://schemas.openxmlformats.org/officeDocument/2006/relationships/image" Target="../media/image734.png"/><Relationship Id="rId97" Type="http://schemas.openxmlformats.org/officeDocument/2006/relationships/image" Target="../media/image754.png"/><Relationship Id="rId120" Type="http://schemas.openxmlformats.org/officeDocument/2006/relationships/image" Target="../media/image765.png"/><Relationship Id="rId358" Type="http://schemas.openxmlformats.org/officeDocument/2006/relationships/image" Target="../media/image884.png"/><Relationship Id="rId565" Type="http://schemas.openxmlformats.org/officeDocument/2006/relationships/image" Target="../media/image986.png"/><Relationship Id="rId162" Type="http://schemas.openxmlformats.org/officeDocument/2006/relationships/image" Target="../media/image786.png"/><Relationship Id="rId218" Type="http://schemas.openxmlformats.org/officeDocument/2006/relationships/image" Target="../media/image814.png"/><Relationship Id="rId425" Type="http://schemas.openxmlformats.org/officeDocument/2006/relationships/customXml" Target="../ink/ink942.xml"/><Relationship Id="rId467" Type="http://schemas.openxmlformats.org/officeDocument/2006/relationships/customXml" Target="../ink/ink963.xml"/><Relationship Id="rId632" Type="http://schemas.openxmlformats.org/officeDocument/2006/relationships/customXml" Target="../ink/ink1046.xml"/><Relationship Id="rId271" Type="http://schemas.openxmlformats.org/officeDocument/2006/relationships/customXml" Target="../ink/ink865.xml"/><Relationship Id="rId24" Type="http://schemas.openxmlformats.org/officeDocument/2006/relationships/customXml" Target="../ink/ink740.xml"/><Relationship Id="rId66" Type="http://schemas.openxmlformats.org/officeDocument/2006/relationships/customXml" Target="../ink/ink761.xml"/><Relationship Id="rId131" Type="http://schemas.openxmlformats.org/officeDocument/2006/relationships/customXml" Target="../ink/ink795.xml"/><Relationship Id="rId327" Type="http://schemas.openxmlformats.org/officeDocument/2006/relationships/customXml" Target="../ink/ink893.xml"/><Relationship Id="rId369" Type="http://schemas.openxmlformats.org/officeDocument/2006/relationships/customXml" Target="../ink/ink914.xml"/><Relationship Id="rId534" Type="http://schemas.openxmlformats.org/officeDocument/2006/relationships/customXml" Target="../ink/ink997.xml"/><Relationship Id="rId576" Type="http://schemas.openxmlformats.org/officeDocument/2006/relationships/customXml" Target="../ink/ink1018.xml"/><Relationship Id="rId173" Type="http://schemas.openxmlformats.org/officeDocument/2006/relationships/customXml" Target="../ink/ink816.xml"/><Relationship Id="rId229" Type="http://schemas.openxmlformats.org/officeDocument/2006/relationships/customXml" Target="../ink/ink844.xml"/><Relationship Id="rId380" Type="http://schemas.openxmlformats.org/officeDocument/2006/relationships/image" Target="../media/image895.png"/><Relationship Id="rId436" Type="http://schemas.openxmlformats.org/officeDocument/2006/relationships/image" Target="../media/image923.png"/><Relationship Id="rId601" Type="http://schemas.openxmlformats.org/officeDocument/2006/relationships/image" Target="../media/image1004.png"/><Relationship Id="rId643" Type="http://schemas.openxmlformats.org/officeDocument/2006/relationships/image" Target="../media/image1025.png"/><Relationship Id="rId240" Type="http://schemas.openxmlformats.org/officeDocument/2006/relationships/image" Target="../media/image825.png"/><Relationship Id="rId478" Type="http://schemas.openxmlformats.org/officeDocument/2006/relationships/image" Target="../media/image943.png"/><Relationship Id="rId35" Type="http://schemas.openxmlformats.org/officeDocument/2006/relationships/image" Target="../media/image724.png"/><Relationship Id="rId77" Type="http://schemas.openxmlformats.org/officeDocument/2006/relationships/customXml" Target="../ink/ink767.xml"/><Relationship Id="rId100" Type="http://schemas.openxmlformats.org/officeDocument/2006/relationships/customXml" Target="../ink/ink779.xml"/><Relationship Id="rId282" Type="http://schemas.openxmlformats.org/officeDocument/2006/relationships/image" Target="../media/image846.png"/><Relationship Id="rId338" Type="http://schemas.openxmlformats.org/officeDocument/2006/relationships/image" Target="../media/image874.png"/><Relationship Id="rId503" Type="http://schemas.openxmlformats.org/officeDocument/2006/relationships/image" Target="../media/image955.png"/><Relationship Id="rId545" Type="http://schemas.openxmlformats.org/officeDocument/2006/relationships/image" Target="../media/image976.png"/><Relationship Id="rId587" Type="http://schemas.openxmlformats.org/officeDocument/2006/relationships/image" Target="../media/image997.png"/><Relationship Id="rId8" Type="http://schemas.openxmlformats.org/officeDocument/2006/relationships/customXml" Target="../ink/ink732.xml"/><Relationship Id="rId142" Type="http://schemas.openxmlformats.org/officeDocument/2006/relationships/image" Target="../media/image776.png"/><Relationship Id="rId184" Type="http://schemas.openxmlformats.org/officeDocument/2006/relationships/image" Target="../media/image797.png"/><Relationship Id="rId391" Type="http://schemas.openxmlformats.org/officeDocument/2006/relationships/customXml" Target="../ink/ink925.xml"/><Relationship Id="rId405" Type="http://schemas.openxmlformats.org/officeDocument/2006/relationships/customXml" Target="../ink/ink932.xml"/><Relationship Id="rId447" Type="http://schemas.openxmlformats.org/officeDocument/2006/relationships/customXml" Target="../ink/ink953.xml"/><Relationship Id="rId612" Type="http://schemas.openxmlformats.org/officeDocument/2006/relationships/customXml" Target="../ink/ink1036.xml"/><Relationship Id="rId251" Type="http://schemas.openxmlformats.org/officeDocument/2006/relationships/customXml" Target="../ink/ink855.xml"/><Relationship Id="rId489" Type="http://schemas.openxmlformats.org/officeDocument/2006/relationships/image" Target="../media/image948.png"/><Relationship Id="rId654" Type="http://schemas.openxmlformats.org/officeDocument/2006/relationships/customXml" Target="../ink/ink1057.xml"/><Relationship Id="rId46" Type="http://schemas.openxmlformats.org/officeDocument/2006/relationships/customXml" Target="../ink/ink751.xml"/><Relationship Id="rId293" Type="http://schemas.openxmlformats.org/officeDocument/2006/relationships/customXml" Target="../ink/ink876.xml"/><Relationship Id="rId307" Type="http://schemas.openxmlformats.org/officeDocument/2006/relationships/customXml" Target="../ink/ink883.xml"/><Relationship Id="rId349" Type="http://schemas.openxmlformats.org/officeDocument/2006/relationships/customXml" Target="../ink/ink904.xml"/><Relationship Id="rId514" Type="http://schemas.openxmlformats.org/officeDocument/2006/relationships/customXml" Target="../ink/ink987.xml"/><Relationship Id="rId556" Type="http://schemas.openxmlformats.org/officeDocument/2006/relationships/customXml" Target="../ink/ink1008.xml"/><Relationship Id="rId88" Type="http://schemas.openxmlformats.org/officeDocument/2006/relationships/customXml" Target="../ink/ink773.xml"/><Relationship Id="rId111" Type="http://schemas.openxmlformats.org/officeDocument/2006/relationships/customXml" Target="../ink/ink785.xml"/><Relationship Id="rId153" Type="http://schemas.openxmlformats.org/officeDocument/2006/relationships/customXml" Target="../ink/ink806.xml"/><Relationship Id="rId195" Type="http://schemas.openxmlformats.org/officeDocument/2006/relationships/customXml" Target="../ink/ink827.xml"/><Relationship Id="rId209" Type="http://schemas.openxmlformats.org/officeDocument/2006/relationships/customXml" Target="../ink/ink834.xml"/><Relationship Id="rId360" Type="http://schemas.openxmlformats.org/officeDocument/2006/relationships/image" Target="../media/image885.png"/><Relationship Id="rId416" Type="http://schemas.openxmlformats.org/officeDocument/2006/relationships/image" Target="../media/image913.png"/><Relationship Id="rId598" Type="http://schemas.openxmlformats.org/officeDocument/2006/relationships/customXml" Target="../ink/ink1029.xml"/><Relationship Id="rId220" Type="http://schemas.openxmlformats.org/officeDocument/2006/relationships/image" Target="../media/image815.png"/><Relationship Id="rId458" Type="http://schemas.openxmlformats.org/officeDocument/2006/relationships/image" Target="../media/image199.png"/><Relationship Id="rId623" Type="http://schemas.openxmlformats.org/officeDocument/2006/relationships/image" Target="../media/image1015.png"/><Relationship Id="rId15" Type="http://schemas.openxmlformats.org/officeDocument/2006/relationships/image" Target="../media/image715.png"/><Relationship Id="rId57" Type="http://schemas.openxmlformats.org/officeDocument/2006/relationships/image" Target="../media/image735.png"/><Relationship Id="rId262" Type="http://schemas.openxmlformats.org/officeDocument/2006/relationships/image" Target="../media/image836.png"/><Relationship Id="rId318" Type="http://schemas.openxmlformats.org/officeDocument/2006/relationships/image" Target="../media/image864.png"/><Relationship Id="rId525" Type="http://schemas.openxmlformats.org/officeDocument/2006/relationships/image" Target="../media/image966.png"/><Relationship Id="rId567" Type="http://schemas.openxmlformats.org/officeDocument/2006/relationships/image" Target="../media/image987.png"/><Relationship Id="rId99" Type="http://schemas.openxmlformats.org/officeDocument/2006/relationships/image" Target="../media/image755.png"/><Relationship Id="rId122" Type="http://schemas.openxmlformats.org/officeDocument/2006/relationships/image" Target="../media/image766.png"/><Relationship Id="rId164" Type="http://schemas.openxmlformats.org/officeDocument/2006/relationships/image" Target="../media/image787.png"/><Relationship Id="rId371" Type="http://schemas.openxmlformats.org/officeDocument/2006/relationships/customXml" Target="../ink/ink915.xml"/><Relationship Id="rId427" Type="http://schemas.openxmlformats.org/officeDocument/2006/relationships/customXml" Target="../ink/ink943.xml"/><Relationship Id="rId469" Type="http://schemas.openxmlformats.org/officeDocument/2006/relationships/customXml" Target="../ink/ink964.xml"/><Relationship Id="rId634" Type="http://schemas.openxmlformats.org/officeDocument/2006/relationships/customXml" Target="../ink/ink1047.xml"/><Relationship Id="rId26" Type="http://schemas.openxmlformats.org/officeDocument/2006/relationships/customXml" Target="../ink/ink741.xml"/><Relationship Id="rId231" Type="http://schemas.openxmlformats.org/officeDocument/2006/relationships/customXml" Target="../ink/ink845.xml"/><Relationship Id="rId273" Type="http://schemas.openxmlformats.org/officeDocument/2006/relationships/customXml" Target="../ink/ink866.xml"/><Relationship Id="rId329" Type="http://schemas.openxmlformats.org/officeDocument/2006/relationships/customXml" Target="../ink/ink894.xml"/><Relationship Id="rId480" Type="http://schemas.openxmlformats.org/officeDocument/2006/relationships/image" Target="../media/image944.png"/><Relationship Id="rId536" Type="http://schemas.openxmlformats.org/officeDocument/2006/relationships/customXml" Target="../ink/ink998.xml"/><Relationship Id="rId68" Type="http://schemas.openxmlformats.org/officeDocument/2006/relationships/image" Target="../media/image740.png"/><Relationship Id="rId133" Type="http://schemas.openxmlformats.org/officeDocument/2006/relationships/customXml" Target="../ink/ink796.xml"/><Relationship Id="rId175" Type="http://schemas.openxmlformats.org/officeDocument/2006/relationships/customXml" Target="../ink/ink817.xml"/><Relationship Id="rId340" Type="http://schemas.openxmlformats.org/officeDocument/2006/relationships/image" Target="../media/image875.png"/><Relationship Id="rId578" Type="http://schemas.openxmlformats.org/officeDocument/2006/relationships/customXml" Target="../ink/ink1019.xml"/><Relationship Id="rId200" Type="http://schemas.openxmlformats.org/officeDocument/2006/relationships/image" Target="../media/image805.png"/><Relationship Id="rId382" Type="http://schemas.openxmlformats.org/officeDocument/2006/relationships/image" Target="../media/image896.png"/><Relationship Id="rId438" Type="http://schemas.openxmlformats.org/officeDocument/2006/relationships/image" Target="../media/image924.png"/><Relationship Id="rId603" Type="http://schemas.openxmlformats.org/officeDocument/2006/relationships/image" Target="../media/image1005.png"/><Relationship Id="rId645" Type="http://schemas.openxmlformats.org/officeDocument/2006/relationships/image" Target="../media/image1026.png"/><Relationship Id="rId242" Type="http://schemas.openxmlformats.org/officeDocument/2006/relationships/image" Target="../media/image826.png"/><Relationship Id="rId284" Type="http://schemas.openxmlformats.org/officeDocument/2006/relationships/image" Target="../media/image847.png"/><Relationship Id="rId491" Type="http://schemas.openxmlformats.org/officeDocument/2006/relationships/image" Target="../media/image949.png"/><Relationship Id="rId505" Type="http://schemas.openxmlformats.org/officeDocument/2006/relationships/image" Target="../media/image956.png"/><Relationship Id="rId37" Type="http://schemas.openxmlformats.org/officeDocument/2006/relationships/image" Target="../media/image725.png"/><Relationship Id="rId79" Type="http://schemas.openxmlformats.org/officeDocument/2006/relationships/customXml" Target="../ink/ink768.xml"/><Relationship Id="rId102" Type="http://schemas.openxmlformats.org/officeDocument/2006/relationships/image" Target="../media/image756.png"/><Relationship Id="rId144" Type="http://schemas.openxmlformats.org/officeDocument/2006/relationships/image" Target="../media/image777.png"/><Relationship Id="rId547" Type="http://schemas.openxmlformats.org/officeDocument/2006/relationships/image" Target="../media/image977.png"/><Relationship Id="rId589" Type="http://schemas.openxmlformats.org/officeDocument/2006/relationships/image" Target="../media/image998.png"/><Relationship Id="rId90" Type="http://schemas.openxmlformats.org/officeDocument/2006/relationships/customXml" Target="../ink/ink774.xml"/><Relationship Id="rId186" Type="http://schemas.openxmlformats.org/officeDocument/2006/relationships/image" Target="../media/image798.png"/><Relationship Id="rId351" Type="http://schemas.openxmlformats.org/officeDocument/2006/relationships/customXml" Target="../ink/ink905.xml"/><Relationship Id="rId393" Type="http://schemas.openxmlformats.org/officeDocument/2006/relationships/customXml" Target="../ink/ink926.xml"/><Relationship Id="rId407" Type="http://schemas.openxmlformats.org/officeDocument/2006/relationships/customXml" Target="../ink/ink933.xml"/><Relationship Id="rId449" Type="http://schemas.openxmlformats.org/officeDocument/2006/relationships/customXml" Target="../ink/ink954.xml"/><Relationship Id="rId614" Type="http://schemas.openxmlformats.org/officeDocument/2006/relationships/customXml" Target="../ink/ink1037.xml"/><Relationship Id="rId656" Type="http://schemas.openxmlformats.org/officeDocument/2006/relationships/customXml" Target="../ink/ink1058.xml"/><Relationship Id="rId211" Type="http://schemas.openxmlformats.org/officeDocument/2006/relationships/customXml" Target="../ink/ink835.xml"/><Relationship Id="rId253" Type="http://schemas.openxmlformats.org/officeDocument/2006/relationships/customXml" Target="../ink/ink856.xml"/><Relationship Id="rId295" Type="http://schemas.openxmlformats.org/officeDocument/2006/relationships/customXml" Target="../ink/ink877.xml"/><Relationship Id="rId309" Type="http://schemas.openxmlformats.org/officeDocument/2006/relationships/customXml" Target="../ink/ink884.xml"/><Relationship Id="rId460" Type="http://schemas.openxmlformats.org/officeDocument/2006/relationships/image" Target="../media/image934.png"/><Relationship Id="rId516" Type="http://schemas.openxmlformats.org/officeDocument/2006/relationships/customXml" Target="../ink/ink988.xml"/><Relationship Id="rId48" Type="http://schemas.openxmlformats.org/officeDocument/2006/relationships/customXml" Target="../ink/ink752.xml"/><Relationship Id="rId113" Type="http://schemas.openxmlformats.org/officeDocument/2006/relationships/customXml" Target="../ink/ink786.xml"/><Relationship Id="rId320" Type="http://schemas.openxmlformats.org/officeDocument/2006/relationships/image" Target="../media/image865.png"/><Relationship Id="rId558" Type="http://schemas.openxmlformats.org/officeDocument/2006/relationships/customXml" Target="../ink/ink1009.xml"/><Relationship Id="rId155" Type="http://schemas.openxmlformats.org/officeDocument/2006/relationships/customXml" Target="../ink/ink807.xml"/><Relationship Id="rId197" Type="http://schemas.openxmlformats.org/officeDocument/2006/relationships/customXml" Target="../ink/ink828.xml"/><Relationship Id="rId362" Type="http://schemas.openxmlformats.org/officeDocument/2006/relationships/image" Target="../media/image886.png"/><Relationship Id="rId418" Type="http://schemas.openxmlformats.org/officeDocument/2006/relationships/image" Target="../media/image914.png"/><Relationship Id="rId625" Type="http://schemas.openxmlformats.org/officeDocument/2006/relationships/image" Target="../media/image1016.png"/><Relationship Id="rId222" Type="http://schemas.openxmlformats.org/officeDocument/2006/relationships/image" Target="../media/image816.png"/><Relationship Id="rId264" Type="http://schemas.openxmlformats.org/officeDocument/2006/relationships/image" Target="../media/image837.png"/><Relationship Id="rId471" Type="http://schemas.openxmlformats.org/officeDocument/2006/relationships/customXml" Target="../ink/ink965.xml"/><Relationship Id="rId17" Type="http://schemas.openxmlformats.org/officeDocument/2006/relationships/image" Target="../media/image716.png"/><Relationship Id="rId59" Type="http://schemas.openxmlformats.org/officeDocument/2006/relationships/image" Target="../media/image736.png"/><Relationship Id="rId124" Type="http://schemas.openxmlformats.org/officeDocument/2006/relationships/image" Target="../media/image767.png"/><Relationship Id="rId527" Type="http://schemas.openxmlformats.org/officeDocument/2006/relationships/image" Target="../media/image967.png"/><Relationship Id="rId569" Type="http://schemas.openxmlformats.org/officeDocument/2006/relationships/image" Target="../media/image988.png"/><Relationship Id="rId70" Type="http://schemas.openxmlformats.org/officeDocument/2006/relationships/image" Target="../media/image741.png"/><Relationship Id="rId166" Type="http://schemas.openxmlformats.org/officeDocument/2006/relationships/image" Target="../media/image788.png"/><Relationship Id="rId331" Type="http://schemas.openxmlformats.org/officeDocument/2006/relationships/customXml" Target="../ink/ink895.xml"/><Relationship Id="rId373" Type="http://schemas.openxmlformats.org/officeDocument/2006/relationships/customXml" Target="../ink/ink916.xml"/><Relationship Id="rId429" Type="http://schemas.openxmlformats.org/officeDocument/2006/relationships/customXml" Target="../ink/ink944.xml"/><Relationship Id="rId580" Type="http://schemas.openxmlformats.org/officeDocument/2006/relationships/customXml" Target="../ink/ink1020.xml"/><Relationship Id="rId636" Type="http://schemas.openxmlformats.org/officeDocument/2006/relationships/customXml" Target="../ink/ink1048.xml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846.xml"/><Relationship Id="rId440" Type="http://schemas.openxmlformats.org/officeDocument/2006/relationships/image" Target="../media/image925.png"/><Relationship Id="rId28" Type="http://schemas.openxmlformats.org/officeDocument/2006/relationships/customXml" Target="../ink/ink742.xml"/><Relationship Id="rId275" Type="http://schemas.openxmlformats.org/officeDocument/2006/relationships/customXml" Target="../ink/ink867.xml"/><Relationship Id="rId300" Type="http://schemas.openxmlformats.org/officeDocument/2006/relationships/image" Target="../media/image855.png"/><Relationship Id="rId482" Type="http://schemas.openxmlformats.org/officeDocument/2006/relationships/image" Target="../media/image945.png"/><Relationship Id="rId538" Type="http://schemas.openxmlformats.org/officeDocument/2006/relationships/customXml" Target="../ink/ink999.xml"/><Relationship Id="rId81" Type="http://schemas.openxmlformats.org/officeDocument/2006/relationships/customXml" Target="../ink/ink769.xml"/><Relationship Id="rId135" Type="http://schemas.openxmlformats.org/officeDocument/2006/relationships/customXml" Target="../ink/ink797.xml"/><Relationship Id="rId177" Type="http://schemas.openxmlformats.org/officeDocument/2006/relationships/customXml" Target="../ink/ink818.xml"/><Relationship Id="rId342" Type="http://schemas.openxmlformats.org/officeDocument/2006/relationships/image" Target="../media/image876.png"/><Relationship Id="rId384" Type="http://schemas.openxmlformats.org/officeDocument/2006/relationships/image" Target="../media/image897.png"/><Relationship Id="rId591" Type="http://schemas.openxmlformats.org/officeDocument/2006/relationships/image" Target="../media/image999.png"/><Relationship Id="rId605" Type="http://schemas.openxmlformats.org/officeDocument/2006/relationships/image" Target="../media/image1006.png"/><Relationship Id="rId202" Type="http://schemas.openxmlformats.org/officeDocument/2006/relationships/image" Target="../media/image806.png"/><Relationship Id="rId244" Type="http://schemas.openxmlformats.org/officeDocument/2006/relationships/image" Target="../media/image827.png"/><Relationship Id="rId647" Type="http://schemas.openxmlformats.org/officeDocument/2006/relationships/image" Target="../media/image1027.png"/><Relationship Id="rId39" Type="http://schemas.openxmlformats.org/officeDocument/2006/relationships/image" Target="../media/image726.png"/><Relationship Id="rId286" Type="http://schemas.openxmlformats.org/officeDocument/2006/relationships/image" Target="../media/image848.png"/><Relationship Id="rId451" Type="http://schemas.openxmlformats.org/officeDocument/2006/relationships/customXml" Target="../ink/ink955.xml"/><Relationship Id="rId493" Type="http://schemas.openxmlformats.org/officeDocument/2006/relationships/image" Target="../media/image950.png"/><Relationship Id="rId507" Type="http://schemas.openxmlformats.org/officeDocument/2006/relationships/image" Target="../media/image957.png"/><Relationship Id="rId549" Type="http://schemas.openxmlformats.org/officeDocument/2006/relationships/image" Target="../media/image978.png"/><Relationship Id="rId50" Type="http://schemas.openxmlformats.org/officeDocument/2006/relationships/customXml" Target="../ink/ink753.xml"/><Relationship Id="rId104" Type="http://schemas.openxmlformats.org/officeDocument/2006/relationships/image" Target="../media/image757.png"/><Relationship Id="rId146" Type="http://schemas.openxmlformats.org/officeDocument/2006/relationships/image" Target="../media/image778.png"/><Relationship Id="rId188" Type="http://schemas.openxmlformats.org/officeDocument/2006/relationships/image" Target="../media/image799.png"/><Relationship Id="rId311" Type="http://schemas.openxmlformats.org/officeDocument/2006/relationships/customXml" Target="../ink/ink885.xml"/><Relationship Id="rId353" Type="http://schemas.openxmlformats.org/officeDocument/2006/relationships/customXml" Target="../ink/ink906.xml"/><Relationship Id="rId395" Type="http://schemas.openxmlformats.org/officeDocument/2006/relationships/customXml" Target="../ink/ink927.xml"/><Relationship Id="rId409" Type="http://schemas.openxmlformats.org/officeDocument/2006/relationships/customXml" Target="../ink/ink934.xml"/><Relationship Id="rId560" Type="http://schemas.openxmlformats.org/officeDocument/2006/relationships/customXml" Target="../ink/ink1010.xml"/><Relationship Id="rId92" Type="http://schemas.openxmlformats.org/officeDocument/2006/relationships/customXml" Target="../ink/ink775.xml"/><Relationship Id="rId213" Type="http://schemas.openxmlformats.org/officeDocument/2006/relationships/customXml" Target="../ink/ink836.xml"/><Relationship Id="rId420" Type="http://schemas.openxmlformats.org/officeDocument/2006/relationships/image" Target="../media/image915.png"/><Relationship Id="rId616" Type="http://schemas.openxmlformats.org/officeDocument/2006/relationships/customXml" Target="../ink/ink1038.xml"/><Relationship Id="rId255" Type="http://schemas.openxmlformats.org/officeDocument/2006/relationships/customXml" Target="../ink/ink857.xml"/><Relationship Id="rId297" Type="http://schemas.openxmlformats.org/officeDocument/2006/relationships/customXml" Target="../ink/ink878.xml"/><Relationship Id="rId462" Type="http://schemas.openxmlformats.org/officeDocument/2006/relationships/image" Target="../media/image935.png"/><Relationship Id="rId518" Type="http://schemas.openxmlformats.org/officeDocument/2006/relationships/customXml" Target="../ink/ink989.xml"/><Relationship Id="rId115" Type="http://schemas.openxmlformats.org/officeDocument/2006/relationships/customXml" Target="../ink/ink787.xml"/><Relationship Id="rId157" Type="http://schemas.openxmlformats.org/officeDocument/2006/relationships/customXml" Target="../ink/ink808.xml"/><Relationship Id="rId322" Type="http://schemas.openxmlformats.org/officeDocument/2006/relationships/image" Target="../media/image866.png"/><Relationship Id="rId364" Type="http://schemas.openxmlformats.org/officeDocument/2006/relationships/image" Target="../media/image887.png"/><Relationship Id="rId61" Type="http://schemas.openxmlformats.org/officeDocument/2006/relationships/image" Target="../media/image737.png"/><Relationship Id="rId199" Type="http://schemas.openxmlformats.org/officeDocument/2006/relationships/customXml" Target="../ink/ink829.xml"/><Relationship Id="rId571" Type="http://schemas.openxmlformats.org/officeDocument/2006/relationships/image" Target="../media/image989.png"/><Relationship Id="rId627" Type="http://schemas.openxmlformats.org/officeDocument/2006/relationships/image" Target="../media/image1017.png"/><Relationship Id="rId19" Type="http://schemas.openxmlformats.org/officeDocument/2006/relationships/image" Target="../media/image717.png"/><Relationship Id="rId224" Type="http://schemas.openxmlformats.org/officeDocument/2006/relationships/image" Target="../media/image817.png"/><Relationship Id="rId266" Type="http://schemas.openxmlformats.org/officeDocument/2006/relationships/image" Target="../media/image838.png"/><Relationship Id="rId431" Type="http://schemas.openxmlformats.org/officeDocument/2006/relationships/customXml" Target="../ink/ink945.xml"/><Relationship Id="rId473" Type="http://schemas.openxmlformats.org/officeDocument/2006/relationships/customXml" Target="../ink/ink966.xml"/><Relationship Id="rId529" Type="http://schemas.openxmlformats.org/officeDocument/2006/relationships/image" Target="../media/image968.png"/><Relationship Id="rId30" Type="http://schemas.openxmlformats.org/officeDocument/2006/relationships/customXml" Target="../ink/ink743.xml"/><Relationship Id="rId126" Type="http://schemas.openxmlformats.org/officeDocument/2006/relationships/image" Target="../media/image768.png"/><Relationship Id="rId168" Type="http://schemas.openxmlformats.org/officeDocument/2006/relationships/image" Target="../media/image789.png"/><Relationship Id="rId333" Type="http://schemas.openxmlformats.org/officeDocument/2006/relationships/customXml" Target="../ink/ink896.xml"/><Relationship Id="rId540" Type="http://schemas.openxmlformats.org/officeDocument/2006/relationships/customXml" Target="../ink/ink1000.xml"/><Relationship Id="rId72" Type="http://schemas.openxmlformats.org/officeDocument/2006/relationships/image" Target="../media/image742.png"/><Relationship Id="rId375" Type="http://schemas.openxmlformats.org/officeDocument/2006/relationships/customXml" Target="../ink/ink917.xml"/><Relationship Id="rId582" Type="http://schemas.openxmlformats.org/officeDocument/2006/relationships/customXml" Target="../ink/ink1021.xml"/><Relationship Id="rId638" Type="http://schemas.openxmlformats.org/officeDocument/2006/relationships/customXml" Target="../ink/ink1049.xml"/><Relationship Id="rId3" Type="http://schemas.openxmlformats.org/officeDocument/2006/relationships/image" Target="../media/image709.png"/><Relationship Id="rId235" Type="http://schemas.openxmlformats.org/officeDocument/2006/relationships/customXml" Target="../ink/ink847.xml"/><Relationship Id="rId277" Type="http://schemas.openxmlformats.org/officeDocument/2006/relationships/customXml" Target="../ink/ink868.xml"/><Relationship Id="rId400" Type="http://schemas.openxmlformats.org/officeDocument/2006/relationships/image" Target="../media/image905.png"/><Relationship Id="rId442" Type="http://schemas.openxmlformats.org/officeDocument/2006/relationships/image" Target="../media/image926.png"/><Relationship Id="rId484" Type="http://schemas.openxmlformats.org/officeDocument/2006/relationships/image" Target="../media/image946.png"/><Relationship Id="rId137" Type="http://schemas.openxmlformats.org/officeDocument/2006/relationships/customXml" Target="../ink/ink798.xml"/><Relationship Id="rId302" Type="http://schemas.openxmlformats.org/officeDocument/2006/relationships/image" Target="../media/image856.png"/><Relationship Id="rId344" Type="http://schemas.openxmlformats.org/officeDocument/2006/relationships/image" Target="../media/image877.png"/><Relationship Id="rId41" Type="http://schemas.openxmlformats.org/officeDocument/2006/relationships/image" Target="../media/image727.png"/><Relationship Id="rId83" Type="http://schemas.openxmlformats.org/officeDocument/2006/relationships/customXml" Target="../ink/ink770.xml"/><Relationship Id="rId179" Type="http://schemas.openxmlformats.org/officeDocument/2006/relationships/customXml" Target="../ink/ink819.xml"/><Relationship Id="rId386" Type="http://schemas.openxmlformats.org/officeDocument/2006/relationships/image" Target="../media/image898.png"/><Relationship Id="rId551" Type="http://schemas.openxmlformats.org/officeDocument/2006/relationships/image" Target="../media/image979.png"/><Relationship Id="rId593" Type="http://schemas.openxmlformats.org/officeDocument/2006/relationships/image" Target="../media/image1000.png"/><Relationship Id="rId607" Type="http://schemas.openxmlformats.org/officeDocument/2006/relationships/image" Target="../media/image1007.png"/><Relationship Id="rId649" Type="http://schemas.openxmlformats.org/officeDocument/2006/relationships/image" Target="../media/image1028.png"/><Relationship Id="rId190" Type="http://schemas.openxmlformats.org/officeDocument/2006/relationships/image" Target="../media/image800.png"/><Relationship Id="rId204" Type="http://schemas.openxmlformats.org/officeDocument/2006/relationships/image" Target="../media/image807.png"/><Relationship Id="rId246" Type="http://schemas.openxmlformats.org/officeDocument/2006/relationships/image" Target="../media/image828.png"/><Relationship Id="rId288" Type="http://schemas.openxmlformats.org/officeDocument/2006/relationships/image" Target="../media/image849.png"/><Relationship Id="rId411" Type="http://schemas.openxmlformats.org/officeDocument/2006/relationships/customXml" Target="../ink/ink935.xml"/><Relationship Id="rId453" Type="http://schemas.openxmlformats.org/officeDocument/2006/relationships/customXml" Target="../ink/ink956.xml"/><Relationship Id="rId509" Type="http://schemas.openxmlformats.org/officeDocument/2006/relationships/image" Target="../media/image958.png"/><Relationship Id="rId106" Type="http://schemas.openxmlformats.org/officeDocument/2006/relationships/image" Target="../media/image758.png"/><Relationship Id="rId313" Type="http://schemas.openxmlformats.org/officeDocument/2006/relationships/customXml" Target="../ink/ink886.xml"/><Relationship Id="rId495" Type="http://schemas.openxmlformats.org/officeDocument/2006/relationships/image" Target="../media/image951.png"/><Relationship Id="rId10" Type="http://schemas.openxmlformats.org/officeDocument/2006/relationships/customXml" Target="../ink/ink733.xml"/><Relationship Id="rId52" Type="http://schemas.openxmlformats.org/officeDocument/2006/relationships/customXml" Target="../ink/ink754.xml"/><Relationship Id="rId94" Type="http://schemas.openxmlformats.org/officeDocument/2006/relationships/customXml" Target="../ink/ink776.xml"/><Relationship Id="rId148" Type="http://schemas.openxmlformats.org/officeDocument/2006/relationships/image" Target="../media/image779.png"/><Relationship Id="rId355" Type="http://schemas.openxmlformats.org/officeDocument/2006/relationships/customXml" Target="../ink/ink907.xml"/><Relationship Id="rId397" Type="http://schemas.openxmlformats.org/officeDocument/2006/relationships/customXml" Target="../ink/ink928.xml"/><Relationship Id="rId520" Type="http://schemas.openxmlformats.org/officeDocument/2006/relationships/customXml" Target="../ink/ink990.xml"/><Relationship Id="rId562" Type="http://schemas.openxmlformats.org/officeDocument/2006/relationships/customXml" Target="../ink/ink1011.xml"/><Relationship Id="rId618" Type="http://schemas.openxmlformats.org/officeDocument/2006/relationships/customXml" Target="../ink/ink1039.xml"/><Relationship Id="rId215" Type="http://schemas.openxmlformats.org/officeDocument/2006/relationships/customXml" Target="../ink/ink837.xml"/><Relationship Id="rId257" Type="http://schemas.openxmlformats.org/officeDocument/2006/relationships/customXml" Target="../ink/ink858.xml"/><Relationship Id="rId422" Type="http://schemas.openxmlformats.org/officeDocument/2006/relationships/image" Target="../media/image916.png"/><Relationship Id="rId464" Type="http://schemas.openxmlformats.org/officeDocument/2006/relationships/image" Target="../media/image936.png"/><Relationship Id="rId299" Type="http://schemas.openxmlformats.org/officeDocument/2006/relationships/customXml" Target="../ink/ink879.xml"/><Relationship Id="rId63" Type="http://schemas.openxmlformats.org/officeDocument/2006/relationships/image" Target="../media/image738.png"/><Relationship Id="rId159" Type="http://schemas.openxmlformats.org/officeDocument/2006/relationships/customXml" Target="../ink/ink809.xml"/><Relationship Id="rId366" Type="http://schemas.openxmlformats.org/officeDocument/2006/relationships/image" Target="../media/image888.png"/><Relationship Id="rId573" Type="http://schemas.openxmlformats.org/officeDocument/2006/relationships/image" Target="../media/image990.png"/><Relationship Id="rId226" Type="http://schemas.openxmlformats.org/officeDocument/2006/relationships/image" Target="../media/image818.png"/><Relationship Id="rId433" Type="http://schemas.openxmlformats.org/officeDocument/2006/relationships/customXml" Target="../ink/ink946.xml"/><Relationship Id="rId640" Type="http://schemas.openxmlformats.org/officeDocument/2006/relationships/customXml" Target="../ink/ink1050.xml"/><Relationship Id="rId74" Type="http://schemas.openxmlformats.org/officeDocument/2006/relationships/image" Target="../media/image743.png"/><Relationship Id="rId377" Type="http://schemas.openxmlformats.org/officeDocument/2006/relationships/customXml" Target="../ink/ink918.xml"/><Relationship Id="rId500" Type="http://schemas.openxmlformats.org/officeDocument/2006/relationships/customXml" Target="../ink/ink980.xml"/><Relationship Id="rId584" Type="http://schemas.openxmlformats.org/officeDocument/2006/relationships/customXml" Target="../ink/ink1022.xml"/><Relationship Id="rId5" Type="http://schemas.openxmlformats.org/officeDocument/2006/relationships/image" Target="../media/image710.png"/><Relationship Id="rId237" Type="http://schemas.openxmlformats.org/officeDocument/2006/relationships/customXml" Target="../ink/ink848.xml"/><Relationship Id="rId444" Type="http://schemas.openxmlformats.org/officeDocument/2006/relationships/image" Target="../media/image927.png"/><Relationship Id="rId651" Type="http://schemas.openxmlformats.org/officeDocument/2006/relationships/image" Target="../media/image1029.png"/><Relationship Id="rId290" Type="http://schemas.openxmlformats.org/officeDocument/2006/relationships/image" Target="../media/image850.png"/><Relationship Id="rId304" Type="http://schemas.openxmlformats.org/officeDocument/2006/relationships/image" Target="../media/image857.png"/><Relationship Id="rId388" Type="http://schemas.openxmlformats.org/officeDocument/2006/relationships/image" Target="../media/image899.png"/><Relationship Id="rId511" Type="http://schemas.openxmlformats.org/officeDocument/2006/relationships/image" Target="../media/image959.png"/><Relationship Id="rId609" Type="http://schemas.openxmlformats.org/officeDocument/2006/relationships/image" Target="../media/image1008.png"/><Relationship Id="rId85" Type="http://schemas.openxmlformats.org/officeDocument/2006/relationships/customXml" Target="../ink/ink771.xml"/><Relationship Id="rId150" Type="http://schemas.openxmlformats.org/officeDocument/2006/relationships/image" Target="../media/image780.png"/><Relationship Id="rId595" Type="http://schemas.openxmlformats.org/officeDocument/2006/relationships/image" Target="../media/image1001.png"/><Relationship Id="rId248" Type="http://schemas.openxmlformats.org/officeDocument/2006/relationships/image" Target="../media/image829.png"/><Relationship Id="rId455" Type="http://schemas.openxmlformats.org/officeDocument/2006/relationships/customXml" Target="../ink/ink957.xml"/><Relationship Id="rId12" Type="http://schemas.openxmlformats.org/officeDocument/2006/relationships/customXml" Target="../ink/ink734.xml"/><Relationship Id="rId108" Type="http://schemas.openxmlformats.org/officeDocument/2006/relationships/image" Target="../media/image759.png"/><Relationship Id="rId315" Type="http://schemas.openxmlformats.org/officeDocument/2006/relationships/customXml" Target="../ink/ink887.xml"/><Relationship Id="rId522" Type="http://schemas.openxmlformats.org/officeDocument/2006/relationships/customXml" Target="../ink/ink991.xml"/><Relationship Id="rId96" Type="http://schemas.openxmlformats.org/officeDocument/2006/relationships/customXml" Target="../ink/ink777.xml"/><Relationship Id="rId161" Type="http://schemas.openxmlformats.org/officeDocument/2006/relationships/customXml" Target="../ink/ink810.xml"/><Relationship Id="rId399" Type="http://schemas.openxmlformats.org/officeDocument/2006/relationships/customXml" Target="../ink/ink929.xml"/><Relationship Id="rId259" Type="http://schemas.openxmlformats.org/officeDocument/2006/relationships/customXml" Target="../ink/ink859.xml"/><Relationship Id="rId466" Type="http://schemas.openxmlformats.org/officeDocument/2006/relationships/image" Target="../media/image937.png"/><Relationship Id="rId23" Type="http://schemas.openxmlformats.org/officeDocument/2006/relationships/image" Target="../media/image719.png"/><Relationship Id="rId119" Type="http://schemas.openxmlformats.org/officeDocument/2006/relationships/customXml" Target="../ink/ink789.xml"/><Relationship Id="rId326" Type="http://schemas.openxmlformats.org/officeDocument/2006/relationships/image" Target="../media/image868.png"/><Relationship Id="rId533" Type="http://schemas.openxmlformats.org/officeDocument/2006/relationships/image" Target="../media/image970.png"/><Relationship Id="rId172" Type="http://schemas.openxmlformats.org/officeDocument/2006/relationships/image" Target="../media/image791.png"/><Relationship Id="rId477" Type="http://schemas.openxmlformats.org/officeDocument/2006/relationships/customXml" Target="../ink/ink968.xml"/><Relationship Id="rId600" Type="http://schemas.openxmlformats.org/officeDocument/2006/relationships/customXml" Target="../ink/ink1030.xml"/><Relationship Id="rId337" Type="http://schemas.openxmlformats.org/officeDocument/2006/relationships/customXml" Target="../ink/ink898.xml"/><Relationship Id="rId34" Type="http://schemas.openxmlformats.org/officeDocument/2006/relationships/customXml" Target="../ink/ink745.xml"/><Relationship Id="rId544" Type="http://schemas.openxmlformats.org/officeDocument/2006/relationships/customXml" Target="../ink/ink1002.xml"/><Relationship Id="rId183" Type="http://schemas.openxmlformats.org/officeDocument/2006/relationships/customXml" Target="../ink/ink821.xml"/><Relationship Id="rId390" Type="http://schemas.openxmlformats.org/officeDocument/2006/relationships/image" Target="../media/image900.png"/><Relationship Id="rId404" Type="http://schemas.openxmlformats.org/officeDocument/2006/relationships/image" Target="../media/image907.png"/><Relationship Id="rId611" Type="http://schemas.openxmlformats.org/officeDocument/2006/relationships/image" Target="../media/image1009.png"/><Relationship Id="rId250" Type="http://schemas.openxmlformats.org/officeDocument/2006/relationships/image" Target="../media/image830.png"/><Relationship Id="rId488" Type="http://schemas.openxmlformats.org/officeDocument/2006/relationships/customXml" Target="../ink/ink974.xml"/><Relationship Id="rId45" Type="http://schemas.openxmlformats.org/officeDocument/2006/relationships/image" Target="../media/image729.png"/><Relationship Id="rId110" Type="http://schemas.openxmlformats.org/officeDocument/2006/relationships/image" Target="../media/image760.png"/><Relationship Id="rId348" Type="http://schemas.openxmlformats.org/officeDocument/2006/relationships/image" Target="../media/image879.png"/><Relationship Id="rId555" Type="http://schemas.openxmlformats.org/officeDocument/2006/relationships/image" Target="../media/image981.png"/><Relationship Id="rId194" Type="http://schemas.openxmlformats.org/officeDocument/2006/relationships/image" Target="../media/image802.png"/><Relationship Id="rId208" Type="http://schemas.openxmlformats.org/officeDocument/2006/relationships/image" Target="../media/image809.png"/><Relationship Id="rId415" Type="http://schemas.openxmlformats.org/officeDocument/2006/relationships/customXml" Target="../ink/ink937.xml"/><Relationship Id="rId622" Type="http://schemas.openxmlformats.org/officeDocument/2006/relationships/customXml" Target="../ink/ink1041.xml"/><Relationship Id="rId261" Type="http://schemas.openxmlformats.org/officeDocument/2006/relationships/customXml" Target="../ink/ink860.xml"/><Relationship Id="rId499" Type="http://schemas.openxmlformats.org/officeDocument/2006/relationships/image" Target="../media/image953.png"/><Relationship Id="rId56" Type="http://schemas.openxmlformats.org/officeDocument/2006/relationships/customXml" Target="../ink/ink756.xml"/><Relationship Id="rId359" Type="http://schemas.openxmlformats.org/officeDocument/2006/relationships/customXml" Target="../ink/ink909.xml"/><Relationship Id="rId566" Type="http://schemas.openxmlformats.org/officeDocument/2006/relationships/customXml" Target="../ink/ink1013.xml"/><Relationship Id="rId121" Type="http://schemas.openxmlformats.org/officeDocument/2006/relationships/customXml" Target="../ink/ink790.xml"/><Relationship Id="rId219" Type="http://schemas.openxmlformats.org/officeDocument/2006/relationships/customXml" Target="../ink/ink839.xml"/><Relationship Id="rId426" Type="http://schemas.openxmlformats.org/officeDocument/2006/relationships/image" Target="../media/image918.png"/><Relationship Id="rId633" Type="http://schemas.openxmlformats.org/officeDocument/2006/relationships/image" Target="../media/image1020.png"/><Relationship Id="rId67" Type="http://schemas.openxmlformats.org/officeDocument/2006/relationships/customXml" Target="../ink/ink762.xml"/><Relationship Id="rId272" Type="http://schemas.openxmlformats.org/officeDocument/2006/relationships/image" Target="../media/image841.png"/><Relationship Id="rId577" Type="http://schemas.openxmlformats.org/officeDocument/2006/relationships/image" Target="../media/image992.png"/><Relationship Id="rId132" Type="http://schemas.openxmlformats.org/officeDocument/2006/relationships/image" Target="../media/image771.png"/><Relationship Id="rId437" Type="http://schemas.openxmlformats.org/officeDocument/2006/relationships/customXml" Target="../ink/ink948.xml"/><Relationship Id="rId644" Type="http://schemas.openxmlformats.org/officeDocument/2006/relationships/customXml" Target="../ink/ink1052.xml"/><Relationship Id="rId283" Type="http://schemas.openxmlformats.org/officeDocument/2006/relationships/customXml" Target="../ink/ink871.xml"/><Relationship Id="rId490" Type="http://schemas.openxmlformats.org/officeDocument/2006/relationships/customXml" Target="../ink/ink975.xml"/><Relationship Id="rId504" Type="http://schemas.openxmlformats.org/officeDocument/2006/relationships/customXml" Target="../ink/ink982.xml"/><Relationship Id="rId78" Type="http://schemas.openxmlformats.org/officeDocument/2006/relationships/image" Target="../media/image745.png"/><Relationship Id="rId143" Type="http://schemas.openxmlformats.org/officeDocument/2006/relationships/customXml" Target="../ink/ink801.xml"/><Relationship Id="rId350" Type="http://schemas.openxmlformats.org/officeDocument/2006/relationships/image" Target="../media/image880.png"/><Relationship Id="rId588" Type="http://schemas.openxmlformats.org/officeDocument/2006/relationships/customXml" Target="../ink/ink1024.xml"/><Relationship Id="rId9" Type="http://schemas.openxmlformats.org/officeDocument/2006/relationships/image" Target="../media/image712.png"/><Relationship Id="rId210" Type="http://schemas.openxmlformats.org/officeDocument/2006/relationships/image" Target="../media/image810.png"/><Relationship Id="rId448" Type="http://schemas.openxmlformats.org/officeDocument/2006/relationships/image" Target="../media/image929.png"/><Relationship Id="rId655" Type="http://schemas.openxmlformats.org/officeDocument/2006/relationships/image" Target="../media/image1031.png"/><Relationship Id="rId294" Type="http://schemas.openxmlformats.org/officeDocument/2006/relationships/image" Target="../media/image852.png"/><Relationship Id="rId308" Type="http://schemas.openxmlformats.org/officeDocument/2006/relationships/image" Target="../media/image859.png"/><Relationship Id="rId515" Type="http://schemas.openxmlformats.org/officeDocument/2006/relationships/image" Target="../media/image961.png"/><Relationship Id="rId89" Type="http://schemas.openxmlformats.org/officeDocument/2006/relationships/image" Target="../media/image750.png"/><Relationship Id="rId154" Type="http://schemas.openxmlformats.org/officeDocument/2006/relationships/image" Target="../media/image782.png"/><Relationship Id="rId361" Type="http://schemas.openxmlformats.org/officeDocument/2006/relationships/customXml" Target="../ink/ink910.xml"/><Relationship Id="rId599" Type="http://schemas.openxmlformats.org/officeDocument/2006/relationships/image" Target="../media/image1003.png"/><Relationship Id="rId459" Type="http://schemas.openxmlformats.org/officeDocument/2006/relationships/customXml" Target="../ink/ink959.xml"/><Relationship Id="rId16" Type="http://schemas.openxmlformats.org/officeDocument/2006/relationships/customXml" Target="../ink/ink736.xml"/><Relationship Id="rId221" Type="http://schemas.openxmlformats.org/officeDocument/2006/relationships/customXml" Target="../ink/ink840.xml"/><Relationship Id="rId319" Type="http://schemas.openxmlformats.org/officeDocument/2006/relationships/customXml" Target="../ink/ink889.xml"/><Relationship Id="rId526" Type="http://schemas.openxmlformats.org/officeDocument/2006/relationships/customXml" Target="../ink/ink993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90.png"/><Relationship Id="rId671" Type="http://schemas.openxmlformats.org/officeDocument/2006/relationships/image" Target="../media/image1363.png"/><Relationship Id="rId21" Type="http://schemas.openxmlformats.org/officeDocument/2006/relationships/image" Target="../media/image1042.png"/><Relationship Id="rId324" Type="http://schemas.openxmlformats.org/officeDocument/2006/relationships/customXml" Target="../ink/ink1220.xml"/><Relationship Id="rId531" Type="http://schemas.openxmlformats.org/officeDocument/2006/relationships/image" Target="../media/image1295.png"/><Relationship Id="rId629" Type="http://schemas.openxmlformats.org/officeDocument/2006/relationships/image" Target="../media/image1344.png"/><Relationship Id="rId170" Type="http://schemas.openxmlformats.org/officeDocument/2006/relationships/customXml" Target="../ink/ink1143.xml"/><Relationship Id="rId268" Type="http://schemas.openxmlformats.org/officeDocument/2006/relationships/customXml" Target="../ink/ink1192.xml"/><Relationship Id="rId475" Type="http://schemas.openxmlformats.org/officeDocument/2006/relationships/image" Target="../media/image1268.png"/><Relationship Id="rId682" Type="http://schemas.openxmlformats.org/officeDocument/2006/relationships/customXml" Target="../ink/ink1401.xml"/><Relationship Id="rId32" Type="http://schemas.openxmlformats.org/officeDocument/2006/relationships/customXml" Target="../ink/ink1074.xml"/><Relationship Id="rId128" Type="http://schemas.openxmlformats.org/officeDocument/2006/relationships/customXml" Target="../ink/ink1122.xml"/><Relationship Id="rId335" Type="http://schemas.openxmlformats.org/officeDocument/2006/relationships/image" Target="../media/image1198.png"/><Relationship Id="rId542" Type="http://schemas.openxmlformats.org/officeDocument/2006/relationships/customXml" Target="../ink/ink1329.xml"/><Relationship Id="rId181" Type="http://schemas.openxmlformats.org/officeDocument/2006/relationships/image" Target="../media/image1122.png"/><Relationship Id="rId402" Type="http://schemas.openxmlformats.org/officeDocument/2006/relationships/customXml" Target="../ink/ink1259.xml"/><Relationship Id="rId279" Type="http://schemas.openxmlformats.org/officeDocument/2006/relationships/image" Target="../media/image1171.png"/><Relationship Id="rId486" Type="http://schemas.openxmlformats.org/officeDocument/2006/relationships/customXml" Target="../ink/ink1301.xml"/><Relationship Id="rId693" Type="http://schemas.openxmlformats.org/officeDocument/2006/relationships/image" Target="../media/image1374.png"/><Relationship Id="rId707" Type="http://schemas.openxmlformats.org/officeDocument/2006/relationships/image" Target="../media/image1381.png"/><Relationship Id="rId43" Type="http://schemas.openxmlformats.org/officeDocument/2006/relationships/image" Target="../media/image1053.png"/><Relationship Id="rId139" Type="http://schemas.openxmlformats.org/officeDocument/2006/relationships/image" Target="../media/image1101.png"/><Relationship Id="rId346" Type="http://schemas.openxmlformats.org/officeDocument/2006/relationships/customXml" Target="../ink/ink1231.xml"/><Relationship Id="rId553" Type="http://schemas.openxmlformats.org/officeDocument/2006/relationships/image" Target="../media/image1306.png"/><Relationship Id="rId192" Type="http://schemas.openxmlformats.org/officeDocument/2006/relationships/customXml" Target="../ink/ink1154.xml"/><Relationship Id="rId206" Type="http://schemas.openxmlformats.org/officeDocument/2006/relationships/customXml" Target="../ink/ink1161.xml"/><Relationship Id="rId413" Type="http://schemas.openxmlformats.org/officeDocument/2006/relationships/image" Target="../media/image1237.png"/><Relationship Id="rId497" Type="http://schemas.openxmlformats.org/officeDocument/2006/relationships/image" Target="../media/image1279.png"/><Relationship Id="rId620" Type="http://schemas.openxmlformats.org/officeDocument/2006/relationships/customXml" Target="../ink/ink1368.xml"/><Relationship Id="rId718" Type="http://schemas.openxmlformats.org/officeDocument/2006/relationships/customXml" Target="../ink/ink1419.xml"/><Relationship Id="rId357" Type="http://schemas.openxmlformats.org/officeDocument/2006/relationships/image" Target="../media/image1209.png"/><Relationship Id="rId54" Type="http://schemas.openxmlformats.org/officeDocument/2006/relationships/customXml" Target="../ink/ink1085.xml"/><Relationship Id="rId217" Type="http://schemas.openxmlformats.org/officeDocument/2006/relationships/image" Target="../media/image1140.png"/><Relationship Id="rId564" Type="http://schemas.openxmlformats.org/officeDocument/2006/relationships/customXml" Target="../ink/ink1340.xml"/><Relationship Id="rId424" Type="http://schemas.openxmlformats.org/officeDocument/2006/relationships/customXml" Target="../ink/ink1270.xml"/><Relationship Id="rId631" Type="http://schemas.openxmlformats.org/officeDocument/2006/relationships/image" Target="../media/image1345.png"/><Relationship Id="rId729" Type="http://schemas.openxmlformats.org/officeDocument/2006/relationships/image" Target="../media/image1392.png"/><Relationship Id="rId270" Type="http://schemas.openxmlformats.org/officeDocument/2006/relationships/customXml" Target="../ink/ink1193.xml"/><Relationship Id="rId65" Type="http://schemas.openxmlformats.org/officeDocument/2006/relationships/image" Target="../media/image1064.png"/><Relationship Id="rId130" Type="http://schemas.openxmlformats.org/officeDocument/2006/relationships/customXml" Target="../ink/ink1123.xml"/><Relationship Id="rId368" Type="http://schemas.openxmlformats.org/officeDocument/2006/relationships/customXml" Target="../ink/ink1242.xml"/><Relationship Id="rId575" Type="http://schemas.openxmlformats.org/officeDocument/2006/relationships/image" Target="../media/image1317.png"/><Relationship Id="rId228" Type="http://schemas.openxmlformats.org/officeDocument/2006/relationships/customXml" Target="../ink/ink1172.xml"/><Relationship Id="rId435" Type="http://schemas.openxmlformats.org/officeDocument/2006/relationships/image" Target="../media/image1248.png"/><Relationship Id="rId642" Type="http://schemas.openxmlformats.org/officeDocument/2006/relationships/image" Target="../media/image1350.png"/><Relationship Id="rId281" Type="http://schemas.openxmlformats.org/officeDocument/2006/relationships/image" Target="../media/image1172.png"/><Relationship Id="rId502" Type="http://schemas.openxmlformats.org/officeDocument/2006/relationships/customXml" Target="../ink/ink1309.xml"/><Relationship Id="rId76" Type="http://schemas.openxmlformats.org/officeDocument/2006/relationships/customXml" Target="../ink/ink1096.xml"/><Relationship Id="rId141" Type="http://schemas.openxmlformats.org/officeDocument/2006/relationships/image" Target="../media/image1102.png"/><Relationship Id="rId379" Type="http://schemas.openxmlformats.org/officeDocument/2006/relationships/image" Target="../media/image1220.png"/><Relationship Id="rId586" Type="http://schemas.openxmlformats.org/officeDocument/2006/relationships/customXml" Target="../ink/ink1351.xml"/><Relationship Id="rId7" Type="http://schemas.openxmlformats.org/officeDocument/2006/relationships/image" Target="../media/image1035.png"/><Relationship Id="rId239" Type="http://schemas.openxmlformats.org/officeDocument/2006/relationships/image" Target="../media/image1151.png"/><Relationship Id="rId446" Type="http://schemas.openxmlformats.org/officeDocument/2006/relationships/customXml" Target="../ink/ink1281.xml"/><Relationship Id="rId653" Type="http://schemas.openxmlformats.org/officeDocument/2006/relationships/customXml" Target="../ink/ink1385.xml"/><Relationship Id="rId292" Type="http://schemas.openxmlformats.org/officeDocument/2006/relationships/customXml" Target="../ink/ink1204.xml"/><Relationship Id="rId306" Type="http://schemas.openxmlformats.org/officeDocument/2006/relationships/customXml" Target="../ink/ink1211.xml"/><Relationship Id="rId87" Type="http://schemas.openxmlformats.org/officeDocument/2006/relationships/image" Target="../media/image1075.png"/><Relationship Id="rId513" Type="http://schemas.openxmlformats.org/officeDocument/2006/relationships/image" Target="../media/image199.png"/><Relationship Id="rId597" Type="http://schemas.openxmlformats.org/officeDocument/2006/relationships/image" Target="../media/image1328.png"/><Relationship Id="rId720" Type="http://schemas.openxmlformats.org/officeDocument/2006/relationships/customXml" Target="../ink/ink1420.xml"/><Relationship Id="rId152" Type="http://schemas.openxmlformats.org/officeDocument/2006/relationships/customXml" Target="../ink/ink1134.xml"/><Relationship Id="rId457" Type="http://schemas.openxmlformats.org/officeDocument/2006/relationships/image" Target="../media/image1259.png"/><Relationship Id="rId664" Type="http://schemas.openxmlformats.org/officeDocument/2006/relationships/customXml" Target="../ink/ink1391.xml"/><Relationship Id="rId14" Type="http://schemas.openxmlformats.org/officeDocument/2006/relationships/customXml" Target="../ink/ink1065.xml"/><Relationship Id="rId317" Type="http://schemas.openxmlformats.org/officeDocument/2006/relationships/image" Target="../media/image1190.png"/><Relationship Id="rId524" Type="http://schemas.openxmlformats.org/officeDocument/2006/relationships/customXml" Target="../ink/ink1320.xml"/><Relationship Id="rId731" Type="http://schemas.openxmlformats.org/officeDocument/2006/relationships/image" Target="../media/image1393.png"/><Relationship Id="rId98" Type="http://schemas.openxmlformats.org/officeDocument/2006/relationships/customXml" Target="../ink/ink1107.xml"/><Relationship Id="rId163" Type="http://schemas.openxmlformats.org/officeDocument/2006/relationships/image" Target="../media/image1113.png"/><Relationship Id="rId370" Type="http://schemas.openxmlformats.org/officeDocument/2006/relationships/customXml" Target="../ink/ink1243.xml"/><Relationship Id="rId230" Type="http://schemas.openxmlformats.org/officeDocument/2006/relationships/customXml" Target="../ink/ink1173.xml"/><Relationship Id="rId468" Type="http://schemas.openxmlformats.org/officeDocument/2006/relationships/customXml" Target="../ink/ink1292.xml"/><Relationship Id="rId675" Type="http://schemas.openxmlformats.org/officeDocument/2006/relationships/image" Target="../media/image1365.png"/><Relationship Id="rId25" Type="http://schemas.openxmlformats.org/officeDocument/2006/relationships/image" Target="../media/image1044.png"/><Relationship Id="rId328" Type="http://schemas.openxmlformats.org/officeDocument/2006/relationships/customXml" Target="../ink/ink1222.xml"/><Relationship Id="rId535" Type="http://schemas.openxmlformats.org/officeDocument/2006/relationships/image" Target="../media/image1297.png"/><Relationship Id="rId742" Type="http://schemas.openxmlformats.org/officeDocument/2006/relationships/customXml" Target="../ink/ink1431.xml"/><Relationship Id="rId174" Type="http://schemas.openxmlformats.org/officeDocument/2006/relationships/customXml" Target="../ink/ink1145.xml"/><Relationship Id="rId381" Type="http://schemas.openxmlformats.org/officeDocument/2006/relationships/image" Target="../media/image1221.png"/><Relationship Id="rId602" Type="http://schemas.openxmlformats.org/officeDocument/2006/relationships/customXml" Target="../ink/ink1359.xml"/><Relationship Id="rId241" Type="http://schemas.openxmlformats.org/officeDocument/2006/relationships/image" Target="../media/image1152.png"/><Relationship Id="rId479" Type="http://schemas.openxmlformats.org/officeDocument/2006/relationships/image" Target="../media/image1270.png"/><Relationship Id="rId686" Type="http://schemas.openxmlformats.org/officeDocument/2006/relationships/customXml" Target="../ink/ink1403.xml"/><Relationship Id="rId36" Type="http://schemas.openxmlformats.org/officeDocument/2006/relationships/customXml" Target="../ink/ink1076.xml"/><Relationship Id="rId339" Type="http://schemas.openxmlformats.org/officeDocument/2006/relationships/image" Target="../media/image1200.png"/><Relationship Id="rId546" Type="http://schemas.openxmlformats.org/officeDocument/2006/relationships/customXml" Target="../ink/ink1331.xml"/><Relationship Id="rId101" Type="http://schemas.openxmlformats.org/officeDocument/2006/relationships/image" Target="../media/image1082.png"/><Relationship Id="rId185" Type="http://schemas.openxmlformats.org/officeDocument/2006/relationships/image" Target="../media/image1124.png"/><Relationship Id="rId406" Type="http://schemas.openxmlformats.org/officeDocument/2006/relationships/customXml" Target="../ink/ink1261.xml"/><Relationship Id="rId392" Type="http://schemas.openxmlformats.org/officeDocument/2006/relationships/customXml" Target="../ink/ink1254.xml"/><Relationship Id="rId613" Type="http://schemas.openxmlformats.org/officeDocument/2006/relationships/image" Target="../media/image1336.png"/><Relationship Id="rId697" Type="http://schemas.openxmlformats.org/officeDocument/2006/relationships/image" Target="../media/image1376.png"/><Relationship Id="rId252" Type="http://schemas.openxmlformats.org/officeDocument/2006/relationships/customXml" Target="../ink/ink1184.xml"/><Relationship Id="rId47" Type="http://schemas.openxmlformats.org/officeDocument/2006/relationships/image" Target="../media/image1055.png"/><Relationship Id="rId112" Type="http://schemas.openxmlformats.org/officeDocument/2006/relationships/customXml" Target="../ink/ink1114.xml"/><Relationship Id="rId557" Type="http://schemas.openxmlformats.org/officeDocument/2006/relationships/image" Target="../media/image1308.png"/><Relationship Id="rId196" Type="http://schemas.openxmlformats.org/officeDocument/2006/relationships/customXml" Target="../ink/ink1156.xml"/><Relationship Id="rId417" Type="http://schemas.openxmlformats.org/officeDocument/2006/relationships/image" Target="../media/image1239.png"/><Relationship Id="rId624" Type="http://schemas.openxmlformats.org/officeDocument/2006/relationships/customXml" Target="../ink/ink1370.xml"/><Relationship Id="rId263" Type="http://schemas.openxmlformats.org/officeDocument/2006/relationships/image" Target="../media/image1163.png"/><Relationship Id="rId470" Type="http://schemas.openxmlformats.org/officeDocument/2006/relationships/customXml" Target="../ink/ink1293.xml"/><Relationship Id="rId58" Type="http://schemas.openxmlformats.org/officeDocument/2006/relationships/customXml" Target="../ink/ink1087.xml"/><Relationship Id="rId123" Type="http://schemas.openxmlformats.org/officeDocument/2006/relationships/image" Target="../media/image1093.png"/><Relationship Id="rId330" Type="http://schemas.openxmlformats.org/officeDocument/2006/relationships/customXml" Target="../ink/ink1223.xml"/><Relationship Id="rId568" Type="http://schemas.openxmlformats.org/officeDocument/2006/relationships/customXml" Target="../ink/ink1342.xml"/><Relationship Id="rId428" Type="http://schemas.openxmlformats.org/officeDocument/2006/relationships/customXml" Target="../ink/ink1272.xml"/><Relationship Id="rId635" Type="http://schemas.openxmlformats.org/officeDocument/2006/relationships/image" Target="../media/image1347.png"/><Relationship Id="rId274" Type="http://schemas.openxmlformats.org/officeDocument/2006/relationships/customXml" Target="../ink/ink1195.xml"/><Relationship Id="rId481" Type="http://schemas.openxmlformats.org/officeDocument/2006/relationships/image" Target="../media/image1271.png"/><Relationship Id="rId702" Type="http://schemas.openxmlformats.org/officeDocument/2006/relationships/customXml" Target="../ink/ink1411.xml"/><Relationship Id="rId69" Type="http://schemas.openxmlformats.org/officeDocument/2006/relationships/image" Target="../media/image1066.png"/><Relationship Id="rId134" Type="http://schemas.openxmlformats.org/officeDocument/2006/relationships/customXml" Target="../ink/ink1125.xml"/><Relationship Id="rId579" Type="http://schemas.openxmlformats.org/officeDocument/2006/relationships/image" Target="../media/image1319.png"/><Relationship Id="rId341" Type="http://schemas.openxmlformats.org/officeDocument/2006/relationships/image" Target="../media/image1201.png"/><Relationship Id="rId439" Type="http://schemas.openxmlformats.org/officeDocument/2006/relationships/image" Target="../media/image1250.png"/><Relationship Id="rId646" Type="http://schemas.openxmlformats.org/officeDocument/2006/relationships/image" Target="../media/image1352.png"/><Relationship Id="rId201" Type="http://schemas.openxmlformats.org/officeDocument/2006/relationships/image" Target="../media/image1132.png"/><Relationship Id="rId285" Type="http://schemas.openxmlformats.org/officeDocument/2006/relationships/image" Target="../media/image1174.png"/><Relationship Id="rId506" Type="http://schemas.openxmlformats.org/officeDocument/2006/relationships/customXml" Target="../ink/ink1311.xml"/><Relationship Id="rId492" Type="http://schemas.openxmlformats.org/officeDocument/2006/relationships/customXml" Target="../ink/ink1304.xml"/><Relationship Id="rId713" Type="http://schemas.openxmlformats.org/officeDocument/2006/relationships/image" Target="../media/image1384.png"/><Relationship Id="rId145" Type="http://schemas.openxmlformats.org/officeDocument/2006/relationships/image" Target="../media/image1104.png"/><Relationship Id="rId352" Type="http://schemas.openxmlformats.org/officeDocument/2006/relationships/customXml" Target="../ink/ink1234.xml"/><Relationship Id="rId212" Type="http://schemas.openxmlformats.org/officeDocument/2006/relationships/customXml" Target="../ink/ink1164.xml"/><Relationship Id="rId657" Type="http://schemas.openxmlformats.org/officeDocument/2006/relationships/customXml" Target="../ink/ink1387.xml"/><Relationship Id="rId296" Type="http://schemas.openxmlformats.org/officeDocument/2006/relationships/customXml" Target="../ink/ink1206.xml"/><Relationship Id="rId517" Type="http://schemas.openxmlformats.org/officeDocument/2006/relationships/image" Target="../media/image1288.png"/><Relationship Id="rId724" Type="http://schemas.openxmlformats.org/officeDocument/2006/relationships/customXml" Target="../ink/ink1422.xml"/><Relationship Id="rId60" Type="http://schemas.openxmlformats.org/officeDocument/2006/relationships/customXml" Target="../ink/ink1088.xml"/><Relationship Id="rId156" Type="http://schemas.openxmlformats.org/officeDocument/2006/relationships/customXml" Target="../ink/ink1136.xml"/><Relationship Id="rId363" Type="http://schemas.openxmlformats.org/officeDocument/2006/relationships/image" Target="../media/image1212.png"/><Relationship Id="rId570" Type="http://schemas.openxmlformats.org/officeDocument/2006/relationships/customXml" Target="../ink/ink1343.xml"/><Relationship Id="rId223" Type="http://schemas.openxmlformats.org/officeDocument/2006/relationships/image" Target="../media/image1143.png"/><Relationship Id="rId430" Type="http://schemas.openxmlformats.org/officeDocument/2006/relationships/customXml" Target="../ink/ink1273.xml"/><Relationship Id="rId668" Type="http://schemas.openxmlformats.org/officeDocument/2006/relationships/image" Target="../media/image1362.png"/><Relationship Id="rId18" Type="http://schemas.openxmlformats.org/officeDocument/2006/relationships/customXml" Target="../ink/ink1067.xml"/><Relationship Id="rId528" Type="http://schemas.openxmlformats.org/officeDocument/2006/relationships/customXml" Target="../ink/ink1322.xml"/><Relationship Id="rId735" Type="http://schemas.openxmlformats.org/officeDocument/2006/relationships/image" Target="../media/image1395.png"/><Relationship Id="rId167" Type="http://schemas.openxmlformats.org/officeDocument/2006/relationships/image" Target="../media/image1115.png"/><Relationship Id="rId374" Type="http://schemas.openxmlformats.org/officeDocument/2006/relationships/customXml" Target="../ink/ink1245.xml"/><Relationship Id="rId581" Type="http://schemas.openxmlformats.org/officeDocument/2006/relationships/image" Target="../media/image1320.png"/><Relationship Id="rId71" Type="http://schemas.openxmlformats.org/officeDocument/2006/relationships/image" Target="../media/image1067.png"/><Relationship Id="rId234" Type="http://schemas.openxmlformats.org/officeDocument/2006/relationships/customXml" Target="../ink/ink1175.xml"/><Relationship Id="rId679" Type="http://schemas.openxmlformats.org/officeDocument/2006/relationships/image" Target="../media/image1367.png"/><Relationship Id="rId2" Type="http://schemas.openxmlformats.org/officeDocument/2006/relationships/customXml" Target="../ink/ink1059.xml"/><Relationship Id="rId29" Type="http://schemas.openxmlformats.org/officeDocument/2006/relationships/image" Target="../media/image1046.png"/><Relationship Id="rId441" Type="http://schemas.openxmlformats.org/officeDocument/2006/relationships/image" Target="../media/image1251.png"/><Relationship Id="rId539" Type="http://schemas.openxmlformats.org/officeDocument/2006/relationships/image" Target="../media/image1299.png"/><Relationship Id="rId746" Type="http://schemas.openxmlformats.org/officeDocument/2006/relationships/customXml" Target="../ink/ink1433.xml"/><Relationship Id="rId178" Type="http://schemas.openxmlformats.org/officeDocument/2006/relationships/customXml" Target="../ink/ink1147.xml"/><Relationship Id="rId301" Type="http://schemas.openxmlformats.org/officeDocument/2006/relationships/image" Target="../media/image1182.png"/><Relationship Id="rId82" Type="http://schemas.openxmlformats.org/officeDocument/2006/relationships/customXml" Target="../ink/ink1099.xml"/><Relationship Id="rId385" Type="http://schemas.openxmlformats.org/officeDocument/2006/relationships/image" Target="../media/image1223.png"/><Relationship Id="rId592" Type="http://schemas.openxmlformats.org/officeDocument/2006/relationships/customXml" Target="../ink/ink1354.xml"/><Relationship Id="rId606" Type="http://schemas.openxmlformats.org/officeDocument/2006/relationships/customXml" Target="../ink/ink1361.xml"/><Relationship Id="rId245" Type="http://schemas.openxmlformats.org/officeDocument/2006/relationships/image" Target="../media/image1154.png"/><Relationship Id="rId452" Type="http://schemas.openxmlformats.org/officeDocument/2006/relationships/customXml" Target="../ink/ink1284.xml"/><Relationship Id="rId105" Type="http://schemas.openxmlformats.org/officeDocument/2006/relationships/image" Target="../media/image1084.png"/><Relationship Id="rId312" Type="http://schemas.openxmlformats.org/officeDocument/2006/relationships/customXml" Target="../ink/ink1214.xml"/><Relationship Id="rId93" Type="http://schemas.openxmlformats.org/officeDocument/2006/relationships/image" Target="../media/image1078.png"/><Relationship Id="rId189" Type="http://schemas.openxmlformats.org/officeDocument/2006/relationships/image" Target="../media/image1126.png"/><Relationship Id="rId396" Type="http://schemas.openxmlformats.org/officeDocument/2006/relationships/customXml" Target="../ink/ink1256.xml"/><Relationship Id="rId617" Type="http://schemas.openxmlformats.org/officeDocument/2006/relationships/image" Target="../media/image1338.png"/><Relationship Id="rId256" Type="http://schemas.openxmlformats.org/officeDocument/2006/relationships/customXml" Target="../ink/ink1186.xml"/><Relationship Id="rId463" Type="http://schemas.openxmlformats.org/officeDocument/2006/relationships/image" Target="../media/image1262.png"/><Relationship Id="rId670" Type="http://schemas.openxmlformats.org/officeDocument/2006/relationships/customXml" Target="../ink/ink1395.xml"/><Relationship Id="rId116" Type="http://schemas.openxmlformats.org/officeDocument/2006/relationships/customXml" Target="../ink/ink1116.xml"/><Relationship Id="rId323" Type="http://schemas.openxmlformats.org/officeDocument/2006/relationships/image" Target="../media/image1192.png"/><Relationship Id="rId530" Type="http://schemas.openxmlformats.org/officeDocument/2006/relationships/customXml" Target="../ink/ink1323.xml"/><Relationship Id="rId20" Type="http://schemas.openxmlformats.org/officeDocument/2006/relationships/customXml" Target="../ink/ink1068.xml"/><Relationship Id="rId628" Type="http://schemas.openxmlformats.org/officeDocument/2006/relationships/customXml" Target="../ink/ink1372.xml"/><Relationship Id="rId225" Type="http://schemas.openxmlformats.org/officeDocument/2006/relationships/image" Target="../media/image1144.png"/><Relationship Id="rId267" Type="http://schemas.openxmlformats.org/officeDocument/2006/relationships/image" Target="../media/image1165.png"/><Relationship Id="rId432" Type="http://schemas.openxmlformats.org/officeDocument/2006/relationships/customXml" Target="../ink/ink1274.xml"/><Relationship Id="rId474" Type="http://schemas.openxmlformats.org/officeDocument/2006/relationships/customXml" Target="../ink/ink1295.xml"/><Relationship Id="rId127" Type="http://schemas.openxmlformats.org/officeDocument/2006/relationships/image" Target="../media/image1095.png"/><Relationship Id="rId681" Type="http://schemas.openxmlformats.org/officeDocument/2006/relationships/image" Target="../media/image1368.png"/><Relationship Id="rId737" Type="http://schemas.openxmlformats.org/officeDocument/2006/relationships/image" Target="../media/image1396.png"/><Relationship Id="rId31" Type="http://schemas.openxmlformats.org/officeDocument/2006/relationships/image" Target="../media/image1047.png"/><Relationship Id="rId73" Type="http://schemas.openxmlformats.org/officeDocument/2006/relationships/image" Target="../media/image1068.png"/><Relationship Id="rId169" Type="http://schemas.openxmlformats.org/officeDocument/2006/relationships/image" Target="../media/image1116.png"/><Relationship Id="rId334" Type="http://schemas.openxmlformats.org/officeDocument/2006/relationships/customXml" Target="../ink/ink1225.xml"/><Relationship Id="rId376" Type="http://schemas.openxmlformats.org/officeDocument/2006/relationships/customXml" Target="../ink/ink1246.xml"/><Relationship Id="rId541" Type="http://schemas.openxmlformats.org/officeDocument/2006/relationships/image" Target="../media/image1300.png"/><Relationship Id="rId583" Type="http://schemas.openxmlformats.org/officeDocument/2006/relationships/image" Target="../media/image1321.png"/><Relationship Id="rId639" Type="http://schemas.openxmlformats.org/officeDocument/2006/relationships/customXml" Target="../ink/ink1378.xml"/><Relationship Id="rId4" Type="http://schemas.openxmlformats.org/officeDocument/2006/relationships/customXml" Target="../ink/ink1060.xml"/><Relationship Id="rId180" Type="http://schemas.openxmlformats.org/officeDocument/2006/relationships/customXml" Target="../ink/ink1148.xml"/><Relationship Id="rId236" Type="http://schemas.openxmlformats.org/officeDocument/2006/relationships/customXml" Target="../ink/ink1176.xml"/><Relationship Id="rId278" Type="http://schemas.openxmlformats.org/officeDocument/2006/relationships/customXml" Target="../ink/ink1197.xml"/><Relationship Id="rId401" Type="http://schemas.openxmlformats.org/officeDocument/2006/relationships/image" Target="../media/image1231.png"/><Relationship Id="rId443" Type="http://schemas.openxmlformats.org/officeDocument/2006/relationships/image" Target="../media/image1252.png"/><Relationship Id="rId650" Type="http://schemas.openxmlformats.org/officeDocument/2006/relationships/image" Target="../media/image1354.png"/><Relationship Id="rId303" Type="http://schemas.openxmlformats.org/officeDocument/2006/relationships/image" Target="../media/image1183.png"/><Relationship Id="rId485" Type="http://schemas.openxmlformats.org/officeDocument/2006/relationships/image" Target="../media/image1273.png"/><Relationship Id="rId692" Type="http://schemas.openxmlformats.org/officeDocument/2006/relationships/customXml" Target="../ink/ink1406.xml"/><Relationship Id="rId706" Type="http://schemas.openxmlformats.org/officeDocument/2006/relationships/customXml" Target="../ink/ink1413.xml"/><Relationship Id="rId748" Type="http://schemas.openxmlformats.org/officeDocument/2006/relationships/customXml" Target="../ink/ink1434.xml"/><Relationship Id="rId42" Type="http://schemas.openxmlformats.org/officeDocument/2006/relationships/customXml" Target="../ink/ink1079.xml"/><Relationship Id="rId84" Type="http://schemas.openxmlformats.org/officeDocument/2006/relationships/customXml" Target="../ink/ink1100.xml"/><Relationship Id="rId138" Type="http://schemas.openxmlformats.org/officeDocument/2006/relationships/customXml" Target="../ink/ink1127.xml"/><Relationship Id="rId345" Type="http://schemas.openxmlformats.org/officeDocument/2006/relationships/image" Target="../media/image1203.png"/><Relationship Id="rId387" Type="http://schemas.openxmlformats.org/officeDocument/2006/relationships/image" Target="../media/image1224.png"/><Relationship Id="rId510" Type="http://schemas.openxmlformats.org/officeDocument/2006/relationships/customXml" Target="../ink/ink1313.xml"/><Relationship Id="rId552" Type="http://schemas.openxmlformats.org/officeDocument/2006/relationships/customXml" Target="../ink/ink1334.xml"/><Relationship Id="rId594" Type="http://schemas.openxmlformats.org/officeDocument/2006/relationships/customXml" Target="../ink/ink1355.xml"/><Relationship Id="rId608" Type="http://schemas.openxmlformats.org/officeDocument/2006/relationships/customXml" Target="../ink/ink1362.xml"/><Relationship Id="rId191" Type="http://schemas.openxmlformats.org/officeDocument/2006/relationships/image" Target="../media/image1127.png"/><Relationship Id="rId205" Type="http://schemas.openxmlformats.org/officeDocument/2006/relationships/image" Target="../media/image1134.png"/><Relationship Id="rId247" Type="http://schemas.openxmlformats.org/officeDocument/2006/relationships/image" Target="../media/image1155.png"/><Relationship Id="rId412" Type="http://schemas.openxmlformats.org/officeDocument/2006/relationships/customXml" Target="../ink/ink1264.xml"/><Relationship Id="rId107" Type="http://schemas.openxmlformats.org/officeDocument/2006/relationships/image" Target="../media/image1085.png"/><Relationship Id="rId289" Type="http://schemas.openxmlformats.org/officeDocument/2006/relationships/image" Target="../media/image1176.png"/><Relationship Id="rId454" Type="http://schemas.openxmlformats.org/officeDocument/2006/relationships/customXml" Target="../ink/ink1285.xml"/><Relationship Id="rId496" Type="http://schemas.openxmlformats.org/officeDocument/2006/relationships/customXml" Target="../ink/ink1306.xml"/><Relationship Id="rId661" Type="http://schemas.openxmlformats.org/officeDocument/2006/relationships/image" Target="../media/image1359.png"/><Relationship Id="rId717" Type="http://schemas.openxmlformats.org/officeDocument/2006/relationships/image" Target="../media/image1386.png"/><Relationship Id="rId11" Type="http://schemas.openxmlformats.org/officeDocument/2006/relationships/image" Target="../media/image1037.png"/><Relationship Id="rId53" Type="http://schemas.openxmlformats.org/officeDocument/2006/relationships/image" Target="../media/image1058.png"/><Relationship Id="rId149" Type="http://schemas.openxmlformats.org/officeDocument/2006/relationships/image" Target="../media/image1106.png"/><Relationship Id="rId314" Type="http://schemas.openxmlformats.org/officeDocument/2006/relationships/customXml" Target="../ink/ink1215.xml"/><Relationship Id="rId356" Type="http://schemas.openxmlformats.org/officeDocument/2006/relationships/customXml" Target="../ink/ink1236.xml"/><Relationship Id="rId398" Type="http://schemas.openxmlformats.org/officeDocument/2006/relationships/customXml" Target="../ink/ink1257.xml"/><Relationship Id="rId521" Type="http://schemas.openxmlformats.org/officeDocument/2006/relationships/image" Target="../media/image1290.png"/><Relationship Id="rId563" Type="http://schemas.openxmlformats.org/officeDocument/2006/relationships/image" Target="../media/image1311.png"/><Relationship Id="rId619" Type="http://schemas.openxmlformats.org/officeDocument/2006/relationships/image" Target="../media/image1339.png"/><Relationship Id="rId95" Type="http://schemas.openxmlformats.org/officeDocument/2006/relationships/image" Target="../media/image1079.png"/><Relationship Id="rId160" Type="http://schemas.openxmlformats.org/officeDocument/2006/relationships/customXml" Target="../ink/ink1138.xml"/><Relationship Id="rId216" Type="http://schemas.openxmlformats.org/officeDocument/2006/relationships/customXml" Target="../ink/ink1166.xml"/><Relationship Id="rId423" Type="http://schemas.openxmlformats.org/officeDocument/2006/relationships/image" Target="../media/image1242.png"/><Relationship Id="rId258" Type="http://schemas.openxmlformats.org/officeDocument/2006/relationships/customXml" Target="../ink/ink1187.xml"/><Relationship Id="rId465" Type="http://schemas.openxmlformats.org/officeDocument/2006/relationships/image" Target="../media/image1263.png"/><Relationship Id="rId630" Type="http://schemas.openxmlformats.org/officeDocument/2006/relationships/customXml" Target="../ink/ink1373.xml"/><Relationship Id="rId672" Type="http://schemas.openxmlformats.org/officeDocument/2006/relationships/customXml" Target="../ink/ink1396.xml"/><Relationship Id="rId728" Type="http://schemas.openxmlformats.org/officeDocument/2006/relationships/customXml" Target="../ink/ink1424.xml"/><Relationship Id="rId22" Type="http://schemas.openxmlformats.org/officeDocument/2006/relationships/customXml" Target="../ink/ink1069.xml"/><Relationship Id="rId64" Type="http://schemas.openxmlformats.org/officeDocument/2006/relationships/customXml" Target="../ink/ink1090.xml"/><Relationship Id="rId118" Type="http://schemas.openxmlformats.org/officeDocument/2006/relationships/customXml" Target="../ink/ink1117.xml"/><Relationship Id="rId325" Type="http://schemas.openxmlformats.org/officeDocument/2006/relationships/image" Target="../media/image1193.png"/><Relationship Id="rId367" Type="http://schemas.openxmlformats.org/officeDocument/2006/relationships/image" Target="../media/image1214.png"/><Relationship Id="rId532" Type="http://schemas.openxmlformats.org/officeDocument/2006/relationships/customXml" Target="../ink/ink1324.xml"/><Relationship Id="rId574" Type="http://schemas.openxmlformats.org/officeDocument/2006/relationships/customXml" Target="../ink/ink1345.xml"/><Relationship Id="rId171" Type="http://schemas.openxmlformats.org/officeDocument/2006/relationships/image" Target="../media/image1117.png"/><Relationship Id="rId227" Type="http://schemas.openxmlformats.org/officeDocument/2006/relationships/image" Target="../media/image1145.png"/><Relationship Id="rId269" Type="http://schemas.openxmlformats.org/officeDocument/2006/relationships/image" Target="../media/image1166.png"/><Relationship Id="rId434" Type="http://schemas.openxmlformats.org/officeDocument/2006/relationships/customXml" Target="../ink/ink1275.xml"/><Relationship Id="rId476" Type="http://schemas.openxmlformats.org/officeDocument/2006/relationships/customXml" Target="../ink/ink1296.xml"/><Relationship Id="rId641" Type="http://schemas.openxmlformats.org/officeDocument/2006/relationships/customXml" Target="../ink/ink1379.xml"/><Relationship Id="rId683" Type="http://schemas.openxmlformats.org/officeDocument/2006/relationships/image" Target="../media/image1369.png"/><Relationship Id="rId739" Type="http://schemas.openxmlformats.org/officeDocument/2006/relationships/image" Target="../media/image1397.png"/><Relationship Id="rId33" Type="http://schemas.openxmlformats.org/officeDocument/2006/relationships/image" Target="../media/image1048.png"/><Relationship Id="rId129" Type="http://schemas.openxmlformats.org/officeDocument/2006/relationships/image" Target="../media/image1096.png"/><Relationship Id="rId280" Type="http://schemas.openxmlformats.org/officeDocument/2006/relationships/customXml" Target="../ink/ink1198.xml"/><Relationship Id="rId336" Type="http://schemas.openxmlformats.org/officeDocument/2006/relationships/customXml" Target="../ink/ink1226.xml"/><Relationship Id="rId501" Type="http://schemas.openxmlformats.org/officeDocument/2006/relationships/image" Target="../media/image1281.png"/><Relationship Id="rId543" Type="http://schemas.openxmlformats.org/officeDocument/2006/relationships/image" Target="../media/image1301.png"/><Relationship Id="rId75" Type="http://schemas.openxmlformats.org/officeDocument/2006/relationships/image" Target="../media/image1069.png"/><Relationship Id="rId140" Type="http://schemas.openxmlformats.org/officeDocument/2006/relationships/customXml" Target="../ink/ink1128.xml"/><Relationship Id="rId182" Type="http://schemas.openxmlformats.org/officeDocument/2006/relationships/customXml" Target="../ink/ink1149.xml"/><Relationship Id="rId378" Type="http://schemas.openxmlformats.org/officeDocument/2006/relationships/customXml" Target="../ink/ink1247.xml"/><Relationship Id="rId403" Type="http://schemas.openxmlformats.org/officeDocument/2006/relationships/image" Target="../media/image1232.png"/><Relationship Id="rId585" Type="http://schemas.openxmlformats.org/officeDocument/2006/relationships/image" Target="../media/image1322.png"/><Relationship Id="rId6" Type="http://schemas.openxmlformats.org/officeDocument/2006/relationships/customXml" Target="../ink/ink1061.xml"/><Relationship Id="rId238" Type="http://schemas.openxmlformats.org/officeDocument/2006/relationships/customXml" Target="../ink/ink1177.xml"/><Relationship Id="rId445" Type="http://schemas.openxmlformats.org/officeDocument/2006/relationships/image" Target="../media/image1253.png"/><Relationship Id="rId487" Type="http://schemas.openxmlformats.org/officeDocument/2006/relationships/image" Target="../media/image1274.png"/><Relationship Id="rId610" Type="http://schemas.openxmlformats.org/officeDocument/2006/relationships/customXml" Target="../ink/ink1363.xml"/><Relationship Id="rId652" Type="http://schemas.openxmlformats.org/officeDocument/2006/relationships/image" Target="../media/image1355.png"/><Relationship Id="rId694" Type="http://schemas.openxmlformats.org/officeDocument/2006/relationships/customXml" Target="../ink/ink1407.xml"/><Relationship Id="rId708" Type="http://schemas.openxmlformats.org/officeDocument/2006/relationships/customXml" Target="../ink/ink1414.xml"/><Relationship Id="rId291" Type="http://schemas.openxmlformats.org/officeDocument/2006/relationships/image" Target="../media/image1177.png"/><Relationship Id="rId305" Type="http://schemas.openxmlformats.org/officeDocument/2006/relationships/image" Target="../media/image1184.png"/><Relationship Id="rId347" Type="http://schemas.openxmlformats.org/officeDocument/2006/relationships/image" Target="../media/image1204.png"/><Relationship Id="rId512" Type="http://schemas.openxmlformats.org/officeDocument/2006/relationships/customXml" Target="../ink/ink1314.xml"/><Relationship Id="rId44" Type="http://schemas.openxmlformats.org/officeDocument/2006/relationships/customXml" Target="../ink/ink1080.xml"/><Relationship Id="rId86" Type="http://schemas.openxmlformats.org/officeDocument/2006/relationships/customXml" Target="../ink/ink1101.xml"/><Relationship Id="rId151" Type="http://schemas.openxmlformats.org/officeDocument/2006/relationships/image" Target="../media/image1107.png"/><Relationship Id="rId389" Type="http://schemas.openxmlformats.org/officeDocument/2006/relationships/image" Target="../media/image1225.png"/><Relationship Id="rId554" Type="http://schemas.openxmlformats.org/officeDocument/2006/relationships/customXml" Target="../ink/ink1335.xml"/><Relationship Id="rId596" Type="http://schemas.openxmlformats.org/officeDocument/2006/relationships/customXml" Target="../ink/ink1356.xml"/><Relationship Id="rId193" Type="http://schemas.openxmlformats.org/officeDocument/2006/relationships/image" Target="../media/image1128.png"/><Relationship Id="rId207" Type="http://schemas.openxmlformats.org/officeDocument/2006/relationships/image" Target="../media/image1135.png"/><Relationship Id="rId249" Type="http://schemas.openxmlformats.org/officeDocument/2006/relationships/image" Target="../media/image1156.png"/><Relationship Id="rId414" Type="http://schemas.openxmlformats.org/officeDocument/2006/relationships/customXml" Target="../ink/ink1265.xml"/><Relationship Id="rId456" Type="http://schemas.openxmlformats.org/officeDocument/2006/relationships/customXml" Target="../ink/ink1286.xml"/><Relationship Id="rId498" Type="http://schemas.openxmlformats.org/officeDocument/2006/relationships/customXml" Target="../ink/ink1307.xml"/><Relationship Id="rId621" Type="http://schemas.openxmlformats.org/officeDocument/2006/relationships/image" Target="../media/image1340.png"/><Relationship Id="rId663" Type="http://schemas.openxmlformats.org/officeDocument/2006/relationships/image" Target="../media/image1360.png"/><Relationship Id="rId13" Type="http://schemas.openxmlformats.org/officeDocument/2006/relationships/image" Target="../media/image1038.png"/><Relationship Id="rId109" Type="http://schemas.openxmlformats.org/officeDocument/2006/relationships/image" Target="../media/image1086.png"/><Relationship Id="rId260" Type="http://schemas.openxmlformats.org/officeDocument/2006/relationships/customXml" Target="../ink/ink1188.xml"/><Relationship Id="rId316" Type="http://schemas.openxmlformats.org/officeDocument/2006/relationships/customXml" Target="../ink/ink1216.xml"/><Relationship Id="rId523" Type="http://schemas.openxmlformats.org/officeDocument/2006/relationships/image" Target="../media/image1291.png"/><Relationship Id="rId719" Type="http://schemas.openxmlformats.org/officeDocument/2006/relationships/image" Target="../media/image1387.png"/><Relationship Id="rId55" Type="http://schemas.openxmlformats.org/officeDocument/2006/relationships/image" Target="../media/image1059.png"/><Relationship Id="rId97" Type="http://schemas.openxmlformats.org/officeDocument/2006/relationships/image" Target="../media/image1080.png"/><Relationship Id="rId120" Type="http://schemas.openxmlformats.org/officeDocument/2006/relationships/customXml" Target="../ink/ink1118.xml"/><Relationship Id="rId358" Type="http://schemas.openxmlformats.org/officeDocument/2006/relationships/customXml" Target="../ink/ink1237.xml"/><Relationship Id="rId565" Type="http://schemas.openxmlformats.org/officeDocument/2006/relationships/image" Target="../media/image1312.png"/><Relationship Id="rId730" Type="http://schemas.openxmlformats.org/officeDocument/2006/relationships/customXml" Target="../ink/ink1425.xml"/><Relationship Id="rId162" Type="http://schemas.openxmlformats.org/officeDocument/2006/relationships/customXml" Target="../ink/ink1139.xml"/><Relationship Id="rId218" Type="http://schemas.openxmlformats.org/officeDocument/2006/relationships/customXml" Target="../ink/ink1167.xml"/><Relationship Id="rId425" Type="http://schemas.openxmlformats.org/officeDocument/2006/relationships/image" Target="../media/image1243.png"/><Relationship Id="rId467" Type="http://schemas.openxmlformats.org/officeDocument/2006/relationships/image" Target="../media/image1264.png"/><Relationship Id="rId632" Type="http://schemas.openxmlformats.org/officeDocument/2006/relationships/customXml" Target="../ink/ink1374.xml"/><Relationship Id="rId271" Type="http://schemas.openxmlformats.org/officeDocument/2006/relationships/image" Target="../media/image1167.png"/><Relationship Id="rId674" Type="http://schemas.openxmlformats.org/officeDocument/2006/relationships/customXml" Target="../ink/ink1397.xml"/><Relationship Id="rId24" Type="http://schemas.openxmlformats.org/officeDocument/2006/relationships/customXml" Target="../ink/ink1070.xml"/><Relationship Id="rId66" Type="http://schemas.openxmlformats.org/officeDocument/2006/relationships/customXml" Target="../ink/ink1091.xml"/><Relationship Id="rId131" Type="http://schemas.openxmlformats.org/officeDocument/2006/relationships/image" Target="../media/image1097.png"/><Relationship Id="rId327" Type="http://schemas.openxmlformats.org/officeDocument/2006/relationships/image" Target="../media/image1194.png"/><Relationship Id="rId369" Type="http://schemas.openxmlformats.org/officeDocument/2006/relationships/image" Target="../media/image1215.png"/><Relationship Id="rId534" Type="http://schemas.openxmlformats.org/officeDocument/2006/relationships/customXml" Target="../ink/ink1325.xml"/><Relationship Id="rId576" Type="http://schemas.openxmlformats.org/officeDocument/2006/relationships/customXml" Target="../ink/ink1346.xml"/><Relationship Id="rId741" Type="http://schemas.openxmlformats.org/officeDocument/2006/relationships/image" Target="../media/image1398.png"/><Relationship Id="rId173" Type="http://schemas.openxmlformats.org/officeDocument/2006/relationships/image" Target="../media/image1118.png"/><Relationship Id="rId229" Type="http://schemas.openxmlformats.org/officeDocument/2006/relationships/image" Target="../media/image1146.png"/><Relationship Id="rId380" Type="http://schemas.openxmlformats.org/officeDocument/2006/relationships/customXml" Target="../ink/ink1248.xml"/><Relationship Id="rId436" Type="http://schemas.openxmlformats.org/officeDocument/2006/relationships/customXml" Target="../ink/ink1276.xml"/><Relationship Id="rId601" Type="http://schemas.openxmlformats.org/officeDocument/2006/relationships/image" Target="../media/image1330.png"/><Relationship Id="rId643" Type="http://schemas.openxmlformats.org/officeDocument/2006/relationships/customXml" Target="../ink/ink1380.xml"/><Relationship Id="rId240" Type="http://schemas.openxmlformats.org/officeDocument/2006/relationships/customXml" Target="../ink/ink1178.xml"/><Relationship Id="rId478" Type="http://schemas.openxmlformats.org/officeDocument/2006/relationships/customXml" Target="../ink/ink1297.xml"/><Relationship Id="rId685" Type="http://schemas.openxmlformats.org/officeDocument/2006/relationships/image" Target="../media/image1370.png"/><Relationship Id="rId35" Type="http://schemas.openxmlformats.org/officeDocument/2006/relationships/image" Target="../media/image1049.png"/><Relationship Id="rId77" Type="http://schemas.openxmlformats.org/officeDocument/2006/relationships/image" Target="../media/image1070.png"/><Relationship Id="rId100" Type="http://schemas.openxmlformats.org/officeDocument/2006/relationships/customXml" Target="../ink/ink1108.xml"/><Relationship Id="rId282" Type="http://schemas.openxmlformats.org/officeDocument/2006/relationships/customXml" Target="../ink/ink1199.xml"/><Relationship Id="rId338" Type="http://schemas.openxmlformats.org/officeDocument/2006/relationships/customXml" Target="../ink/ink1227.xml"/><Relationship Id="rId503" Type="http://schemas.openxmlformats.org/officeDocument/2006/relationships/image" Target="../media/image1282.png"/><Relationship Id="rId545" Type="http://schemas.openxmlformats.org/officeDocument/2006/relationships/image" Target="../media/image1302.png"/><Relationship Id="rId587" Type="http://schemas.openxmlformats.org/officeDocument/2006/relationships/image" Target="../media/image1323.png"/><Relationship Id="rId710" Type="http://schemas.openxmlformats.org/officeDocument/2006/relationships/customXml" Target="../ink/ink1415.xml"/><Relationship Id="rId8" Type="http://schemas.openxmlformats.org/officeDocument/2006/relationships/customXml" Target="../ink/ink1062.xml"/><Relationship Id="rId142" Type="http://schemas.openxmlformats.org/officeDocument/2006/relationships/customXml" Target="../ink/ink1129.xml"/><Relationship Id="rId184" Type="http://schemas.openxmlformats.org/officeDocument/2006/relationships/customXml" Target="../ink/ink1150.xml"/><Relationship Id="rId391" Type="http://schemas.openxmlformats.org/officeDocument/2006/relationships/image" Target="../media/image1226.png"/><Relationship Id="rId405" Type="http://schemas.openxmlformats.org/officeDocument/2006/relationships/image" Target="../media/image1233.png"/><Relationship Id="rId447" Type="http://schemas.openxmlformats.org/officeDocument/2006/relationships/image" Target="../media/image1254.png"/><Relationship Id="rId612" Type="http://schemas.openxmlformats.org/officeDocument/2006/relationships/customXml" Target="../ink/ink1364.xml"/><Relationship Id="rId251" Type="http://schemas.openxmlformats.org/officeDocument/2006/relationships/image" Target="../media/image1157.png"/><Relationship Id="rId489" Type="http://schemas.openxmlformats.org/officeDocument/2006/relationships/image" Target="../media/image1275.png"/><Relationship Id="rId654" Type="http://schemas.openxmlformats.org/officeDocument/2006/relationships/image" Target="../media/image1356.png"/><Relationship Id="rId696" Type="http://schemas.openxmlformats.org/officeDocument/2006/relationships/customXml" Target="../ink/ink1408.xml"/><Relationship Id="rId46" Type="http://schemas.openxmlformats.org/officeDocument/2006/relationships/customXml" Target="../ink/ink1081.xml"/><Relationship Id="rId293" Type="http://schemas.openxmlformats.org/officeDocument/2006/relationships/image" Target="../media/image1178.png"/><Relationship Id="rId307" Type="http://schemas.openxmlformats.org/officeDocument/2006/relationships/image" Target="../media/image1185.png"/><Relationship Id="rId349" Type="http://schemas.openxmlformats.org/officeDocument/2006/relationships/image" Target="../media/image1205.png"/><Relationship Id="rId514" Type="http://schemas.openxmlformats.org/officeDocument/2006/relationships/customXml" Target="../ink/ink1315.xml"/><Relationship Id="rId556" Type="http://schemas.openxmlformats.org/officeDocument/2006/relationships/customXml" Target="../ink/ink1336.xml"/><Relationship Id="rId721" Type="http://schemas.openxmlformats.org/officeDocument/2006/relationships/image" Target="../media/image1388.png"/><Relationship Id="rId88" Type="http://schemas.openxmlformats.org/officeDocument/2006/relationships/customXml" Target="../ink/ink1102.xml"/><Relationship Id="rId111" Type="http://schemas.openxmlformats.org/officeDocument/2006/relationships/image" Target="../media/image1087.png"/><Relationship Id="rId153" Type="http://schemas.openxmlformats.org/officeDocument/2006/relationships/image" Target="../media/image1108.png"/><Relationship Id="rId195" Type="http://schemas.openxmlformats.org/officeDocument/2006/relationships/image" Target="../media/image1129.png"/><Relationship Id="rId209" Type="http://schemas.openxmlformats.org/officeDocument/2006/relationships/image" Target="../media/image1136.png"/><Relationship Id="rId360" Type="http://schemas.openxmlformats.org/officeDocument/2006/relationships/customXml" Target="../ink/ink1238.xml"/><Relationship Id="rId416" Type="http://schemas.openxmlformats.org/officeDocument/2006/relationships/customXml" Target="../ink/ink1266.xml"/><Relationship Id="rId598" Type="http://schemas.openxmlformats.org/officeDocument/2006/relationships/customXml" Target="../ink/ink1357.xml"/><Relationship Id="rId220" Type="http://schemas.openxmlformats.org/officeDocument/2006/relationships/customXml" Target="../ink/ink1168.xml"/><Relationship Id="rId458" Type="http://schemas.openxmlformats.org/officeDocument/2006/relationships/customXml" Target="../ink/ink1287.xml"/><Relationship Id="rId623" Type="http://schemas.openxmlformats.org/officeDocument/2006/relationships/image" Target="../media/image1341.png"/><Relationship Id="rId665" Type="http://schemas.openxmlformats.org/officeDocument/2006/relationships/customXml" Target="../ink/ink1392.xml"/><Relationship Id="rId15" Type="http://schemas.openxmlformats.org/officeDocument/2006/relationships/image" Target="../media/image1039.png"/><Relationship Id="rId57" Type="http://schemas.openxmlformats.org/officeDocument/2006/relationships/image" Target="../media/image1060.png"/><Relationship Id="rId262" Type="http://schemas.openxmlformats.org/officeDocument/2006/relationships/customXml" Target="../ink/ink1189.xml"/><Relationship Id="rId318" Type="http://schemas.openxmlformats.org/officeDocument/2006/relationships/customXml" Target="../ink/ink1217.xml"/><Relationship Id="rId525" Type="http://schemas.openxmlformats.org/officeDocument/2006/relationships/image" Target="../media/image1292.png"/><Relationship Id="rId567" Type="http://schemas.openxmlformats.org/officeDocument/2006/relationships/image" Target="../media/image1313.png"/><Relationship Id="rId732" Type="http://schemas.openxmlformats.org/officeDocument/2006/relationships/customXml" Target="../ink/ink1426.xml"/><Relationship Id="rId99" Type="http://schemas.openxmlformats.org/officeDocument/2006/relationships/image" Target="../media/image1081.png"/><Relationship Id="rId122" Type="http://schemas.openxmlformats.org/officeDocument/2006/relationships/customXml" Target="../ink/ink1119.xml"/><Relationship Id="rId164" Type="http://schemas.openxmlformats.org/officeDocument/2006/relationships/customXml" Target="../ink/ink1140.xml"/><Relationship Id="rId371" Type="http://schemas.openxmlformats.org/officeDocument/2006/relationships/image" Target="../media/image1216.png"/><Relationship Id="rId427" Type="http://schemas.openxmlformats.org/officeDocument/2006/relationships/image" Target="../media/image1244.png"/><Relationship Id="rId469" Type="http://schemas.openxmlformats.org/officeDocument/2006/relationships/image" Target="../media/image1265.png"/><Relationship Id="rId634" Type="http://schemas.openxmlformats.org/officeDocument/2006/relationships/customXml" Target="../ink/ink1375.xml"/><Relationship Id="rId676" Type="http://schemas.openxmlformats.org/officeDocument/2006/relationships/customXml" Target="../ink/ink1398.xml"/><Relationship Id="rId26" Type="http://schemas.openxmlformats.org/officeDocument/2006/relationships/customXml" Target="../ink/ink1071.xml"/><Relationship Id="rId231" Type="http://schemas.openxmlformats.org/officeDocument/2006/relationships/image" Target="../media/image1147.png"/><Relationship Id="rId273" Type="http://schemas.openxmlformats.org/officeDocument/2006/relationships/image" Target="../media/image1168.png"/><Relationship Id="rId329" Type="http://schemas.openxmlformats.org/officeDocument/2006/relationships/image" Target="../media/image1195.png"/><Relationship Id="rId480" Type="http://schemas.openxmlformats.org/officeDocument/2006/relationships/customXml" Target="../ink/ink1298.xml"/><Relationship Id="rId536" Type="http://schemas.openxmlformats.org/officeDocument/2006/relationships/customXml" Target="../ink/ink1326.xml"/><Relationship Id="rId701" Type="http://schemas.openxmlformats.org/officeDocument/2006/relationships/image" Target="../media/image1378.png"/><Relationship Id="rId68" Type="http://schemas.openxmlformats.org/officeDocument/2006/relationships/customXml" Target="../ink/ink1092.xml"/><Relationship Id="rId133" Type="http://schemas.openxmlformats.org/officeDocument/2006/relationships/image" Target="../media/image1098.png"/><Relationship Id="rId175" Type="http://schemas.openxmlformats.org/officeDocument/2006/relationships/image" Target="../media/image1119.png"/><Relationship Id="rId340" Type="http://schemas.openxmlformats.org/officeDocument/2006/relationships/customXml" Target="../ink/ink1228.xml"/><Relationship Id="rId578" Type="http://schemas.openxmlformats.org/officeDocument/2006/relationships/customXml" Target="../ink/ink1347.xml"/><Relationship Id="rId743" Type="http://schemas.openxmlformats.org/officeDocument/2006/relationships/image" Target="../media/image1399.png"/><Relationship Id="rId200" Type="http://schemas.openxmlformats.org/officeDocument/2006/relationships/customXml" Target="../ink/ink1158.xml"/><Relationship Id="rId382" Type="http://schemas.openxmlformats.org/officeDocument/2006/relationships/customXml" Target="../ink/ink1249.xml"/><Relationship Id="rId438" Type="http://schemas.openxmlformats.org/officeDocument/2006/relationships/customXml" Target="../ink/ink1277.xml"/><Relationship Id="rId603" Type="http://schemas.openxmlformats.org/officeDocument/2006/relationships/image" Target="../media/image1331.png"/><Relationship Id="rId645" Type="http://schemas.openxmlformats.org/officeDocument/2006/relationships/customXml" Target="../ink/ink1381.xml"/><Relationship Id="rId687" Type="http://schemas.openxmlformats.org/officeDocument/2006/relationships/image" Target="../media/image1371.png"/><Relationship Id="rId242" Type="http://schemas.openxmlformats.org/officeDocument/2006/relationships/customXml" Target="../ink/ink1179.xml"/><Relationship Id="rId284" Type="http://schemas.openxmlformats.org/officeDocument/2006/relationships/customXml" Target="../ink/ink1200.xml"/><Relationship Id="rId491" Type="http://schemas.openxmlformats.org/officeDocument/2006/relationships/image" Target="../media/image1276.png"/><Relationship Id="rId505" Type="http://schemas.openxmlformats.org/officeDocument/2006/relationships/image" Target="../media/image1283.png"/><Relationship Id="rId712" Type="http://schemas.openxmlformats.org/officeDocument/2006/relationships/customXml" Target="../ink/ink1416.xml"/><Relationship Id="rId37" Type="http://schemas.openxmlformats.org/officeDocument/2006/relationships/image" Target="../media/image1050.png"/><Relationship Id="rId79" Type="http://schemas.openxmlformats.org/officeDocument/2006/relationships/image" Target="../media/image1071.png"/><Relationship Id="rId102" Type="http://schemas.openxmlformats.org/officeDocument/2006/relationships/customXml" Target="../ink/ink1109.xml"/><Relationship Id="rId144" Type="http://schemas.openxmlformats.org/officeDocument/2006/relationships/customXml" Target="../ink/ink1130.xml"/><Relationship Id="rId547" Type="http://schemas.openxmlformats.org/officeDocument/2006/relationships/image" Target="../media/image1303.png"/><Relationship Id="rId589" Type="http://schemas.openxmlformats.org/officeDocument/2006/relationships/image" Target="../media/image1324.png"/><Relationship Id="rId90" Type="http://schemas.openxmlformats.org/officeDocument/2006/relationships/customXml" Target="../ink/ink1103.xml"/><Relationship Id="rId186" Type="http://schemas.openxmlformats.org/officeDocument/2006/relationships/customXml" Target="../ink/ink1151.xml"/><Relationship Id="rId351" Type="http://schemas.openxmlformats.org/officeDocument/2006/relationships/image" Target="../media/image1206.png"/><Relationship Id="rId393" Type="http://schemas.openxmlformats.org/officeDocument/2006/relationships/image" Target="../media/image1227.png"/><Relationship Id="rId407" Type="http://schemas.openxmlformats.org/officeDocument/2006/relationships/image" Target="../media/image1234.png"/><Relationship Id="rId449" Type="http://schemas.openxmlformats.org/officeDocument/2006/relationships/image" Target="../media/image1255.png"/><Relationship Id="rId614" Type="http://schemas.openxmlformats.org/officeDocument/2006/relationships/customXml" Target="../ink/ink1365.xml"/><Relationship Id="rId656" Type="http://schemas.openxmlformats.org/officeDocument/2006/relationships/image" Target="../media/image1357.png"/><Relationship Id="rId211" Type="http://schemas.openxmlformats.org/officeDocument/2006/relationships/image" Target="../media/image1137.png"/><Relationship Id="rId253" Type="http://schemas.openxmlformats.org/officeDocument/2006/relationships/image" Target="../media/image1158.png"/><Relationship Id="rId295" Type="http://schemas.openxmlformats.org/officeDocument/2006/relationships/image" Target="../media/image1179.png"/><Relationship Id="rId309" Type="http://schemas.openxmlformats.org/officeDocument/2006/relationships/image" Target="../media/image1186.png"/><Relationship Id="rId460" Type="http://schemas.openxmlformats.org/officeDocument/2006/relationships/customXml" Target="../ink/ink1288.xml"/><Relationship Id="rId516" Type="http://schemas.openxmlformats.org/officeDocument/2006/relationships/customXml" Target="../ink/ink1316.xml"/><Relationship Id="rId698" Type="http://schemas.openxmlformats.org/officeDocument/2006/relationships/customXml" Target="../ink/ink1409.xml"/><Relationship Id="rId48" Type="http://schemas.openxmlformats.org/officeDocument/2006/relationships/customXml" Target="../ink/ink1082.xml"/><Relationship Id="rId113" Type="http://schemas.openxmlformats.org/officeDocument/2006/relationships/image" Target="../media/image1088.png"/><Relationship Id="rId320" Type="http://schemas.openxmlformats.org/officeDocument/2006/relationships/customXml" Target="../ink/ink1218.xml"/><Relationship Id="rId558" Type="http://schemas.openxmlformats.org/officeDocument/2006/relationships/customXml" Target="../ink/ink1337.xml"/><Relationship Id="rId723" Type="http://schemas.openxmlformats.org/officeDocument/2006/relationships/image" Target="../media/image1389.png"/><Relationship Id="rId155" Type="http://schemas.openxmlformats.org/officeDocument/2006/relationships/image" Target="../media/image1109.png"/><Relationship Id="rId197" Type="http://schemas.openxmlformats.org/officeDocument/2006/relationships/image" Target="../media/image1130.png"/><Relationship Id="rId362" Type="http://schemas.openxmlformats.org/officeDocument/2006/relationships/customXml" Target="../ink/ink1239.xml"/><Relationship Id="rId418" Type="http://schemas.openxmlformats.org/officeDocument/2006/relationships/customXml" Target="../ink/ink1267.xml"/><Relationship Id="rId625" Type="http://schemas.openxmlformats.org/officeDocument/2006/relationships/image" Target="../media/image1342.png"/><Relationship Id="rId222" Type="http://schemas.openxmlformats.org/officeDocument/2006/relationships/customXml" Target="../ink/ink1169.xml"/><Relationship Id="rId264" Type="http://schemas.openxmlformats.org/officeDocument/2006/relationships/customXml" Target="../ink/ink1190.xml"/><Relationship Id="rId471" Type="http://schemas.openxmlformats.org/officeDocument/2006/relationships/image" Target="../media/image1266.png"/><Relationship Id="rId667" Type="http://schemas.openxmlformats.org/officeDocument/2006/relationships/customXml" Target="../ink/ink1393.xml"/><Relationship Id="rId17" Type="http://schemas.openxmlformats.org/officeDocument/2006/relationships/image" Target="../media/image1040.png"/><Relationship Id="rId59" Type="http://schemas.openxmlformats.org/officeDocument/2006/relationships/image" Target="../media/image1061.png"/><Relationship Id="rId124" Type="http://schemas.openxmlformats.org/officeDocument/2006/relationships/customXml" Target="../ink/ink1120.xml"/><Relationship Id="rId527" Type="http://schemas.openxmlformats.org/officeDocument/2006/relationships/image" Target="../media/image1293.png"/><Relationship Id="rId569" Type="http://schemas.openxmlformats.org/officeDocument/2006/relationships/image" Target="../media/image1314.png"/><Relationship Id="rId734" Type="http://schemas.openxmlformats.org/officeDocument/2006/relationships/customXml" Target="../ink/ink1427.xml"/><Relationship Id="rId70" Type="http://schemas.openxmlformats.org/officeDocument/2006/relationships/customXml" Target="../ink/ink1093.xml"/><Relationship Id="rId166" Type="http://schemas.openxmlformats.org/officeDocument/2006/relationships/customXml" Target="../ink/ink1141.xml"/><Relationship Id="rId331" Type="http://schemas.openxmlformats.org/officeDocument/2006/relationships/image" Target="../media/image1196.png"/><Relationship Id="rId373" Type="http://schemas.openxmlformats.org/officeDocument/2006/relationships/image" Target="../media/image1217.png"/><Relationship Id="rId429" Type="http://schemas.openxmlformats.org/officeDocument/2006/relationships/image" Target="../media/image1245.png"/><Relationship Id="rId580" Type="http://schemas.openxmlformats.org/officeDocument/2006/relationships/customXml" Target="../ink/ink1348.xml"/><Relationship Id="rId636" Type="http://schemas.openxmlformats.org/officeDocument/2006/relationships/customXml" Target="../ink/ink1376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1148.png"/><Relationship Id="rId440" Type="http://schemas.openxmlformats.org/officeDocument/2006/relationships/customXml" Target="../ink/ink1278.xml"/><Relationship Id="rId678" Type="http://schemas.openxmlformats.org/officeDocument/2006/relationships/customXml" Target="../ink/ink1399.xml"/><Relationship Id="rId28" Type="http://schemas.openxmlformats.org/officeDocument/2006/relationships/customXml" Target="../ink/ink1072.xml"/><Relationship Id="rId275" Type="http://schemas.openxmlformats.org/officeDocument/2006/relationships/image" Target="../media/image1169.png"/><Relationship Id="rId300" Type="http://schemas.openxmlformats.org/officeDocument/2006/relationships/customXml" Target="../ink/ink1208.xml"/><Relationship Id="rId482" Type="http://schemas.openxmlformats.org/officeDocument/2006/relationships/customXml" Target="../ink/ink1299.xml"/><Relationship Id="rId538" Type="http://schemas.openxmlformats.org/officeDocument/2006/relationships/customXml" Target="../ink/ink1327.xml"/><Relationship Id="rId703" Type="http://schemas.openxmlformats.org/officeDocument/2006/relationships/image" Target="../media/image1379.png"/><Relationship Id="rId745" Type="http://schemas.openxmlformats.org/officeDocument/2006/relationships/image" Target="../media/image1400.png"/><Relationship Id="rId81" Type="http://schemas.openxmlformats.org/officeDocument/2006/relationships/image" Target="../media/image1072.png"/><Relationship Id="rId135" Type="http://schemas.openxmlformats.org/officeDocument/2006/relationships/image" Target="../media/image1099.png"/><Relationship Id="rId177" Type="http://schemas.openxmlformats.org/officeDocument/2006/relationships/image" Target="../media/image1120.png"/><Relationship Id="rId342" Type="http://schemas.openxmlformats.org/officeDocument/2006/relationships/customXml" Target="../ink/ink1229.xml"/><Relationship Id="rId384" Type="http://schemas.openxmlformats.org/officeDocument/2006/relationships/customXml" Target="../ink/ink1250.xml"/><Relationship Id="rId591" Type="http://schemas.openxmlformats.org/officeDocument/2006/relationships/image" Target="../media/image1325.png"/><Relationship Id="rId605" Type="http://schemas.openxmlformats.org/officeDocument/2006/relationships/image" Target="../media/image1332.png"/><Relationship Id="rId202" Type="http://schemas.openxmlformats.org/officeDocument/2006/relationships/customXml" Target="../ink/ink1159.xml"/><Relationship Id="rId244" Type="http://schemas.openxmlformats.org/officeDocument/2006/relationships/customXml" Target="../ink/ink1180.xml"/><Relationship Id="rId647" Type="http://schemas.openxmlformats.org/officeDocument/2006/relationships/customXml" Target="../ink/ink1382.xml"/><Relationship Id="rId689" Type="http://schemas.openxmlformats.org/officeDocument/2006/relationships/image" Target="../media/image1372.png"/><Relationship Id="rId39" Type="http://schemas.openxmlformats.org/officeDocument/2006/relationships/image" Target="../media/image1051.png"/><Relationship Id="rId286" Type="http://schemas.openxmlformats.org/officeDocument/2006/relationships/customXml" Target="../ink/ink1201.xml"/><Relationship Id="rId451" Type="http://schemas.openxmlformats.org/officeDocument/2006/relationships/image" Target="../media/image1256.png"/><Relationship Id="rId493" Type="http://schemas.openxmlformats.org/officeDocument/2006/relationships/image" Target="../media/image1277.png"/><Relationship Id="rId507" Type="http://schemas.openxmlformats.org/officeDocument/2006/relationships/image" Target="../media/image1284.png"/><Relationship Id="rId549" Type="http://schemas.openxmlformats.org/officeDocument/2006/relationships/image" Target="../media/image1304.png"/><Relationship Id="rId714" Type="http://schemas.openxmlformats.org/officeDocument/2006/relationships/customXml" Target="../ink/ink1417.xml"/><Relationship Id="rId50" Type="http://schemas.openxmlformats.org/officeDocument/2006/relationships/customXml" Target="../ink/ink1083.xml"/><Relationship Id="rId104" Type="http://schemas.openxmlformats.org/officeDocument/2006/relationships/customXml" Target="../ink/ink1110.xml"/><Relationship Id="rId146" Type="http://schemas.openxmlformats.org/officeDocument/2006/relationships/customXml" Target="../ink/ink1131.xml"/><Relationship Id="rId188" Type="http://schemas.openxmlformats.org/officeDocument/2006/relationships/customXml" Target="../ink/ink1152.xml"/><Relationship Id="rId311" Type="http://schemas.openxmlformats.org/officeDocument/2006/relationships/image" Target="../media/image1187.png"/><Relationship Id="rId353" Type="http://schemas.openxmlformats.org/officeDocument/2006/relationships/image" Target="../media/image1207.png"/><Relationship Id="rId395" Type="http://schemas.openxmlformats.org/officeDocument/2006/relationships/image" Target="../media/image1228.png"/><Relationship Id="rId409" Type="http://schemas.openxmlformats.org/officeDocument/2006/relationships/image" Target="../media/image1235.png"/><Relationship Id="rId560" Type="http://schemas.openxmlformats.org/officeDocument/2006/relationships/customXml" Target="../ink/ink1338.xml"/><Relationship Id="rId92" Type="http://schemas.openxmlformats.org/officeDocument/2006/relationships/customXml" Target="../ink/ink1104.xml"/><Relationship Id="rId213" Type="http://schemas.openxmlformats.org/officeDocument/2006/relationships/image" Target="../media/image1138.png"/><Relationship Id="rId420" Type="http://schemas.openxmlformats.org/officeDocument/2006/relationships/customXml" Target="../ink/ink1268.xml"/><Relationship Id="rId616" Type="http://schemas.openxmlformats.org/officeDocument/2006/relationships/customXml" Target="../ink/ink1366.xml"/><Relationship Id="rId658" Type="http://schemas.openxmlformats.org/officeDocument/2006/relationships/customXml" Target="../ink/ink1388.xml"/><Relationship Id="rId255" Type="http://schemas.openxmlformats.org/officeDocument/2006/relationships/image" Target="../media/image1159.png"/><Relationship Id="rId297" Type="http://schemas.openxmlformats.org/officeDocument/2006/relationships/image" Target="../media/image1180.png"/><Relationship Id="rId462" Type="http://schemas.openxmlformats.org/officeDocument/2006/relationships/customXml" Target="../ink/ink1289.xml"/><Relationship Id="rId518" Type="http://schemas.openxmlformats.org/officeDocument/2006/relationships/customXml" Target="../ink/ink1317.xml"/><Relationship Id="rId725" Type="http://schemas.openxmlformats.org/officeDocument/2006/relationships/image" Target="../media/image1390.png"/><Relationship Id="rId115" Type="http://schemas.openxmlformats.org/officeDocument/2006/relationships/image" Target="../media/image1089.png"/><Relationship Id="rId157" Type="http://schemas.openxmlformats.org/officeDocument/2006/relationships/image" Target="../media/image1110.png"/><Relationship Id="rId322" Type="http://schemas.openxmlformats.org/officeDocument/2006/relationships/customXml" Target="../ink/ink1219.xml"/><Relationship Id="rId364" Type="http://schemas.openxmlformats.org/officeDocument/2006/relationships/customXml" Target="../ink/ink1240.xml"/><Relationship Id="rId61" Type="http://schemas.openxmlformats.org/officeDocument/2006/relationships/image" Target="../media/image1062.png"/><Relationship Id="rId199" Type="http://schemas.openxmlformats.org/officeDocument/2006/relationships/image" Target="../media/image1131.png"/><Relationship Id="rId571" Type="http://schemas.openxmlformats.org/officeDocument/2006/relationships/image" Target="../media/image1315.png"/><Relationship Id="rId627" Type="http://schemas.openxmlformats.org/officeDocument/2006/relationships/image" Target="../media/image1343.png"/><Relationship Id="rId669" Type="http://schemas.openxmlformats.org/officeDocument/2006/relationships/customXml" Target="../ink/ink1394.xml"/><Relationship Id="rId19" Type="http://schemas.openxmlformats.org/officeDocument/2006/relationships/image" Target="../media/image1041.png"/><Relationship Id="rId224" Type="http://schemas.openxmlformats.org/officeDocument/2006/relationships/customXml" Target="../ink/ink1170.xml"/><Relationship Id="rId266" Type="http://schemas.openxmlformats.org/officeDocument/2006/relationships/customXml" Target="../ink/ink1191.xml"/><Relationship Id="rId431" Type="http://schemas.openxmlformats.org/officeDocument/2006/relationships/image" Target="../media/image1246.png"/><Relationship Id="rId473" Type="http://schemas.openxmlformats.org/officeDocument/2006/relationships/image" Target="../media/image1267.png"/><Relationship Id="rId529" Type="http://schemas.openxmlformats.org/officeDocument/2006/relationships/image" Target="../media/image1294.png"/><Relationship Id="rId680" Type="http://schemas.openxmlformats.org/officeDocument/2006/relationships/customXml" Target="../ink/ink1400.xml"/><Relationship Id="rId736" Type="http://schemas.openxmlformats.org/officeDocument/2006/relationships/customXml" Target="../ink/ink1428.xml"/><Relationship Id="rId30" Type="http://schemas.openxmlformats.org/officeDocument/2006/relationships/customXml" Target="../ink/ink1073.xml"/><Relationship Id="rId126" Type="http://schemas.openxmlformats.org/officeDocument/2006/relationships/customXml" Target="../ink/ink1121.xml"/><Relationship Id="rId168" Type="http://schemas.openxmlformats.org/officeDocument/2006/relationships/customXml" Target="../ink/ink1142.xml"/><Relationship Id="rId333" Type="http://schemas.openxmlformats.org/officeDocument/2006/relationships/image" Target="../media/image1197.png"/><Relationship Id="rId540" Type="http://schemas.openxmlformats.org/officeDocument/2006/relationships/customXml" Target="../ink/ink1328.xml"/><Relationship Id="rId72" Type="http://schemas.openxmlformats.org/officeDocument/2006/relationships/customXml" Target="../ink/ink1094.xml"/><Relationship Id="rId375" Type="http://schemas.openxmlformats.org/officeDocument/2006/relationships/image" Target="../media/image1218.png"/><Relationship Id="rId582" Type="http://schemas.openxmlformats.org/officeDocument/2006/relationships/customXml" Target="../ink/ink1349.xml"/><Relationship Id="rId638" Type="http://schemas.openxmlformats.org/officeDocument/2006/relationships/image" Target="../media/image1348.png"/><Relationship Id="rId3" Type="http://schemas.openxmlformats.org/officeDocument/2006/relationships/image" Target="../media/image1033.png"/><Relationship Id="rId235" Type="http://schemas.openxmlformats.org/officeDocument/2006/relationships/image" Target="../media/image1149.png"/><Relationship Id="rId277" Type="http://schemas.openxmlformats.org/officeDocument/2006/relationships/image" Target="../media/image1170.png"/><Relationship Id="rId400" Type="http://schemas.openxmlformats.org/officeDocument/2006/relationships/customXml" Target="../ink/ink1258.xml"/><Relationship Id="rId442" Type="http://schemas.openxmlformats.org/officeDocument/2006/relationships/customXml" Target="../ink/ink1279.xml"/><Relationship Id="rId484" Type="http://schemas.openxmlformats.org/officeDocument/2006/relationships/customXml" Target="../ink/ink1300.xml"/><Relationship Id="rId705" Type="http://schemas.openxmlformats.org/officeDocument/2006/relationships/image" Target="../media/image1380.png"/><Relationship Id="rId137" Type="http://schemas.openxmlformats.org/officeDocument/2006/relationships/image" Target="../media/image1100.png"/><Relationship Id="rId302" Type="http://schemas.openxmlformats.org/officeDocument/2006/relationships/customXml" Target="../ink/ink1209.xml"/><Relationship Id="rId344" Type="http://schemas.openxmlformats.org/officeDocument/2006/relationships/customXml" Target="../ink/ink1230.xml"/><Relationship Id="rId691" Type="http://schemas.openxmlformats.org/officeDocument/2006/relationships/image" Target="../media/image1373.png"/><Relationship Id="rId747" Type="http://schemas.openxmlformats.org/officeDocument/2006/relationships/image" Target="../media/image1401.png"/><Relationship Id="rId41" Type="http://schemas.openxmlformats.org/officeDocument/2006/relationships/image" Target="../media/image1052.png"/><Relationship Id="rId83" Type="http://schemas.openxmlformats.org/officeDocument/2006/relationships/image" Target="../media/image1073.png"/><Relationship Id="rId179" Type="http://schemas.openxmlformats.org/officeDocument/2006/relationships/image" Target="../media/image1121.png"/><Relationship Id="rId386" Type="http://schemas.openxmlformats.org/officeDocument/2006/relationships/customXml" Target="../ink/ink1251.xml"/><Relationship Id="rId551" Type="http://schemas.openxmlformats.org/officeDocument/2006/relationships/image" Target="../media/image1305.png"/><Relationship Id="rId593" Type="http://schemas.openxmlformats.org/officeDocument/2006/relationships/image" Target="../media/image1326.png"/><Relationship Id="rId607" Type="http://schemas.openxmlformats.org/officeDocument/2006/relationships/image" Target="../media/image1333.png"/><Relationship Id="rId649" Type="http://schemas.openxmlformats.org/officeDocument/2006/relationships/customXml" Target="../ink/ink1383.xml"/><Relationship Id="rId190" Type="http://schemas.openxmlformats.org/officeDocument/2006/relationships/customXml" Target="../ink/ink1153.xml"/><Relationship Id="rId204" Type="http://schemas.openxmlformats.org/officeDocument/2006/relationships/customXml" Target="../ink/ink1160.xml"/><Relationship Id="rId246" Type="http://schemas.openxmlformats.org/officeDocument/2006/relationships/customXml" Target="../ink/ink1181.xml"/><Relationship Id="rId288" Type="http://schemas.openxmlformats.org/officeDocument/2006/relationships/customXml" Target="../ink/ink1202.xml"/><Relationship Id="rId411" Type="http://schemas.openxmlformats.org/officeDocument/2006/relationships/image" Target="../media/image1236.png"/><Relationship Id="rId453" Type="http://schemas.openxmlformats.org/officeDocument/2006/relationships/image" Target="../media/image1257.png"/><Relationship Id="rId509" Type="http://schemas.openxmlformats.org/officeDocument/2006/relationships/image" Target="../media/image1285.png"/><Relationship Id="rId660" Type="http://schemas.openxmlformats.org/officeDocument/2006/relationships/customXml" Target="../ink/ink1389.xml"/><Relationship Id="rId106" Type="http://schemas.openxmlformats.org/officeDocument/2006/relationships/customXml" Target="../ink/ink1111.xml"/><Relationship Id="rId313" Type="http://schemas.openxmlformats.org/officeDocument/2006/relationships/image" Target="../media/image1188.png"/><Relationship Id="rId495" Type="http://schemas.openxmlformats.org/officeDocument/2006/relationships/image" Target="../media/image1278.png"/><Relationship Id="rId716" Type="http://schemas.openxmlformats.org/officeDocument/2006/relationships/customXml" Target="../ink/ink1418.xml"/><Relationship Id="rId10" Type="http://schemas.openxmlformats.org/officeDocument/2006/relationships/customXml" Target="../ink/ink1063.xml"/><Relationship Id="rId52" Type="http://schemas.openxmlformats.org/officeDocument/2006/relationships/customXml" Target="../ink/ink1084.xml"/><Relationship Id="rId94" Type="http://schemas.openxmlformats.org/officeDocument/2006/relationships/customXml" Target="../ink/ink1105.xml"/><Relationship Id="rId148" Type="http://schemas.openxmlformats.org/officeDocument/2006/relationships/customXml" Target="../ink/ink1132.xml"/><Relationship Id="rId355" Type="http://schemas.openxmlformats.org/officeDocument/2006/relationships/image" Target="../media/image1208.png"/><Relationship Id="rId397" Type="http://schemas.openxmlformats.org/officeDocument/2006/relationships/image" Target="../media/image1229.png"/><Relationship Id="rId520" Type="http://schemas.openxmlformats.org/officeDocument/2006/relationships/customXml" Target="../ink/ink1318.xml"/><Relationship Id="rId562" Type="http://schemas.openxmlformats.org/officeDocument/2006/relationships/customXml" Target="../ink/ink1339.xml"/><Relationship Id="rId618" Type="http://schemas.openxmlformats.org/officeDocument/2006/relationships/customXml" Target="../ink/ink1367.xml"/><Relationship Id="rId215" Type="http://schemas.openxmlformats.org/officeDocument/2006/relationships/image" Target="../media/image1139.png"/><Relationship Id="rId257" Type="http://schemas.openxmlformats.org/officeDocument/2006/relationships/image" Target="../media/image1160.png"/><Relationship Id="rId422" Type="http://schemas.openxmlformats.org/officeDocument/2006/relationships/customXml" Target="../ink/ink1269.xml"/><Relationship Id="rId464" Type="http://schemas.openxmlformats.org/officeDocument/2006/relationships/customXml" Target="../ink/ink1290.xml"/><Relationship Id="rId299" Type="http://schemas.openxmlformats.org/officeDocument/2006/relationships/image" Target="../media/image1181.png"/><Relationship Id="rId727" Type="http://schemas.openxmlformats.org/officeDocument/2006/relationships/image" Target="../media/image1391.png"/><Relationship Id="rId63" Type="http://schemas.openxmlformats.org/officeDocument/2006/relationships/image" Target="../media/image1063.png"/><Relationship Id="rId159" Type="http://schemas.openxmlformats.org/officeDocument/2006/relationships/image" Target="../media/image1111.png"/><Relationship Id="rId366" Type="http://schemas.openxmlformats.org/officeDocument/2006/relationships/customXml" Target="../ink/ink1241.xml"/><Relationship Id="rId573" Type="http://schemas.openxmlformats.org/officeDocument/2006/relationships/image" Target="../media/image1316.png"/><Relationship Id="rId226" Type="http://schemas.openxmlformats.org/officeDocument/2006/relationships/customXml" Target="../ink/ink1171.xml"/><Relationship Id="rId433" Type="http://schemas.openxmlformats.org/officeDocument/2006/relationships/image" Target="../media/image1247.png"/><Relationship Id="rId640" Type="http://schemas.openxmlformats.org/officeDocument/2006/relationships/image" Target="../media/image1349.png"/><Relationship Id="rId738" Type="http://schemas.openxmlformats.org/officeDocument/2006/relationships/customXml" Target="../ink/ink1429.xml"/><Relationship Id="rId74" Type="http://schemas.openxmlformats.org/officeDocument/2006/relationships/customXml" Target="../ink/ink1095.xml"/><Relationship Id="rId377" Type="http://schemas.openxmlformats.org/officeDocument/2006/relationships/image" Target="../media/image1219.png"/><Relationship Id="rId500" Type="http://schemas.openxmlformats.org/officeDocument/2006/relationships/customXml" Target="../ink/ink1308.xml"/><Relationship Id="rId584" Type="http://schemas.openxmlformats.org/officeDocument/2006/relationships/customXml" Target="../ink/ink1350.xml"/><Relationship Id="rId5" Type="http://schemas.openxmlformats.org/officeDocument/2006/relationships/image" Target="../media/image1034.png"/><Relationship Id="rId237" Type="http://schemas.openxmlformats.org/officeDocument/2006/relationships/image" Target="../media/image1150.png"/><Relationship Id="rId444" Type="http://schemas.openxmlformats.org/officeDocument/2006/relationships/customXml" Target="../ink/ink1280.xml"/><Relationship Id="rId651" Type="http://schemas.openxmlformats.org/officeDocument/2006/relationships/customXml" Target="../ink/ink1384.xml"/><Relationship Id="rId749" Type="http://schemas.openxmlformats.org/officeDocument/2006/relationships/image" Target="../media/image1402.png"/><Relationship Id="rId290" Type="http://schemas.openxmlformats.org/officeDocument/2006/relationships/customXml" Target="../ink/ink1203.xml"/><Relationship Id="rId304" Type="http://schemas.openxmlformats.org/officeDocument/2006/relationships/customXml" Target="../ink/ink1210.xml"/><Relationship Id="rId388" Type="http://schemas.openxmlformats.org/officeDocument/2006/relationships/customXml" Target="../ink/ink1252.xml"/><Relationship Id="rId511" Type="http://schemas.openxmlformats.org/officeDocument/2006/relationships/image" Target="../media/image1286.png"/><Relationship Id="rId609" Type="http://schemas.openxmlformats.org/officeDocument/2006/relationships/image" Target="../media/image1334.png"/><Relationship Id="rId85" Type="http://schemas.openxmlformats.org/officeDocument/2006/relationships/image" Target="../media/image1074.png"/><Relationship Id="rId150" Type="http://schemas.openxmlformats.org/officeDocument/2006/relationships/customXml" Target="../ink/ink1133.xml"/><Relationship Id="rId595" Type="http://schemas.openxmlformats.org/officeDocument/2006/relationships/image" Target="../media/image1327.png"/><Relationship Id="rId248" Type="http://schemas.openxmlformats.org/officeDocument/2006/relationships/customXml" Target="../ink/ink1182.xml"/><Relationship Id="rId455" Type="http://schemas.openxmlformats.org/officeDocument/2006/relationships/image" Target="../media/image1258.png"/><Relationship Id="rId662" Type="http://schemas.openxmlformats.org/officeDocument/2006/relationships/customXml" Target="../ink/ink1390.xml"/><Relationship Id="rId12" Type="http://schemas.openxmlformats.org/officeDocument/2006/relationships/customXml" Target="../ink/ink1064.xml"/><Relationship Id="rId108" Type="http://schemas.openxmlformats.org/officeDocument/2006/relationships/customXml" Target="../ink/ink1112.xml"/><Relationship Id="rId315" Type="http://schemas.openxmlformats.org/officeDocument/2006/relationships/image" Target="../media/image1189.png"/><Relationship Id="rId522" Type="http://schemas.openxmlformats.org/officeDocument/2006/relationships/customXml" Target="../ink/ink1319.xml"/><Relationship Id="rId96" Type="http://schemas.openxmlformats.org/officeDocument/2006/relationships/customXml" Target="../ink/ink1106.xml"/><Relationship Id="rId161" Type="http://schemas.openxmlformats.org/officeDocument/2006/relationships/image" Target="../media/image1112.png"/><Relationship Id="rId399" Type="http://schemas.openxmlformats.org/officeDocument/2006/relationships/image" Target="../media/image1230.png"/><Relationship Id="rId259" Type="http://schemas.openxmlformats.org/officeDocument/2006/relationships/image" Target="../media/image1161.png"/><Relationship Id="rId466" Type="http://schemas.openxmlformats.org/officeDocument/2006/relationships/customXml" Target="../ink/ink1291.xml"/><Relationship Id="rId673" Type="http://schemas.openxmlformats.org/officeDocument/2006/relationships/image" Target="../media/image1364.png"/><Relationship Id="rId23" Type="http://schemas.openxmlformats.org/officeDocument/2006/relationships/image" Target="../media/image1043.png"/><Relationship Id="rId119" Type="http://schemas.openxmlformats.org/officeDocument/2006/relationships/image" Target="../media/image1091.png"/><Relationship Id="rId326" Type="http://schemas.openxmlformats.org/officeDocument/2006/relationships/customXml" Target="../ink/ink1221.xml"/><Relationship Id="rId533" Type="http://schemas.openxmlformats.org/officeDocument/2006/relationships/image" Target="../media/image1296.png"/><Relationship Id="rId740" Type="http://schemas.openxmlformats.org/officeDocument/2006/relationships/customXml" Target="../ink/ink1430.xml"/><Relationship Id="rId172" Type="http://schemas.openxmlformats.org/officeDocument/2006/relationships/customXml" Target="../ink/ink1144.xml"/><Relationship Id="rId477" Type="http://schemas.openxmlformats.org/officeDocument/2006/relationships/image" Target="../media/image1269.png"/><Relationship Id="rId600" Type="http://schemas.openxmlformats.org/officeDocument/2006/relationships/customXml" Target="../ink/ink1358.xml"/><Relationship Id="rId684" Type="http://schemas.openxmlformats.org/officeDocument/2006/relationships/customXml" Target="../ink/ink1402.xml"/><Relationship Id="rId337" Type="http://schemas.openxmlformats.org/officeDocument/2006/relationships/image" Target="../media/image1199.png"/><Relationship Id="rId34" Type="http://schemas.openxmlformats.org/officeDocument/2006/relationships/customXml" Target="../ink/ink1075.xml"/><Relationship Id="rId544" Type="http://schemas.openxmlformats.org/officeDocument/2006/relationships/customXml" Target="../ink/ink1330.xml"/><Relationship Id="rId183" Type="http://schemas.openxmlformats.org/officeDocument/2006/relationships/image" Target="../media/image1123.png"/><Relationship Id="rId390" Type="http://schemas.openxmlformats.org/officeDocument/2006/relationships/customXml" Target="../ink/ink1253.xml"/><Relationship Id="rId404" Type="http://schemas.openxmlformats.org/officeDocument/2006/relationships/customXml" Target="../ink/ink1260.xml"/><Relationship Id="rId611" Type="http://schemas.openxmlformats.org/officeDocument/2006/relationships/image" Target="../media/image1335.png"/><Relationship Id="rId250" Type="http://schemas.openxmlformats.org/officeDocument/2006/relationships/customXml" Target="../ink/ink1183.xml"/><Relationship Id="rId488" Type="http://schemas.openxmlformats.org/officeDocument/2006/relationships/customXml" Target="../ink/ink1302.xml"/><Relationship Id="rId695" Type="http://schemas.openxmlformats.org/officeDocument/2006/relationships/image" Target="../media/image1375.png"/><Relationship Id="rId709" Type="http://schemas.openxmlformats.org/officeDocument/2006/relationships/image" Target="../media/image1382.png"/><Relationship Id="rId45" Type="http://schemas.openxmlformats.org/officeDocument/2006/relationships/image" Target="../media/image1054.png"/><Relationship Id="rId110" Type="http://schemas.openxmlformats.org/officeDocument/2006/relationships/customXml" Target="../ink/ink1113.xml"/><Relationship Id="rId348" Type="http://schemas.openxmlformats.org/officeDocument/2006/relationships/customXml" Target="../ink/ink1232.xml"/><Relationship Id="rId555" Type="http://schemas.openxmlformats.org/officeDocument/2006/relationships/image" Target="../media/image1307.png"/><Relationship Id="rId194" Type="http://schemas.openxmlformats.org/officeDocument/2006/relationships/customXml" Target="../ink/ink1155.xml"/><Relationship Id="rId208" Type="http://schemas.openxmlformats.org/officeDocument/2006/relationships/customXml" Target="../ink/ink1162.xml"/><Relationship Id="rId415" Type="http://schemas.openxmlformats.org/officeDocument/2006/relationships/image" Target="../media/image1238.png"/><Relationship Id="rId622" Type="http://schemas.openxmlformats.org/officeDocument/2006/relationships/customXml" Target="../ink/ink1369.xml"/><Relationship Id="rId261" Type="http://schemas.openxmlformats.org/officeDocument/2006/relationships/image" Target="../media/image1162.png"/><Relationship Id="rId499" Type="http://schemas.openxmlformats.org/officeDocument/2006/relationships/image" Target="../media/image1280.png"/><Relationship Id="rId56" Type="http://schemas.openxmlformats.org/officeDocument/2006/relationships/customXml" Target="../ink/ink1086.xml"/><Relationship Id="rId359" Type="http://schemas.openxmlformats.org/officeDocument/2006/relationships/image" Target="../media/image1210.png"/><Relationship Id="rId566" Type="http://schemas.openxmlformats.org/officeDocument/2006/relationships/customXml" Target="../ink/ink1341.xml"/><Relationship Id="rId121" Type="http://schemas.openxmlformats.org/officeDocument/2006/relationships/image" Target="../media/image1092.png"/><Relationship Id="rId219" Type="http://schemas.openxmlformats.org/officeDocument/2006/relationships/image" Target="../media/image1141.png"/><Relationship Id="rId426" Type="http://schemas.openxmlformats.org/officeDocument/2006/relationships/customXml" Target="../ink/ink1271.xml"/><Relationship Id="rId633" Type="http://schemas.openxmlformats.org/officeDocument/2006/relationships/image" Target="../media/image1346.png"/><Relationship Id="rId67" Type="http://schemas.openxmlformats.org/officeDocument/2006/relationships/image" Target="../media/image1065.png"/><Relationship Id="rId272" Type="http://schemas.openxmlformats.org/officeDocument/2006/relationships/customXml" Target="../ink/ink1194.xml"/><Relationship Id="rId577" Type="http://schemas.openxmlformats.org/officeDocument/2006/relationships/image" Target="../media/image1318.png"/><Relationship Id="rId700" Type="http://schemas.openxmlformats.org/officeDocument/2006/relationships/customXml" Target="../ink/ink1410.xml"/><Relationship Id="rId132" Type="http://schemas.openxmlformats.org/officeDocument/2006/relationships/customXml" Target="../ink/ink1124.xml"/><Relationship Id="rId437" Type="http://schemas.openxmlformats.org/officeDocument/2006/relationships/image" Target="../media/image1249.png"/><Relationship Id="rId644" Type="http://schemas.openxmlformats.org/officeDocument/2006/relationships/image" Target="../media/image1351.png"/><Relationship Id="rId283" Type="http://schemas.openxmlformats.org/officeDocument/2006/relationships/image" Target="../media/image1173.png"/><Relationship Id="rId490" Type="http://schemas.openxmlformats.org/officeDocument/2006/relationships/customXml" Target="../ink/ink1303.xml"/><Relationship Id="rId504" Type="http://schemas.openxmlformats.org/officeDocument/2006/relationships/customXml" Target="../ink/ink1310.xml"/><Relationship Id="rId711" Type="http://schemas.openxmlformats.org/officeDocument/2006/relationships/image" Target="../media/image1383.png"/><Relationship Id="rId78" Type="http://schemas.openxmlformats.org/officeDocument/2006/relationships/customXml" Target="../ink/ink1097.xml"/><Relationship Id="rId143" Type="http://schemas.openxmlformats.org/officeDocument/2006/relationships/image" Target="../media/image1103.png"/><Relationship Id="rId350" Type="http://schemas.openxmlformats.org/officeDocument/2006/relationships/customXml" Target="../ink/ink1233.xml"/><Relationship Id="rId588" Type="http://schemas.openxmlformats.org/officeDocument/2006/relationships/customXml" Target="../ink/ink1352.xml"/><Relationship Id="rId9" Type="http://schemas.openxmlformats.org/officeDocument/2006/relationships/image" Target="../media/image1036.png"/><Relationship Id="rId210" Type="http://schemas.openxmlformats.org/officeDocument/2006/relationships/customXml" Target="../ink/ink1163.xml"/><Relationship Id="rId448" Type="http://schemas.openxmlformats.org/officeDocument/2006/relationships/customXml" Target="../ink/ink1282.xml"/><Relationship Id="rId655" Type="http://schemas.openxmlformats.org/officeDocument/2006/relationships/customXml" Target="../ink/ink1386.xml"/><Relationship Id="rId294" Type="http://schemas.openxmlformats.org/officeDocument/2006/relationships/customXml" Target="../ink/ink1205.xml"/><Relationship Id="rId308" Type="http://schemas.openxmlformats.org/officeDocument/2006/relationships/customXml" Target="../ink/ink1212.xml"/><Relationship Id="rId515" Type="http://schemas.openxmlformats.org/officeDocument/2006/relationships/image" Target="../media/image1287.png"/><Relationship Id="rId722" Type="http://schemas.openxmlformats.org/officeDocument/2006/relationships/customXml" Target="../ink/ink1421.xml"/><Relationship Id="rId89" Type="http://schemas.openxmlformats.org/officeDocument/2006/relationships/image" Target="../media/image1076.png"/><Relationship Id="rId154" Type="http://schemas.openxmlformats.org/officeDocument/2006/relationships/customXml" Target="../ink/ink1135.xml"/><Relationship Id="rId361" Type="http://schemas.openxmlformats.org/officeDocument/2006/relationships/image" Target="../media/image1211.png"/><Relationship Id="rId599" Type="http://schemas.openxmlformats.org/officeDocument/2006/relationships/image" Target="../media/image1329.png"/><Relationship Id="rId459" Type="http://schemas.openxmlformats.org/officeDocument/2006/relationships/image" Target="../media/image1260.png"/><Relationship Id="rId666" Type="http://schemas.openxmlformats.org/officeDocument/2006/relationships/image" Target="../media/image1361.png"/><Relationship Id="rId16" Type="http://schemas.openxmlformats.org/officeDocument/2006/relationships/customXml" Target="../ink/ink1066.xml"/><Relationship Id="rId221" Type="http://schemas.openxmlformats.org/officeDocument/2006/relationships/image" Target="../media/image1142.png"/><Relationship Id="rId319" Type="http://schemas.openxmlformats.org/officeDocument/2006/relationships/image" Target="../media/image161.png"/><Relationship Id="rId526" Type="http://schemas.openxmlformats.org/officeDocument/2006/relationships/customXml" Target="../ink/ink1321.xml"/><Relationship Id="rId733" Type="http://schemas.openxmlformats.org/officeDocument/2006/relationships/image" Target="../media/image1394.png"/><Relationship Id="rId165" Type="http://schemas.openxmlformats.org/officeDocument/2006/relationships/image" Target="../media/image1114.png"/><Relationship Id="rId372" Type="http://schemas.openxmlformats.org/officeDocument/2006/relationships/customXml" Target="../ink/ink1244.xml"/><Relationship Id="rId677" Type="http://schemas.openxmlformats.org/officeDocument/2006/relationships/image" Target="../media/image1366.png"/><Relationship Id="rId232" Type="http://schemas.openxmlformats.org/officeDocument/2006/relationships/customXml" Target="../ink/ink1174.xml"/><Relationship Id="rId27" Type="http://schemas.openxmlformats.org/officeDocument/2006/relationships/image" Target="../media/image1045.png"/><Relationship Id="rId537" Type="http://schemas.openxmlformats.org/officeDocument/2006/relationships/image" Target="../media/image1298.png"/><Relationship Id="rId744" Type="http://schemas.openxmlformats.org/officeDocument/2006/relationships/customXml" Target="../ink/ink1432.xml"/><Relationship Id="rId80" Type="http://schemas.openxmlformats.org/officeDocument/2006/relationships/customXml" Target="../ink/ink1098.xml"/><Relationship Id="rId176" Type="http://schemas.openxmlformats.org/officeDocument/2006/relationships/customXml" Target="../ink/ink1146.xml"/><Relationship Id="rId383" Type="http://schemas.openxmlformats.org/officeDocument/2006/relationships/image" Target="../media/image1222.png"/><Relationship Id="rId590" Type="http://schemas.openxmlformats.org/officeDocument/2006/relationships/customXml" Target="../ink/ink1353.xml"/><Relationship Id="rId604" Type="http://schemas.openxmlformats.org/officeDocument/2006/relationships/customXml" Target="../ink/ink1360.xml"/><Relationship Id="rId243" Type="http://schemas.openxmlformats.org/officeDocument/2006/relationships/image" Target="../media/image1153.png"/><Relationship Id="rId450" Type="http://schemas.openxmlformats.org/officeDocument/2006/relationships/customXml" Target="../ink/ink1283.xml"/><Relationship Id="rId688" Type="http://schemas.openxmlformats.org/officeDocument/2006/relationships/customXml" Target="../ink/ink1404.xml"/><Relationship Id="rId38" Type="http://schemas.openxmlformats.org/officeDocument/2006/relationships/customXml" Target="../ink/ink1077.xml"/><Relationship Id="rId103" Type="http://schemas.openxmlformats.org/officeDocument/2006/relationships/image" Target="../media/image1083.png"/><Relationship Id="rId310" Type="http://schemas.openxmlformats.org/officeDocument/2006/relationships/customXml" Target="../ink/ink1213.xml"/><Relationship Id="rId548" Type="http://schemas.openxmlformats.org/officeDocument/2006/relationships/customXml" Target="../ink/ink1332.xml"/><Relationship Id="rId91" Type="http://schemas.openxmlformats.org/officeDocument/2006/relationships/image" Target="../media/image1077.png"/><Relationship Id="rId187" Type="http://schemas.openxmlformats.org/officeDocument/2006/relationships/image" Target="../media/image1125.png"/><Relationship Id="rId394" Type="http://schemas.openxmlformats.org/officeDocument/2006/relationships/customXml" Target="../ink/ink1255.xml"/><Relationship Id="rId408" Type="http://schemas.openxmlformats.org/officeDocument/2006/relationships/customXml" Target="../ink/ink1262.xml"/><Relationship Id="rId615" Type="http://schemas.openxmlformats.org/officeDocument/2006/relationships/image" Target="../media/image1337.png"/><Relationship Id="rId254" Type="http://schemas.openxmlformats.org/officeDocument/2006/relationships/customXml" Target="../ink/ink1185.xml"/><Relationship Id="rId699" Type="http://schemas.openxmlformats.org/officeDocument/2006/relationships/image" Target="../media/image1377.png"/><Relationship Id="rId49" Type="http://schemas.openxmlformats.org/officeDocument/2006/relationships/image" Target="../media/image1056.png"/><Relationship Id="rId114" Type="http://schemas.openxmlformats.org/officeDocument/2006/relationships/customXml" Target="../ink/ink1115.xml"/><Relationship Id="rId461" Type="http://schemas.openxmlformats.org/officeDocument/2006/relationships/image" Target="../media/image1261.png"/><Relationship Id="rId559" Type="http://schemas.openxmlformats.org/officeDocument/2006/relationships/image" Target="../media/image1309.png"/><Relationship Id="rId198" Type="http://schemas.openxmlformats.org/officeDocument/2006/relationships/customXml" Target="../ink/ink1157.xml"/><Relationship Id="rId321" Type="http://schemas.openxmlformats.org/officeDocument/2006/relationships/image" Target="../media/image1191.png"/><Relationship Id="rId419" Type="http://schemas.openxmlformats.org/officeDocument/2006/relationships/image" Target="../media/image1240.png"/><Relationship Id="rId626" Type="http://schemas.openxmlformats.org/officeDocument/2006/relationships/customXml" Target="../ink/ink1371.xml"/><Relationship Id="rId265" Type="http://schemas.openxmlformats.org/officeDocument/2006/relationships/image" Target="../media/image1164.png"/><Relationship Id="rId472" Type="http://schemas.openxmlformats.org/officeDocument/2006/relationships/customXml" Target="../ink/ink1294.xml"/><Relationship Id="rId125" Type="http://schemas.openxmlformats.org/officeDocument/2006/relationships/image" Target="../media/image1094.png"/><Relationship Id="rId332" Type="http://schemas.openxmlformats.org/officeDocument/2006/relationships/customXml" Target="../ink/ink1224.xml"/><Relationship Id="rId637" Type="http://schemas.openxmlformats.org/officeDocument/2006/relationships/customXml" Target="../ink/ink1377.xml"/><Relationship Id="rId276" Type="http://schemas.openxmlformats.org/officeDocument/2006/relationships/customXml" Target="../ink/ink1196.xml"/><Relationship Id="rId483" Type="http://schemas.openxmlformats.org/officeDocument/2006/relationships/image" Target="../media/image1272.png"/><Relationship Id="rId690" Type="http://schemas.openxmlformats.org/officeDocument/2006/relationships/customXml" Target="../ink/ink1405.xml"/><Relationship Id="rId704" Type="http://schemas.openxmlformats.org/officeDocument/2006/relationships/customXml" Target="../ink/ink1412.xml"/><Relationship Id="rId40" Type="http://schemas.openxmlformats.org/officeDocument/2006/relationships/customXml" Target="../ink/ink1078.xml"/><Relationship Id="rId136" Type="http://schemas.openxmlformats.org/officeDocument/2006/relationships/customXml" Target="../ink/ink1126.xml"/><Relationship Id="rId343" Type="http://schemas.openxmlformats.org/officeDocument/2006/relationships/image" Target="../media/image1202.png"/><Relationship Id="rId550" Type="http://schemas.openxmlformats.org/officeDocument/2006/relationships/customXml" Target="../ink/ink1333.xml"/><Relationship Id="rId203" Type="http://schemas.openxmlformats.org/officeDocument/2006/relationships/image" Target="../media/image1133.png"/><Relationship Id="rId648" Type="http://schemas.openxmlformats.org/officeDocument/2006/relationships/image" Target="../media/image1353.png"/><Relationship Id="rId287" Type="http://schemas.openxmlformats.org/officeDocument/2006/relationships/image" Target="../media/image1175.png"/><Relationship Id="rId410" Type="http://schemas.openxmlformats.org/officeDocument/2006/relationships/customXml" Target="../ink/ink1263.xml"/><Relationship Id="rId494" Type="http://schemas.openxmlformats.org/officeDocument/2006/relationships/customXml" Target="../ink/ink1305.xml"/><Relationship Id="rId508" Type="http://schemas.openxmlformats.org/officeDocument/2006/relationships/customXml" Target="../ink/ink1312.xml"/><Relationship Id="rId715" Type="http://schemas.openxmlformats.org/officeDocument/2006/relationships/image" Target="../media/image1385.png"/><Relationship Id="rId147" Type="http://schemas.openxmlformats.org/officeDocument/2006/relationships/image" Target="../media/image1105.png"/><Relationship Id="rId354" Type="http://schemas.openxmlformats.org/officeDocument/2006/relationships/customXml" Target="../ink/ink1235.xml"/><Relationship Id="rId51" Type="http://schemas.openxmlformats.org/officeDocument/2006/relationships/image" Target="../media/image1057.png"/><Relationship Id="rId561" Type="http://schemas.openxmlformats.org/officeDocument/2006/relationships/image" Target="../media/image1310.png"/><Relationship Id="rId659" Type="http://schemas.openxmlformats.org/officeDocument/2006/relationships/image" Target="../media/image1358.png"/><Relationship Id="rId214" Type="http://schemas.openxmlformats.org/officeDocument/2006/relationships/customXml" Target="../ink/ink1165.xml"/><Relationship Id="rId298" Type="http://schemas.openxmlformats.org/officeDocument/2006/relationships/customXml" Target="../ink/ink1207.xml"/><Relationship Id="rId421" Type="http://schemas.openxmlformats.org/officeDocument/2006/relationships/image" Target="../media/image1241.png"/><Relationship Id="rId519" Type="http://schemas.openxmlformats.org/officeDocument/2006/relationships/image" Target="../media/image1289.png"/><Relationship Id="rId158" Type="http://schemas.openxmlformats.org/officeDocument/2006/relationships/customXml" Target="../ink/ink1137.xml"/><Relationship Id="rId726" Type="http://schemas.openxmlformats.org/officeDocument/2006/relationships/customXml" Target="../ink/ink1423.xml"/><Relationship Id="rId62" Type="http://schemas.openxmlformats.org/officeDocument/2006/relationships/customXml" Target="../ink/ink1089.xml"/><Relationship Id="rId365" Type="http://schemas.openxmlformats.org/officeDocument/2006/relationships/image" Target="../media/image1213.png"/><Relationship Id="rId572" Type="http://schemas.openxmlformats.org/officeDocument/2006/relationships/customXml" Target="../ink/ink1344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44.png"/><Relationship Id="rId671" Type="http://schemas.openxmlformats.org/officeDocument/2006/relationships/customXml" Target="../ink/ink1778.xml"/><Relationship Id="rId769" Type="http://schemas.openxmlformats.org/officeDocument/2006/relationships/image" Target="../media/image1756.png"/><Relationship Id="rId21" Type="http://schemas.openxmlformats.org/officeDocument/2006/relationships/image" Target="../media/image1135.png"/><Relationship Id="rId324" Type="http://schemas.openxmlformats.org/officeDocument/2006/relationships/image" Target="../media/image1546.png"/><Relationship Id="rId531" Type="http://schemas.openxmlformats.org/officeDocument/2006/relationships/customXml" Target="../ink/ink1705.xml"/><Relationship Id="rId629" Type="http://schemas.openxmlformats.org/officeDocument/2006/relationships/customXml" Target="../ink/ink1757.xml"/><Relationship Id="rId170" Type="http://schemas.openxmlformats.org/officeDocument/2006/relationships/image" Target="../media/image1469.png"/><Relationship Id="rId836" Type="http://schemas.openxmlformats.org/officeDocument/2006/relationships/image" Target="../media/image1789.png"/><Relationship Id="rId268" Type="http://schemas.openxmlformats.org/officeDocument/2006/relationships/image" Target="../media/image1518.png"/><Relationship Id="rId475" Type="http://schemas.openxmlformats.org/officeDocument/2006/relationships/image" Target="../media/image1617.png"/><Relationship Id="rId682" Type="http://schemas.openxmlformats.org/officeDocument/2006/relationships/image" Target="../media/image1713.png"/><Relationship Id="rId32" Type="http://schemas.openxmlformats.org/officeDocument/2006/relationships/customXml" Target="../ink/ink1450.xml"/><Relationship Id="rId128" Type="http://schemas.openxmlformats.org/officeDocument/2006/relationships/image" Target="../media/image1449.png"/><Relationship Id="rId335" Type="http://schemas.openxmlformats.org/officeDocument/2006/relationships/customXml" Target="../ink/ink1603.xml"/><Relationship Id="rId542" Type="http://schemas.openxmlformats.org/officeDocument/2006/relationships/customXml" Target="../ink/ink1711.xml"/><Relationship Id="rId181" Type="http://schemas.openxmlformats.org/officeDocument/2006/relationships/customXml" Target="../ink/ink1526.xml"/><Relationship Id="rId402" Type="http://schemas.openxmlformats.org/officeDocument/2006/relationships/customXml" Target="../ink/ink1638.xml"/><Relationship Id="rId847" Type="http://schemas.openxmlformats.org/officeDocument/2006/relationships/image" Target="../media/image1794.png"/><Relationship Id="rId279" Type="http://schemas.openxmlformats.org/officeDocument/2006/relationships/customXml" Target="../ink/ink1575.xml"/><Relationship Id="rId486" Type="http://schemas.openxmlformats.org/officeDocument/2006/relationships/image" Target="../media/image1622.png"/><Relationship Id="rId693" Type="http://schemas.openxmlformats.org/officeDocument/2006/relationships/customXml" Target="../ink/ink1789.xml"/><Relationship Id="rId707" Type="http://schemas.openxmlformats.org/officeDocument/2006/relationships/customXml" Target="../ink/ink1796.xml"/><Relationship Id="rId43" Type="http://schemas.openxmlformats.org/officeDocument/2006/relationships/image" Target="../media/image1408.png"/><Relationship Id="rId139" Type="http://schemas.openxmlformats.org/officeDocument/2006/relationships/customXml" Target="../ink/ink1504.xml"/><Relationship Id="rId346" Type="http://schemas.openxmlformats.org/officeDocument/2006/relationships/image" Target="../media/image1556.png"/><Relationship Id="rId553" Type="http://schemas.openxmlformats.org/officeDocument/2006/relationships/customXml" Target="../ink/ink1717.xml"/><Relationship Id="rId760" Type="http://schemas.openxmlformats.org/officeDocument/2006/relationships/customXml" Target="../ink/ink1823.xml"/><Relationship Id="rId192" Type="http://schemas.openxmlformats.org/officeDocument/2006/relationships/image" Target="../media/image1480.png"/><Relationship Id="rId206" Type="http://schemas.openxmlformats.org/officeDocument/2006/relationships/image" Target="../media/image1487.png"/><Relationship Id="rId413" Type="http://schemas.openxmlformats.org/officeDocument/2006/relationships/image" Target="../media/image1587.png"/><Relationship Id="rId858" Type="http://schemas.openxmlformats.org/officeDocument/2006/relationships/customXml" Target="../ink/ink1873.xml"/><Relationship Id="rId497" Type="http://schemas.openxmlformats.org/officeDocument/2006/relationships/customXml" Target="../ink/ink1687.xml"/><Relationship Id="rId620" Type="http://schemas.openxmlformats.org/officeDocument/2006/relationships/image" Target="../media/image1683.png"/><Relationship Id="rId718" Type="http://schemas.openxmlformats.org/officeDocument/2006/relationships/customXml" Target="../ink/ink1802.xml"/><Relationship Id="rId357" Type="http://schemas.openxmlformats.org/officeDocument/2006/relationships/image" Target="../media/image1561.png"/><Relationship Id="rId54" Type="http://schemas.openxmlformats.org/officeDocument/2006/relationships/customXml" Target="../ink/ink1461.xml"/><Relationship Id="rId217" Type="http://schemas.openxmlformats.org/officeDocument/2006/relationships/customXml" Target="../ink/ink1544.xml"/><Relationship Id="rId564" Type="http://schemas.openxmlformats.org/officeDocument/2006/relationships/customXml" Target="../ink/ink1723.xml"/><Relationship Id="rId771" Type="http://schemas.openxmlformats.org/officeDocument/2006/relationships/image" Target="../media/image1757.png"/><Relationship Id="rId869" Type="http://schemas.openxmlformats.org/officeDocument/2006/relationships/image" Target="../media/image1805.png"/><Relationship Id="rId424" Type="http://schemas.openxmlformats.org/officeDocument/2006/relationships/customXml" Target="../ink/ink1649.xml"/><Relationship Id="rId631" Type="http://schemas.openxmlformats.org/officeDocument/2006/relationships/customXml" Target="../ink/ink1758.xml"/><Relationship Id="rId729" Type="http://schemas.openxmlformats.org/officeDocument/2006/relationships/image" Target="../media/image1736.png"/><Relationship Id="rId270" Type="http://schemas.openxmlformats.org/officeDocument/2006/relationships/image" Target="../media/image1519.png"/><Relationship Id="rId65" Type="http://schemas.openxmlformats.org/officeDocument/2006/relationships/image" Target="../media/image1419.png"/><Relationship Id="rId130" Type="http://schemas.openxmlformats.org/officeDocument/2006/relationships/image" Target="../media/image1450.png"/><Relationship Id="rId368" Type="http://schemas.openxmlformats.org/officeDocument/2006/relationships/customXml" Target="../ink/ink1620.xml"/><Relationship Id="rId575" Type="http://schemas.openxmlformats.org/officeDocument/2006/relationships/customXml" Target="../ink/ink1729.xml"/><Relationship Id="rId782" Type="http://schemas.openxmlformats.org/officeDocument/2006/relationships/customXml" Target="../ink/ink1834.xml"/><Relationship Id="rId228" Type="http://schemas.openxmlformats.org/officeDocument/2006/relationships/image" Target="../media/image1498.png"/><Relationship Id="rId435" Type="http://schemas.openxmlformats.org/officeDocument/2006/relationships/image" Target="../media/image1598.png"/><Relationship Id="rId642" Type="http://schemas.openxmlformats.org/officeDocument/2006/relationships/image" Target="../media/image1694.png"/><Relationship Id="rId281" Type="http://schemas.openxmlformats.org/officeDocument/2006/relationships/customXml" Target="../ink/ink1576.xml"/><Relationship Id="rId502" Type="http://schemas.openxmlformats.org/officeDocument/2006/relationships/image" Target="../media/image57.png"/><Relationship Id="rId76" Type="http://schemas.openxmlformats.org/officeDocument/2006/relationships/customXml" Target="../ink/ink1472.xml"/><Relationship Id="rId141" Type="http://schemas.openxmlformats.org/officeDocument/2006/relationships/customXml" Target="../ink/ink1505.xml"/><Relationship Id="rId379" Type="http://schemas.openxmlformats.org/officeDocument/2006/relationships/customXml" Target="../ink/ink1626.xml"/><Relationship Id="rId586" Type="http://schemas.openxmlformats.org/officeDocument/2006/relationships/customXml" Target="../ink/ink1735.xml"/><Relationship Id="rId793" Type="http://schemas.openxmlformats.org/officeDocument/2006/relationships/customXml" Target="../ink/ink1840.xml"/><Relationship Id="rId807" Type="http://schemas.openxmlformats.org/officeDocument/2006/relationships/customXml" Target="../ink/ink1847.xml"/><Relationship Id="rId7" Type="http://schemas.openxmlformats.org/officeDocument/2006/relationships/image" Target="../media/image1128.png"/><Relationship Id="rId239" Type="http://schemas.openxmlformats.org/officeDocument/2006/relationships/customXml" Target="../ink/ink1555.xml"/><Relationship Id="rId446" Type="http://schemas.openxmlformats.org/officeDocument/2006/relationships/customXml" Target="../ink/ink1660.xml"/><Relationship Id="rId653" Type="http://schemas.openxmlformats.org/officeDocument/2006/relationships/customXml" Target="../ink/ink1769.xml"/><Relationship Id="rId292" Type="http://schemas.openxmlformats.org/officeDocument/2006/relationships/image" Target="../media/image1530.png"/><Relationship Id="rId306" Type="http://schemas.openxmlformats.org/officeDocument/2006/relationships/image" Target="../media/image1537.png"/><Relationship Id="rId860" Type="http://schemas.openxmlformats.org/officeDocument/2006/relationships/customXml" Target="../ink/ink1874.xml"/><Relationship Id="rId87" Type="http://schemas.openxmlformats.org/officeDocument/2006/relationships/image" Target="../media/image1429.png"/><Relationship Id="rId513" Type="http://schemas.openxmlformats.org/officeDocument/2006/relationships/image" Target="../media/image1634.png"/><Relationship Id="rId597" Type="http://schemas.openxmlformats.org/officeDocument/2006/relationships/image" Target="../media/image33.png"/><Relationship Id="rId720" Type="http://schemas.openxmlformats.org/officeDocument/2006/relationships/customXml" Target="../ink/ink1803.xml"/><Relationship Id="rId818" Type="http://schemas.openxmlformats.org/officeDocument/2006/relationships/image" Target="../media/image1780.png"/><Relationship Id="rId152" Type="http://schemas.openxmlformats.org/officeDocument/2006/relationships/image" Target="../media/image1461.png"/><Relationship Id="rId457" Type="http://schemas.openxmlformats.org/officeDocument/2006/relationships/image" Target="../media/image1609.png"/><Relationship Id="rId664" Type="http://schemas.openxmlformats.org/officeDocument/2006/relationships/image" Target="../media/image1705.png"/><Relationship Id="rId871" Type="http://schemas.openxmlformats.org/officeDocument/2006/relationships/customXml" Target="../ink/ink1880.xml"/><Relationship Id="rId14" Type="http://schemas.openxmlformats.org/officeDocument/2006/relationships/customXml" Target="../ink/ink1441.xml"/><Relationship Id="rId317" Type="http://schemas.openxmlformats.org/officeDocument/2006/relationships/customXml" Target="../ink/ink1594.xml"/><Relationship Id="rId524" Type="http://schemas.openxmlformats.org/officeDocument/2006/relationships/customXml" Target="../ink/ink1701.xml"/><Relationship Id="rId731" Type="http://schemas.openxmlformats.org/officeDocument/2006/relationships/image" Target="../media/image1737.png"/><Relationship Id="rId98" Type="http://schemas.openxmlformats.org/officeDocument/2006/relationships/customXml" Target="../ink/ink1483.xml"/><Relationship Id="rId163" Type="http://schemas.openxmlformats.org/officeDocument/2006/relationships/image" Target="../media/image1466.png"/><Relationship Id="rId370" Type="http://schemas.openxmlformats.org/officeDocument/2006/relationships/customXml" Target="../ink/ink1621.xml"/><Relationship Id="rId829" Type="http://schemas.openxmlformats.org/officeDocument/2006/relationships/customXml" Target="../ink/ink1858.xml"/><Relationship Id="rId230" Type="http://schemas.openxmlformats.org/officeDocument/2006/relationships/image" Target="../media/image1499.png"/><Relationship Id="rId468" Type="http://schemas.openxmlformats.org/officeDocument/2006/relationships/customXml" Target="../ink/ink1672.xml"/><Relationship Id="rId675" Type="http://schemas.openxmlformats.org/officeDocument/2006/relationships/customXml" Target="../ink/ink1780.xml"/><Relationship Id="rId882" Type="http://schemas.openxmlformats.org/officeDocument/2006/relationships/image" Target="../media/image1811.png"/><Relationship Id="rId25" Type="http://schemas.openxmlformats.org/officeDocument/2006/relationships/image" Target="../media/image1137.png"/><Relationship Id="rId328" Type="http://schemas.openxmlformats.org/officeDocument/2006/relationships/image" Target="../media/image1548.png"/><Relationship Id="rId535" Type="http://schemas.openxmlformats.org/officeDocument/2006/relationships/image" Target="../media/image1644.png"/><Relationship Id="rId742" Type="http://schemas.openxmlformats.org/officeDocument/2006/relationships/customXml" Target="../ink/ink1814.xml"/><Relationship Id="rId174" Type="http://schemas.openxmlformats.org/officeDocument/2006/relationships/image" Target="../media/image1471.png"/><Relationship Id="rId381" Type="http://schemas.openxmlformats.org/officeDocument/2006/relationships/customXml" Target="../ink/ink1627.xml"/><Relationship Id="rId602" Type="http://schemas.openxmlformats.org/officeDocument/2006/relationships/image" Target="../media/image1674.png"/><Relationship Id="rId241" Type="http://schemas.openxmlformats.org/officeDocument/2006/relationships/customXml" Target="../ink/ink1556.xml"/><Relationship Id="rId479" Type="http://schemas.openxmlformats.org/officeDocument/2006/relationships/image" Target="../media/image1619.png"/><Relationship Id="rId686" Type="http://schemas.openxmlformats.org/officeDocument/2006/relationships/image" Target="../media/image1715.png"/><Relationship Id="rId893" Type="http://schemas.openxmlformats.org/officeDocument/2006/relationships/customXml" Target="../ink/ink1891.xml"/><Relationship Id="rId36" Type="http://schemas.openxmlformats.org/officeDocument/2006/relationships/customXml" Target="../ink/ink1452.xml"/><Relationship Id="rId339" Type="http://schemas.openxmlformats.org/officeDocument/2006/relationships/customXml" Target="../ink/ink1605.xml"/><Relationship Id="rId546" Type="http://schemas.openxmlformats.org/officeDocument/2006/relationships/customXml" Target="../ink/ink1713.xml"/><Relationship Id="rId753" Type="http://schemas.openxmlformats.org/officeDocument/2006/relationships/image" Target="../media/image1748.png"/><Relationship Id="rId101" Type="http://schemas.openxmlformats.org/officeDocument/2006/relationships/image" Target="../media/image1436.png"/><Relationship Id="rId185" Type="http://schemas.openxmlformats.org/officeDocument/2006/relationships/customXml" Target="../ink/ink1528.xml"/><Relationship Id="rId406" Type="http://schemas.openxmlformats.org/officeDocument/2006/relationships/customXml" Target="../ink/ink1640.xml"/><Relationship Id="rId392" Type="http://schemas.openxmlformats.org/officeDocument/2006/relationships/image" Target="../media/image1578.png"/><Relationship Id="rId613" Type="http://schemas.openxmlformats.org/officeDocument/2006/relationships/customXml" Target="../ink/ink1749.xml"/><Relationship Id="rId697" Type="http://schemas.openxmlformats.org/officeDocument/2006/relationships/customXml" Target="../ink/ink1791.xml"/><Relationship Id="rId820" Type="http://schemas.openxmlformats.org/officeDocument/2006/relationships/image" Target="../media/image1781.png"/><Relationship Id="rId252" Type="http://schemas.openxmlformats.org/officeDocument/2006/relationships/image" Target="../media/image1510.png"/><Relationship Id="rId47" Type="http://schemas.openxmlformats.org/officeDocument/2006/relationships/image" Target="../media/image1410.png"/><Relationship Id="rId112" Type="http://schemas.openxmlformats.org/officeDocument/2006/relationships/customXml" Target="../ink/ink1490.xml"/><Relationship Id="rId557" Type="http://schemas.openxmlformats.org/officeDocument/2006/relationships/customXml" Target="../ink/ink1719.xml"/><Relationship Id="rId764" Type="http://schemas.openxmlformats.org/officeDocument/2006/relationships/customXml" Target="../ink/ink1825.xml"/><Relationship Id="rId196" Type="http://schemas.openxmlformats.org/officeDocument/2006/relationships/image" Target="../media/image1482.png"/><Relationship Id="rId417" Type="http://schemas.openxmlformats.org/officeDocument/2006/relationships/image" Target="../media/image1589.png"/><Relationship Id="rId624" Type="http://schemas.openxmlformats.org/officeDocument/2006/relationships/image" Target="../media/image1685.png"/><Relationship Id="rId831" Type="http://schemas.openxmlformats.org/officeDocument/2006/relationships/customXml" Target="../ink/ink1859.xml"/><Relationship Id="rId263" Type="http://schemas.openxmlformats.org/officeDocument/2006/relationships/customXml" Target="../ink/ink1567.xml"/><Relationship Id="rId470" Type="http://schemas.openxmlformats.org/officeDocument/2006/relationships/customXml" Target="../ink/ink1673.xml"/><Relationship Id="rId58" Type="http://schemas.openxmlformats.org/officeDocument/2006/relationships/customXml" Target="../ink/ink1463.xml"/><Relationship Id="rId123" Type="http://schemas.openxmlformats.org/officeDocument/2006/relationships/image" Target="../media/image1447.png"/><Relationship Id="rId330" Type="http://schemas.openxmlformats.org/officeDocument/2006/relationships/image" Target="../media/image1549.png"/><Relationship Id="rId568" Type="http://schemas.openxmlformats.org/officeDocument/2006/relationships/image" Target="../media/image1659.png"/><Relationship Id="rId775" Type="http://schemas.openxmlformats.org/officeDocument/2006/relationships/image" Target="../media/image1759.png"/><Relationship Id="rId428" Type="http://schemas.openxmlformats.org/officeDocument/2006/relationships/customXml" Target="../ink/ink1651.xml"/><Relationship Id="rId635" Type="http://schemas.openxmlformats.org/officeDocument/2006/relationships/customXml" Target="../ink/ink1760.xml"/><Relationship Id="rId842" Type="http://schemas.openxmlformats.org/officeDocument/2006/relationships/customXml" Target="../ink/ink1865.xml"/><Relationship Id="rId274" Type="http://schemas.openxmlformats.org/officeDocument/2006/relationships/image" Target="../media/image1521.png"/><Relationship Id="rId481" Type="http://schemas.openxmlformats.org/officeDocument/2006/relationships/image" Target="../media/image1620.png"/><Relationship Id="rId702" Type="http://schemas.openxmlformats.org/officeDocument/2006/relationships/image" Target="../media/image1723.png"/><Relationship Id="rId69" Type="http://schemas.openxmlformats.org/officeDocument/2006/relationships/image" Target="../media/image1421.png"/><Relationship Id="rId134" Type="http://schemas.openxmlformats.org/officeDocument/2006/relationships/image" Target="../media/image1452.png"/><Relationship Id="rId579" Type="http://schemas.openxmlformats.org/officeDocument/2006/relationships/customXml" Target="../ink/ink1731.xml"/><Relationship Id="rId786" Type="http://schemas.openxmlformats.org/officeDocument/2006/relationships/image" Target="../media/image1764.png"/><Relationship Id="rId341" Type="http://schemas.openxmlformats.org/officeDocument/2006/relationships/customXml" Target="../ink/ink1606.xml"/><Relationship Id="rId439" Type="http://schemas.openxmlformats.org/officeDocument/2006/relationships/image" Target="../media/image1600.png"/><Relationship Id="rId646" Type="http://schemas.openxmlformats.org/officeDocument/2006/relationships/image" Target="../media/image1696.png"/><Relationship Id="rId201" Type="http://schemas.openxmlformats.org/officeDocument/2006/relationships/customXml" Target="../ink/ink1536.xml"/><Relationship Id="rId285" Type="http://schemas.openxmlformats.org/officeDocument/2006/relationships/customXml" Target="../ink/ink1578.xml"/><Relationship Id="rId506" Type="http://schemas.openxmlformats.org/officeDocument/2006/relationships/customXml" Target="../ink/ink1692.xml"/><Relationship Id="rId853" Type="http://schemas.openxmlformats.org/officeDocument/2006/relationships/image" Target="../media/image1797.png"/><Relationship Id="rId492" Type="http://schemas.openxmlformats.org/officeDocument/2006/relationships/image" Target="../media/image1625.png"/><Relationship Id="rId713" Type="http://schemas.openxmlformats.org/officeDocument/2006/relationships/image" Target="../media/image1728.png"/><Relationship Id="rId797" Type="http://schemas.openxmlformats.org/officeDocument/2006/relationships/customXml" Target="../ink/ink1842.xml"/><Relationship Id="rId145" Type="http://schemas.openxmlformats.org/officeDocument/2006/relationships/customXml" Target="../ink/ink1507.xml"/><Relationship Id="rId352" Type="http://schemas.openxmlformats.org/officeDocument/2006/relationships/customXml" Target="../ink/ink1612.xml"/><Relationship Id="rId212" Type="http://schemas.openxmlformats.org/officeDocument/2006/relationships/image" Target="../media/image1490.png"/><Relationship Id="rId657" Type="http://schemas.openxmlformats.org/officeDocument/2006/relationships/customXml" Target="../ink/ink1771.xml"/><Relationship Id="rId864" Type="http://schemas.openxmlformats.org/officeDocument/2006/relationships/customXml" Target="../ink/ink1876.xml"/><Relationship Id="rId296" Type="http://schemas.openxmlformats.org/officeDocument/2006/relationships/image" Target="../media/image1532.png"/><Relationship Id="rId517" Type="http://schemas.openxmlformats.org/officeDocument/2006/relationships/image" Target="../media/image1636.png"/><Relationship Id="rId724" Type="http://schemas.openxmlformats.org/officeDocument/2006/relationships/customXml" Target="../ink/ink1805.xml"/><Relationship Id="rId60" Type="http://schemas.openxmlformats.org/officeDocument/2006/relationships/customXml" Target="../ink/ink1464.xml"/><Relationship Id="rId156" Type="http://schemas.openxmlformats.org/officeDocument/2006/relationships/customXml" Target="../ink/ink1513.xml"/><Relationship Id="rId363" Type="http://schemas.openxmlformats.org/officeDocument/2006/relationships/image" Target="../media/image1564.png"/><Relationship Id="rId570" Type="http://schemas.openxmlformats.org/officeDocument/2006/relationships/image" Target="../media/image1660.png"/><Relationship Id="rId223" Type="http://schemas.openxmlformats.org/officeDocument/2006/relationships/customXml" Target="../ink/ink1547.xml"/><Relationship Id="rId430" Type="http://schemas.openxmlformats.org/officeDocument/2006/relationships/customXml" Target="../ink/ink1652.xml"/><Relationship Id="rId668" Type="http://schemas.openxmlformats.org/officeDocument/2006/relationships/image" Target="../media/image1707.png"/><Relationship Id="rId875" Type="http://schemas.openxmlformats.org/officeDocument/2006/relationships/customXml" Target="../ink/ink1882.xml"/><Relationship Id="rId18" Type="http://schemas.openxmlformats.org/officeDocument/2006/relationships/customXml" Target="../ink/ink1443.xml"/><Relationship Id="rId528" Type="http://schemas.openxmlformats.org/officeDocument/2006/relationships/customXml" Target="../ink/ink1703.xml"/><Relationship Id="rId735" Type="http://schemas.openxmlformats.org/officeDocument/2006/relationships/image" Target="../media/image1739.png"/><Relationship Id="rId167" Type="http://schemas.openxmlformats.org/officeDocument/2006/relationships/image" Target="../media/image1468.png"/><Relationship Id="rId374" Type="http://schemas.openxmlformats.org/officeDocument/2006/relationships/customXml" Target="../ink/ink1623.xml"/><Relationship Id="rId581" Type="http://schemas.openxmlformats.org/officeDocument/2006/relationships/image" Target="../media/image1665.png"/><Relationship Id="rId71" Type="http://schemas.openxmlformats.org/officeDocument/2006/relationships/image" Target="../media/image1422.png"/><Relationship Id="rId234" Type="http://schemas.openxmlformats.org/officeDocument/2006/relationships/image" Target="../media/image1501.png"/><Relationship Id="rId679" Type="http://schemas.openxmlformats.org/officeDocument/2006/relationships/customXml" Target="../ink/ink1782.xml"/><Relationship Id="rId802" Type="http://schemas.openxmlformats.org/officeDocument/2006/relationships/image" Target="../media/image1772.png"/><Relationship Id="rId886" Type="http://schemas.openxmlformats.org/officeDocument/2006/relationships/image" Target="../media/image1813.png"/><Relationship Id="rId2" Type="http://schemas.openxmlformats.org/officeDocument/2006/relationships/customXml" Target="../ink/ink1435.xml"/><Relationship Id="rId29" Type="http://schemas.openxmlformats.org/officeDocument/2006/relationships/image" Target="../media/image1139.png"/><Relationship Id="rId441" Type="http://schemas.openxmlformats.org/officeDocument/2006/relationships/image" Target="../media/image1601.png"/><Relationship Id="rId539" Type="http://schemas.openxmlformats.org/officeDocument/2006/relationships/image" Target="../media/image1646.png"/><Relationship Id="rId746" Type="http://schemas.openxmlformats.org/officeDocument/2006/relationships/customXml" Target="../ink/ink1816.xml"/><Relationship Id="rId178" Type="http://schemas.openxmlformats.org/officeDocument/2006/relationships/image" Target="../media/image1473.png"/><Relationship Id="rId301" Type="http://schemas.openxmlformats.org/officeDocument/2006/relationships/customXml" Target="../ink/ink1586.xml"/><Relationship Id="rId82" Type="http://schemas.openxmlformats.org/officeDocument/2006/relationships/customXml" Target="../ink/ink1475.xml"/><Relationship Id="rId385" Type="http://schemas.openxmlformats.org/officeDocument/2006/relationships/customXml" Target="../ink/ink1629.xml"/><Relationship Id="rId592" Type="http://schemas.openxmlformats.org/officeDocument/2006/relationships/customXml" Target="../ink/ink1738.xml"/><Relationship Id="rId606" Type="http://schemas.openxmlformats.org/officeDocument/2006/relationships/image" Target="../media/image1676.png"/><Relationship Id="rId813" Type="http://schemas.openxmlformats.org/officeDocument/2006/relationships/customXml" Target="../ink/ink1850.xml"/><Relationship Id="rId245" Type="http://schemas.openxmlformats.org/officeDocument/2006/relationships/customXml" Target="../ink/ink1558.xml"/><Relationship Id="rId452" Type="http://schemas.openxmlformats.org/officeDocument/2006/relationships/customXml" Target="../ink/ink1663.xml"/><Relationship Id="rId897" Type="http://schemas.openxmlformats.org/officeDocument/2006/relationships/customXml" Target="../ink/ink1893.xml"/><Relationship Id="rId105" Type="http://schemas.openxmlformats.org/officeDocument/2006/relationships/image" Target="../media/image1438.png"/><Relationship Id="rId312" Type="http://schemas.openxmlformats.org/officeDocument/2006/relationships/image" Target="../media/image1540.png"/><Relationship Id="rId757" Type="http://schemas.openxmlformats.org/officeDocument/2006/relationships/image" Target="../media/image1750.png"/><Relationship Id="rId93" Type="http://schemas.openxmlformats.org/officeDocument/2006/relationships/image" Target="../media/image1432.png"/><Relationship Id="rId189" Type="http://schemas.openxmlformats.org/officeDocument/2006/relationships/customXml" Target="../ink/ink1530.xml"/><Relationship Id="rId396" Type="http://schemas.openxmlformats.org/officeDocument/2006/relationships/customXml" Target="../ink/ink1635.xml"/><Relationship Id="rId617" Type="http://schemas.openxmlformats.org/officeDocument/2006/relationships/customXml" Target="../ink/ink1751.xml"/><Relationship Id="rId824" Type="http://schemas.openxmlformats.org/officeDocument/2006/relationships/image" Target="../media/image1783.png"/><Relationship Id="rId256" Type="http://schemas.openxmlformats.org/officeDocument/2006/relationships/image" Target="../media/image1512.png"/><Relationship Id="rId463" Type="http://schemas.openxmlformats.org/officeDocument/2006/relationships/image" Target="../media/image1612.png"/><Relationship Id="rId670" Type="http://schemas.openxmlformats.org/officeDocument/2006/relationships/image" Target="../media/image1708.png"/><Relationship Id="rId116" Type="http://schemas.openxmlformats.org/officeDocument/2006/relationships/customXml" Target="../ink/ink1492.xml"/><Relationship Id="rId323" Type="http://schemas.openxmlformats.org/officeDocument/2006/relationships/customXml" Target="../ink/ink1597.xml"/><Relationship Id="rId530" Type="http://schemas.openxmlformats.org/officeDocument/2006/relationships/image" Target="../media/image1642.png"/><Relationship Id="rId768" Type="http://schemas.openxmlformats.org/officeDocument/2006/relationships/customXml" Target="../ink/ink1827.xml"/><Relationship Id="rId20" Type="http://schemas.openxmlformats.org/officeDocument/2006/relationships/customXml" Target="../ink/ink1444.xml"/><Relationship Id="rId628" Type="http://schemas.openxmlformats.org/officeDocument/2006/relationships/image" Target="../media/image1687.png"/><Relationship Id="rId835" Type="http://schemas.openxmlformats.org/officeDocument/2006/relationships/customXml" Target="../ink/ink1861.xml"/><Relationship Id="rId267" Type="http://schemas.openxmlformats.org/officeDocument/2006/relationships/customXml" Target="../ink/ink1569.xml"/><Relationship Id="rId474" Type="http://schemas.openxmlformats.org/officeDocument/2006/relationships/customXml" Target="../ink/ink1675.xml"/><Relationship Id="rId127" Type="http://schemas.openxmlformats.org/officeDocument/2006/relationships/customXml" Target="../ink/ink1498.xml"/><Relationship Id="rId681" Type="http://schemas.openxmlformats.org/officeDocument/2006/relationships/customXml" Target="../ink/ink1783.xml"/><Relationship Id="rId779" Type="http://schemas.openxmlformats.org/officeDocument/2006/relationships/image" Target="../media/image1761.png"/><Relationship Id="rId31" Type="http://schemas.openxmlformats.org/officeDocument/2006/relationships/image" Target="../media/image1140.png"/><Relationship Id="rId334" Type="http://schemas.openxmlformats.org/officeDocument/2006/relationships/image" Target="../media/image1550.png"/><Relationship Id="rId541" Type="http://schemas.openxmlformats.org/officeDocument/2006/relationships/image" Target="../media/image1647.png"/><Relationship Id="rId639" Type="http://schemas.openxmlformats.org/officeDocument/2006/relationships/customXml" Target="../ink/ink1762.xml"/><Relationship Id="rId180" Type="http://schemas.openxmlformats.org/officeDocument/2006/relationships/image" Target="../media/image1474.png"/><Relationship Id="rId278" Type="http://schemas.openxmlformats.org/officeDocument/2006/relationships/image" Target="../media/image1523.png"/><Relationship Id="rId401" Type="http://schemas.openxmlformats.org/officeDocument/2006/relationships/image" Target="../media/image1582.png"/><Relationship Id="rId846" Type="http://schemas.openxmlformats.org/officeDocument/2006/relationships/customXml" Target="../ink/ink1867.xml"/><Relationship Id="rId485" Type="http://schemas.openxmlformats.org/officeDocument/2006/relationships/customXml" Target="../ink/ink1681.xml"/><Relationship Id="rId692" Type="http://schemas.openxmlformats.org/officeDocument/2006/relationships/image" Target="../media/image1718.png"/><Relationship Id="rId706" Type="http://schemas.openxmlformats.org/officeDocument/2006/relationships/image" Target="../media/image1725.png"/><Relationship Id="rId42" Type="http://schemas.openxmlformats.org/officeDocument/2006/relationships/customXml" Target="../ink/ink1455.xml"/><Relationship Id="rId138" Type="http://schemas.openxmlformats.org/officeDocument/2006/relationships/image" Target="../media/image1454.png"/><Relationship Id="rId345" Type="http://schemas.openxmlformats.org/officeDocument/2006/relationships/customXml" Target="../ink/ink1608.xml"/><Relationship Id="rId552" Type="http://schemas.openxmlformats.org/officeDocument/2006/relationships/image" Target="../media/image1652.png"/><Relationship Id="rId191" Type="http://schemas.openxmlformats.org/officeDocument/2006/relationships/customXml" Target="../ink/ink1531.xml"/><Relationship Id="rId205" Type="http://schemas.openxmlformats.org/officeDocument/2006/relationships/customXml" Target="../ink/ink1538.xml"/><Relationship Id="rId412" Type="http://schemas.openxmlformats.org/officeDocument/2006/relationships/customXml" Target="../ink/ink1643.xml"/><Relationship Id="rId857" Type="http://schemas.openxmlformats.org/officeDocument/2006/relationships/image" Target="../media/image1799.png"/><Relationship Id="rId289" Type="http://schemas.openxmlformats.org/officeDocument/2006/relationships/customXml" Target="../ink/ink1580.xml"/><Relationship Id="rId496" Type="http://schemas.openxmlformats.org/officeDocument/2006/relationships/image" Target="../media/image1627.png"/><Relationship Id="rId717" Type="http://schemas.openxmlformats.org/officeDocument/2006/relationships/image" Target="../media/image1730.png"/><Relationship Id="rId53" Type="http://schemas.openxmlformats.org/officeDocument/2006/relationships/image" Target="../media/image1413.png"/><Relationship Id="rId149" Type="http://schemas.openxmlformats.org/officeDocument/2006/relationships/customXml" Target="../ink/ink1509.xml"/><Relationship Id="rId356" Type="http://schemas.openxmlformats.org/officeDocument/2006/relationships/customXml" Target="../ink/ink1614.xml"/><Relationship Id="rId563" Type="http://schemas.openxmlformats.org/officeDocument/2006/relationships/image" Target="../media/image1657.png"/><Relationship Id="rId770" Type="http://schemas.openxmlformats.org/officeDocument/2006/relationships/customXml" Target="../ink/ink1828.xml"/><Relationship Id="rId216" Type="http://schemas.openxmlformats.org/officeDocument/2006/relationships/image" Target="../media/image1492.png"/><Relationship Id="rId423" Type="http://schemas.openxmlformats.org/officeDocument/2006/relationships/image" Target="../media/image1592.png"/><Relationship Id="rId868" Type="http://schemas.openxmlformats.org/officeDocument/2006/relationships/customXml" Target="../ink/ink1878.xml"/><Relationship Id="rId630" Type="http://schemas.openxmlformats.org/officeDocument/2006/relationships/image" Target="../media/image1688.png"/><Relationship Id="rId728" Type="http://schemas.openxmlformats.org/officeDocument/2006/relationships/customXml" Target="../ink/ink1807.xml"/><Relationship Id="rId64" Type="http://schemas.openxmlformats.org/officeDocument/2006/relationships/customXml" Target="../ink/ink1466.xml"/><Relationship Id="rId367" Type="http://schemas.openxmlformats.org/officeDocument/2006/relationships/image" Target="../media/image1566.png"/><Relationship Id="rId574" Type="http://schemas.openxmlformats.org/officeDocument/2006/relationships/image" Target="../media/image1662.png"/><Relationship Id="rId227" Type="http://schemas.openxmlformats.org/officeDocument/2006/relationships/customXml" Target="../ink/ink1549.xml"/><Relationship Id="rId781" Type="http://schemas.openxmlformats.org/officeDocument/2006/relationships/image" Target="../media/image1762.png"/><Relationship Id="rId879" Type="http://schemas.openxmlformats.org/officeDocument/2006/relationships/customXml" Target="../ink/ink1884.xml"/><Relationship Id="rId434" Type="http://schemas.openxmlformats.org/officeDocument/2006/relationships/customXml" Target="../ink/ink1654.xml"/><Relationship Id="rId641" Type="http://schemas.openxmlformats.org/officeDocument/2006/relationships/customXml" Target="../ink/ink1763.xml"/><Relationship Id="rId739" Type="http://schemas.openxmlformats.org/officeDocument/2006/relationships/image" Target="../media/image1741.png"/><Relationship Id="rId280" Type="http://schemas.openxmlformats.org/officeDocument/2006/relationships/image" Target="../media/image1524.png"/><Relationship Id="rId501" Type="http://schemas.openxmlformats.org/officeDocument/2006/relationships/customXml" Target="../ink/ink1689.xml"/><Relationship Id="rId75" Type="http://schemas.openxmlformats.org/officeDocument/2006/relationships/image" Target="../media/image1424.png"/><Relationship Id="rId140" Type="http://schemas.openxmlformats.org/officeDocument/2006/relationships/image" Target="../media/image1455.png"/><Relationship Id="rId378" Type="http://schemas.openxmlformats.org/officeDocument/2006/relationships/image" Target="../media/image1571.png"/><Relationship Id="rId585" Type="http://schemas.openxmlformats.org/officeDocument/2006/relationships/image" Target="../media/image1667.png"/><Relationship Id="rId792" Type="http://schemas.openxmlformats.org/officeDocument/2006/relationships/image" Target="../media/image1767.png"/><Relationship Id="rId806" Type="http://schemas.openxmlformats.org/officeDocument/2006/relationships/image" Target="../media/image1774.png"/><Relationship Id="rId6" Type="http://schemas.openxmlformats.org/officeDocument/2006/relationships/customXml" Target="../ink/ink1437.xml"/><Relationship Id="rId238" Type="http://schemas.openxmlformats.org/officeDocument/2006/relationships/image" Target="../media/image1503.png"/><Relationship Id="rId445" Type="http://schemas.openxmlformats.org/officeDocument/2006/relationships/image" Target="../media/image1603.png"/><Relationship Id="rId652" Type="http://schemas.openxmlformats.org/officeDocument/2006/relationships/image" Target="../media/image1699.png"/><Relationship Id="rId291" Type="http://schemas.openxmlformats.org/officeDocument/2006/relationships/customXml" Target="../ink/ink1581.xml"/><Relationship Id="rId305" Type="http://schemas.openxmlformats.org/officeDocument/2006/relationships/customXml" Target="../ink/ink1588.xml"/><Relationship Id="rId512" Type="http://schemas.openxmlformats.org/officeDocument/2006/relationships/customXml" Target="../ink/ink1695.xml"/><Relationship Id="rId86" Type="http://schemas.openxmlformats.org/officeDocument/2006/relationships/customXml" Target="../ink/ink1477.xml"/><Relationship Id="rId151" Type="http://schemas.openxmlformats.org/officeDocument/2006/relationships/customXml" Target="../ink/ink1510.xml"/><Relationship Id="rId389" Type="http://schemas.openxmlformats.org/officeDocument/2006/relationships/customXml" Target="../ink/ink1631.xml"/><Relationship Id="rId596" Type="http://schemas.openxmlformats.org/officeDocument/2006/relationships/customXml" Target="../ink/ink1740.xml"/><Relationship Id="rId817" Type="http://schemas.openxmlformats.org/officeDocument/2006/relationships/customXml" Target="../ink/ink1852.xml"/><Relationship Id="rId249" Type="http://schemas.openxmlformats.org/officeDocument/2006/relationships/customXml" Target="../ink/ink1560.xml"/><Relationship Id="rId456" Type="http://schemas.openxmlformats.org/officeDocument/2006/relationships/customXml" Target="../ink/ink1665.xml"/><Relationship Id="rId663" Type="http://schemas.openxmlformats.org/officeDocument/2006/relationships/customXml" Target="../ink/ink1774.xml"/><Relationship Id="rId870" Type="http://schemas.openxmlformats.org/officeDocument/2006/relationships/customXml" Target="../ink/ink1879.xml"/><Relationship Id="rId13" Type="http://schemas.openxmlformats.org/officeDocument/2006/relationships/image" Target="../media/image1131.png"/><Relationship Id="rId109" Type="http://schemas.openxmlformats.org/officeDocument/2006/relationships/image" Target="../media/image1440.png"/><Relationship Id="rId316" Type="http://schemas.openxmlformats.org/officeDocument/2006/relationships/image" Target="../media/image1542.png"/><Relationship Id="rId523" Type="http://schemas.openxmlformats.org/officeDocument/2006/relationships/image" Target="../media/image1639.png"/><Relationship Id="rId97" Type="http://schemas.openxmlformats.org/officeDocument/2006/relationships/image" Target="../media/image1434.png"/><Relationship Id="rId730" Type="http://schemas.openxmlformats.org/officeDocument/2006/relationships/customXml" Target="../ink/ink1808.xml"/><Relationship Id="rId828" Type="http://schemas.openxmlformats.org/officeDocument/2006/relationships/image" Target="../media/image1785.png"/><Relationship Id="rId162" Type="http://schemas.openxmlformats.org/officeDocument/2006/relationships/customXml" Target="../ink/ink1516.xml"/><Relationship Id="rId467" Type="http://schemas.openxmlformats.org/officeDocument/2006/relationships/image" Target="../media/image1613.png"/><Relationship Id="rId674" Type="http://schemas.openxmlformats.org/officeDocument/2006/relationships/image" Target="../media/image1709.png"/><Relationship Id="rId881" Type="http://schemas.openxmlformats.org/officeDocument/2006/relationships/customXml" Target="../ink/ink1885.xml"/><Relationship Id="rId24" Type="http://schemas.openxmlformats.org/officeDocument/2006/relationships/customXml" Target="../ink/ink1446.xml"/><Relationship Id="rId327" Type="http://schemas.openxmlformats.org/officeDocument/2006/relationships/customXml" Target="../ink/ink1599.xml"/><Relationship Id="rId534" Type="http://schemas.openxmlformats.org/officeDocument/2006/relationships/customXml" Target="../ink/ink1707.xml"/><Relationship Id="rId741" Type="http://schemas.openxmlformats.org/officeDocument/2006/relationships/image" Target="../media/image1742.png"/><Relationship Id="rId839" Type="http://schemas.openxmlformats.org/officeDocument/2006/relationships/customXml" Target="../ink/ink1863.xml"/><Relationship Id="rId173" Type="http://schemas.openxmlformats.org/officeDocument/2006/relationships/customXml" Target="../ink/ink1522.xml"/><Relationship Id="rId380" Type="http://schemas.openxmlformats.org/officeDocument/2006/relationships/image" Target="../media/image1572.png"/><Relationship Id="rId601" Type="http://schemas.openxmlformats.org/officeDocument/2006/relationships/customXml" Target="../ink/ink1743.xml"/><Relationship Id="rId240" Type="http://schemas.openxmlformats.org/officeDocument/2006/relationships/image" Target="../media/image1504.png"/><Relationship Id="rId478" Type="http://schemas.openxmlformats.org/officeDocument/2006/relationships/customXml" Target="../ink/ink1677.xml"/><Relationship Id="rId685" Type="http://schemas.openxmlformats.org/officeDocument/2006/relationships/customXml" Target="../ink/ink1785.xml"/><Relationship Id="rId892" Type="http://schemas.openxmlformats.org/officeDocument/2006/relationships/image" Target="../media/image1816.png"/><Relationship Id="rId35" Type="http://schemas.openxmlformats.org/officeDocument/2006/relationships/image" Target="../media/image1404.png"/><Relationship Id="rId100" Type="http://schemas.openxmlformats.org/officeDocument/2006/relationships/customXml" Target="../ink/ink1484.xml"/><Relationship Id="rId338" Type="http://schemas.openxmlformats.org/officeDocument/2006/relationships/image" Target="../media/image1552.png"/><Relationship Id="rId545" Type="http://schemas.openxmlformats.org/officeDocument/2006/relationships/image" Target="../media/image1649.png"/><Relationship Id="rId752" Type="http://schemas.openxmlformats.org/officeDocument/2006/relationships/customXml" Target="../ink/ink1819.xml"/><Relationship Id="rId184" Type="http://schemas.openxmlformats.org/officeDocument/2006/relationships/image" Target="../media/image1476.png"/><Relationship Id="rId391" Type="http://schemas.openxmlformats.org/officeDocument/2006/relationships/customXml" Target="../ink/ink1632.xml"/><Relationship Id="rId405" Type="http://schemas.openxmlformats.org/officeDocument/2006/relationships/image" Target="../media/image1583.png"/><Relationship Id="rId612" Type="http://schemas.openxmlformats.org/officeDocument/2006/relationships/image" Target="../media/image1679.png"/><Relationship Id="rId251" Type="http://schemas.openxmlformats.org/officeDocument/2006/relationships/customXml" Target="../ink/ink1561.xml"/><Relationship Id="rId489" Type="http://schemas.openxmlformats.org/officeDocument/2006/relationships/customXml" Target="../ink/ink1683.xml"/><Relationship Id="rId696" Type="http://schemas.openxmlformats.org/officeDocument/2006/relationships/image" Target="../media/image1720.png"/><Relationship Id="rId46" Type="http://schemas.openxmlformats.org/officeDocument/2006/relationships/customXml" Target="../ink/ink1457.xml"/><Relationship Id="rId349" Type="http://schemas.openxmlformats.org/officeDocument/2006/relationships/customXml" Target="../ink/ink1610.xml"/><Relationship Id="rId556" Type="http://schemas.openxmlformats.org/officeDocument/2006/relationships/image" Target="../media/image1654.png"/><Relationship Id="rId763" Type="http://schemas.openxmlformats.org/officeDocument/2006/relationships/image" Target="../media/image1753.png"/><Relationship Id="rId111" Type="http://schemas.openxmlformats.org/officeDocument/2006/relationships/image" Target="../media/image1441.png"/><Relationship Id="rId195" Type="http://schemas.openxmlformats.org/officeDocument/2006/relationships/customXml" Target="../ink/ink1533.xml"/><Relationship Id="rId209" Type="http://schemas.openxmlformats.org/officeDocument/2006/relationships/customXml" Target="../ink/ink1540.xml"/><Relationship Id="rId416" Type="http://schemas.openxmlformats.org/officeDocument/2006/relationships/customXml" Target="../ink/ink1645.xml"/><Relationship Id="rId623" Type="http://schemas.openxmlformats.org/officeDocument/2006/relationships/customXml" Target="../ink/ink1754.xml"/><Relationship Id="rId830" Type="http://schemas.openxmlformats.org/officeDocument/2006/relationships/image" Target="../media/image1786.png"/><Relationship Id="rId57" Type="http://schemas.openxmlformats.org/officeDocument/2006/relationships/image" Target="../media/image1415.png"/><Relationship Id="rId262" Type="http://schemas.openxmlformats.org/officeDocument/2006/relationships/image" Target="../media/image1515.png"/><Relationship Id="rId567" Type="http://schemas.openxmlformats.org/officeDocument/2006/relationships/customXml" Target="../ink/ink1725.xml"/><Relationship Id="rId122" Type="http://schemas.openxmlformats.org/officeDocument/2006/relationships/customXml" Target="../ink/ink1495.xml"/><Relationship Id="rId774" Type="http://schemas.openxmlformats.org/officeDocument/2006/relationships/customXml" Target="../ink/ink1830.xml"/><Relationship Id="rId427" Type="http://schemas.openxmlformats.org/officeDocument/2006/relationships/image" Target="../media/image1594.png"/><Relationship Id="rId634" Type="http://schemas.openxmlformats.org/officeDocument/2006/relationships/image" Target="../media/image1690.png"/><Relationship Id="rId841" Type="http://schemas.openxmlformats.org/officeDocument/2006/relationships/image" Target="../media/image1791.png"/><Relationship Id="rId273" Type="http://schemas.openxmlformats.org/officeDocument/2006/relationships/customXml" Target="../ink/ink1572.xml"/><Relationship Id="rId480" Type="http://schemas.openxmlformats.org/officeDocument/2006/relationships/customXml" Target="../ink/ink1678.xml"/><Relationship Id="rId701" Type="http://schemas.openxmlformats.org/officeDocument/2006/relationships/customXml" Target="../ink/ink1793.xml"/><Relationship Id="rId68" Type="http://schemas.openxmlformats.org/officeDocument/2006/relationships/customXml" Target="../ink/ink1468.xml"/><Relationship Id="rId133" Type="http://schemas.openxmlformats.org/officeDocument/2006/relationships/customXml" Target="../ink/ink1501.xml"/><Relationship Id="rId175" Type="http://schemas.openxmlformats.org/officeDocument/2006/relationships/customXml" Target="../ink/ink1523.xml"/><Relationship Id="rId340" Type="http://schemas.openxmlformats.org/officeDocument/2006/relationships/image" Target="../media/image1553.png"/><Relationship Id="rId578" Type="http://schemas.openxmlformats.org/officeDocument/2006/relationships/image" Target="../media/image1664.png"/><Relationship Id="rId743" Type="http://schemas.openxmlformats.org/officeDocument/2006/relationships/image" Target="../media/image1743.png"/><Relationship Id="rId785" Type="http://schemas.openxmlformats.org/officeDocument/2006/relationships/customXml" Target="../ink/ink1836.xml"/><Relationship Id="rId200" Type="http://schemas.openxmlformats.org/officeDocument/2006/relationships/image" Target="../media/image1484.png"/><Relationship Id="rId382" Type="http://schemas.openxmlformats.org/officeDocument/2006/relationships/image" Target="../media/image1573.png"/><Relationship Id="rId438" Type="http://schemas.openxmlformats.org/officeDocument/2006/relationships/customXml" Target="../ink/ink1656.xml"/><Relationship Id="rId603" Type="http://schemas.openxmlformats.org/officeDocument/2006/relationships/customXml" Target="../ink/ink1744.xml"/><Relationship Id="rId645" Type="http://schemas.openxmlformats.org/officeDocument/2006/relationships/customXml" Target="../ink/ink1765.xml"/><Relationship Id="rId687" Type="http://schemas.openxmlformats.org/officeDocument/2006/relationships/customXml" Target="../ink/ink1786.xml"/><Relationship Id="rId810" Type="http://schemas.openxmlformats.org/officeDocument/2006/relationships/image" Target="../media/image1776.png"/><Relationship Id="rId852" Type="http://schemas.openxmlformats.org/officeDocument/2006/relationships/customXml" Target="../ink/ink1870.xml"/><Relationship Id="rId242" Type="http://schemas.openxmlformats.org/officeDocument/2006/relationships/image" Target="../media/image1505.png"/><Relationship Id="rId284" Type="http://schemas.openxmlformats.org/officeDocument/2006/relationships/image" Target="../media/image1526.png"/><Relationship Id="rId491" Type="http://schemas.openxmlformats.org/officeDocument/2006/relationships/customXml" Target="../ink/ink1684.xml"/><Relationship Id="rId505" Type="http://schemas.openxmlformats.org/officeDocument/2006/relationships/image" Target="../media/image1630.png"/><Relationship Id="rId712" Type="http://schemas.openxmlformats.org/officeDocument/2006/relationships/customXml" Target="../ink/ink1799.xml"/><Relationship Id="rId894" Type="http://schemas.openxmlformats.org/officeDocument/2006/relationships/image" Target="../media/image1817.png"/><Relationship Id="rId37" Type="http://schemas.openxmlformats.org/officeDocument/2006/relationships/image" Target="../media/image1405.png"/><Relationship Id="rId79" Type="http://schemas.openxmlformats.org/officeDocument/2006/relationships/image" Target="../media/image1426.png"/><Relationship Id="rId102" Type="http://schemas.openxmlformats.org/officeDocument/2006/relationships/customXml" Target="../ink/ink1485.xml"/><Relationship Id="rId144" Type="http://schemas.openxmlformats.org/officeDocument/2006/relationships/image" Target="../media/image1457.png"/><Relationship Id="rId547" Type="http://schemas.openxmlformats.org/officeDocument/2006/relationships/image" Target="../media/image1650.png"/><Relationship Id="rId589" Type="http://schemas.openxmlformats.org/officeDocument/2006/relationships/image" Target="../media/image1669.png"/><Relationship Id="rId754" Type="http://schemas.openxmlformats.org/officeDocument/2006/relationships/customXml" Target="../ink/ink1820.xml"/><Relationship Id="rId796" Type="http://schemas.openxmlformats.org/officeDocument/2006/relationships/image" Target="../media/image1769.png"/><Relationship Id="rId90" Type="http://schemas.openxmlformats.org/officeDocument/2006/relationships/customXml" Target="../ink/ink1479.xml"/><Relationship Id="rId186" Type="http://schemas.openxmlformats.org/officeDocument/2006/relationships/image" Target="../media/image1477.png"/><Relationship Id="rId351" Type="http://schemas.openxmlformats.org/officeDocument/2006/relationships/image" Target="../media/image1558.png"/><Relationship Id="rId393" Type="http://schemas.openxmlformats.org/officeDocument/2006/relationships/customXml" Target="../ink/ink1633.xml"/><Relationship Id="rId407" Type="http://schemas.openxmlformats.org/officeDocument/2006/relationships/image" Target="../media/image1584.png"/><Relationship Id="rId449" Type="http://schemas.openxmlformats.org/officeDocument/2006/relationships/image" Target="../media/image1605.png"/><Relationship Id="rId614" Type="http://schemas.openxmlformats.org/officeDocument/2006/relationships/image" Target="../media/image1680.png"/><Relationship Id="rId656" Type="http://schemas.openxmlformats.org/officeDocument/2006/relationships/image" Target="../media/image1701.png"/><Relationship Id="rId821" Type="http://schemas.openxmlformats.org/officeDocument/2006/relationships/customXml" Target="../ink/ink1854.xml"/><Relationship Id="rId863" Type="http://schemas.openxmlformats.org/officeDocument/2006/relationships/image" Target="../media/image1802.png"/><Relationship Id="rId211" Type="http://schemas.openxmlformats.org/officeDocument/2006/relationships/customXml" Target="../ink/ink1541.xml"/><Relationship Id="rId253" Type="http://schemas.openxmlformats.org/officeDocument/2006/relationships/customXml" Target="../ink/ink1562.xml"/><Relationship Id="rId295" Type="http://schemas.openxmlformats.org/officeDocument/2006/relationships/customXml" Target="../ink/ink1583.xml"/><Relationship Id="rId309" Type="http://schemas.openxmlformats.org/officeDocument/2006/relationships/customXml" Target="../ink/ink1590.xml"/><Relationship Id="rId460" Type="http://schemas.openxmlformats.org/officeDocument/2006/relationships/customXml" Target="../ink/ink1667.xml"/><Relationship Id="rId516" Type="http://schemas.openxmlformats.org/officeDocument/2006/relationships/customXml" Target="../ink/ink1697.xml"/><Relationship Id="rId698" Type="http://schemas.openxmlformats.org/officeDocument/2006/relationships/image" Target="../media/image1721.png"/><Relationship Id="rId48" Type="http://schemas.openxmlformats.org/officeDocument/2006/relationships/customXml" Target="../ink/ink1458.xml"/><Relationship Id="rId113" Type="http://schemas.openxmlformats.org/officeDocument/2006/relationships/image" Target="../media/image1442.png"/><Relationship Id="rId320" Type="http://schemas.openxmlformats.org/officeDocument/2006/relationships/image" Target="../media/image1544.png"/><Relationship Id="rId558" Type="http://schemas.openxmlformats.org/officeDocument/2006/relationships/image" Target="../media/image1655.png"/><Relationship Id="rId723" Type="http://schemas.openxmlformats.org/officeDocument/2006/relationships/image" Target="../media/image1733.png"/><Relationship Id="rId765" Type="http://schemas.openxmlformats.org/officeDocument/2006/relationships/image" Target="../media/image1754.png"/><Relationship Id="rId155" Type="http://schemas.openxmlformats.org/officeDocument/2006/relationships/customXml" Target="../ink/ink1512.xml"/><Relationship Id="rId197" Type="http://schemas.openxmlformats.org/officeDocument/2006/relationships/customXml" Target="../ink/ink1534.xml"/><Relationship Id="rId362" Type="http://schemas.openxmlformats.org/officeDocument/2006/relationships/customXml" Target="../ink/ink1617.xml"/><Relationship Id="rId418" Type="http://schemas.openxmlformats.org/officeDocument/2006/relationships/customXml" Target="../ink/ink1646.xml"/><Relationship Id="rId625" Type="http://schemas.openxmlformats.org/officeDocument/2006/relationships/customXml" Target="../ink/ink1755.xml"/><Relationship Id="rId832" Type="http://schemas.openxmlformats.org/officeDocument/2006/relationships/image" Target="../media/image1787.png"/><Relationship Id="rId222" Type="http://schemas.openxmlformats.org/officeDocument/2006/relationships/image" Target="../media/image1495.png"/><Relationship Id="rId264" Type="http://schemas.openxmlformats.org/officeDocument/2006/relationships/image" Target="../media/image1516.png"/><Relationship Id="rId471" Type="http://schemas.openxmlformats.org/officeDocument/2006/relationships/image" Target="../media/image1615.png"/><Relationship Id="rId667" Type="http://schemas.openxmlformats.org/officeDocument/2006/relationships/customXml" Target="../ink/ink1776.xml"/><Relationship Id="rId874" Type="http://schemas.openxmlformats.org/officeDocument/2006/relationships/image" Target="../media/image1807.png"/><Relationship Id="rId17" Type="http://schemas.openxmlformats.org/officeDocument/2006/relationships/image" Target="../media/image1133.png"/><Relationship Id="rId59" Type="http://schemas.openxmlformats.org/officeDocument/2006/relationships/image" Target="../media/image1416.png"/><Relationship Id="rId124" Type="http://schemas.openxmlformats.org/officeDocument/2006/relationships/customXml" Target="../ink/ink1496.xml"/><Relationship Id="rId527" Type="http://schemas.openxmlformats.org/officeDocument/2006/relationships/image" Target="../media/image1641.png"/><Relationship Id="rId569" Type="http://schemas.openxmlformats.org/officeDocument/2006/relationships/customXml" Target="../ink/ink1726.xml"/><Relationship Id="rId734" Type="http://schemas.openxmlformats.org/officeDocument/2006/relationships/customXml" Target="../ink/ink1810.xml"/><Relationship Id="rId776" Type="http://schemas.openxmlformats.org/officeDocument/2006/relationships/customXml" Target="../ink/ink1831.xml"/><Relationship Id="rId70" Type="http://schemas.openxmlformats.org/officeDocument/2006/relationships/customXml" Target="../ink/ink1469.xml"/><Relationship Id="rId166" Type="http://schemas.openxmlformats.org/officeDocument/2006/relationships/customXml" Target="../ink/ink1518.xml"/><Relationship Id="rId331" Type="http://schemas.openxmlformats.org/officeDocument/2006/relationships/customXml" Target="../ink/ink1601.xml"/><Relationship Id="rId373" Type="http://schemas.openxmlformats.org/officeDocument/2006/relationships/image" Target="../media/image1569.png"/><Relationship Id="rId429" Type="http://schemas.openxmlformats.org/officeDocument/2006/relationships/image" Target="../media/image1595.png"/><Relationship Id="rId580" Type="http://schemas.openxmlformats.org/officeDocument/2006/relationships/customXml" Target="../ink/ink1732.xml"/><Relationship Id="rId636" Type="http://schemas.openxmlformats.org/officeDocument/2006/relationships/image" Target="../media/image1691.png"/><Relationship Id="rId801" Type="http://schemas.openxmlformats.org/officeDocument/2006/relationships/customXml" Target="../ink/ink1844.xml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552.xml"/><Relationship Id="rId440" Type="http://schemas.openxmlformats.org/officeDocument/2006/relationships/customXml" Target="../ink/ink1657.xml"/><Relationship Id="rId678" Type="http://schemas.openxmlformats.org/officeDocument/2006/relationships/image" Target="../media/image1711.png"/><Relationship Id="rId843" Type="http://schemas.openxmlformats.org/officeDocument/2006/relationships/image" Target="../media/image1792.png"/><Relationship Id="rId885" Type="http://schemas.openxmlformats.org/officeDocument/2006/relationships/customXml" Target="../ink/ink1887.xml"/><Relationship Id="rId28" Type="http://schemas.openxmlformats.org/officeDocument/2006/relationships/customXml" Target="../ink/ink1448.xml"/><Relationship Id="rId275" Type="http://schemas.openxmlformats.org/officeDocument/2006/relationships/customXml" Target="../ink/ink1573.xml"/><Relationship Id="rId300" Type="http://schemas.openxmlformats.org/officeDocument/2006/relationships/image" Target="../media/image1534.png"/><Relationship Id="rId482" Type="http://schemas.openxmlformats.org/officeDocument/2006/relationships/customXml" Target="../ink/ink1679.xml"/><Relationship Id="rId538" Type="http://schemas.openxmlformats.org/officeDocument/2006/relationships/customXml" Target="../ink/ink1709.xml"/><Relationship Id="rId703" Type="http://schemas.openxmlformats.org/officeDocument/2006/relationships/customXml" Target="../ink/ink1794.xml"/><Relationship Id="rId745" Type="http://schemas.openxmlformats.org/officeDocument/2006/relationships/image" Target="../media/image1744.png"/><Relationship Id="rId81" Type="http://schemas.openxmlformats.org/officeDocument/2006/relationships/image" Target="../media/image1427.png"/><Relationship Id="rId135" Type="http://schemas.openxmlformats.org/officeDocument/2006/relationships/customXml" Target="../ink/ink1502.xml"/><Relationship Id="rId177" Type="http://schemas.openxmlformats.org/officeDocument/2006/relationships/customXml" Target="../ink/ink1524.xml"/><Relationship Id="rId342" Type="http://schemas.openxmlformats.org/officeDocument/2006/relationships/image" Target="../media/image1554.png"/><Relationship Id="rId384" Type="http://schemas.openxmlformats.org/officeDocument/2006/relationships/image" Target="../media/image1574.png"/><Relationship Id="rId591" Type="http://schemas.openxmlformats.org/officeDocument/2006/relationships/image" Target="../media/image1670.png"/><Relationship Id="rId605" Type="http://schemas.openxmlformats.org/officeDocument/2006/relationships/customXml" Target="../ink/ink1745.xml"/><Relationship Id="rId787" Type="http://schemas.openxmlformats.org/officeDocument/2006/relationships/customXml" Target="../ink/ink1837.xml"/><Relationship Id="rId812" Type="http://schemas.openxmlformats.org/officeDocument/2006/relationships/image" Target="../media/image1777.png"/><Relationship Id="rId202" Type="http://schemas.openxmlformats.org/officeDocument/2006/relationships/image" Target="../media/image1485.png"/><Relationship Id="rId244" Type="http://schemas.openxmlformats.org/officeDocument/2006/relationships/image" Target="../media/image1506.png"/><Relationship Id="rId647" Type="http://schemas.openxmlformats.org/officeDocument/2006/relationships/customXml" Target="../ink/ink1766.xml"/><Relationship Id="rId689" Type="http://schemas.openxmlformats.org/officeDocument/2006/relationships/customXml" Target="../ink/ink1787.xml"/><Relationship Id="rId854" Type="http://schemas.openxmlformats.org/officeDocument/2006/relationships/customXml" Target="../ink/ink1871.xml"/><Relationship Id="rId896" Type="http://schemas.openxmlformats.org/officeDocument/2006/relationships/image" Target="../media/image1818.png"/><Relationship Id="rId39" Type="http://schemas.openxmlformats.org/officeDocument/2006/relationships/image" Target="../media/image1406.png"/><Relationship Id="rId286" Type="http://schemas.openxmlformats.org/officeDocument/2006/relationships/image" Target="../media/image1527.png"/><Relationship Id="rId451" Type="http://schemas.openxmlformats.org/officeDocument/2006/relationships/image" Target="../media/image1606.png"/><Relationship Id="rId493" Type="http://schemas.openxmlformats.org/officeDocument/2006/relationships/customXml" Target="../ink/ink1685.xml"/><Relationship Id="rId507" Type="http://schemas.openxmlformats.org/officeDocument/2006/relationships/image" Target="../media/image1631.png"/><Relationship Id="rId549" Type="http://schemas.openxmlformats.org/officeDocument/2006/relationships/customXml" Target="../ink/ink1715.xml"/><Relationship Id="rId714" Type="http://schemas.openxmlformats.org/officeDocument/2006/relationships/customXml" Target="../ink/ink1800.xml"/><Relationship Id="rId756" Type="http://schemas.openxmlformats.org/officeDocument/2006/relationships/customXml" Target="../ink/ink1821.xml"/><Relationship Id="rId50" Type="http://schemas.openxmlformats.org/officeDocument/2006/relationships/customXml" Target="../ink/ink1459.xml"/><Relationship Id="rId104" Type="http://schemas.openxmlformats.org/officeDocument/2006/relationships/customXml" Target="../ink/ink1486.xml"/><Relationship Id="rId146" Type="http://schemas.openxmlformats.org/officeDocument/2006/relationships/image" Target="../media/image1458.png"/><Relationship Id="rId188" Type="http://schemas.openxmlformats.org/officeDocument/2006/relationships/image" Target="../media/image1478.png"/><Relationship Id="rId311" Type="http://schemas.openxmlformats.org/officeDocument/2006/relationships/customXml" Target="../ink/ink1591.xml"/><Relationship Id="rId353" Type="http://schemas.openxmlformats.org/officeDocument/2006/relationships/image" Target="../media/image1559.png"/><Relationship Id="rId395" Type="http://schemas.openxmlformats.org/officeDocument/2006/relationships/customXml" Target="../ink/ink1634.xml"/><Relationship Id="rId409" Type="http://schemas.openxmlformats.org/officeDocument/2006/relationships/image" Target="../media/image1585.png"/><Relationship Id="rId560" Type="http://schemas.openxmlformats.org/officeDocument/2006/relationships/image" Target="../media/image1656.png"/><Relationship Id="rId798" Type="http://schemas.openxmlformats.org/officeDocument/2006/relationships/image" Target="../media/image1770.png"/><Relationship Id="rId92" Type="http://schemas.openxmlformats.org/officeDocument/2006/relationships/customXml" Target="../ink/ink1480.xml"/><Relationship Id="rId213" Type="http://schemas.openxmlformats.org/officeDocument/2006/relationships/customXml" Target="../ink/ink1542.xml"/><Relationship Id="rId420" Type="http://schemas.openxmlformats.org/officeDocument/2006/relationships/customXml" Target="../ink/ink1647.xml"/><Relationship Id="rId616" Type="http://schemas.openxmlformats.org/officeDocument/2006/relationships/image" Target="../media/image1681.png"/><Relationship Id="rId658" Type="http://schemas.openxmlformats.org/officeDocument/2006/relationships/image" Target="../media/image1702.png"/><Relationship Id="rId823" Type="http://schemas.openxmlformats.org/officeDocument/2006/relationships/customXml" Target="../ink/ink1855.xml"/><Relationship Id="rId865" Type="http://schemas.openxmlformats.org/officeDocument/2006/relationships/image" Target="../media/image1803.png"/><Relationship Id="rId255" Type="http://schemas.openxmlformats.org/officeDocument/2006/relationships/customXml" Target="../ink/ink1563.xml"/><Relationship Id="rId297" Type="http://schemas.openxmlformats.org/officeDocument/2006/relationships/customXml" Target="../ink/ink1584.xml"/><Relationship Id="rId462" Type="http://schemas.openxmlformats.org/officeDocument/2006/relationships/customXml" Target="../ink/ink1668.xml"/><Relationship Id="rId518" Type="http://schemas.openxmlformats.org/officeDocument/2006/relationships/customXml" Target="../ink/ink1698.xml"/><Relationship Id="rId725" Type="http://schemas.openxmlformats.org/officeDocument/2006/relationships/image" Target="../media/image1734.png"/><Relationship Id="rId115" Type="http://schemas.openxmlformats.org/officeDocument/2006/relationships/image" Target="../media/image1443.png"/><Relationship Id="rId157" Type="http://schemas.openxmlformats.org/officeDocument/2006/relationships/image" Target="../media/image1463.png"/><Relationship Id="rId322" Type="http://schemas.openxmlformats.org/officeDocument/2006/relationships/image" Target="../media/image1545.png"/><Relationship Id="rId364" Type="http://schemas.openxmlformats.org/officeDocument/2006/relationships/customXml" Target="../ink/ink1618.xml"/><Relationship Id="rId767" Type="http://schemas.openxmlformats.org/officeDocument/2006/relationships/image" Target="../media/image1755.png"/><Relationship Id="rId61" Type="http://schemas.openxmlformats.org/officeDocument/2006/relationships/image" Target="../media/image1417.png"/><Relationship Id="rId199" Type="http://schemas.openxmlformats.org/officeDocument/2006/relationships/customXml" Target="../ink/ink1535.xml"/><Relationship Id="rId571" Type="http://schemas.openxmlformats.org/officeDocument/2006/relationships/customXml" Target="../ink/ink1727.xml"/><Relationship Id="rId627" Type="http://schemas.openxmlformats.org/officeDocument/2006/relationships/customXml" Target="../ink/ink1756.xml"/><Relationship Id="rId669" Type="http://schemas.openxmlformats.org/officeDocument/2006/relationships/customXml" Target="../ink/ink1777.xml"/><Relationship Id="rId834" Type="http://schemas.openxmlformats.org/officeDocument/2006/relationships/image" Target="../media/image1788.png"/><Relationship Id="rId876" Type="http://schemas.openxmlformats.org/officeDocument/2006/relationships/image" Target="../media/image1808.png"/><Relationship Id="rId19" Type="http://schemas.openxmlformats.org/officeDocument/2006/relationships/image" Target="../media/image1134.png"/><Relationship Id="rId224" Type="http://schemas.openxmlformats.org/officeDocument/2006/relationships/image" Target="../media/image1496.png"/><Relationship Id="rId266" Type="http://schemas.openxmlformats.org/officeDocument/2006/relationships/image" Target="../media/image1517.png"/><Relationship Id="rId431" Type="http://schemas.openxmlformats.org/officeDocument/2006/relationships/image" Target="../media/image1596.png"/><Relationship Id="rId473" Type="http://schemas.openxmlformats.org/officeDocument/2006/relationships/image" Target="../media/image1616.png"/><Relationship Id="rId529" Type="http://schemas.openxmlformats.org/officeDocument/2006/relationships/customXml" Target="../ink/ink1704.xml"/><Relationship Id="rId680" Type="http://schemas.openxmlformats.org/officeDocument/2006/relationships/image" Target="../media/image1712.png"/><Relationship Id="rId736" Type="http://schemas.openxmlformats.org/officeDocument/2006/relationships/customXml" Target="../ink/ink1811.xml"/><Relationship Id="rId30" Type="http://schemas.openxmlformats.org/officeDocument/2006/relationships/customXml" Target="../ink/ink1449.xml"/><Relationship Id="rId126" Type="http://schemas.openxmlformats.org/officeDocument/2006/relationships/image" Target="../media/image1448.png"/><Relationship Id="rId168" Type="http://schemas.openxmlformats.org/officeDocument/2006/relationships/customXml" Target="../ink/ink1519.xml"/><Relationship Id="rId333" Type="http://schemas.openxmlformats.org/officeDocument/2006/relationships/customXml" Target="../ink/ink1602.xml"/><Relationship Id="rId540" Type="http://schemas.openxmlformats.org/officeDocument/2006/relationships/customXml" Target="../ink/ink1710.xml"/><Relationship Id="rId778" Type="http://schemas.openxmlformats.org/officeDocument/2006/relationships/customXml" Target="../ink/ink1832.xml"/><Relationship Id="rId72" Type="http://schemas.openxmlformats.org/officeDocument/2006/relationships/customXml" Target="../ink/ink1470.xml"/><Relationship Id="rId375" Type="http://schemas.openxmlformats.org/officeDocument/2006/relationships/customXml" Target="../ink/ink1624.xml"/><Relationship Id="rId582" Type="http://schemas.openxmlformats.org/officeDocument/2006/relationships/customXml" Target="../ink/ink1733.xml"/><Relationship Id="rId638" Type="http://schemas.openxmlformats.org/officeDocument/2006/relationships/image" Target="../media/image1692.png"/><Relationship Id="rId803" Type="http://schemas.openxmlformats.org/officeDocument/2006/relationships/customXml" Target="../ink/ink1845.xml"/><Relationship Id="rId845" Type="http://schemas.openxmlformats.org/officeDocument/2006/relationships/image" Target="../media/image1793.png"/><Relationship Id="rId3" Type="http://schemas.openxmlformats.org/officeDocument/2006/relationships/image" Target="../media/image1126.png"/><Relationship Id="rId235" Type="http://schemas.openxmlformats.org/officeDocument/2006/relationships/customXml" Target="../ink/ink1553.xml"/><Relationship Id="rId277" Type="http://schemas.openxmlformats.org/officeDocument/2006/relationships/customXml" Target="../ink/ink1574.xml"/><Relationship Id="rId400" Type="http://schemas.openxmlformats.org/officeDocument/2006/relationships/customXml" Target="../ink/ink1637.xml"/><Relationship Id="rId442" Type="http://schemas.openxmlformats.org/officeDocument/2006/relationships/customXml" Target="../ink/ink1658.xml"/><Relationship Id="rId484" Type="http://schemas.openxmlformats.org/officeDocument/2006/relationships/image" Target="../media/image1621.png"/><Relationship Id="rId705" Type="http://schemas.openxmlformats.org/officeDocument/2006/relationships/customXml" Target="../ink/ink1795.xml"/><Relationship Id="rId887" Type="http://schemas.openxmlformats.org/officeDocument/2006/relationships/customXml" Target="../ink/ink1888.xml"/><Relationship Id="rId137" Type="http://schemas.openxmlformats.org/officeDocument/2006/relationships/customXml" Target="../ink/ink1503.xml"/><Relationship Id="rId302" Type="http://schemas.openxmlformats.org/officeDocument/2006/relationships/image" Target="../media/image1535.png"/><Relationship Id="rId344" Type="http://schemas.openxmlformats.org/officeDocument/2006/relationships/image" Target="../media/image1555.png"/><Relationship Id="rId691" Type="http://schemas.openxmlformats.org/officeDocument/2006/relationships/customXml" Target="../ink/ink1788.xml"/><Relationship Id="rId747" Type="http://schemas.openxmlformats.org/officeDocument/2006/relationships/image" Target="../media/image1745.png"/><Relationship Id="rId789" Type="http://schemas.openxmlformats.org/officeDocument/2006/relationships/customXml" Target="../ink/ink1838.xml"/><Relationship Id="rId41" Type="http://schemas.openxmlformats.org/officeDocument/2006/relationships/image" Target="../media/image1407.png"/><Relationship Id="rId83" Type="http://schemas.openxmlformats.org/officeDocument/2006/relationships/image" Target="../media/image161.png"/><Relationship Id="rId179" Type="http://schemas.openxmlformats.org/officeDocument/2006/relationships/customXml" Target="../ink/ink1525.xml"/><Relationship Id="rId386" Type="http://schemas.openxmlformats.org/officeDocument/2006/relationships/image" Target="../media/image1575.png"/><Relationship Id="rId551" Type="http://schemas.openxmlformats.org/officeDocument/2006/relationships/customXml" Target="../ink/ink1716.xml"/><Relationship Id="rId593" Type="http://schemas.openxmlformats.org/officeDocument/2006/relationships/image" Target="../media/image1671.png"/><Relationship Id="rId607" Type="http://schemas.openxmlformats.org/officeDocument/2006/relationships/customXml" Target="../ink/ink1746.xml"/><Relationship Id="rId649" Type="http://schemas.openxmlformats.org/officeDocument/2006/relationships/customXml" Target="../ink/ink1767.xml"/><Relationship Id="rId814" Type="http://schemas.openxmlformats.org/officeDocument/2006/relationships/image" Target="../media/image1778.png"/><Relationship Id="rId856" Type="http://schemas.openxmlformats.org/officeDocument/2006/relationships/customXml" Target="../ink/ink1872.xml"/><Relationship Id="rId190" Type="http://schemas.openxmlformats.org/officeDocument/2006/relationships/image" Target="../media/image1479.png"/><Relationship Id="rId204" Type="http://schemas.openxmlformats.org/officeDocument/2006/relationships/image" Target="../media/image1486.png"/><Relationship Id="rId246" Type="http://schemas.openxmlformats.org/officeDocument/2006/relationships/image" Target="../media/image1507.png"/><Relationship Id="rId288" Type="http://schemas.openxmlformats.org/officeDocument/2006/relationships/image" Target="../media/image1528.png"/><Relationship Id="rId411" Type="http://schemas.openxmlformats.org/officeDocument/2006/relationships/image" Target="../media/image1586.png"/><Relationship Id="rId453" Type="http://schemas.openxmlformats.org/officeDocument/2006/relationships/image" Target="../media/image1607.png"/><Relationship Id="rId509" Type="http://schemas.openxmlformats.org/officeDocument/2006/relationships/image" Target="../media/image1632.png"/><Relationship Id="rId660" Type="http://schemas.openxmlformats.org/officeDocument/2006/relationships/image" Target="../media/image1703.png"/><Relationship Id="rId898" Type="http://schemas.openxmlformats.org/officeDocument/2006/relationships/image" Target="../media/image1819.png"/><Relationship Id="rId106" Type="http://schemas.openxmlformats.org/officeDocument/2006/relationships/customXml" Target="../ink/ink1487.xml"/><Relationship Id="rId313" Type="http://schemas.openxmlformats.org/officeDocument/2006/relationships/customXml" Target="../ink/ink1592.xml"/><Relationship Id="rId495" Type="http://schemas.openxmlformats.org/officeDocument/2006/relationships/customXml" Target="../ink/ink1686.xml"/><Relationship Id="rId716" Type="http://schemas.openxmlformats.org/officeDocument/2006/relationships/customXml" Target="../ink/ink1801.xml"/><Relationship Id="rId758" Type="http://schemas.openxmlformats.org/officeDocument/2006/relationships/customXml" Target="../ink/ink1822.xml"/><Relationship Id="rId10" Type="http://schemas.openxmlformats.org/officeDocument/2006/relationships/customXml" Target="../ink/ink1439.xml"/><Relationship Id="rId52" Type="http://schemas.openxmlformats.org/officeDocument/2006/relationships/customXml" Target="../ink/ink1460.xml"/><Relationship Id="rId94" Type="http://schemas.openxmlformats.org/officeDocument/2006/relationships/customXml" Target="../ink/ink1481.xml"/><Relationship Id="rId148" Type="http://schemas.openxmlformats.org/officeDocument/2006/relationships/image" Target="../media/image1459.png"/><Relationship Id="rId355" Type="http://schemas.openxmlformats.org/officeDocument/2006/relationships/image" Target="../media/image1560.png"/><Relationship Id="rId397" Type="http://schemas.openxmlformats.org/officeDocument/2006/relationships/image" Target="../media/image1580.png"/><Relationship Id="rId520" Type="http://schemas.openxmlformats.org/officeDocument/2006/relationships/customXml" Target="../ink/ink1699.xml"/><Relationship Id="rId562" Type="http://schemas.openxmlformats.org/officeDocument/2006/relationships/customXml" Target="../ink/ink1722.xml"/><Relationship Id="rId618" Type="http://schemas.openxmlformats.org/officeDocument/2006/relationships/image" Target="../media/image1682.png"/><Relationship Id="rId825" Type="http://schemas.openxmlformats.org/officeDocument/2006/relationships/customXml" Target="../ink/ink1856.xml"/><Relationship Id="rId215" Type="http://schemas.openxmlformats.org/officeDocument/2006/relationships/customXml" Target="../ink/ink1543.xml"/><Relationship Id="rId257" Type="http://schemas.openxmlformats.org/officeDocument/2006/relationships/customXml" Target="../ink/ink1564.xml"/><Relationship Id="rId422" Type="http://schemas.openxmlformats.org/officeDocument/2006/relationships/customXml" Target="../ink/ink1648.xml"/><Relationship Id="rId464" Type="http://schemas.openxmlformats.org/officeDocument/2006/relationships/customXml" Target="../ink/ink1669.xml"/><Relationship Id="rId867" Type="http://schemas.openxmlformats.org/officeDocument/2006/relationships/image" Target="../media/image1804.png"/><Relationship Id="rId299" Type="http://schemas.openxmlformats.org/officeDocument/2006/relationships/customXml" Target="../ink/ink1585.xml"/><Relationship Id="rId727" Type="http://schemas.openxmlformats.org/officeDocument/2006/relationships/image" Target="../media/image1735.png"/><Relationship Id="rId63" Type="http://schemas.openxmlformats.org/officeDocument/2006/relationships/image" Target="../media/image1418.png"/><Relationship Id="rId159" Type="http://schemas.openxmlformats.org/officeDocument/2006/relationships/image" Target="../media/image1464.png"/><Relationship Id="rId366" Type="http://schemas.openxmlformats.org/officeDocument/2006/relationships/customXml" Target="../ink/ink1619.xml"/><Relationship Id="rId573" Type="http://schemas.openxmlformats.org/officeDocument/2006/relationships/customXml" Target="../ink/ink1728.xml"/><Relationship Id="rId780" Type="http://schemas.openxmlformats.org/officeDocument/2006/relationships/customXml" Target="../ink/ink1833.xml"/><Relationship Id="rId226" Type="http://schemas.openxmlformats.org/officeDocument/2006/relationships/image" Target="../media/image1497.png"/><Relationship Id="rId433" Type="http://schemas.openxmlformats.org/officeDocument/2006/relationships/image" Target="../media/image1597.png"/><Relationship Id="rId878" Type="http://schemas.openxmlformats.org/officeDocument/2006/relationships/image" Target="../media/image1809.png"/><Relationship Id="rId640" Type="http://schemas.openxmlformats.org/officeDocument/2006/relationships/image" Target="../media/image1693.png"/><Relationship Id="rId738" Type="http://schemas.openxmlformats.org/officeDocument/2006/relationships/customXml" Target="../ink/ink1812.xml"/><Relationship Id="rId74" Type="http://schemas.openxmlformats.org/officeDocument/2006/relationships/customXml" Target="../ink/ink1471.xml"/><Relationship Id="rId377" Type="http://schemas.openxmlformats.org/officeDocument/2006/relationships/customXml" Target="../ink/ink1625.xml"/><Relationship Id="rId500" Type="http://schemas.openxmlformats.org/officeDocument/2006/relationships/image" Target="../media/image1629.png"/><Relationship Id="rId584" Type="http://schemas.openxmlformats.org/officeDocument/2006/relationships/customXml" Target="../ink/ink1734.xml"/><Relationship Id="rId805" Type="http://schemas.openxmlformats.org/officeDocument/2006/relationships/customXml" Target="../ink/ink1846.xml"/><Relationship Id="rId5" Type="http://schemas.openxmlformats.org/officeDocument/2006/relationships/image" Target="../media/image1127.png"/><Relationship Id="rId237" Type="http://schemas.openxmlformats.org/officeDocument/2006/relationships/customXml" Target="../ink/ink1554.xml"/><Relationship Id="rId791" Type="http://schemas.openxmlformats.org/officeDocument/2006/relationships/customXml" Target="../ink/ink1839.xml"/><Relationship Id="rId889" Type="http://schemas.openxmlformats.org/officeDocument/2006/relationships/customXml" Target="../ink/ink1889.xml"/><Relationship Id="rId444" Type="http://schemas.openxmlformats.org/officeDocument/2006/relationships/customXml" Target="../ink/ink1659.xml"/><Relationship Id="rId651" Type="http://schemas.openxmlformats.org/officeDocument/2006/relationships/customXml" Target="../ink/ink1768.xml"/><Relationship Id="rId749" Type="http://schemas.openxmlformats.org/officeDocument/2006/relationships/image" Target="../media/image1746.png"/><Relationship Id="rId290" Type="http://schemas.openxmlformats.org/officeDocument/2006/relationships/image" Target="../media/image1529.png"/><Relationship Id="rId304" Type="http://schemas.openxmlformats.org/officeDocument/2006/relationships/image" Target="../media/image1536.png"/><Relationship Id="rId388" Type="http://schemas.openxmlformats.org/officeDocument/2006/relationships/image" Target="../media/image1576.png"/><Relationship Id="rId511" Type="http://schemas.openxmlformats.org/officeDocument/2006/relationships/image" Target="../media/image1633.png"/><Relationship Id="rId609" Type="http://schemas.openxmlformats.org/officeDocument/2006/relationships/customXml" Target="../ink/ink1747.xml"/><Relationship Id="rId85" Type="http://schemas.openxmlformats.org/officeDocument/2006/relationships/image" Target="../media/image1428.png"/><Relationship Id="rId150" Type="http://schemas.openxmlformats.org/officeDocument/2006/relationships/image" Target="../media/image1460.png"/><Relationship Id="rId595" Type="http://schemas.openxmlformats.org/officeDocument/2006/relationships/image" Target="../media/image1672.png"/><Relationship Id="rId816" Type="http://schemas.openxmlformats.org/officeDocument/2006/relationships/image" Target="../media/image1779.png"/><Relationship Id="rId248" Type="http://schemas.openxmlformats.org/officeDocument/2006/relationships/image" Target="../media/image1508.png"/><Relationship Id="rId455" Type="http://schemas.openxmlformats.org/officeDocument/2006/relationships/image" Target="../media/image1608.png"/><Relationship Id="rId662" Type="http://schemas.openxmlformats.org/officeDocument/2006/relationships/image" Target="../media/image1704.png"/><Relationship Id="rId12" Type="http://schemas.openxmlformats.org/officeDocument/2006/relationships/customXml" Target="../ink/ink1440.xml"/><Relationship Id="rId108" Type="http://schemas.openxmlformats.org/officeDocument/2006/relationships/customXml" Target="../ink/ink1488.xml"/><Relationship Id="rId315" Type="http://schemas.openxmlformats.org/officeDocument/2006/relationships/customXml" Target="../ink/ink1593.xml"/><Relationship Id="rId522" Type="http://schemas.openxmlformats.org/officeDocument/2006/relationships/customXml" Target="../ink/ink1700.xml"/><Relationship Id="rId96" Type="http://schemas.openxmlformats.org/officeDocument/2006/relationships/customXml" Target="../ink/ink1482.xml"/><Relationship Id="rId161" Type="http://schemas.openxmlformats.org/officeDocument/2006/relationships/image" Target="../media/image1465.png"/><Relationship Id="rId399" Type="http://schemas.openxmlformats.org/officeDocument/2006/relationships/image" Target="../media/image1581.png"/><Relationship Id="rId827" Type="http://schemas.openxmlformats.org/officeDocument/2006/relationships/customXml" Target="../ink/ink1857.xml"/><Relationship Id="rId259" Type="http://schemas.openxmlformats.org/officeDocument/2006/relationships/customXml" Target="../ink/ink1565.xml"/><Relationship Id="rId466" Type="http://schemas.openxmlformats.org/officeDocument/2006/relationships/customXml" Target="../ink/ink1671.xml"/><Relationship Id="rId673" Type="http://schemas.openxmlformats.org/officeDocument/2006/relationships/customXml" Target="../ink/ink1779.xml"/><Relationship Id="rId880" Type="http://schemas.openxmlformats.org/officeDocument/2006/relationships/image" Target="../media/image1810.png"/><Relationship Id="rId23" Type="http://schemas.openxmlformats.org/officeDocument/2006/relationships/image" Target="../media/image1136.png"/><Relationship Id="rId119" Type="http://schemas.openxmlformats.org/officeDocument/2006/relationships/image" Target="../media/image1445.png"/><Relationship Id="rId326" Type="http://schemas.openxmlformats.org/officeDocument/2006/relationships/image" Target="../media/image1547.png"/><Relationship Id="rId533" Type="http://schemas.openxmlformats.org/officeDocument/2006/relationships/customXml" Target="../ink/ink1706.xml"/><Relationship Id="rId740" Type="http://schemas.openxmlformats.org/officeDocument/2006/relationships/customXml" Target="../ink/ink1813.xml"/><Relationship Id="rId838" Type="http://schemas.openxmlformats.org/officeDocument/2006/relationships/image" Target="../media/image1790.png"/><Relationship Id="rId172" Type="http://schemas.openxmlformats.org/officeDocument/2006/relationships/image" Target="../media/image1470.png"/><Relationship Id="rId477" Type="http://schemas.openxmlformats.org/officeDocument/2006/relationships/image" Target="../media/image1618.png"/><Relationship Id="rId600" Type="http://schemas.openxmlformats.org/officeDocument/2006/relationships/image" Target="../media/image1673.png"/><Relationship Id="rId684" Type="http://schemas.openxmlformats.org/officeDocument/2006/relationships/image" Target="../media/image1714.png"/><Relationship Id="rId337" Type="http://schemas.openxmlformats.org/officeDocument/2006/relationships/customXml" Target="../ink/ink1604.xml"/><Relationship Id="rId891" Type="http://schemas.openxmlformats.org/officeDocument/2006/relationships/customXml" Target="../ink/ink1890.xml"/><Relationship Id="rId34" Type="http://schemas.openxmlformats.org/officeDocument/2006/relationships/customXml" Target="../ink/ink1451.xml"/><Relationship Id="rId544" Type="http://schemas.openxmlformats.org/officeDocument/2006/relationships/customXml" Target="../ink/ink1712.xml"/><Relationship Id="rId751" Type="http://schemas.openxmlformats.org/officeDocument/2006/relationships/image" Target="../media/image1747.png"/><Relationship Id="rId849" Type="http://schemas.openxmlformats.org/officeDocument/2006/relationships/image" Target="../media/image1795.png"/><Relationship Id="rId183" Type="http://schemas.openxmlformats.org/officeDocument/2006/relationships/customXml" Target="../ink/ink1527.xml"/><Relationship Id="rId390" Type="http://schemas.openxmlformats.org/officeDocument/2006/relationships/image" Target="../media/image1577.png"/><Relationship Id="rId404" Type="http://schemas.openxmlformats.org/officeDocument/2006/relationships/customXml" Target="../ink/ink1639.xml"/><Relationship Id="rId611" Type="http://schemas.openxmlformats.org/officeDocument/2006/relationships/customXml" Target="../ink/ink1748.xml"/><Relationship Id="rId250" Type="http://schemas.openxmlformats.org/officeDocument/2006/relationships/image" Target="../media/image1509.png"/><Relationship Id="rId488" Type="http://schemas.openxmlformats.org/officeDocument/2006/relationships/image" Target="../media/image1623.png"/><Relationship Id="rId695" Type="http://schemas.openxmlformats.org/officeDocument/2006/relationships/customXml" Target="../ink/ink1790.xml"/><Relationship Id="rId709" Type="http://schemas.openxmlformats.org/officeDocument/2006/relationships/image" Target="../media/image1726.png"/><Relationship Id="rId45" Type="http://schemas.openxmlformats.org/officeDocument/2006/relationships/image" Target="../media/image1409.png"/><Relationship Id="rId110" Type="http://schemas.openxmlformats.org/officeDocument/2006/relationships/customXml" Target="../ink/ink1489.xml"/><Relationship Id="rId348" Type="http://schemas.openxmlformats.org/officeDocument/2006/relationships/image" Target="../media/image1557.png"/><Relationship Id="rId555" Type="http://schemas.openxmlformats.org/officeDocument/2006/relationships/customXml" Target="../ink/ink1718.xml"/><Relationship Id="rId762" Type="http://schemas.openxmlformats.org/officeDocument/2006/relationships/customXml" Target="../ink/ink1824.xml"/><Relationship Id="rId194" Type="http://schemas.openxmlformats.org/officeDocument/2006/relationships/image" Target="../media/image1481.png"/><Relationship Id="rId208" Type="http://schemas.openxmlformats.org/officeDocument/2006/relationships/image" Target="../media/image1488.png"/><Relationship Id="rId415" Type="http://schemas.openxmlformats.org/officeDocument/2006/relationships/image" Target="../media/image1588.png"/><Relationship Id="rId622" Type="http://schemas.openxmlformats.org/officeDocument/2006/relationships/image" Target="../media/image1684.png"/><Relationship Id="rId261" Type="http://schemas.openxmlformats.org/officeDocument/2006/relationships/customXml" Target="../ink/ink1566.xml"/><Relationship Id="rId499" Type="http://schemas.openxmlformats.org/officeDocument/2006/relationships/customXml" Target="../ink/ink1688.xml"/><Relationship Id="rId56" Type="http://schemas.openxmlformats.org/officeDocument/2006/relationships/customXml" Target="../ink/ink1462.xml"/><Relationship Id="rId359" Type="http://schemas.openxmlformats.org/officeDocument/2006/relationships/image" Target="../media/image1562.png"/><Relationship Id="rId566" Type="http://schemas.openxmlformats.org/officeDocument/2006/relationships/customXml" Target="../ink/ink1724.xml"/><Relationship Id="rId773" Type="http://schemas.openxmlformats.org/officeDocument/2006/relationships/image" Target="../media/image1758.png"/><Relationship Id="rId121" Type="http://schemas.openxmlformats.org/officeDocument/2006/relationships/image" Target="../media/image1446.png"/><Relationship Id="rId219" Type="http://schemas.openxmlformats.org/officeDocument/2006/relationships/customXml" Target="../ink/ink1545.xml"/><Relationship Id="rId426" Type="http://schemas.openxmlformats.org/officeDocument/2006/relationships/customXml" Target="../ink/ink1650.xml"/><Relationship Id="rId633" Type="http://schemas.openxmlformats.org/officeDocument/2006/relationships/customXml" Target="../ink/ink1759.xml"/><Relationship Id="rId840" Type="http://schemas.openxmlformats.org/officeDocument/2006/relationships/customXml" Target="../ink/ink1864.xml"/><Relationship Id="rId67" Type="http://schemas.openxmlformats.org/officeDocument/2006/relationships/image" Target="../media/image1420.png"/><Relationship Id="rId272" Type="http://schemas.openxmlformats.org/officeDocument/2006/relationships/image" Target="../media/image1520.png"/><Relationship Id="rId577" Type="http://schemas.openxmlformats.org/officeDocument/2006/relationships/customXml" Target="../ink/ink1730.xml"/><Relationship Id="rId700" Type="http://schemas.openxmlformats.org/officeDocument/2006/relationships/image" Target="../media/image1722.png"/><Relationship Id="rId132" Type="http://schemas.openxmlformats.org/officeDocument/2006/relationships/image" Target="../media/image1451.png"/><Relationship Id="rId784" Type="http://schemas.openxmlformats.org/officeDocument/2006/relationships/customXml" Target="../ink/ink1835.xml"/><Relationship Id="rId437" Type="http://schemas.openxmlformats.org/officeDocument/2006/relationships/image" Target="../media/image1599.png"/><Relationship Id="rId644" Type="http://schemas.openxmlformats.org/officeDocument/2006/relationships/image" Target="../media/image1695.png"/><Relationship Id="rId851" Type="http://schemas.openxmlformats.org/officeDocument/2006/relationships/image" Target="../media/image1796.png"/><Relationship Id="rId283" Type="http://schemas.openxmlformats.org/officeDocument/2006/relationships/customXml" Target="../ink/ink1577.xml"/><Relationship Id="rId490" Type="http://schemas.openxmlformats.org/officeDocument/2006/relationships/image" Target="../media/image1624.png"/><Relationship Id="rId504" Type="http://schemas.openxmlformats.org/officeDocument/2006/relationships/customXml" Target="../ink/ink1691.xml"/><Relationship Id="rId711" Type="http://schemas.openxmlformats.org/officeDocument/2006/relationships/image" Target="../media/image1727.png"/><Relationship Id="rId78" Type="http://schemas.openxmlformats.org/officeDocument/2006/relationships/customXml" Target="../ink/ink1473.xml"/><Relationship Id="rId143" Type="http://schemas.openxmlformats.org/officeDocument/2006/relationships/customXml" Target="../ink/ink1506.xml"/><Relationship Id="rId350" Type="http://schemas.openxmlformats.org/officeDocument/2006/relationships/customXml" Target="../ink/ink1611.xml"/><Relationship Id="rId588" Type="http://schemas.openxmlformats.org/officeDocument/2006/relationships/customXml" Target="../ink/ink1736.xml"/><Relationship Id="rId795" Type="http://schemas.openxmlformats.org/officeDocument/2006/relationships/customXml" Target="../ink/ink1841.xml"/><Relationship Id="rId809" Type="http://schemas.openxmlformats.org/officeDocument/2006/relationships/customXml" Target="../ink/ink1848.xml"/><Relationship Id="rId9" Type="http://schemas.openxmlformats.org/officeDocument/2006/relationships/image" Target="../media/image1129.png"/><Relationship Id="rId210" Type="http://schemas.openxmlformats.org/officeDocument/2006/relationships/image" Target="../media/image1489.png"/><Relationship Id="rId448" Type="http://schemas.openxmlformats.org/officeDocument/2006/relationships/customXml" Target="../ink/ink1661.xml"/><Relationship Id="rId655" Type="http://schemas.openxmlformats.org/officeDocument/2006/relationships/customXml" Target="../ink/ink1770.xml"/><Relationship Id="rId862" Type="http://schemas.openxmlformats.org/officeDocument/2006/relationships/customXml" Target="../ink/ink1875.xml"/><Relationship Id="rId294" Type="http://schemas.openxmlformats.org/officeDocument/2006/relationships/image" Target="../media/image1531.png"/><Relationship Id="rId308" Type="http://schemas.openxmlformats.org/officeDocument/2006/relationships/image" Target="../media/image1538.png"/><Relationship Id="rId515" Type="http://schemas.openxmlformats.org/officeDocument/2006/relationships/image" Target="../media/image1635.png"/><Relationship Id="rId722" Type="http://schemas.openxmlformats.org/officeDocument/2006/relationships/customXml" Target="../ink/ink1804.xml"/><Relationship Id="rId89" Type="http://schemas.openxmlformats.org/officeDocument/2006/relationships/image" Target="../media/image1430.png"/><Relationship Id="rId154" Type="http://schemas.openxmlformats.org/officeDocument/2006/relationships/image" Target="../media/image1462.png"/><Relationship Id="rId361" Type="http://schemas.openxmlformats.org/officeDocument/2006/relationships/image" Target="../media/image1563.png"/><Relationship Id="rId599" Type="http://schemas.openxmlformats.org/officeDocument/2006/relationships/customXml" Target="../ink/ink1742.xml"/><Relationship Id="rId459" Type="http://schemas.openxmlformats.org/officeDocument/2006/relationships/image" Target="../media/image1610.png"/><Relationship Id="rId666" Type="http://schemas.openxmlformats.org/officeDocument/2006/relationships/image" Target="../media/image1706.png"/><Relationship Id="rId873" Type="http://schemas.openxmlformats.org/officeDocument/2006/relationships/customXml" Target="../ink/ink1881.xml"/><Relationship Id="rId16" Type="http://schemas.openxmlformats.org/officeDocument/2006/relationships/customXml" Target="../ink/ink1442.xml"/><Relationship Id="rId221" Type="http://schemas.openxmlformats.org/officeDocument/2006/relationships/customXml" Target="../ink/ink1546.xml"/><Relationship Id="rId319" Type="http://schemas.openxmlformats.org/officeDocument/2006/relationships/customXml" Target="../ink/ink1595.xml"/><Relationship Id="rId526" Type="http://schemas.openxmlformats.org/officeDocument/2006/relationships/customXml" Target="../ink/ink1702.xml"/><Relationship Id="rId733" Type="http://schemas.openxmlformats.org/officeDocument/2006/relationships/image" Target="../media/image1738.png"/><Relationship Id="rId165" Type="http://schemas.openxmlformats.org/officeDocument/2006/relationships/image" Target="../media/image1467.png"/><Relationship Id="rId372" Type="http://schemas.openxmlformats.org/officeDocument/2006/relationships/customXml" Target="../ink/ink1622.xml"/><Relationship Id="rId677" Type="http://schemas.openxmlformats.org/officeDocument/2006/relationships/customXml" Target="../ink/ink1781.xml"/><Relationship Id="rId800" Type="http://schemas.openxmlformats.org/officeDocument/2006/relationships/image" Target="../media/image1771.png"/><Relationship Id="rId232" Type="http://schemas.openxmlformats.org/officeDocument/2006/relationships/image" Target="../media/image1500.png"/><Relationship Id="rId884" Type="http://schemas.openxmlformats.org/officeDocument/2006/relationships/image" Target="../media/image1812.png"/><Relationship Id="rId27" Type="http://schemas.openxmlformats.org/officeDocument/2006/relationships/image" Target="../media/image1138.png"/><Relationship Id="rId537" Type="http://schemas.openxmlformats.org/officeDocument/2006/relationships/image" Target="../media/image1645.png"/><Relationship Id="rId744" Type="http://schemas.openxmlformats.org/officeDocument/2006/relationships/customXml" Target="../ink/ink1815.xml"/><Relationship Id="rId80" Type="http://schemas.openxmlformats.org/officeDocument/2006/relationships/customXml" Target="../ink/ink1474.xml"/><Relationship Id="rId176" Type="http://schemas.openxmlformats.org/officeDocument/2006/relationships/image" Target="../media/image1472.png"/><Relationship Id="rId383" Type="http://schemas.openxmlformats.org/officeDocument/2006/relationships/customXml" Target="../ink/ink1628.xml"/><Relationship Id="rId590" Type="http://schemas.openxmlformats.org/officeDocument/2006/relationships/customXml" Target="../ink/ink1737.xml"/><Relationship Id="rId604" Type="http://schemas.openxmlformats.org/officeDocument/2006/relationships/image" Target="../media/image1675.png"/><Relationship Id="rId811" Type="http://schemas.openxmlformats.org/officeDocument/2006/relationships/customXml" Target="../ink/ink1849.xml"/><Relationship Id="rId243" Type="http://schemas.openxmlformats.org/officeDocument/2006/relationships/customXml" Target="../ink/ink1557.xml"/><Relationship Id="rId450" Type="http://schemas.openxmlformats.org/officeDocument/2006/relationships/customXml" Target="../ink/ink1662.xml"/><Relationship Id="rId688" Type="http://schemas.openxmlformats.org/officeDocument/2006/relationships/image" Target="../media/image1716.png"/><Relationship Id="rId895" Type="http://schemas.openxmlformats.org/officeDocument/2006/relationships/customXml" Target="../ink/ink1892.xml"/><Relationship Id="rId38" Type="http://schemas.openxmlformats.org/officeDocument/2006/relationships/customXml" Target="../ink/ink1453.xml"/><Relationship Id="rId103" Type="http://schemas.openxmlformats.org/officeDocument/2006/relationships/image" Target="../media/image1437.png"/><Relationship Id="rId310" Type="http://schemas.openxmlformats.org/officeDocument/2006/relationships/image" Target="../media/image1539.png"/><Relationship Id="rId548" Type="http://schemas.openxmlformats.org/officeDocument/2006/relationships/customXml" Target="../ink/ink1714.xml"/><Relationship Id="rId755" Type="http://schemas.openxmlformats.org/officeDocument/2006/relationships/image" Target="../media/image1749.png"/><Relationship Id="rId91" Type="http://schemas.openxmlformats.org/officeDocument/2006/relationships/image" Target="../media/image1431.png"/><Relationship Id="rId187" Type="http://schemas.openxmlformats.org/officeDocument/2006/relationships/customXml" Target="../ink/ink1529.xml"/><Relationship Id="rId394" Type="http://schemas.openxmlformats.org/officeDocument/2006/relationships/image" Target="../media/image1579.png"/><Relationship Id="rId408" Type="http://schemas.openxmlformats.org/officeDocument/2006/relationships/customXml" Target="../ink/ink1641.xml"/><Relationship Id="rId615" Type="http://schemas.openxmlformats.org/officeDocument/2006/relationships/customXml" Target="../ink/ink1750.xml"/><Relationship Id="rId822" Type="http://schemas.openxmlformats.org/officeDocument/2006/relationships/image" Target="../media/image1782.png"/><Relationship Id="rId254" Type="http://schemas.openxmlformats.org/officeDocument/2006/relationships/image" Target="../media/image1511.png"/><Relationship Id="rId699" Type="http://schemas.openxmlformats.org/officeDocument/2006/relationships/customXml" Target="../ink/ink1792.xml"/><Relationship Id="rId49" Type="http://schemas.openxmlformats.org/officeDocument/2006/relationships/image" Target="../media/image1411.png"/><Relationship Id="rId114" Type="http://schemas.openxmlformats.org/officeDocument/2006/relationships/customXml" Target="../ink/ink1491.xml"/><Relationship Id="rId461" Type="http://schemas.openxmlformats.org/officeDocument/2006/relationships/image" Target="../media/image1611.png"/><Relationship Id="rId559" Type="http://schemas.openxmlformats.org/officeDocument/2006/relationships/customXml" Target="../ink/ink1720.xml"/><Relationship Id="rId766" Type="http://schemas.openxmlformats.org/officeDocument/2006/relationships/customXml" Target="../ink/ink1826.xml"/><Relationship Id="rId198" Type="http://schemas.openxmlformats.org/officeDocument/2006/relationships/image" Target="../media/image1483.png"/><Relationship Id="rId321" Type="http://schemas.openxmlformats.org/officeDocument/2006/relationships/customXml" Target="../ink/ink1596.xml"/><Relationship Id="rId419" Type="http://schemas.openxmlformats.org/officeDocument/2006/relationships/image" Target="../media/image1590.png"/><Relationship Id="rId626" Type="http://schemas.openxmlformats.org/officeDocument/2006/relationships/image" Target="../media/image1686.png"/><Relationship Id="rId833" Type="http://schemas.openxmlformats.org/officeDocument/2006/relationships/customXml" Target="../ink/ink1860.xml"/><Relationship Id="rId265" Type="http://schemas.openxmlformats.org/officeDocument/2006/relationships/customXml" Target="../ink/ink1568.xml"/><Relationship Id="rId472" Type="http://schemas.openxmlformats.org/officeDocument/2006/relationships/customXml" Target="../ink/ink1674.xml"/><Relationship Id="rId125" Type="http://schemas.openxmlformats.org/officeDocument/2006/relationships/customXml" Target="../ink/ink1497.xml"/><Relationship Id="rId332" Type="http://schemas.openxmlformats.org/officeDocument/2006/relationships/image" Target="../media/image875.png"/><Relationship Id="rId777" Type="http://schemas.openxmlformats.org/officeDocument/2006/relationships/image" Target="../media/image1760.png"/><Relationship Id="rId637" Type="http://schemas.openxmlformats.org/officeDocument/2006/relationships/customXml" Target="../ink/ink1761.xml"/><Relationship Id="rId844" Type="http://schemas.openxmlformats.org/officeDocument/2006/relationships/customXml" Target="../ink/ink1866.xml"/><Relationship Id="rId276" Type="http://schemas.openxmlformats.org/officeDocument/2006/relationships/image" Target="../media/image1522.png"/><Relationship Id="rId483" Type="http://schemas.openxmlformats.org/officeDocument/2006/relationships/customXml" Target="../ink/ink1680.xml"/><Relationship Id="rId690" Type="http://schemas.openxmlformats.org/officeDocument/2006/relationships/image" Target="../media/image1717.png"/><Relationship Id="rId704" Type="http://schemas.openxmlformats.org/officeDocument/2006/relationships/image" Target="../media/image1724.png"/><Relationship Id="rId40" Type="http://schemas.openxmlformats.org/officeDocument/2006/relationships/customXml" Target="../ink/ink1454.xml"/><Relationship Id="rId136" Type="http://schemas.openxmlformats.org/officeDocument/2006/relationships/image" Target="../media/image1453.png"/><Relationship Id="rId343" Type="http://schemas.openxmlformats.org/officeDocument/2006/relationships/customXml" Target="../ink/ink1607.xml"/><Relationship Id="rId550" Type="http://schemas.openxmlformats.org/officeDocument/2006/relationships/image" Target="../media/image1651.png"/><Relationship Id="rId788" Type="http://schemas.openxmlformats.org/officeDocument/2006/relationships/image" Target="../media/image1765.png"/><Relationship Id="rId203" Type="http://schemas.openxmlformats.org/officeDocument/2006/relationships/customXml" Target="../ink/ink1537.xml"/><Relationship Id="rId648" Type="http://schemas.openxmlformats.org/officeDocument/2006/relationships/image" Target="../media/image1697.png"/><Relationship Id="rId855" Type="http://schemas.openxmlformats.org/officeDocument/2006/relationships/image" Target="../media/image1798.png"/><Relationship Id="rId287" Type="http://schemas.openxmlformats.org/officeDocument/2006/relationships/customXml" Target="../ink/ink1579.xml"/><Relationship Id="rId410" Type="http://schemas.openxmlformats.org/officeDocument/2006/relationships/customXml" Target="../ink/ink1642.xml"/><Relationship Id="rId494" Type="http://schemas.openxmlformats.org/officeDocument/2006/relationships/image" Target="../media/image1626.png"/><Relationship Id="rId508" Type="http://schemas.openxmlformats.org/officeDocument/2006/relationships/customXml" Target="../ink/ink1693.xml"/><Relationship Id="rId715" Type="http://schemas.openxmlformats.org/officeDocument/2006/relationships/image" Target="../media/image1729.png"/><Relationship Id="rId147" Type="http://schemas.openxmlformats.org/officeDocument/2006/relationships/customXml" Target="../ink/ink1508.xml"/><Relationship Id="rId354" Type="http://schemas.openxmlformats.org/officeDocument/2006/relationships/customXml" Target="../ink/ink1613.xml"/><Relationship Id="rId799" Type="http://schemas.openxmlformats.org/officeDocument/2006/relationships/customXml" Target="../ink/ink1843.xml"/><Relationship Id="rId51" Type="http://schemas.openxmlformats.org/officeDocument/2006/relationships/image" Target="../media/image1412.png"/><Relationship Id="rId561" Type="http://schemas.openxmlformats.org/officeDocument/2006/relationships/customXml" Target="../ink/ink1721.xml"/><Relationship Id="rId659" Type="http://schemas.openxmlformats.org/officeDocument/2006/relationships/customXml" Target="../ink/ink1772.xml"/><Relationship Id="rId866" Type="http://schemas.openxmlformats.org/officeDocument/2006/relationships/customXml" Target="../ink/ink1877.xml"/><Relationship Id="rId214" Type="http://schemas.openxmlformats.org/officeDocument/2006/relationships/image" Target="../media/image1491.png"/><Relationship Id="rId298" Type="http://schemas.openxmlformats.org/officeDocument/2006/relationships/image" Target="../media/image1533.png"/><Relationship Id="rId421" Type="http://schemas.openxmlformats.org/officeDocument/2006/relationships/image" Target="../media/image1591.png"/><Relationship Id="rId519" Type="http://schemas.openxmlformats.org/officeDocument/2006/relationships/image" Target="../media/image1637.png"/><Relationship Id="rId158" Type="http://schemas.openxmlformats.org/officeDocument/2006/relationships/customXml" Target="../ink/ink1514.xml"/><Relationship Id="rId726" Type="http://schemas.openxmlformats.org/officeDocument/2006/relationships/customXml" Target="../ink/ink1806.xml"/><Relationship Id="rId62" Type="http://schemas.openxmlformats.org/officeDocument/2006/relationships/customXml" Target="../ink/ink1465.xml"/><Relationship Id="rId365" Type="http://schemas.openxmlformats.org/officeDocument/2006/relationships/image" Target="../media/image1565.png"/><Relationship Id="rId572" Type="http://schemas.openxmlformats.org/officeDocument/2006/relationships/image" Target="../media/image1661.png"/><Relationship Id="rId225" Type="http://schemas.openxmlformats.org/officeDocument/2006/relationships/customXml" Target="../ink/ink1548.xml"/><Relationship Id="rId432" Type="http://schemas.openxmlformats.org/officeDocument/2006/relationships/customXml" Target="../ink/ink1653.xml"/><Relationship Id="rId877" Type="http://schemas.openxmlformats.org/officeDocument/2006/relationships/customXml" Target="../ink/ink1883.xml"/><Relationship Id="rId737" Type="http://schemas.openxmlformats.org/officeDocument/2006/relationships/image" Target="../media/image1740.png"/><Relationship Id="rId73" Type="http://schemas.openxmlformats.org/officeDocument/2006/relationships/image" Target="../media/image1423.png"/><Relationship Id="rId169" Type="http://schemas.openxmlformats.org/officeDocument/2006/relationships/customXml" Target="../ink/ink1520.xml"/><Relationship Id="rId376" Type="http://schemas.openxmlformats.org/officeDocument/2006/relationships/image" Target="../media/image1570.png"/><Relationship Id="rId583" Type="http://schemas.openxmlformats.org/officeDocument/2006/relationships/image" Target="../media/image1666.png"/><Relationship Id="rId790" Type="http://schemas.openxmlformats.org/officeDocument/2006/relationships/image" Target="../media/image1766.png"/><Relationship Id="rId804" Type="http://schemas.openxmlformats.org/officeDocument/2006/relationships/image" Target="../media/image1773.png"/><Relationship Id="rId4" Type="http://schemas.openxmlformats.org/officeDocument/2006/relationships/customXml" Target="../ink/ink1436.xml"/><Relationship Id="rId236" Type="http://schemas.openxmlformats.org/officeDocument/2006/relationships/image" Target="../media/image1502.png"/><Relationship Id="rId443" Type="http://schemas.openxmlformats.org/officeDocument/2006/relationships/image" Target="../media/image1602.png"/><Relationship Id="rId650" Type="http://schemas.openxmlformats.org/officeDocument/2006/relationships/image" Target="../media/image1698.png"/><Relationship Id="rId888" Type="http://schemas.openxmlformats.org/officeDocument/2006/relationships/image" Target="../media/image1814.png"/><Relationship Id="rId303" Type="http://schemas.openxmlformats.org/officeDocument/2006/relationships/customXml" Target="../ink/ink1587.xml"/><Relationship Id="rId748" Type="http://schemas.openxmlformats.org/officeDocument/2006/relationships/customXml" Target="../ink/ink1817.xml"/><Relationship Id="rId84" Type="http://schemas.openxmlformats.org/officeDocument/2006/relationships/customXml" Target="../ink/ink1476.xml"/><Relationship Id="rId387" Type="http://schemas.openxmlformats.org/officeDocument/2006/relationships/customXml" Target="../ink/ink1630.xml"/><Relationship Id="rId510" Type="http://schemas.openxmlformats.org/officeDocument/2006/relationships/customXml" Target="../ink/ink1694.xml"/><Relationship Id="rId594" Type="http://schemas.openxmlformats.org/officeDocument/2006/relationships/customXml" Target="../ink/ink1739.xml"/><Relationship Id="rId608" Type="http://schemas.openxmlformats.org/officeDocument/2006/relationships/image" Target="../media/image1677.png"/><Relationship Id="rId815" Type="http://schemas.openxmlformats.org/officeDocument/2006/relationships/customXml" Target="../ink/ink1851.xml"/><Relationship Id="rId247" Type="http://schemas.openxmlformats.org/officeDocument/2006/relationships/customXml" Target="../ink/ink1559.xml"/><Relationship Id="rId899" Type="http://schemas.openxmlformats.org/officeDocument/2006/relationships/customXml" Target="../ink/ink1894.xml"/><Relationship Id="rId107" Type="http://schemas.openxmlformats.org/officeDocument/2006/relationships/image" Target="../media/image1439.png"/><Relationship Id="rId454" Type="http://schemas.openxmlformats.org/officeDocument/2006/relationships/customXml" Target="../ink/ink1664.xml"/><Relationship Id="rId661" Type="http://schemas.openxmlformats.org/officeDocument/2006/relationships/customXml" Target="../ink/ink1773.xml"/><Relationship Id="rId759" Type="http://schemas.openxmlformats.org/officeDocument/2006/relationships/image" Target="../media/image1751.png"/><Relationship Id="rId11" Type="http://schemas.openxmlformats.org/officeDocument/2006/relationships/image" Target="../media/image1130.png"/><Relationship Id="rId314" Type="http://schemas.openxmlformats.org/officeDocument/2006/relationships/image" Target="../media/image1541.png"/><Relationship Id="rId398" Type="http://schemas.openxmlformats.org/officeDocument/2006/relationships/customXml" Target="../ink/ink1636.xml"/><Relationship Id="rId521" Type="http://schemas.openxmlformats.org/officeDocument/2006/relationships/image" Target="../media/image1638.png"/><Relationship Id="rId619" Type="http://schemas.openxmlformats.org/officeDocument/2006/relationships/customXml" Target="../ink/ink1752.xml"/><Relationship Id="rId95" Type="http://schemas.openxmlformats.org/officeDocument/2006/relationships/image" Target="../media/image1433.png"/><Relationship Id="rId160" Type="http://schemas.openxmlformats.org/officeDocument/2006/relationships/customXml" Target="../ink/ink1515.xml"/><Relationship Id="rId826" Type="http://schemas.openxmlformats.org/officeDocument/2006/relationships/image" Target="../media/image1784.png"/><Relationship Id="rId258" Type="http://schemas.openxmlformats.org/officeDocument/2006/relationships/image" Target="../media/image1513.png"/><Relationship Id="rId465" Type="http://schemas.openxmlformats.org/officeDocument/2006/relationships/customXml" Target="../ink/ink1670.xml"/><Relationship Id="rId672" Type="http://schemas.openxmlformats.org/officeDocument/2006/relationships/image" Target="../media/image124.png"/><Relationship Id="rId22" Type="http://schemas.openxmlformats.org/officeDocument/2006/relationships/customXml" Target="../ink/ink1445.xml"/><Relationship Id="rId118" Type="http://schemas.openxmlformats.org/officeDocument/2006/relationships/customXml" Target="../ink/ink1493.xml"/><Relationship Id="rId325" Type="http://schemas.openxmlformats.org/officeDocument/2006/relationships/customXml" Target="../ink/ink1598.xml"/><Relationship Id="rId532" Type="http://schemas.openxmlformats.org/officeDocument/2006/relationships/image" Target="../media/image1643.png"/><Relationship Id="rId171" Type="http://schemas.openxmlformats.org/officeDocument/2006/relationships/customXml" Target="../ink/ink1521.xml"/><Relationship Id="rId837" Type="http://schemas.openxmlformats.org/officeDocument/2006/relationships/customXml" Target="../ink/ink1862.xml"/><Relationship Id="rId269" Type="http://schemas.openxmlformats.org/officeDocument/2006/relationships/customXml" Target="../ink/ink1570.xml"/><Relationship Id="rId476" Type="http://schemas.openxmlformats.org/officeDocument/2006/relationships/customXml" Target="../ink/ink1676.xml"/><Relationship Id="rId683" Type="http://schemas.openxmlformats.org/officeDocument/2006/relationships/customXml" Target="../ink/ink1784.xml"/><Relationship Id="rId890" Type="http://schemas.openxmlformats.org/officeDocument/2006/relationships/image" Target="../media/image1815.png"/><Relationship Id="rId33" Type="http://schemas.openxmlformats.org/officeDocument/2006/relationships/image" Target="../media/image1403.png"/><Relationship Id="rId129" Type="http://schemas.openxmlformats.org/officeDocument/2006/relationships/customXml" Target="../ink/ink1499.xml"/><Relationship Id="rId336" Type="http://schemas.openxmlformats.org/officeDocument/2006/relationships/image" Target="../media/image1551.png"/><Relationship Id="rId543" Type="http://schemas.openxmlformats.org/officeDocument/2006/relationships/image" Target="../media/image1648.png"/><Relationship Id="rId182" Type="http://schemas.openxmlformats.org/officeDocument/2006/relationships/image" Target="../media/image1475.png"/><Relationship Id="rId403" Type="http://schemas.openxmlformats.org/officeDocument/2006/relationships/image" Target="../media/image119.png"/><Relationship Id="rId750" Type="http://schemas.openxmlformats.org/officeDocument/2006/relationships/customXml" Target="../ink/ink1818.xml"/><Relationship Id="rId848" Type="http://schemas.openxmlformats.org/officeDocument/2006/relationships/customXml" Target="../ink/ink1868.xml"/><Relationship Id="rId487" Type="http://schemas.openxmlformats.org/officeDocument/2006/relationships/customXml" Target="../ink/ink1682.xml"/><Relationship Id="rId610" Type="http://schemas.openxmlformats.org/officeDocument/2006/relationships/image" Target="../media/image1678.png"/><Relationship Id="rId694" Type="http://schemas.openxmlformats.org/officeDocument/2006/relationships/image" Target="../media/image1719.png"/><Relationship Id="rId708" Type="http://schemas.openxmlformats.org/officeDocument/2006/relationships/customXml" Target="../ink/ink1797.xml"/><Relationship Id="rId347" Type="http://schemas.openxmlformats.org/officeDocument/2006/relationships/customXml" Target="../ink/ink1609.xml"/><Relationship Id="rId44" Type="http://schemas.openxmlformats.org/officeDocument/2006/relationships/customXml" Target="../ink/ink1456.xml"/><Relationship Id="rId554" Type="http://schemas.openxmlformats.org/officeDocument/2006/relationships/image" Target="../media/image1653.png"/><Relationship Id="rId761" Type="http://schemas.openxmlformats.org/officeDocument/2006/relationships/image" Target="../media/image1752.png"/><Relationship Id="rId859" Type="http://schemas.openxmlformats.org/officeDocument/2006/relationships/image" Target="../media/image1800.png"/><Relationship Id="rId193" Type="http://schemas.openxmlformats.org/officeDocument/2006/relationships/customXml" Target="../ink/ink1532.xml"/><Relationship Id="rId207" Type="http://schemas.openxmlformats.org/officeDocument/2006/relationships/customXml" Target="../ink/ink1539.xml"/><Relationship Id="rId414" Type="http://schemas.openxmlformats.org/officeDocument/2006/relationships/customXml" Target="../ink/ink1644.xml"/><Relationship Id="rId498" Type="http://schemas.openxmlformats.org/officeDocument/2006/relationships/image" Target="../media/image1628.png"/><Relationship Id="rId621" Type="http://schemas.openxmlformats.org/officeDocument/2006/relationships/customXml" Target="../ink/ink1753.xml"/><Relationship Id="rId260" Type="http://schemas.openxmlformats.org/officeDocument/2006/relationships/image" Target="../media/image1514.png"/><Relationship Id="rId719" Type="http://schemas.openxmlformats.org/officeDocument/2006/relationships/image" Target="../media/image1731.png"/><Relationship Id="rId55" Type="http://schemas.openxmlformats.org/officeDocument/2006/relationships/image" Target="../media/image1414.png"/><Relationship Id="rId120" Type="http://schemas.openxmlformats.org/officeDocument/2006/relationships/customXml" Target="../ink/ink1494.xml"/><Relationship Id="rId358" Type="http://schemas.openxmlformats.org/officeDocument/2006/relationships/customXml" Target="../ink/ink1615.xml"/><Relationship Id="rId565" Type="http://schemas.openxmlformats.org/officeDocument/2006/relationships/image" Target="../media/image1658.png"/><Relationship Id="rId772" Type="http://schemas.openxmlformats.org/officeDocument/2006/relationships/customXml" Target="../ink/ink1829.xml"/><Relationship Id="rId218" Type="http://schemas.openxmlformats.org/officeDocument/2006/relationships/image" Target="../media/image1493.png"/><Relationship Id="rId425" Type="http://schemas.openxmlformats.org/officeDocument/2006/relationships/image" Target="../media/image1593.png"/><Relationship Id="rId632" Type="http://schemas.openxmlformats.org/officeDocument/2006/relationships/image" Target="../media/image1689.png"/><Relationship Id="rId271" Type="http://schemas.openxmlformats.org/officeDocument/2006/relationships/customXml" Target="../ink/ink1571.xml"/><Relationship Id="rId66" Type="http://schemas.openxmlformats.org/officeDocument/2006/relationships/customXml" Target="../ink/ink1467.xml"/><Relationship Id="rId131" Type="http://schemas.openxmlformats.org/officeDocument/2006/relationships/customXml" Target="../ink/ink1500.xml"/><Relationship Id="rId369" Type="http://schemas.openxmlformats.org/officeDocument/2006/relationships/image" Target="../media/image1567.png"/><Relationship Id="rId576" Type="http://schemas.openxmlformats.org/officeDocument/2006/relationships/image" Target="../media/image1663.png"/><Relationship Id="rId783" Type="http://schemas.openxmlformats.org/officeDocument/2006/relationships/image" Target="../media/image1763.png"/><Relationship Id="rId229" Type="http://schemas.openxmlformats.org/officeDocument/2006/relationships/customXml" Target="../ink/ink1550.xml"/><Relationship Id="rId436" Type="http://schemas.openxmlformats.org/officeDocument/2006/relationships/customXml" Target="../ink/ink1655.xml"/><Relationship Id="rId643" Type="http://schemas.openxmlformats.org/officeDocument/2006/relationships/customXml" Target="../ink/ink1764.xml"/><Relationship Id="rId850" Type="http://schemas.openxmlformats.org/officeDocument/2006/relationships/customXml" Target="../ink/ink1869.xml"/><Relationship Id="rId77" Type="http://schemas.openxmlformats.org/officeDocument/2006/relationships/image" Target="../media/image1425.png"/><Relationship Id="rId282" Type="http://schemas.openxmlformats.org/officeDocument/2006/relationships/image" Target="../media/image1525.png"/><Relationship Id="rId503" Type="http://schemas.openxmlformats.org/officeDocument/2006/relationships/customXml" Target="../ink/ink1690.xml"/><Relationship Id="rId587" Type="http://schemas.openxmlformats.org/officeDocument/2006/relationships/image" Target="../media/image1668.png"/><Relationship Id="rId710" Type="http://schemas.openxmlformats.org/officeDocument/2006/relationships/customXml" Target="../ink/ink1798.xml"/><Relationship Id="rId808" Type="http://schemas.openxmlformats.org/officeDocument/2006/relationships/image" Target="../media/image1775.png"/><Relationship Id="rId8" Type="http://schemas.openxmlformats.org/officeDocument/2006/relationships/customXml" Target="../ink/ink1438.xml"/><Relationship Id="rId142" Type="http://schemas.openxmlformats.org/officeDocument/2006/relationships/image" Target="../media/image1456.png"/><Relationship Id="rId447" Type="http://schemas.openxmlformats.org/officeDocument/2006/relationships/image" Target="../media/image1604.png"/><Relationship Id="rId794" Type="http://schemas.openxmlformats.org/officeDocument/2006/relationships/image" Target="../media/image1768.png"/><Relationship Id="rId654" Type="http://schemas.openxmlformats.org/officeDocument/2006/relationships/image" Target="../media/image1700.png"/><Relationship Id="rId861" Type="http://schemas.openxmlformats.org/officeDocument/2006/relationships/image" Target="../media/image1801.png"/><Relationship Id="rId293" Type="http://schemas.openxmlformats.org/officeDocument/2006/relationships/customXml" Target="../ink/ink1582.xml"/><Relationship Id="rId307" Type="http://schemas.openxmlformats.org/officeDocument/2006/relationships/customXml" Target="../ink/ink1589.xml"/><Relationship Id="rId514" Type="http://schemas.openxmlformats.org/officeDocument/2006/relationships/customXml" Target="../ink/ink1696.xml"/><Relationship Id="rId721" Type="http://schemas.openxmlformats.org/officeDocument/2006/relationships/image" Target="../media/image1732.png"/><Relationship Id="rId88" Type="http://schemas.openxmlformats.org/officeDocument/2006/relationships/customXml" Target="../ink/ink1478.xml"/><Relationship Id="rId153" Type="http://schemas.openxmlformats.org/officeDocument/2006/relationships/customXml" Target="../ink/ink1511.xml"/><Relationship Id="rId360" Type="http://schemas.openxmlformats.org/officeDocument/2006/relationships/customXml" Target="../ink/ink1616.xml"/><Relationship Id="rId598" Type="http://schemas.openxmlformats.org/officeDocument/2006/relationships/customXml" Target="../ink/ink1741.xml"/><Relationship Id="rId819" Type="http://schemas.openxmlformats.org/officeDocument/2006/relationships/customXml" Target="../ink/ink1853.xml"/><Relationship Id="rId220" Type="http://schemas.openxmlformats.org/officeDocument/2006/relationships/image" Target="../media/image1494.png"/><Relationship Id="rId458" Type="http://schemas.openxmlformats.org/officeDocument/2006/relationships/customXml" Target="../ink/ink1666.xml"/><Relationship Id="rId665" Type="http://schemas.openxmlformats.org/officeDocument/2006/relationships/customXml" Target="../ink/ink1775.xml"/><Relationship Id="rId872" Type="http://schemas.openxmlformats.org/officeDocument/2006/relationships/image" Target="../media/image1806.png"/><Relationship Id="rId15" Type="http://schemas.openxmlformats.org/officeDocument/2006/relationships/image" Target="../media/image1132.png"/><Relationship Id="rId318" Type="http://schemas.openxmlformats.org/officeDocument/2006/relationships/image" Target="../media/image1543.png"/><Relationship Id="rId525" Type="http://schemas.openxmlformats.org/officeDocument/2006/relationships/image" Target="../media/image1640.png"/><Relationship Id="rId732" Type="http://schemas.openxmlformats.org/officeDocument/2006/relationships/customXml" Target="../ink/ink1809.xml"/><Relationship Id="rId99" Type="http://schemas.openxmlformats.org/officeDocument/2006/relationships/image" Target="../media/image1435.png"/><Relationship Id="rId164" Type="http://schemas.openxmlformats.org/officeDocument/2006/relationships/customXml" Target="../ink/ink1517.xml"/><Relationship Id="rId371" Type="http://schemas.openxmlformats.org/officeDocument/2006/relationships/image" Target="../media/image1568.png"/><Relationship Id="rId469" Type="http://schemas.openxmlformats.org/officeDocument/2006/relationships/image" Target="../media/image1614.png"/><Relationship Id="rId676" Type="http://schemas.openxmlformats.org/officeDocument/2006/relationships/image" Target="../media/image1710.png"/><Relationship Id="rId883" Type="http://schemas.openxmlformats.org/officeDocument/2006/relationships/customXml" Target="../ink/ink1886.xml"/><Relationship Id="rId26" Type="http://schemas.openxmlformats.org/officeDocument/2006/relationships/customXml" Target="../ink/ink1447.xml"/><Relationship Id="rId231" Type="http://schemas.openxmlformats.org/officeDocument/2006/relationships/customXml" Target="../ink/ink1551.xml"/><Relationship Id="rId329" Type="http://schemas.openxmlformats.org/officeDocument/2006/relationships/customXml" Target="../ink/ink1600.xml"/><Relationship Id="rId536" Type="http://schemas.openxmlformats.org/officeDocument/2006/relationships/customXml" Target="../ink/ink1708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76.png"/><Relationship Id="rId299" Type="http://schemas.openxmlformats.org/officeDocument/2006/relationships/customXml" Target="../ink/ink2044.xml"/><Relationship Id="rId21" Type="http://schemas.openxmlformats.org/officeDocument/2006/relationships/image" Target="../media/image1828.png"/><Relationship Id="rId63" Type="http://schemas.openxmlformats.org/officeDocument/2006/relationships/image" Target="../media/image1849.png"/><Relationship Id="rId159" Type="http://schemas.openxmlformats.org/officeDocument/2006/relationships/image" Target="../media/image1897.png"/><Relationship Id="rId324" Type="http://schemas.openxmlformats.org/officeDocument/2006/relationships/customXml" Target="../ink/ink2057.xml"/><Relationship Id="rId366" Type="http://schemas.openxmlformats.org/officeDocument/2006/relationships/customXml" Target="../ink/ink2078.xml"/><Relationship Id="rId170" Type="http://schemas.openxmlformats.org/officeDocument/2006/relationships/customXml" Target="../ink/ink1979.xml"/><Relationship Id="rId226" Type="http://schemas.openxmlformats.org/officeDocument/2006/relationships/customXml" Target="../ink/ink2007.xml"/><Relationship Id="rId433" Type="http://schemas.openxmlformats.org/officeDocument/2006/relationships/image" Target="../media/image2032.png"/><Relationship Id="rId268" Type="http://schemas.openxmlformats.org/officeDocument/2006/relationships/customXml" Target="../ink/ink2028.xml"/><Relationship Id="rId475" Type="http://schemas.openxmlformats.org/officeDocument/2006/relationships/image" Target="../media/image2053.png"/><Relationship Id="rId32" Type="http://schemas.openxmlformats.org/officeDocument/2006/relationships/customXml" Target="../ink/ink1910.xml"/><Relationship Id="rId74" Type="http://schemas.openxmlformats.org/officeDocument/2006/relationships/customXml" Target="../ink/ink1931.xml"/><Relationship Id="rId128" Type="http://schemas.openxmlformats.org/officeDocument/2006/relationships/customXml" Target="../ink/ink1958.xml"/><Relationship Id="rId335" Type="http://schemas.openxmlformats.org/officeDocument/2006/relationships/image" Target="../media/image1983.png"/><Relationship Id="rId377" Type="http://schemas.openxmlformats.org/officeDocument/2006/relationships/image" Target="../media/image2004.png"/><Relationship Id="rId5" Type="http://schemas.openxmlformats.org/officeDocument/2006/relationships/image" Target="../media/image1821.png"/><Relationship Id="rId181" Type="http://schemas.openxmlformats.org/officeDocument/2006/relationships/image" Target="../media/image1908.png"/><Relationship Id="rId237" Type="http://schemas.openxmlformats.org/officeDocument/2006/relationships/image" Target="../media/image1935.png"/><Relationship Id="rId402" Type="http://schemas.openxmlformats.org/officeDocument/2006/relationships/customXml" Target="../ink/ink2096.xml"/><Relationship Id="rId279" Type="http://schemas.openxmlformats.org/officeDocument/2006/relationships/customXml" Target="../ink/ink2034.xml"/><Relationship Id="rId444" Type="http://schemas.openxmlformats.org/officeDocument/2006/relationships/customXml" Target="../ink/ink2117.xml"/><Relationship Id="rId486" Type="http://schemas.openxmlformats.org/officeDocument/2006/relationships/customXml" Target="../ink/ink2138.xml"/><Relationship Id="rId43" Type="http://schemas.openxmlformats.org/officeDocument/2006/relationships/image" Target="../media/image1839.png"/><Relationship Id="rId139" Type="http://schemas.openxmlformats.org/officeDocument/2006/relationships/image" Target="../media/image1887.png"/><Relationship Id="rId290" Type="http://schemas.openxmlformats.org/officeDocument/2006/relationships/image" Target="../media/image1961.png"/><Relationship Id="rId304" Type="http://schemas.openxmlformats.org/officeDocument/2006/relationships/image" Target="../media/image1968.png"/><Relationship Id="rId346" Type="http://schemas.openxmlformats.org/officeDocument/2006/relationships/customXml" Target="../ink/ink2068.xml"/><Relationship Id="rId388" Type="http://schemas.openxmlformats.org/officeDocument/2006/relationships/customXml" Target="../ink/ink2089.xml"/><Relationship Id="rId85" Type="http://schemas.openxmlformats.org/officeDocument/2006/relationships/image" Target="../media/image1860.png"/><Relationship Id="rId150" Type="http://schemas.openxmlformats.org/officeDocument/2006/relationships/customXml" Target="../ink/ink1969.xml"/><Relationship Id="rId192" Type="http://schemas.openxmlformats.org/officeDocument/2006/relationships/customXml" Target="../ink/ink1990.xml"/><Relationship Id="rId206" Type="http://schemas.openxmlformats.org/officeDocument/2006/relationships/customXml" Target="../ink/ink1997.xml"/><Relationship Id="rId413" Type="http://schemas.openxmlformats.org/officeDocument/2006/relationships/image" Target="../media/image2022.png"/><Relationship Id="rId248" Type="http://schemas.openxmlformats.org/officeDocument/2006/relationships/customXml" Target="../ink/ink2018.xml"/><Relationship Id="rId455" Type="http://schemas.openxmlformats.org/officeDocument/2006/relationships/image" Target="../media/image2043.png"/><Relationship Id="rId12" Type="http://schemas.openxmlformats.org/officeDocument/2006/relationships/customXml" Target="../ink/ink1900.xml"/><Relationship Id="rId108" Type="http://schemas.openxmlformats.org/officeDocument/2006/relationships/customXml" Target="../ink/ink1948.xml"/><Relationship Id="rId315" Type="http://schemas.openxmlformats.org/officeDocument/2006/relationships/image" Target="../media/image1973.png"/><Relationship Id="rId357" Type="http://schemas.openxmlformats.org/officeDocument/2006/relationships/image" Target="../media/image1994.png"/><Relationship Id="rId54" Type="http://schemas.openxmlformats.org/officeDocument/2006/relationships/customXml" Target="../ink/ink1921.xml"/><Relationship Id="rId96" Type="http://schemas.openxmlformats.org/officeDocument/2006/relationships/customXml" Target="../ink/ink1942.xml"/><Relationship Id="rId161" Type="http://schemas.openxmlformats.org/officeDocument/2006/relationships/image" Target="../media/image1898.png"/><Relationship Id="rId217" Type="http://schemas.openxmlformats.org/officeDocument/2006/relationships/image" Target="../media/image1926.png"/><Relationship Id="rId399" Type="http://schemas.openxmlformats.org/officeDocument/2006/relationships/image" Target="../media/image2015.png"/><Relationship Id="rId259" Type="http://schemas.openxmlformats.org/officeDocument/2006/relationships/image" Target="../media/image1946.png"/><Relationship Id="rId424" Type="http://schemas.openxmlformats.org/officeDocument/2006/relationships/customXml" Target="../ink/ink2107.xml"/><Relationship Id="rId466" Type="http://schemas.openxmlformats.org/officeDocument/2006/relationships/customXml" Target="../ink/ink2128.xml"/><Relationship Id="rId23" Type="http://schemas.openxmlformats.org/officeDocument/2006/relationships/image" Target="../media/image1829.png"/><Relationship Id="rId119" Type="http://schemas.openxmlformats.org/officeDocument/2006/relationships/image" Target="../media/image1877.png"/><Relationship Id="rId270" Type="http://schemas.openxmlformats.org/officeDocument/2006/relationships/customXml" Target="../ink/ink2029.xml"/><Relationship Id="rId326" Type="http://schemas.openxmlformats.org/officeDocument/2006/relationships/customXml" Target="../ink/ink2058.xml"/><Relationship Id="rId65" Type="http://schemas.openxmlformats.org/officeDocument/2006/relationships/image" Target="../media/image1850.png"/><Relationship Id="rId130" Type="http://schemas.openxmlformats.org/officeDocument/2006/relationships/customXml" Target="../ink/ink1959.xml"/><Relationship Id="rId368" Type="http://schemas.openxmlformats.org/officeDocument/2006/relationships/customXml" Target="../ink/ink2079.xml"/><Relationship Id="rId172" Type="http://schemas.openxmlformats.org/officeDocument/2006/relationships/customXml" Target="../ink/ink1980.xml"/><Relationship Id="rId228" Type="http://schemas.openxmlformats.org/officeDocument/2006/relationships/customXml" Target="../ink/ink2008.xml"/><Relationship Id="rId435" Type="http://schemas.openxmlformats.org/officeDocument/2006/relationships/image" Target="../media/image2033.png"/><Relationship Id="rId477" Type="http://schemas.openxmlformats.org/officeDocument/2006/relationships/image" Target="../media/image2054.png"/><Relationship Id="rId281" Type="http://schemas.openxmlformats.org/officeDocument/2006/relationships/customXml" Target="../ink/ink2035.xml"/><Relationship Id="rId337" Type="http://schemas.openxmlformats.org/officeDocument/2006/relationships/image" Target="../media/image1984.png"/><Relationship Id="rId34" Type="http://schemas.openxmlformats.org/officeDocument/2006/relationships/customXml" Target="../ink/ink1911.xml"/><Relationship Id="rId76" Type="http://schemas.openxmlformats.org/officeDocument/2006/relationships/customXml" Target="../ink/ink1932.xml"/><Relationship Id="rId141" Type="http://schemas.openxmlformats.org/officeDocument/2006/relationships/image" Target="../media/image1888.png"/><Relationship Id="rId379" Type="http://schemas.openxmlformats.org/officeDocument/2006/relationships/image" Target="../media/image2005.png"/><Relationship Id="rId7" Type="http://schemas.openxmlformats.org/officeDocument/2006/relationships/image" Target="../media/image1822.png"/><Relationship Id="rId183" Type="http://schemas.openxmlformats.org/officeDocument/2006/relationships/image" Target="../media/image1909.png"/><Relationship Id="rId239" Type="http://schemas.openxmlformats.org/officeDocument/2006/relationships/image" Target="../media/image1936.png"/><Relationship Id="rId390" Type="http://schemas.openxmlformats.org/officeDocument/2006/relationships/customXml" Target="../ink/ink2090.xml"/><Relationship Id="rId404" Type="http://schemas.openxmlformats.org/officeDocument/2006/relationships/customXml" Target="../ink/ink2097.xml"/><Relationship Id="rId446" Type="http://schemas.openxmlformats.org/officeDocument/2006/relationships/customXml" Target="../ink/ink2118.xml"/><Relationship Id="rId250" Type="http://schemas.openxmlformats.org/officeDocument/2006/relationships/customXml" Target="../ink/ink2019.xml"/><Relationship Id="rId292" Type="http://schemas.openxmlformats.org/officeDocument/2006/relationships/image" Target="../media/image1962.png"/><Relationship Id="rId306" Type="http://schemas.openxmlformats.org/officeDocument/2006/relationships/image" Target="../media/image1969.png"/><Relationship Id="rId488" Type="http://schemas.openxmlformats.org/officeDocument/2006/relationships/customXml" Target="../ink/ink2139.xml"/><Relationship Id="rId45" Type="http://schemas.openxmlformats.org/officeDocument/2006/relationships/image" Target="../media/image1840.png"/><Relationship Id="rId87" Type="http://schemas.openxmlformats.org/officeDocument/2006/relationships/image" Target="../media/image1861.png"/><Relationship Id="rId110" Type="http://schemas.openxmlformats.org/officeDocument/2006/relationships/customXml" Target="../ink/ink1949.xml"/><Relationship Id="rId348" Type="http://schemas.openxmlformats.org/officeDocument/2006/relationships/customXml" Target="../ink/ink2069.xml"/><Relationship Id="rId152" Type="http://schemas.openxmlformats.org/officeDocument/2006/relationships/customXml" Target="../ink/ink1970.xml"/><Relationship Id="rId194" Type="http://schemas.openxmlformats.org/officeDocument/2006/relationships/customXml" Target="../ink/ink1991.xml"/><Relationship Id="rId208" Type="http://schemas.openxmlformats.org/officeDocument/2006/relationships/customXml" Target="../ink/ink1998.xml"/><Relationship Id="rId415" Type="http://schemas.openxmlformats.org/officeDocument/2006/relationships/image" Target="../media/image2023.png"/><Relationship Id="rId457" Type="http://schemas.openxmlformats.org/officeDocument/2006/relationships/image" Target="../media/image2044.png"/><Relationship Id="rId261" Type="http://schemas.openxmlformats.org/officeDocument/2006/relationships/image" Target="../media/image1947.png"/><Relationship Id="rId14" Type="http://schemas.openxmlformats.org/officeDocument/2006/relationships/customXml" Target="../ink/ink1901.xml"/><Relationship Id="rId56" Type="http://schemas.openxmlformats.org/officeDocument/2006/relationships/customXml" Target="../ink/ink1922.xml"/><Relationship Id="rId317" Type="http://schemas.openxmlformats.org/officeDocument/2006/relationships/image" Target="../media/image1974.png"/><Relationship Id="rId359" Type="http://schemas.openxmlformats.org/officeDocument/2006/relationships/image" Target="../media/image1995.png"/><Relationship Id="rId98" Type="http://schemas.openxmlformats.org/officeDocument/2006/relationships/customXml" Target="../ink/ink1943.xml"/><Relationship Id="rId121" Type="http://schemas.openxmlformats.org/officeDocument/2006/relationships/image" Target="../media/image1878.png"/><Relationship Id="rId163" Type="http://schemas.openxmlformats.org/officeDocument/2006/relationships/image" Target="../media/image1899.png"/><Relationship Id="rId219" Type="http://schemas.openxmlformats.org/officeDocument/2006/relationships/image" Target="../media/image1927.png"/><Relationship Id="rId370" Type="http://schemas.openxmlformats.org/officeDocument/2006/relationships/customXml" Target="../ink/ink2080.xml"/><Relationship Id="rId426" Type="http://schemas.openxmlformats.org/officeDocument/2006/relationships/customXml" Target="../ink/ink2108.xml"/><Relationship Id="rId230" Type="http://schemas.openxmlformats.org/officeDocument/2006/relationships/customXml" Target="../ink/ink2009.xml"/><Relationship Id="rId468" Type="http://schemas.openxmlformats.org/officeDocument/2006/relationships/customXml" Target="../ink/ink2129.xml"/><Relationship Id="rId25" Type="http://schemas.openxmlformats.org/officeDocument/2006/relationships/image" Target="../media/image1830.png"/><Relationship Id="rId67" Type="http://schemas.openxmlformats.org/officeDocument/2006/relationships/image" Target="../media/image1851.png"/><Relationship Id="rId272" Type="http://schemas.openxmlformats.org/officeDocument/2006/relationships/customXml" Target="../ink/ink2030.xml"/><Relationship Id="rId328" Type="http://schemas.openxmlformats.org/officeDocument/2006/relationships/customXml" Target="../ink/ink2059.xml"/><Relationship Id="rId132" Type="http://schemas.openxmlformats.org/officeDocument/2006/relationships/customXml" Target="../ink/ink1960.xml"/><Relationship Id="rId174" Type="http://schemas.openxmlformats.org/officeDocument/2006/relationships/customXml" Target="../ink/ink1981.xml"/><Relationship Id="rId381" Type="http://schemas.openxmlformats.org/officeDocument/2006/relationships/image" Target="../media/image2006.png"/><Relationship Id="rId241" Type="http://schemas.openxmlformats.org/officeDocument/2006/relationships/image" Target="../media/image1937.png"/><Relationship Id="rId437" Type="http://schemas.openxmlformats.org/officeDocument/2006/relationships/image" Target="../media/image2034.png"/><Relationship Id="rId479" Type="http://schemas.openxmlformats.org/officeDocument/2006/relationships/image" Target="../media/image2055.png"/><Relationship Id="rId36" Type="http://schemas.openxmlformats.org/officeDocument/2006/relationships/customXml" Target="../ink/ink1912.xml"/><Relationship Id="rId283" Type="http://schemas.openxmlformats.org/officeDocument/2006/relationships/customXml" Target="../ink/ink2036.xml"/><Relationship Id="rId339" Type="http://schemas.openxmlformats.org/officeDocument/2006/relationships/image" Target="../media/image1985.png"/><Relationship Id="rId78" Type="http://schemas.openxmlformats.org/officeDocument/2006/relationships/customXml" Target="../ink/ink1933.xml"/><Relationship Id="rId101" Type="http://schemas.openxmlformats.org/officeDocument/2006/relationships/image" Target="../media/image1868.png"/><Relationship Id="rId143" Type="http://schemas.openxmlformats.org/officeDocument/2006/relationships/image" Target="../media/image1889.png"/><Relationship Id="rId185" Type="http://schemas.openxmlformats.org/officeDocument/2006/relationships/image" Target="../media/image1910.png"/><Relationship Id="rId350" Type="http://schemas.openxmlformats.org/officeDocument/2006/relationships/customXml" Target="../ink/ink2070.xml"/><Relationship Id="rId406" Type="http://schemas.openxmlformats.org/officeDocument/2006/relationships/customXml" Target="../ink/ink2098.xml"/><Relationship Id="rId9" Type="http://schemas.openxmlformats.org/officeDocument/2006/relationships/image" Target="../media/image1823.png"/><Relationship Id="rId210" Type="http://schemas.openxmlformats.org/officeDocument/2006/relationships/customXml" Target="../ink/ink1999.xml"/><Relationship Id="rId392" Type="http://schemas.openxmlformats.org/officeDocument/2006/relationships/customXml" Target="../ink/ink2091.xml"/><Relationship Id="rId448" Type="http://schemas.openxmlformats.org/officeDocument/2006/relationships/customXml" Target="../ink/ink2119.xml"/><Relationship Id="rId252" Type="http://schemas.openxmlformats.org/officeDocument/2006/relationships/customXml" Target="../ink/ink2020.xml"/><Relationship Id="rId294" Type="http://schemas.openxmlformats.org/officeDocument/2006/relationships/image" Target="../media/image1963.png"/><Relationship Id="rId308" Type="http://schemas.openxmlformats.org/officeDocument/2006/relationships/customXml" Target="../ink/ink2049.xml"/><Relationship Id="rId47" Type="http://schemas.openxmlformats.org/officeDocument/2006/relationships/image" Target="../media/image1841.png"/><Relationship Id="rId89" Type="http://schemas.openxmlformats.org/officeDocument/2006/relationships/image" Target="../media/image1862.png"/><Relationship Id="rId112" Type="http://schemas.openxmlformats.org/officeDocument/2006/relationships/customXml" Target="../ink/ink1950.xml"/><Relationship Id="rId154" Type="http://schemas.openxmlformats.org/officeDocument/2006/relationships/customXml" Target="../ink/ink1971.xml"/><Relationship Id="rId361" Type="http://schemas.openxmlformats.org/officeDocument/2006/relationships/image" Target="../media/image1996.png"/><Relationship Id="rId196" Type="http://schemas.openxmlformats.org/officeDocument/2006/relationships/customXml" Target="../ink/ink1992.xml"/><Relationship Id="rId417" Type="http://schemas.openxmlformats.org/officeDocument/2006/relationships/image" Target="../media/image2024.png"/><Relationship Id="rId459" Type="http://schemas.openxmlformats.org/officeDocument/2006/relationships/image" Target="../media/image2045.png"/><Relationship Id="rId16" Type="http://schemas.openxmlformats.org/officeDocument/2006/relationships/customXml" Target="../ink/ink1902.xml"/><Relationship Id="rId221" Type="http://schemas.openxmlformats.org/officeDocument/2006/relationships/image" Target="../media/image1928.png"/><Relationship Id="rId263" Type="http://schemas.openxmlformats.org/officeDocument/2006/relationships/image" Target="../media/image1948.png"/><Relationship Id="rId319" Type="http://schemas.openxmlformats.org/officeDocument/2006/relationships/image" Target="../media/image1975.png"/><Relationship Id="rId470" Type="http://schemas.openxmlformats.org/officeDocument/2006/relationships/customXml" Target="../ink/ink2130.xml"/><Relationship Id="rId58" Type="http://schemas.openxmlformats.org/officeDocument/2006/relationships/customXml" Target="../ink/ink1923.xml"/><Relationship Id="rId123" Type="http://schemas.openxmlformats.org/officeDocument/2006/relationships/image" Target="../media/image1879.png"/><Relationship Id="rId330" Type="http://schemas.openxmlformats.org/officeDocument/2006/relationships/customXml" Target="../ink/ink2060.xml"/><Relationship Id="rId165" Type="http://schemas.openxmlformats.org/officeDocument/2006/relationships/image" Target="../media/image1900.png"/><Relationship Id="rId372" Type="http://schemas.openxmlformats.org/officeDocument/2006/relationships/customXml" Target="../ink/ink2081.xml"/><Relationship Id="rId428" Type="http://schemas.openxmlformats.org/officeDocument/2006/relationships/customXml" Target="../ink/ink2109.xml"/><Relationship Id="rId232" Type="http://schemas.openxmlformats.org/officeDocument/2006/relationships/customXml" Target="../ink/ink2010.xml"/><Relationship Id="rId274" Type="http://schemas.openxmlformats.org/officeDocument/2006/relationships/image" Target="../media/image1953.png"/><Relationship Id="rId481" Type="http://schemas.openxmlformats.org/officeDocument/2006/relationships/image" Target="../media/image2056.png"/><Relationship Id="rId27" Type="http://schemas.openxmlformats.org/officeDocument/2006/relationships/image" Target="../media/image1831.png"/><Relationship Id="rId69" Type="http://schemas.openxmlformats.org/officeDocument/2006/relationships/image" Target="../media/image1852.png"/><Relationship Id="rId134" Type="http://schemas.openxmlformats.org/officeDocument/2006/relationships/customXml" Target="../ink/ink1961.xml"/><Relationship Id="rId80" Type="http://schemas.openxmlformats.org/officeDocument/2006/relationships/customXml" Target="../ink/ink1934.xml"/><Relationship Id="rId176" Type="http://schemas.openxmlformats.org/officeDocument/2006/relationships/customXml" Target="../ink/ink1982.xml"/><Relationship Id="rId341" Type="http://schemas.openxmlformats.org/officeDocument/2006/relationships/image" Target="../media/image1986.png"/><Relationship Id="rId383" Type="http://schemas.openxmlformats.org/officeDocument/2006/relationships/image" Target="../media/image2007.png"/><Relationship Id="rId439" Type="http://schemas.openxmlformats.org/officeDocument/2006/relationships/image" Target="../media/image2035.png"/><Relationship Id="rId201" Type="http://schemas.openxmlformats.org/officeDocument/2006/relationships/image" Target="../media/image1918.png"/><Relationship Id="rId243" Type="http://schemas.openxmlformats.org/officeDocument/2006/relationships/image" Target="../media/image1938.png"/><Relationship Id="rId285" Type="http://schemas.openxmlformats.org/officeDocument/2006/relationships/customXml" Target="../ink/ink2037.xml"/><Relationship Id="rId450" Type="http://schemas.openxmlformats.org/officeDocument/2006/relationships/customXml" Target="../ink/ink2120.xml"/><Relationship Id="rId38" Type="http://schemas.openxmlformats.org/officeDocument/2006/relationships/customXml" Target="../ink/ink1913.xml"/><Relationship Id="rId103" Type="http://schemas.openxmlformats.org/officeDocument/2006/relationships/image" Target="../media/image1869.png"/><Relationship Id="rId310" Type="http://schemas.openxmlformats.org/officeDocument/2006/relationships/customXml" Target="../ink/ink2050.xml"/><Relationship Id="rId91" Type="http://schemas.openxmlformats.org/officeDocument/2006/relationships/image" Target="../media/image1863.png"/><Relationship Id="rId145" Type="http://schemas.openxmlformats.org/officeDocument/2006/relationships/image" Target="../media/image1890.png"/><Relationship Id="rId187" Type="http://schemas.openxmlformats.org/officeDocument/2006/relationships/image" Target="../media/image1911.png"/><Relationship Id="rId352" Type="http://schemas.openxmlformats.org/officeDocument/2006/relationships/customXml" Target="../ink/ink2071.xml"/><Relationship Id="rId394" Type="http://schemas.openxmlformats.org/officeDocument/2006/relationships/customXml" Target="../ink/ink2092.xml"/><Relationship Id="rId408" Type="http://schemas.openxmlformats.org/officeDocument/2006/relationships/customXml" Target="../ink/ink2099.xml"/><Relationship Id="rId212" Type="http://schemas.openxmlformats.org/officeDocument/2006/relationships/customXml" Target="../ink/ink2000.xml"/><Relationship Id="rId254" Type="http://schemas.openxmlformats.org/officeDocument/2006/relationships/customXml" Target="../ink/ink2021.xml"/><Relationship Id="rId49" Type="http://schemas.openxmlformats.org/officeDocument/2006/relationships/image" Target="../media/image1842.png"/><Relationship Id="rId114" Type="http://schemas.openxmlformats.org/officeDocument/2006/relationships/customXml" Target="../ink/ink1951.xml"/><Relationship Id="rId296" Type="http://schemas.openxmlformats.org/officeDocument/2006/relationships/image" Target="../media/image1964.png"/><Relationship Id="rId461" Type="http://schemas.openxmlformats.org/officeDocument/2006/relationships/image" Target="../media/image2046.png"/><Relationship Id="rId60" Type="http://schemas.openxmlformats.org/officeDocument/2006/relationships/customXml" Target="../ink/ink1924.xml"/><Relationship Id="rId156" Type="http://schemas.openxmlformats.org/officeDocument/2006/relationships/customXml" Target="../ink/ink1972.xml"/><Relationship Id="rId198" Type="http://schemas.openxmlformats.org/officeDocument/2006/relationships/customXml" Target="../ink/ink1993.xml"/><Relationship Id="rId321" Type="http://schemas.openxmlformats.org/officeDocument/2006/relationships/image" Target="../media/image1976.png"/><Relationship Id="rId363" Type="http://schemas.openxmlformats.org/officeDocument/2006/relationships/image" Target="../media/image1997.png"/><Relationship Id="rId419" Type="http://schemas.openxmlformats.org/officeDocument/2006/relationships/image" Target="../media/image2025.png"/><Relationship Id="rId223" Type="http://schemas.openxmlformats.org/officeDocument/2006/relationships/image" Target="../media/image1929.png"/><Relationship Id="rId430" Type="http://schemas.openxmlformats.org/officeDocument/2006/relationships/customXml" Target="../ink/ink2110.xml"/><Relationship Id="rId18" Type="http://schemas.openxmlformats.org/officeDocument/2006/relationships/customXml" Target="../ink/ink1903.xml"/><Relationship Id="rId265" Type="http://schemas.openxmlformats.org/officeDocument/2006/relationships/image" Target="../media/image1949.png"/><Relationship Id="rId472" Type="http://schemas.openxmlformats.org/officeDocument/2006/relationships/customXml" Target="../ink/ink2131.xml"/><Relationship Id="rId125" Type="http://schemas.openxmlformats.org/officeDocument/2006/relationships/image" Target="../media/image1880.png"/><Relationship Id="rId167" Type="http://schemas.openxmlformats.org/officeDocument/2006/relationships/image" Target="../media/image1901.png"/><Relationship Id="rId332" Type="http://schemas.openxmlformats.org/officeDocument/2006/relationships/customXml" Target="../ink/ink2061.xml"/><Relationship Id="rId374" Type="http://schemas.openxmlformats.org/officeDocument/2006/relationships/customXml" Target="../ink/ink2082.xml"/><Relationship Id="rId71" Type="http://schemas.openxmlformats.org/officeDocument/2006/relationships/image" Target="../media/image1853.png"/><Relationship Id="rId234" Type="http://schemas.openxmlformats.org/officeDocument/2006/relationships/customXml" Target="../ink/ink2011.xml"/><Relationship Id="rId2" Type="http://schemas.openxmlformats.org/officeDocument/2006/relationships/customXml" Target="../ink/ink1895.xml"/><Relationship Id="rId29" Type="http://schemas.openxmlformats.org/officeDocument/2006/relationships/image" Target="../media/image1832.png"/><Relationship Id="rId276" Type="http://schemas.openxmlformats.org/officeDocument/2006/relationships/image" Target="../media/image1954.png"/><Relationship Id="rId441" Type="http://schemas.openxmlformats.org/officeDocument/2006/relationships/image" Target="../media/image2036.png"/><Relationship Id="rId483" Type="http://schemas.openxmlformats.org/officeDocument/2006/relationships/image" Target="../media/image2057.png"/><Relationship Id="rId40" Type="http://schemas.openxmlformats.org/officeDocument/2006/relationships/customXml" Target="../ink/ink1914.xml"/><Relationship Id="rId136" Type="http://schemas.openxmlformats.org/officeDocument/2006/relationships/customXml" Target="../ink/ink1962.xml"/><Relationship Id="rId178" Type="http://schemas.openxmlformats.org/officeDocument/2006/relationships/customXml" Target="../ink/ink1983.xml"/><Relationship Id="rId301" Type="http://schemas.openxmlformats.org/officeDocument/2006/relationships/customXml" Target="../ink/ink2045.xml"/><Relationship Id="rId343" Type="http://schemas.openxmlformats.org/officeDocument/2006/relationships/image" Target="../media/image1987.png"/><Relationship Id="rId82" Type="http://schemas.openxmlformats.org/officeDocument/2006/relationships/customXml" Target="../ink/ink1935.xml"/><Relationship Id="rId203" Type="http://schemas.openxmlformats.org/officeDocument/2006/relationships/image" Target="../media/image1919.png"/><Relationship Id="rId385" Type="http://schemas.openxmlformats.org/officeDocument/2006/relationships/image" Target="../media/image2008.png"/><Relationship Id="rId245" Type="http://schemas.openxmlformats.org/officeDocument/2006/relationships/image" Target="../media/image1939.png"/><Relationship Id="rId287" Type="http://schemas.openxmlformats.org/officeDocument/2006/relationships/customXml" Target="../ink/ink2038.xml"/><Relationship Id="rId410" Type="http://schemas.openxmlformats.org/officeDocument/2006/relationships/customXml" Target="../ink/ink2100.xml"/><Relationship Id="rId452" Type="http://schemas.openxmlformats.org/officeDocument/2006/relationships/customXml" Target="../ink/ink2121.xml"/><Relationship Id="rId105" Type="http://schemas.openxmlformats.org/officeDocument/2006/relationships/image" Target="../media/image1870.png"/><Relationship Id="rId147" Type="http://schemas.openxmlformats.org/officeDocument/2006/relationships/image" Target="../media/image1891.png"/><Relationship Id="rId312" Type="http://schemas.openxmlformats.org/officeDocument/2006/relationships/customXml" Target="../ink/ink2051.xml"/><Relationship Id="rId354" Type="http://schemas.openxmlformats.org/officeDocument/2006/relationships/customXml" Target="../ink/ink2072.xml"/><Relationship Id="rId51" Type="http://schemas.openxmlformats.org/officeDocument/2006/relationships/image" Target="../media/image1843.png"/><Relationship Id="rId93" Type="http://schemas.openxmlformats.org/officeDocument/2006/relationships/image" Target="../media/image1864.png"/><Relationship Id="rId189" Type="http://schemas.openxmlformats.org/officeDocument/2006/relationships/image" Target="../media/image1912.png"/><Relationship Id="rId396" Type="http://schemas.openxmlformats.org/officeDocument/2006/relationships/customXml" Target="../ink/ink2093.xml"/><Relationship Id="rId214" Type="http://schemas.openxmlformats.org/officeDocument/2006/relationships/customXml" Target="../ink/ink2001.xml"/><Relationship Id="rId256" Type="http://schemas.openxmlformats.org/officeDocument/2006/relationships/customXml" Target="../ink/ink2022.xml"/><Relationship Id="rId298" Type="http://schemas.openxmlformats.org/officeDocument/2006/relationships/image" Target="../media/image1965.png"/><Relationship Id="rId421" Type="http://schemas.openxmlformats.org/officeDocument/2006/relationships/image" Target="../media/image2026.png"/><Relationship Id="rId463" Type="http://schemas.openxmlformats.org/officeDocument/2006/relationships/image" Target="../media/image2047.png"/><Relationship Id="rId116" Type="http://schemas.openxmlformats.org/officeDocument/2006/relationships/customXml" Target="../ink/ink1952.xml"/><Relationship Id="rId158" Type="http://schemas.openxmlformats.org/officeDocument/2006/relationships/customXml" Target="../ink/ink1973.xml"/><Relationship Id="rId323" Type="http://schemas.openxmlformats.org/officeDocument/2006/relationships/image" Target="../media/image1977.png"/><Relationship Id="rId20" Type="http://schemas.openxmlformats.org/officeDocument/2006/relationships/customXml" Target="../ink/ink1904.xml"/><Relationship Id="rId41" Type="http://schemas.openxmlformats.org/officeDocument/2006/relationships/image" Target="../media/image1838.png"/><Relationship Id="rId62" Type="http://schemas.openxmlformats.org/officeDocument/2006/relationships/customXml" Target="../ink/ink1925.xml"/><Relationship Id="rId83" Type="http://schemas.openxmlformats.org/officeDocument/2006/relationships/image" Target="../media/image1859.png"/><Relationship Id="rId179" Type="http://schemas.openxmlformats.org/officeDocument/2006/relationships/image" Target="../media/image1907.png"/><Relationship Id="rId365" Type="http://schemas.openxmlformats.org/officeDocument/2006/relationships/image" Target="../media/image1998.png"/><Relationship Id="rId386" Type="http://schemas.openxmlformats.org/officeDocument/2006/relationships/customXml" Target="../ink/ink2088.xml"/><Relationship Id="rId190" Type="http://schemas.openxmlformats.org/officeDocument/2006/relationships/customXml" Target="../ink/ink1989.xml"/><Relationship Id="rId204" Type="http://schemas.openxmlformats.org/officeDocument/2006/relationships/customXml" Target="../ink/ink1996.xml"/><Relationship Id="rId225" Type="http://schemas.openxmlformats.org/officeDocument/2006/relationships/image" Target="../media/image1930.png"/><Relationship Id="rId246" Type="http://schemas.openxmlformats.org/officeDocument/2006/relationships/customXml" Target="../ink/ink2017.xml"/><Relationship Id="rId267" Type="http://schemas.openxmlformats.org/officeDocument/2006/relationships/image" Target="../media/image1950.png"/><Relationship Id="rId288" Type="http://schemas.openxmlformats.org/officeDocument/2006/relationships/image" Target="../media/image1960.png"/><Relationship Id="rId411" Type="http://schemas.openxmlformats.org/officeDocument/2006/relationships/image" Target="../media/image2021.png"/><Relationship Id="rId432" Type="http://schemas.openxmlformats.org/officeDocument/2006/relationships/customXml" Target="../ink/ink2111.xml"/><Relationship Id="rId453" Type="http://schemas.openxmlformats.org/officeDocument/2006/relationships/image" Target="../media/image2042.png"/><Relationship Id="rId474" Type="http://schemas.openxmlformats.org/officeDocument/2006/relationships/customXml" Target="../ink/ink2132.xml"/><Relationship Id="rId106" Type="http://schemas.openxmlformats.org/officeDocument/2006/relationships/customXml" Target="../ink/ink1947.xml"/><Relationship Id="rId127" Type="http://schemas.openxmlformats.org/officeDocument/2006/relationships/image" Target="../media/image1881.png"/><Relationship Id="rId313" Type="http://schemas.openxmlformats.org/officeDocument/2006/relationships/image" Target="../media/image1972.png"/><Relationship Id="rId10" Type="http://schemas.openxmlformats.org/officeDocument/2006/relationships/customXml" Target="../ink/ink1899.xml"/><Relationship Id="rId31" Type="http://schemas.openxmlformats.org/officeDocument/2006/relationships/image" Target="../media/image1833.png"/><Relationship Id="rId52" Type="http://schemas.openxmlformats.org/officeDocument/2006/relationships/customXml" Target="../ink/ink1920.xml"/><Relationship Id="rId73" Type="http://schemas.openxmlformats.org/officeDocument/2006/relationships/image" Target="../media/image1854.png"/><Relationship Id="rId94" Type="http://schemas.openxmlformats.org/officeDocument/2006/relationships/customXml" Target="../ink/ink1941.xml"/><Relationship Id="rId148" Type="http://schemas.openxmlformats.org/officeDocument/2006/relationships/customXml" Target="../ink/ink1968.xml"/><Relationship Id="rId169" Type="http://schemas.openxmlformats.org/officeDocument/2006/relationships/image" Target="../media/image1902.png"/><Relationship Id="rId334" Type="http://schemas.openxmlformats.org/officeDocument/2006/relationships/customXml" Target="../ink/ink2062.xml"/><Relationship Id="rId355" Type="http://schemas.openxmlformats.org/officeDocument/2006/relationships/image" Target="../media/image1993.png"/><Relationship Id="rId376" Type="http://schemas.openxmlformats.org/officeDocument/2006/relationships/customXml" Target="../ink/ink2083.xml"/><Relationship Id="rId397" Type="http://schemas.openxmlformats.org/officeDocument/2006/relationships/image" Target="../media/image2014.png"/><Relationship Id="rId4" Type="http://schemas.openxmlformats.org/officeDocument/2006/relationships/customXml" Target="../ink/ink1896.xml"/><Relationship Id="rId180" Type="http://schemas.openxmlformats.org/officeDocument/2006/relationships/customXml" Target="../ink/ink1984.xml"/><Relationship Id="rId215" Type="http://schemas.openxmlformats.org/officeDocument/2006/relationships/image" Target="../media/image1925.png"/><Relationship Id="rId236" Type="http://schemas.openxmlformats.org/officeDocument/2006/relationships/customXml" Target="../ink/ink2012.xml"/><Relationship Id="rId257" Type="http://schemas.openxmlformats.org/officeDocument/2006/relationships/image" Target="../media/image1945.png"/><Relationship Id="rId278" Type="http://schemas.openxmlformats.org/officeDocument/2006/relationships/image" Target="../media/image1955.png"/><Relationship Id="rId401" Type="http://schemas.openxmlformats.org/officeDocument/2006/relationships/image" Target="../media/image2016.png"/><Relationship Id="rId422" Type="http://schemas.openxmlformats.org/officeDocument/2006/relationships/customXml" Target="../ink/ink2106.xml"/><Relationship Id="rId443" Type="http://schemas.openxmlformats.org/officeDocument/2006/relationships/image" Target="../media/image2037.png"/><Relationship Id="rId464" Type="http://schemas.openxmlformats.org/officeDocument/2006/relationships/customXml" Target="../ink/ink2127.xml"/><Relationship Id="rId303" Type="http://schemas.openxmlformats.org/officeDocument/2006/relationships/customXml" Target="../ink/ink2046.xml"/><Relationship Id="rId485" Type="http://schemas.openxmlformats.org/officeDocument/2006/relationships/image" Target="../media/image2058.png"/><Relationship Id="rId42" Type="http://schemas.openxmlformats.org/officeDocument/2006/relationships/customXml" Target="../ink/ink1915.xml"/><Relationship Id="rId84" Type="http://schemas.openxmlformats.org/officeDocument/2006/relationships/customXml" Target="../ink/ink1936.xml"/><Relationship Id="rId138" Type="http://schemas.openxmlformats.org/officeDocument/2006/relationships/customXml" Target="../ink/ink1963.xml"/><Relationship Id="rId345" Type="http://schemas.openxmlformats.org/officeDocument/2006/relationships/image" Target="../media/image1988.png"/><Relationship Id="rId387" Type="http://schemas.openxmlformats.org/officeDocument/2006/relationships/image" Target="../media/image2009.png"/><Relationship Id="rId191" Type="http://schemas.openxmlformats.org/officeDocument/2006/relationships/image" Target="../media/image1913.png"/><Relationship Id="rId205" Type="http://schemas.openxmlformats.org/officeDocument/2006/relationships/image" Target="../media/image1920.png"/><Relationship Id="rId247" Type="http://schemas.openxmlformats.org/officeDocument/2006/relationships/image" Target="../media/image1940.png"/><Relationship Id="rId412" Type="http://schemas.openxmlformats.org/officeDocument/2006/relationships/customXml" Target="../ink/ink2101.xml"/><Relationship Id="rId107" Type="http://schemas.openxmlformats.org/officeDocument/2006/relationships/image" Target="../media/image1871.png"/><Relationship Id="rId289" Type="http://schemas.openxmlformats.org/officeDocument/2006/relationships/customXml" Target="../ink/ink2039.xml"/><Relationship Id="rId454" Type="http://schemas.openxmlformats.org/officeDocument/2006/relationships/customXml" Target="../ink/ink2122.xml"/><Relationship Id="rId11" Type="http://schemas.openxmlformats.org/officeDocument/2006/relationships/image" Target="../media/image1824.png"/><Relationship Id="rId53" Type="http://schemas.openxmlformats.org/officeDocument/2006/relationships/image" Target="../media/image1844.png"/><Relationship Id="rId149" Type="http://schemas.openxmlformats.org/officeDocument/2006/relationships/image" Target="../media/image1892.png"/><Relationship Id="rId314" Type="http://schemas.openxmlformats.org/officeDocument/2006/relationships/customXml" Target="../ink/ink2052.xml"/><Relationship Id="rId356" Type="http://schemas.openxmlformats.org/officeDocument/2006/relationships/customXml" Target="../ink/ink2073.xml"/><Relationship Id="rId398" Type="http://schemas.openxmlformats.org/officeDocument/2006/relationships/customXml" Target="../ink/ink2094.xml"/><Relationship Id="rId95" Type="http://schemas.openxmlformats.org/officeDocument/2006/relationships/image" Target="../media/image1865.png"/><Relationship Id="rId160" Type="http://schemas.openxmlformats.org/officeDocument/2006/relationships/customXml" Target="../ink/ink1974.xml"/><Relationship Id="rId216" Type="http://schemas.openxmlformats.org/officeDocument/2006/relationships/customXml" Target="../ink/ink2002.xml"/><Relationship Id="rId423" Type="http://schemas.openxmlformats.org/officeDocument/2006/relationships/image" Target="../media/image2027.png"/><Relationship Id="rId258" Type="http://schemas.openxmlformats.org/officeDocument/2006/relationships/customXml" Target="../ink/ink2023.xml"/><Relationship Id="rId465" Type="http://schemas.openxmlformats.org/officeDocument/2006/relationships/image" Target="../media/image2048.png"/><Relationship Id="rId22" Type="http://schemas.openxmlformats.org/officeDocument/2006/relationships/customXml" Target="../ink/ink1905.xml"/><Relationship Id="rId64" Type="http://schemas.openxmlformats.org/officeDocument/2006/relationships/customXml" Target="../ink/ink1926.xml"/><Relationship Id="rId118" Type="http://schemas.openxmlformats.org/officeDocument/2006/relationships/customXml" Target="../ink/ink1953.xml"/><Relationship Id="rId325" Type="http://schemas.openxmlformats.org/officeDocument/2006/relationships/image" Target="../media/image1978.png"/><Relationship Id="rId367" Type="http://schemas.openxmlformats.org/officeDocument/2006/relationships/image" Target="../media/image1999.png"/><Relationship Id="rId171" Type="http://schemas.openxmlformats.org/officeDocument/2006/relationships/image" Target="../media/image1903.png"/><Relationship Id="rId227" Type="http://schemas.openxmlformats.org/officeDocument/2006/relationships/image" Target="../media/image119.png"/><Relationship Id="rId269" Type="http://schemas.openxmlformats.org/officeDocument/2006/relationships/image" Target="../media/image1951.png"/><Relationship Id="rId434" Type="http://schemas.openxmlformats.org/officeDocument/2006/relationships/customXml" Target="../ink/ink2112.xml"/><Relationship Id="rId476" Type="http://schemas.openxmlformats.org/officeDocument/2006/relationships/customXml" Target="../ink/ink2133.xml"/><Relationship Id="rId33" Type="http://schemas.openxmlformats.org/officeDocument/2006/relationships/image" Target="../media/image1834.png"/><Relationship Id="rId129" Type="http://schemas.openxmlformats.org/officeDocument/2006/relationships/image" Target="../media/image1882.png"/><Relationship Id="rId280" Type="http://schemas.openxmlformats.org/officeDocument/2006/relationships/image" Target="../media/image1956.png"/><Relationship Id="rId336" Type="http://schemas.openxmlformats.org/officeDocument/2006/relationships/customXml" Target="../ink/ink2063.xml"/><Relationship Id="rId75" Type="http://schemas.openxmlformats.org/officeDocument/2006/relationships/image" Target="../media/image1855.png"/><Relationship Id="rId140" Type="http://schemas.openxmlformats.org/officeDocument/2006/relationships/customXml" Target="../ink/ink1964.xml"/><Relationship Id="rId182" Type="http://schemas.openxmlformats.org/officeDocument/2006/relationships/customXml" Target="../ink/ink1985.xml"/><Relationship Id="rId378" Type="http://schemas.openxmlformats.org/officeDocument/2006/relationships/customXml" Target="../ink/ink2084.xml"/><Relationship Id="rId403" Type="http://schemas.openxmlformats.org/officeDocument/2006/relationships/image" Target="../media/image2017.png"/><Relationship Id="rId6" Type="http://schemas.openxmlformats.org/officeDocument/2006/relationships/customXml" Target="../ink/ink1897.xml"/><Relationship Id="rId238" Type="http://schemas.openxmlformats.org/officeDocument/2006/relationships/customXml" Target="../ink/ink2013.xml"/><Relationship Id="rId445" Type="http://schemas.openxmlformats.org/officeDocument/2006/relationships/image" Target="../media/image2038.png"/><Relationship Id="rId487" Type="http://schemas.openxmlformats.org/officeDocument/2006/relationships/image" Target="../media/image2059.png"/><Relationship Id="rId291" Type="http://schemas.openxmlformats.org/officeDocument/2006/relationships/customXml" Target="../ink/ink2040.xml"/><Relationship Id="rId305" Type="http://schemas.openxmlformats.org/officeDocument/2006/relationships/customXml" Target="../ink/ink2047.xml"/><Relationship Id="rId347" Type="http://schemas.openxmlformats.org/officeDocument/2006/relationships/image" Target="../media/image1989.png"/><Relationship Id="rId44" Type="http://schemas.openxmlformats.org/officeDocument/2006/relationships/customXml" Target="../ink/ink1916.xml"/><Relationship Id="rId86" Type="http://schemas.openxmlformats.org/officeDocument/2006/relationships/customXml" Target="../ink/ink1937.xml"/><Relationship Id="rId151" Type="http://schemas.openxmlformats.org/officeDocument/2006/relationships/image" Target="../media/image1893.png"/><Relationship Id="rId389" Type="http://schemas.openxmlformats.org/officeDocument/2006/relationships/image" Target="../media/image2010.png"/><Relationship Id="rId193" Type="http://schemas.openxmlformats.org/officeDocument/2006/relationships/image" Target="../media/image1914.png"/><Relationship Id="rId207" Type="http://schemas.openxmlformats.org/officeDocument/2006/relationships/image" Target="../media/image1921.png"/><Relationship Id="rId249" Type="http://schemas.openxmlformats.org/officeDocument/2006/relationships/image" Target="../media/image1941.png"/><Relationship Id="rId414" Type="http://schemas.openxmlformats.org/officeDocument/2006/relationships/customXml" Target="../ink/ink2102.xml"/><Relationship Id="rId456" Type="http://schemas.openxmlformats.org/officeDocument/2006/relationships/customXml" Target="../ink/ink2123.xml"/><Relationship Id="rId13" Type="http://schemas.openxmlformats.org/officeDocument/2006/relationships/image" Target="../media/image1825.png"/><Relationship Id="rId109" Type="http://schemas.openxmlformats.org/officeDocument/2006/relationships/image" Target="../media/image1872.png"/><Relationship Id="rId260" Type="http://schemas.openxmlformats.org/officeDocument/2006/relationships/customXml" Target="../ink/ink2024.xml"/><Relationship Id="rId316" Type="http://schemas.openxmlformats.org/officeDocument/2006/relationships/customXml" Target="../ink/ink2053.xml"/><Relationship Id="rId55" Type="http://schemas.openxmlformats.org/officeDocument/2006/relationships/image" Target="../media/image1845.png"/><Relationship Id="rId97" Type="http://schemas.openxmlformats.org/officeDocument/2006/relationships/image" Target="../media/image1866.png"/><Relationship Id="rId120" Type="http://schemas.openxmlformats.org/officeDocument/2006/relationships/customXml" Target="../ink/ink1954.xml"/><Relationship Id="rId358" Type="http://schemas.openxmlformats.org/officeDocument/2006/relationships/customXml" Target="../ink/ink2074.xml"/><Relationship Id="rId162" Type="http://schemas.openxmlformats.org/officeDocument/2006/relationships/customXml" Target="../ink/ink1975.xml"/><Relationship Id="rId218" Type="http://schemas.openxmlformats.org/officeDocument/2006/relationships/customXml" Target="../ink/ink2003.xml"/><Relationship Id="rId425" Type="http://schemas.openxmlformats.org/officeDocument/2006/relationships/image" Target="../media/image2028.png"/><Relationship Id="rId467" Type="http://schemas.openxmlformats.org/officeDocument/2006/relationships/image" Target="../media/image2049.png"/><Relationship Id="rId271" Type="http://schemas.openxmlformats.org/officeDocument/2006/relationships/image" Target="../media/image1952.png"/><Relationship Id="rId24" Type="http://schemas.openxmlformats.org/officeDocument/2006/relationships/customXml" Target="../ink/ink1906.xml"/><Relationship Id="rId66" Type="http://schemas.openxmlformats.org/officeDocument/2006/relationships/customXml" Target="../ink/ink1927.xml"/><Relationship Id="rId131" Type="http://schemas.openxmlformats.org/officeDocument/2006/relationships/image" Target="../media/image1883.png"/><Relationship Id="rId327" Type="http://schemas.openxmlformats.org/officeDocument/2006/relationships/image" Target="../media/image1979.png"/><Relationship Id="rId369" Type="http://schemas.openxmlformats.org/officeDocument/2006/relationships/image" Target="../media/image2000.png"/><Relationship Id="rId173" Type="http://schemas.openxmlformats.org/officeDocument/2006/relationships/image" Target="../media/image1904.png"/><Relationship Id="rId229" Type="http://schemas.openxmlformats.org/officeDocument/2006/relationships/image" Target="../media/image1931.png"/><Relationship Id="rId380" Type="http://schemas.openxmlformats.org/officeDocument/2006/relationships/customXml" Target="../ink/ink2085.xml"/><Relationship Id="rId436" Type="http://schemas.openxmlformats.org/officeDocument/2006/relationships/customXml" Target="../ink/ink2113.xml"/><Relationship Id="rId240" Type="http://schemas.openxmlformats.org/officeDocument/2006/relationships/customXml" Target="../ink/ink2014.xml"/><Relationship Id="rId478" Type="http://schemas.openxmlformats.org/officeDocument/2006/relationships/customXml" Target="../ink/ink2134.xml"/><Relationship Id="rId35" Type="http://schemas.openxmlformats.org/officeDocument/2006/relationships/image" Target="../media/image1835.png"/><Relationship Id="rId77" Type="http://schemas.openxmlformats.org/officeDocument/2006/relationships/image" Target="../media/image1856.png"/><Relationship Id="rId100" Type="http://schemas.openxmlformats.org/officeDocument/2006/relationships/customXml" Target="../ink/ink1944.xml"/><Relationship Id="rId282" Type="http://schemas.openxmlformats.org/officeDocument/2006/relationships/image" Target="../media/image1957.png"/><Relationship Id="rId338" Type="http://schemas.openxmlformats.org/officeDocument/2006/relationships/customXml" Target="../ink/ink2064.xml"/><Relationship Id="rId8" Type="http://schemas.openxmlformats.org/officeDocument/2006/relationships/customXml" Target="../ink/ink1898.xml"/><Relationship Id="rId142" Type="http://schemas.openxmlformats.org/officeDocument/2006/relationships/customXml" Target="../ink/ink1965.xml"/><Relationship Id="rId184" Type="http://schemas.openxmlformats.org/officeDocument/2006/relationships/customXml" Target="../ink/ink1986.xml"/><Relationship Id="rId391" Type="http://schemas.openxmlformats.org/officeDocument/2006/relationships/image" Target="../media/image2011.png"/><Relationship Id="rId405" Type="http://schemas.openxmlformats.org/officeDocument/2006/relationships/image" Target="../media/image2018.png"/><Relationship Id="rId447" Type="http://schemas.openxmlformats.org/officeDocument/2006/relationships/image" Target="../media/image2039.png"/><Relationship Id="rId251" Type="http://schemas.openxmlformats.org/officeDocument/2006/relationships/image" Target="../media/image1942.png"/><Relationship Id="rId489" Type="http://schemas.openxmlformats.org/officeDocument/2006/relationships/image" Target="../media/image2060.png"/><Relationship Id="rId46" Type="http://schemas.openxmlformats.org/officeDocument/2006/relationships/customXml" Target="../ink/ink1917.xml"/><Relationship Id="rId293" Type="http://schemas.openxmlformats.org/officeDocument/2006/relationships/customXml" Target="../ink/ink2041.xml"/><Relationship Id="rId307" Type="http://schemas.openxmlformats.org/officeDocument/2006/relationships/customXml" Target="../ink/ink2048.xml"/><Relationship Id="rId349" Type="http://schemas.openxmlformats.org/officeDocument/2006/relationships/image" Target="../media/image1990.png"/><Relationship Id="rId88" Type="http://schemas.openxmlformats.org/officeDocument/2006/relationships/customXml" Target="../ink/ink1938.xml"/><Relationship Id="rId111" Type="http://schemas.openxmlformats.org/officeDocument/2006/relationships/image" Target="../media/image1873.png"/><Relationship Id="rId153" Type="http://schemas.openxmlformats.org/officeDocument/2006/relationships/image" Target="../media/image1894.png"/><Relationship Id="rId195" Type="http://schemas.openxmlformats.org/officeDocument/2006/relationships/image" Target="../media/image1915.png"/><Relationship Id="rId209" Type="http://schemas.openxmlformats.org/officeDocument/2006/relationships/image" Target="../media/image1922.png"/><Relationship Id="rId360" Type="http://schemas.openxmlformats.org/officeDocument/2006/relationships/customXml" Target="../ink/ink2075.xml"/><Relationship Id="rId416" Type="http://schemas.openxmlformats.org/officeDocument/2006/relationships/customXml" Target="../ink/ink2103.xml"/><Relationship Id="rId220" Type="http://schemas.openxmlformats.org/officeDocument/2006/relationships/customXml" Target="../ink/ink2004.xml"/><Relationship Id="rId458" Type="http://schemas.openxmlformats.org/officeDocument/2006/relationships/customXml" Target="../ink/ink2124.xml"/><Relationship Id="rId15" Type="http://schemas.openxmlformats.org/officeDocument/2006/relationships/image" Target="../media/image124.png"/><Relationship Id="rId57" Type="http://schemas.openxmlformats.org/officeDocument/2006/relationships/image" Target="../media/image1846.png"/><Relationship Id="rId262" Type="http://schemas.openxmlformats.org/officeDocument/2006/relationships/customXml" Target="../ink/ink2025.xml"/><Relationship Id="rId318" Type="http://schemas.openxmlformats.org/officeDocument/2006/relationships/customXml" Target="../ink/ink2054.xml"/><Relationship Id="rId99" Type="http://schemas.openxmlformats.org/officeDocument/2006/relationships/image" Target="../media/image1867.png"/><Relationship Id="rId122" Type="http://schemas.openxmlformats.org/officeDocument/2006/relationships/customXml" Target="../ink/ink1955.xml"/><Relationship Id="rId164" Type="http://schemas.openxmlformats.org/officeDocument/2006/relationships/customXml" Target="../ink/ink1976.xml"/><Relationship Id="rId371" Type="http://schemas.openxmlformats.org/officeDocument/2006/relationships/image" Target="../media/image2001.png"/><Relationship Id="rId427" Type="http://schemas.openxmlformats.org/officeDocument/2006/relationships/image" Target="../media/image2029.png"/><Relationship Id="rId469" Type="http://schemas.openxmlformats.org/officeDocument/2006/relationships/image" Target="../media/image2050.png"/><Relationship Id="rId26" Type="http://schemas.openxmlformats.org/officeDocument/2006/relationships/customXml" Target="../ink/ink1907.xml"/><Relationship Id="rId231" Type="http://schemas.openxmlformats.org/officeDocument/2006/relationships/image" Target="../media/image1932.png"/><Relationship Id="rId273" Type="http://schemas.openxmlformats.org/officeDocument/2006/relationships/customXml" Target="../ink/ink2031.xml"/><Relationship Id="rId329" Type="http://schemas.openxmlformats.org/officeDocument/2006/relationships/image" Target="../media/image1980.png"/><Relationship Id="rId480" Type="http://schemas.openxmlformats.org/officeDocument/2006/relationships/customXml" Target="../ink/ink2135.xml"/><Relationship Id="rId68" Type="http://schemas.openxmlformats.org/officeDocument/2006/relationships/customXml" Target="../ink/ink1928.xml"/><Relationship Id="rId133" Type="http://schemas.openxmlformats.org/officeDocument/2006/relationships/image" Target="../media/image1884.png"/><Relationship Id="rId175" Type="http://schemas.openxmlformats.org/officeDocument/2006/relationships/image" Target="../media/image1905.png"/><Relationship Id="rId340" Type="http://schemas.openxmlformats.org/officeDocument/2006/relationships/customXml" Target="../ink/ink2065.xml"/><Relationship Id="rId200" Type="http://schemas.openxmlformats.org/officeDocument/2006/relationships/customXml" Target="../ink/ink1994.xml"/><Relationship Id="rId382" Type="http://schemas.openxmlformats.org/officeDocument/2006/relationships/customXml" Target="../ink/ink2086.xml"/><Relationship Id="rId438" Type="http://schemas.openxmlformats.org/officeDocument/2006/relationships/customXml" Target="../ink/ink2114.xml"/><Relationship Id="rId242" Type="http://schemas.openxmlformats.org/officeDocument/2006/relationships/customXml" Target="../ink/ink2015.xml"/><Relationship Id="rId284" Type="http://schemas.openxmlformats.org/officeDocument/2006/relationships/image" Target="../media/image1958.png"/><Relationship Id="rId37" Type="http://schemas.openxmlformats.org/officeDocument/2006/relationships/image" Target="../media/image1836.png"/><Relationship Id="rId79" Type="http://schemas.openxmlformats.org/officeDocument/2006/relationships/image" Target="../media/image1857.png"/><Relationship Id="rId102" Type="http://schemas.openxmlformats.org/officeDocument/2006/relationships/customXml" Target="../ink/ink1945.xml"/><Relationship Id="rId144" Type="http://schemas.openxmlformats.org/officeDocument/2006/relationships/customXml" Target="../ink/ink1966.xml"/><Relationship Id="rId90" Type="http://schemas.openxmlformats.org/officeDocument/2006/relationships/customXml" Target="../ink/ink1939.xml"/><Relationship Id="rId186" Type="http://schemas.openxmlformats.org/officeDocument/2006/relationships/customXml" Target="../ink/ink1987.xml"/><Relationship Id="rId351" Type="http://schemas.openxmlformats.org/officeDocument/2006/relationships/image" Target="../media/image1991.png"/><Relationship Id="rId393" Type="http://schemas.openxmlformats.org/officeDocument/2006/relationships/image" Target="../media/image2012.png"/><Relationship Id="rId407" Type="http://schemas.openxmlformats.org/officeDocument/2006/relationships/image" Target="../media/image2019.png"/><Relationship Id="rId449" Type="http://schemas.openxmlformats.org/officeDocument/2006/relationships/image" Target="../media/image2040.png"/><Relationship Id="rId211" Type="http://schemas.openxmlformats.org/officeDocument/2006/relationships/image" Target="../media/image1923.png"/><Relationship Id="rId253" Type="http://schemas.openxmlformats.org/officeDocument/2006/relationships/image" Target="../media/image1943.png"/><Relationship Id="rId295" Type="http://schemas.openxmlformats.org/officeDocument/2006/relationships/customXml" Target="../ink/ink2042.xml"/><Relationship Id="rId309" Type="http://schemas.openxmlformats.org/officeDocument/2006/relationships/image" Target="../media/image1970.png"/><Relationship Id="rId460" Type="http://schemas.openxmlformats.org/officeDocument/2006/relationships/customXml" Target="../ink/ink2125.xml"/><Relationship Id="rId48" Type="http://schemas.openxmlformats.org/officeDocument/2006/relationships/customXml" Target="../ink/ink1918.xml"/><Relationship Id="rId113" Type="http://schemas.openxmlformats.org/officeDocument/2006/relationships/image" Target="../media/image1874.png"/><Relationship Id="rId320" Type="http://schemas.openxmlformats.org/officeDocument/2006/relationships/customXml" Target="../ink/ink2055.xml"/><Relationship Id="rId155" Type="http://schemas.openxmlformats.org/officeDocument/2006/relationships/image" Target="../media/image1895.png"/><Relationship Id="rId197" Type="http://schemas.openxmlformats.org/officeDocument/2006/relationships/image" Target="../media/image1916.png"/><Relationship Id="rId362" Type="http://schemas.openxmlformats.org/officeDocument/2006/relationships/customXml" Target="../ink/ink2076.xml"/><Relationship Id="rId418" Type="http://schemas.openxmlformats.org/officeDocument/2006/relationships/customXml" Target="../ink/ink2104.xml"/><Relationship Id="rId222" Type="http://schemas.openxmlformats.org/officeDocument/2006/relationships/customXml" Target="../ink/ink2005.xml"/><Relationship Id="rId264" Type="http://schemas.openxmlformats.org/officeDocument/2006/relationships/customXml" Target="../ink/ink2026.xml"/><Relationship Id="rId471" Type="http://schemas.openxmlformats.org/officeDocument/2006/relationships/image" Target="../media/image2051.png"/><Relationship Id="rId17" Type="http://schemas.openxmlformats.org/officeDocument/2006/relationships/image" Target="../media/image1826.png"/><Relationship Id="rId59" Type="http://schemas.openxmlformats.org/officeDocument/2006/relationships/image" Target="../media/image1847.png"/><Relationship Id="rId124" Type="http://schemas.openxmlformats.org/officeDocument/2006/relationships/customXml" Target="../ink/ink1956.xml"/><Relationship Id="rId70" Type="http://schemas.openxmlformats.org/officeDocument/2006/relationships/customXml" Target="../ink/ink1929.xml"/><Relationship Id="rId166" Type="http://schemas.openxmlformats.org/officeDocument/2006/relationships/customXml" Target="../ink/ink1977.xml"/><Relationship Id="rId331" Type="http://schemas.openxmlformats.org/officeDocument/2006/relationships/image" Target="../media/image1981.png"/><Relationship Id="rId373" Type="http://schemas.openxmlformats.org/officeDocument/2006/relationships/image" Target="../media/image2002.png"/><Relationship Id="rId429" Type="http://schemas.openxmlformats.org/officeDocument/2006/relationships/image" Target="../media/image2030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1933.png"/><Relationship Id="rId440" Type="http://schemas.openxmlformats.org/officeDocument/2006/relationships/customXml" Target="../ink/ink2115.xml"/><Relationship Id="rId28" Type="http://schemas.openxmlformats.org/officeDocument/2006/relationships/customXml" Target="../ink/ink1908.xml"/><Relationship Id="rId275" Type="http://schemas.openxmlformats.org/officeDocument/2006/relationships/customXml" Target="../ink/ink2032.xml"/><Relationship Id="rId300" Type="http://schemas.openxmlformats.org/officeDocument/2006/relationships/image" Target="../media/image1966.png"/><Relationship Id="rId482" Type="http://schemas.openxmlformats.org/officeDocument/2006/relationships/customXml" Target="../ink/ink2136.xml"/><Relationship Id="rId81" Type="http://schemas.openxmlformats.org/officeDocument/2006/relationships/image" Target="../media/image1858.png"/><Relationship Id="rId135" Type="http://schemas.openxmlformats.org/officeDocument/2006/relationships/image" Target="../media/image1885.png"/><Relationship Id="rId177" Type="http://schemas.openxmlformats.org/officeDocument/2006/relationships/image" Target="../media/image1906.png"/><Relationship Id="rId342" Type="http://schemas.openxmlformats.org/officeDocument/2006/relationships/customXml" Target="../ink/ink2066.xml"/><Relationship Id="rId384" Type="http://schemas.openxmlformats.org/officeDocument/2006/relationships/customXml" Target="../ink/ink2087.xml"/><Relationship Id="rId202" Type="http://schemas.openxmlformats.org/officeDocument/2006/relationships/customXml" Target="../ink/ink1995.xml"/><Relationship Id="rId244" Type="http://schemas.openxmlformats.org/officeDocument/2006/relationships/customXml" Target="../ink/ink2016.xml"/><Relationship Id="rId39" Type="http://schemas.openxmlformats.org/officeDocument/2006/relationships/image" Target="../media/image1837.png"/><Relationship Id="rId286" Type="http://schemas.openxmlformats.org/officeDocument/2006/relationships/image" Target="../media/image1959.png"/><Relationship Id="rId451" Type="http://schemas.openxmlformats.org/officeDocument/2006/relationships/image" Target="../media/image2041.png"/><Relationship Id="rId50" Type="http://schemas.openxmlformats.org/officeDocument/2006/relationships/customXml" Target="../ink/ink1919.xml"/><Relationship Id="rId104" Type="http://schemas.openxmlformats.org/officeDocument/2006/relationships/customXml" Target="../ink/ink1946.xml"/><Relationship Id="rId146" Type="http://schemas.openxmlformats.org/officeDocument/2006/relationships/customXml" Target="../ink/ink1967.xml"/><Relationship Id="rId188" Type="http://schemas.openxmlformats.org/officeDocument/2006/relationships/customXml" Target="../ink/ink1988.xml"/><Relationship Id="rId311" Type="http://schemas.openxmlformats.org/officeDocument/2006/relationships/image" Target="../media/image1971.png"/><Relationship Id="rId353" Type="http://schemas.openxmlformats.org/officeDocument/2006/relationships/image" Target="../media/image1992.png"/><Relationship Id="rId395" Type="http://schemas.openxmlformats.org/officeDocument/2006/relationships/image" Target="../media/image2013.png"/><Relationship Id="rId409" Type="http://schemas.openxmlformats.org/officeDocument/2006/relationships/image" Target="../media/image2020.png"/><Relationship Id="rId92" Type="http://schemas.openxmlformats.org/officeDocument/2006/relationships/customXml" Target="../ink/ink1940.xml"/><Relationship Id="rId213" Type="http://schemas.openxmlformats.org/officeDocument/2006/relationships/image" Target="../media/image1924.png"/><Relationship Id="rId420" Type="http://schemas.openxmlformats.org/officeDocument/2006/relationships/customXml" Target="../ink/ink2105.xml"/><Relationship Id="rId255" Type="http://schemas.openxmlformats.org/officeDocument/2006/relationships/image" Target="../media/image1944.png"/><Relationship Id="rId297" Type="http://schemas.openxmlformats.org/officeDocument/2006/relationships/customXml" Target="../ink/ink2043.xml"/><Relationship Id="rId462" Type="http://schemas.openxmlformats.org/officeDocument/2006/relationships/customXml" Target="../ink/ink2126.xml"/><Relationship Id="rId115" Type="http://schemas.openxmlformats.org/officeDocument/2006/relationships/image" Target="../media/image1875.png"/><Relationship Id="rId157" Type="http://schemas.openxmlformats.org/officeDocument/2006/relationships/image" Target="../media/image1896.png"/><Relationship Id="rId322" Type="http://schemas.openxmlformats.org/officeDocument/2006/relationships/customXml" Target="../ink/ink2056.xml"/><Relationship Id="rId364" Type="http://schemas.openxmlformats.org/officeDocument/2006/relationships/customXml" Target="../ink/ink2077.xml"/><Relationship Id="rId61" Type="http://schemas.openxmlformats.org/officeDocument/2006/relationships/image" Target="../media/image1848.png"/><Relationship Id="rId199" Type="http://schemas.openxmlformats.org/officeDocument/2006/relationships/image" Target="../media/image1917.png"/><Relationship Id="rId19" Type="http://schemas.openxmlformats.org/officeDocument/2006/relationships/image" Target="../media/image1827.png"/><Relationship Id="rId224" Type="http://schemas.openxmlformats.org/officeDocument/2006/relationships/customXml" Target="../ink/ink2006.xml"/><Relationship Id="rId266" Type="http://schemas.openxmlformats.org/officeDocument/2006/relationships/customXml" Target="../ink/ink2027.xml"/><Relationship Id="rId431" Type="http://schemas.openxmlformats.org/officeDocument/2006/relationships/image" Target="../media/image2031.png"/><Relationship Id="rId473" Type="http://schemas.openxmlformats.org/officeDocument/2006/relationships/image" Target="../media/image2052.png"/><Relationship Id="rId30" Type="http://schemas.openxmlformats.org/officeDocument/2006/relationships/customXml" Target="../ink/ink1909.xml"/><Relationship Id="rId126" Type="http://schemas.openxmlformats.org/officeDocument/2006/relationships/customXml" Target="../ink/ink1957.xml"/><Relationship Id="rId168" Type="http://schemas.openxmlformats.org/officeDocument/2006/relationships/customXml" Target="../ink/ink1978.xml"/><Relationship Id="rId333" Type="http://schemas.openxmlformats.org/officeDocument/2006/relationships/image" Target="../media/image1982.png"/><Relationship Id="rId72" Type="http://schemas.openxmlformats.org/officeDocument/2006/relationships/customXml" Target="../ink/ink1930.xml"/><Relationship Id="rId375" Type="http://schemas.openxmlformats.org/officeDocument/2006/relationships/image" Target="../media/image2003.png"/><Relationship Id="rId3" Type="http://schemas.openxmlformats.org/officeDocument/2006/relationships/image" Target="../media/image1820.png"/><Relationship Id="rId235" Type="http://schemas.openxmlformats.org/officeDocument/2006/relationships/image" Target="../media/image1934.png"/><Relationship Id="rId277" Type="http://schemas.openxmlformats.org/officeDocument/2006/relationships/customXml" Target="../ink/ink2033.xml"/><Relationship Id="rId400" Type="http://schemas.openxmlformats.org/officeDocument/2006/relationships/customXml" Target="../ink/ink2095.xml"/><Relationship Id="rId442" Type="http://schemas.openxmlformats.org/officeDocument/2006/relationships/customXml" Target="../ink/ink2116.xml"/><Relationship Id="rId484" Type="http://schemas.openxmlformats.org/officeDocument/2006/relationships/customXml" Target="../ink/ink2137.xml"/><Relationship Id="rId137" Type="http://schemas.openxmlformats.org/officeDocument/2006/relationships/image" Target="../media/image1886.png"/><Relationship Id="rId302" Type="http://schemas.openxmlformats.org/officeDocument/2006/relationships/image" Target="../media/image1967.png"/><Relationship Id="rId344" Type="http://schemas.openxmlformats.org/officeDocument/2006/relationships/customXml" Target="../ink/ink2067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17.png"/><Relationship Id="rId671" Type="http://schemas.openxmlformats.org/officeDocument/2006/relationships/image" Target="../media/image2387.png"/><Relationship Id="rId769" Type="http://schemas.openxmlformats.org/officeDocument/2006/relationships/customXml" Target="../ink/ink2532.xml"/><Relationship Id="rId21" Type="http://schemas.openxmlformats.org/officeDocument/2006/relationships/image" Target="../media/image2070.png"/><Relationship Id="rId324" Type="http://schemas.openxmlformats.org/officeDocument/2006/relationships/customXml" Target="../ink/ink2302.xml"/><Relationship Id="rId531" Type="http://schemas.openxmlformats.org/officeDocument/2006/relationships/image" Target="../media/image2318.png"/><Relationship Id="rId629" Type="http://schemas.openxmlformats.org/officeDocument/2006/relationships/image" Target="../media/image2366.png"/><Relationship Id="rId170" Type="http://schemas.openxmlformats.org/officeDocument/2006/relationships/customXml" Target="../ink/ink2224.xml"/><Relationship Id="rId836" Type="http://schemas.openxmlformats.org/officeDocument/2006/relationships/customXml" Target="../ink/ink2566.xml"/><Relationship Id="rId268" Type="http://schemas.openxmlformats.org/officeDocument/2006/relationships/customXml" Target="../ink/ink2273.xml"/><Relationship Id="rId475" Type="http://schemas.openxmlformats.org/officeDocument/2006/relationships/image" Target="../media/image2291.png"/><Relationship Id="rId682" Type="http://schemas.openxmlformats.org/officeDocument/2006/relationships/customXml" Target="../ink/ink2486.xml"/><Relationship Id="rId32" Type="http://schemas.openxmlformats.org/officeDocument/2006/relationships/customXml" Target="../ink/ink2155.xml"/><Relationship Id="rId128" Type="http://schemas.openxmlformats.org/officeDocument/2006/relationships/customXml" Target="../ink/ink2203.xml"/><Relationship Id="rId335" Type="http://schemas.openxmlformats.org/officeDocument/2006/relationships/image" Target="../media/image2225.png"/><Relationship Id="rId542" Type="http://schemas.openxmlformats.org/officeDocument/2006/relationships/customXml" Target="../ink/ink2416.xml"/><Relationship Id="rId181" Type="http://schemas.openxmlformats.org/officeDocument/2006/relationships/image" Target="../media/image2149.png"/><Relationship Id="rId402" Type="http://schemas.openxmlformats.org/officeDocument/2006/relationships/customXml" Target="../ink/ink2342.xml"/><Relationship Id="rId847" Type="http://schemas.openxmlformats.org/officeDocument/2006/relationships/customXml" Target="../ink/ink2572.xml"/><Relationship Id="rId279" Type="http://schemas.openxmlformats.org/officeDocument/2006/relationships/customXml" Target="../ink/ink2279.xml"/><Relationship Id="rId486" Type="http://schemas.openxmlformats.org/officeDocument/2006/relationships/image" Target="../media/image2296.png"/><Relationship Id="rId693" Type="http://schemas.openxmlformats.org/officeDocument/2006/relationships/customXml" Target="../ink/ink2492.xml"/><Relationship Id="rId707" Type="http://schemas.openxmlformats.org/officeDocument/2006/relationships/image" Target="../media/image2404.png"/><Relationship Id="rId43" Type="http://schemas.openxmlformats.org/officeDocument/2006/relationships/image" Target="../media/image2081.png"/><Relationship Id="rId139" Type="http://schemas.openxmlformats.org/officeDocument/2006/relationships/image" Target="../media/image2128.png"/><Relationship Id="rId346" Type="http://schemas.openxmlformats.org/officeDocument/2006/relationships/image" Target="../media/image2230.png"/><Relationship Id="rId553" Type="http://schemas.openxmlformats.org/officeDocument/2006/relationships/image" Target="../media/image2328.png"/><Relationship Id="rId760" Type="http://schemas.openxmlformats.org/officeDocument/2006/relationships/customXml" Target="../ink/ink2527.xml"/><Relationship Id="rId192" Type="http://schemas.openxmlformats.org/officeDocument/2006/relationships/customXml" Target="../ink/ink2235.xml"/><Relationship Id="rId206" Type="http://schemas.openxmlformats.org/officeDocument/2006/relationships/customXml" Target="../ink/ink2242.xml"/><Relationship Id="rId413" Type="http://schemas.openxmlformats.org/officeDocument/2006/relationships/image" Target="../media/image2263.png"/><Relationship Id="rId858" Type="http://schemas.openxmlformats.org/officeDocument/2006/relationships/image" Target="../media/image2477.png"/><Relationship Id="rId497" Type="http://schemas.openxmlformats.org/officeDocument/2006/relationships/customXml" Target="../ink/ink2392.xml"/><Relationship Id="rId620" Type="http://schemas.openxmlformats.org/officeDocument/2006/relationships/customXml" Target="../ink/ink2455.xml"/><Relationship Id="rId718" Type="http://schemas.openxmlformats.org/officeDocument/2006/relationships/image" Target="../media/image2409.png"/><Relationship Id="rId357" Type="http://schemas.openxmlformats.org/officeDocument/2006/relationships/image" Target="../media/image2235.png"/><Relationship Id="rId54" Type="http://schemas.openxmlformats.org/officeDocument/2006/relationships/customXml" Target="../ink/ink2166.xml"/><Relationship Id="rId217" Type="http://schemas.openxmlformats.org/officeDocument/2006/relationships/image" Target="../media/image2167.png"/><Relationship Id="rId564" Type="http://schemas.openxmlformats.org/officeDocument/2006/relationships/customXml" Target="../ink/ink2427.xml"/><Relationship Id="rId771" Type="http://schemas.openxmlformats.org/officeDocument/2006/relationships/customXml" Target="../ink/ink2533.xml"/><Relationship Id="rId424" Type="http://schemas.openxmlformats.org/officeDocument/2006/relationships/customXml" Target="../ink/ink2353.xml"/><Relationship Id="rId631" Type="http://schemas.openxmlformats.org/officeDocument/2006/relationships/image" Target="../media/image2367.png"/><Relationship Id="rId729" Type="http://schemas.openxmlformats.org/officeDocument/2006/relationships/customXml" Target="../ink/ink2511.xml"/><Relationship Id="rId270" Type="http://schemas.openxmlformats.org/officeDocument/2006/relationships/image" Target="../media/image2193.png"/><Relationship Id="rId65" Type="http://schemas.openxmlformats.org/officeDocument/2006/relationships/image" Target="../media/image2091.png"/><Relationship Id="rId130" Type="http://schemas.openxmlformats.org/officeDocument/2006/relationships/customXml" Target="../ink/ink2204.xml"/><Relationship Id="rId368" Type="http://schemas.openxmlformats.org/officeDocument/2006/relationships/customXml" Target="../ink/ink2325.xml"/><Relationship Id="rId575" Type="http://schemas.openxmlformats.org/officeDocument/2006/relationships/image" Target="../media/image2339.png"/><Relationship Id="rId782" Type="http://schemas.openxmlformats.org/officeDocument/2006/relationships/image" Target="../media/image2440.png"/><Relationship Id="rId228" Type="http://schemas.openxmlformats.org/officeDocument/2006/relationships/customXml" Target="../ink/ink2253.xml"/><Relationship Id="rId435" Type="http://schemas.openxmlformats.org/officeDocument/2006/relationships/image" Target="../media/image2273.png"/><Relationship Id="rId642" Type="http://schemas.openxmlformats.org/officeDocument/2006/relationships/customXml" Target="../ink/ink2466.xml"/><Relationship Id="rId281" Type="http://schemas.openxmlformats.org/officeDocument/2006/relationships/customXml" Target="../ink/ink2280.xml"/><Relationship Id="rId502" Type="http://schemas.openxmlformats.org/officeDocument/2006/relationships/image" Target="../media/image2304.png"/><Relationship Id="rId76" Type="http://schemas.openxmlformats.org/officeDocument/2006/relationships/customXml" Target="../ink/ink2177.xml"/><Relationship Id="rId141" Type="http://schemas.openxmlformats.org/officeDocument/2006/relationships/image" Target="../media/image2129.png"/><Relationship Id="rId379" Type="http://schemas.openxmlformats.org/officeDocument/2006/relationships/image" Target="../media/image2246.png"/><Relationship Id="rId586" Type="http://schemas.openxmlformats.org/officeDocument/2006/relationships/customXml" Target="../ink/ink2438.xml"/><Relationship Id="rId793" Type="http://schemas.openxmlformats.org/officeDocument/2006/relationships/customXml" Target="../ink/ink2544.xml"/><Relationship Id="rId807" Type="http://schemas.openxmlformats.org/officeDocument/2006/relationships/customXml" Target="../ink/ink2551.xml"/><Relationship Id="rId7" Type="http://schemas.openxmlformats.org/officeDocument/2006/relationships/image" Target="../media/image2063.png"/><Relationship Id="rId239" Type="http://schemas.openxmlformats.org/officeDocument/2006/relationships/image" Target="../media/image2178.png"/><Relationship Id="rId446" Type="http://schemas.openxmlformats.org/officeDocument/2006/relationships/image" Target="../media/image2277.png"/><Relationship Id="rId653" Type="http://schemas.openxmlformats.org/officeDocument/2006/relationships/image" Target="../media/image2378.png"/><Relationship Id="rId292" Type="http://schemas.openxmlformats.org/officeDocument/2006/relationships/image" Target="../media/image2204.png"/><Relationship Id="rId306" Type="http://schemas.openxmlformats.org/officeDocument/2006/relationships/image" Target="../media/image2211.png"/><Relationship Id="rId860" Type="http://schemas.openxmlformats.org/officeDocument/2006/relationships/image" Target="../media/image2478.png"/><Relationship Id="rId87" Type="http://schemas.openxmlformats.org/officeDocument/2006/relationships/image" Target="../media/image2102.png"/><Relationship Id="rId513" Type="http://schemas.openxmlformats.org/officeDocument/2006/relationships/customXml" Target="../ink/ink2400.xml"/><Relationship Id="rId597" Type="http://schemas.openxmlformats.org/officeDocument/2006/relationships/image" Target="../media/image2350.png"/><Relationship Id="rId720" Type="http://schemas.openxmlformats.org/officeDocument/2006/relationships/image" Target="../media/image2410.png"/><Relationship Id="rId818" Type="http://schemas.openxmlformats.org/officeDocument/2006/relationships/customXml" Target="../ink/ink2557.xml"/><Relationship Id="rId152" Type="http://schemas.openxmlformats.org/officeDocument/2006/relationships/customXml" Target="../ink/ink2215.xml"/><Relationship Id="rId457" Type="http://schemas.openxmlformats.org/officeDocument/2006/relationships/image" Target="../media/image2282.png"/><Relationship Id="rId664" Type="http://schemas.openxmlformats.org/officeDocument/2006/relationships/customXml" Target="../ink/ink2477.xml"/><Relationship Id="rId14" Type="http://schemas.openxmlformats.org/officeDocument/2006/relationships/customXml" Target="../ink/ink2146.xml"/><Relationship Id="rId317" Type="http://schemas.openxmlformats.org/officeDocument/2006/relationships/image" Target="../media/image2216.png"/><Relationship Id="rId524" Type="http://schemas.openxmlformats.org/officeDocument/2006/relationships/image" Target="../media/image2315.png"/><Relationship Id="rId731" Type="http://schemas.openxmlformats.org/officeDocument/2006/relationships/customXml" Target="../ink/ink2512.xml"/><Relationship Id="rId98" Type="http://schemas.openxmlformats.org/officeDocument/2006/relationships/customXml" Target="../ink/ink2188.xml"/><Relationship Id="rId163" Type="http://schemas.openxmlformats.org/officeDocument/2006/relationships/image" Target="../media/image2140.png"/><Relationship Id="rId370" Type="http://schemas.openxmlformats.org/officeDocument/2006/relationships/customXml" Target="../ink/ink2326.xml"/><Relationship Id="rId829" Type="http://schemas.openxmlformats.org/officeDocument/2006/relationships/image" Target="../media/image2463.png"/><Relationship Id="rId230" Type="http://schemas.openxmlformats.org/officeDocument/2006/relationships/customXml" Target="../ink/ink2254.xml"/><Relationship Id="rId468" Type="http://schemas.openxmlformats.org/officeDocument/2006/relationships/customXml" Target="../ink/ink2377.xml"/><Relationship Id="rId675" Type="http://schemas.openxmlformats.org/officeDocument/2006/relationships/image" Target="../media/image2389.png"/><Relationship Id="rId25" Type="http://schemas.openxmlformats.org/officeDocument/2006/relationships/image" Target="../media/image2072.png"/><Relationship Id="rId328" Type="http://schemas.openxmlformats.org/officeDocument/2006/relationships/customXml" Target="../ink/ink2304.xml"/><Relationship Id="rId535" Type="http://schemas.openxmlformats.org/officeDocument/2006/relationships/customXml" Target="../ink/ink2412.xml"/><Relationship Id="rId742" Type="http://schemas.openxmlformats.org/officeDocument/2006/relationships/image" Target="../media/image2421.png"/><Relationship Id="rId174" Type="http://schemas.openxmlformats.org/officeDocument/2006/relationships/customXml" Target="../ink/ink2226.xml"/><Relationship Id="rId381" Type="http://schemas.openxmlformats.org/officeDocument/2006/relationships/image" Target="../media/image2247.png"/><Relationship Id="rId602" Type="http://schemas.openxmlformats.org/officeDocument/2006/relationships/customXml" Target="../ink/ink2446.xml"/><Relationship Id="rId241" Type="http://schemas.openxmlformats.org/officeDocument/2006/relationships/image" Target="../media/image2179.png"/><Relationship Id="rId479" Type="http://schemas.openxmlformats.org/officeDocument/2006/relationships/image" Target="../media/image2293.png"/><Relationship Id="rId686" Type="http://schemas.openxmlformats.org/officeDocument/2006/relationships/customXml" Target="../ink/ink2488.xml"/><Relationship Id="rId36" Type="http://schemas.openxmlformats.org/officeDocument/2006/relationships/customXml" Target="../ink/ink2157.xml"/><Relationship Id="rId339" Type="http://schemas.openxmlformats.org/officeDocument/2006/relationships/image" Target="../media/image2227.png"/><Relationship Id="rId546" Type="http://schemas.openxmlformats.org/officeDocument/2006/relationships/customXml" Target="../ink/ink2418.xml"/><Relationship Id="rId753" Type="http://schemas.openxmlformats.org/officeDocument/2006/relationships/image" Target="../media/image2426.png"/><Relationship Id="rId101" Type="http://schemas.openxmlformats.org/officeDocument/2006/relationships/image" Target="../media/image2109.png"/><Relationship Id="rId185" Type="http://schemas.openxmlformats.org/officeDocument/2006/relationships/image" Target="../media/image2151.png"/><Relationship Id="rId406" Type="http://schemas.openxmlformats.org/officeDocument/2006/relationships/customXml" Target="../ink/ink2344.xml"/><Relationship Id="rId392" Type="http://schemas.openxmlformats.org/officeDocument/2006/relationships/customXml" Target="../ink/ink2337.xml"/><Relationship Id="rId613" Type="http://schemas.openxmlformats.org/officeDocument/2006/relationships/image" Target="../media/image2358.png"/><Relationship Id="rId697" Type="http://schemas.openxmlformats.org/officeDocument/2006/relationships/customXml" Target="../ink/ink2494.xml"/><Relationship Id="rId820" Type="http://schemas.openxmlformats.org/officeDocument/2006/relationships/customXml" Target="../ink/ink2558.xml"/><Relationship Id="rId252" Type="http://schemas.openxmlformats.org/officeDocument/2006/relationships/customXml" Target="../ink/ink2265.xml"/><Relationship Id="rId47" Type="http://schemas.openxmlformats.org/officeDocument/2006/relationships/image" Target="../media/image2083.png"/><Relationship Id="rId112" Type="http://schemas.openxmlformats.org/officeDocument/2006/relationships/customXml" Target="../ink/ink2195.xml"/><Relationship Id="rId557" Type="http://schemas.openxmlformats.org/officeDocument/2006/relationships/image" Target="../media/image2330.png"/><Relationship Id="rId764" Type="http://schemas.openxmlformats.org/officeDocument/2006/relationships/customXml" Target="../ink/ink2529.xml"/><Relationship Id="rId196" Type="http://schemas.openxmlformats.org/officeDocument/2006/relationships/customXml" Target="../ink/ink2237.xml"/><Relationship Id="rId417" Type="http://schemas.openxmlformats.org/officeDocument/2006/relationships/image" Target="../media/image2265.png"/><Relationship Id="rId624" Type="http://schemas.openxmlformats.org/officeDocument/2006/relationships/customXml" Target="../ink/ink2457.xml"/><Relationship Id="rId831" Type="http://schemas.openxmlformats.org/officeDocument/2006/relationships/image" Target="../media/image2464.png"/><Relationship Id="rId263" Type="http://schemas.openxmlformats.org/officeDocument/2006/relationships/image" Target="../media/image2190.png"/><Relationship Id="rId470" Type="http://schemas.openxmlformats.org/officeDocument/2006/relationships/customXml" Target="../ink/ink2378.xml"/><Relationship Id="rId58" Type="http://schemas.openxmlformats.org/officeDocument/2006/relationships/customXml" Target="../ink/ink2168.xml"/><Relationship Id="rId123" Type="http://schemas.openxmlformats.org/officeDocument/2006/relationships/image" Target="../media/image2120.png"/><Relationship Id="rId330" Type="http://schemas.openxmlformats.org/officeDocument/2006/relationships/customXml" Target="../ink/ink2305.xml"/><Relationship Id="rId568" Type="http://schemas.openxmlformats.org/officeDocument/2006/relationships/customXml" Target="../ink/ink2429.xml"/><Relationship Id="rId775" Type="http://schemas.openxmlformats.org/officeDocument/2006/relationships/customXml" Target="../ink/ink2535.xml"/><Relationship Id="rId428" Type="http://schemas.openxmlformats.org/officeDocument/2006/relationships/customXml" Target="../ink/ink2355.xml"/><Relationship Id="rId635" Type="http://schemas.openxmlformats.org/officeDocument/2006/relationships/image" Target="../media/image2369.png"/><Relationship Id="rId842" Type="http://schemas.openxmlformats.org/officeDocument/2006/relationships/customXml" Target="../ink/ink2569.xml"/><Relationship Id="rId274" Type="http://schemas.openxmlformats.org/officeDocument/2006/relationships/image" Target="../media/image2195.png"/><Relationship Id="rId481" Type="http://schemas.openxmlformats.org/officeDocument/2006/relationships/customXml" Target="../ink/ink2384.xml"/><Relationship Id="rId702" Type="http://schemas.openxmlformats.org/officeDocument/2006/relationships/customXml" Target="../ink/ink2497.xml"/><Relationship Id="rId69" Type="http://schemas.openxmlformats.org/officeDocument/2006/relationships/image" Target="../media/image2093.png"/><Relationship Id="rId134" Type="http://schemas.openxmlformats.org/officeDocument/2006/relationships/customXml" Target="../ink/ink2206.xml"/><Relationship Id="rId579" Type="http://schemas.openxmlformats.org/officeDocument/2006/relationships/image" Target="../media/image2341.png"/><Relationship Id="rId786" Type="http://schemas.openxmlformats.org/officeDocument/2006/relationships/image" Target="../media/image2442.png"/><Relationship Id="rId341" Type="http://schemas.openxmlformats.org/officeDocument/2006/relationships/image" Target="../media/image2228.png"/><Relationship Id="rId439" Type="http://schemas.openxmlformats.org/officeDocument/2006/relationships/customXml" Target="../ink/ink2361.xml"/><Relationship Id="rId646" Type="http://schemas.openxmlformats.org/officeDocument/2006/relationships/customXml" Target="../ink/ink2468.xml"/><Relationship Id="rId201" Type="http://schemas.openxmlformats.org/officeDocument/2006/relationships/image" Target="../media/image2159.png"/><Relationship Id="rId285" Type="http://schemas.openxmlformats.org/officeDocument/2006/relationships/customXml" Target="../ink/ink2282.xml"/><Relationship Id="rId506" Type="http://schemas.openxmlformats.org/officeDocument/2006/relationships/image" Target="../media/image2306.png"/><Relationship Id="rId853" Type="http://schemas.openxmlformats.org/officeDocument/2006/relationships/customXml" Target="../ink/ink2575.xml"/><Relationship Id="rId492" Type="http://schemas.openxmlformats.org/officeDocument/2006/relationships/image" Target="../media/image2299.png"/><Relationship Id="rId713" Type="http://schemas.openxmlformats.org/officeDocument/2006/relationships/customXml" Target="../ink/ink2503.xml"/><Relationship Id="rId797" Type="http://schemas.openxmlformats.org/officeDocument/2006/relationships/customXml" Target="../ink/ink2546.xml"/><Relationship Id="rId145" Type="http://schemas.openxmlformats.org/officeDocument/2006/relationships/image" Target="../media/image2131.png"/><Relationship Id="rId352" Type="http://schemas.openxmlformats.org/officeDocument/2006/relationships/image" Target="../media/image2233.png"/><Relationship Id="rId212" Type="http://schemas.openxmlformats.org/officeDocument/2006/relationships/customXml" Target="../ink/ink2245.xml"/><Relationship Id="rId657" Type="http://schemas.openxmlformats.org/officeDocument/2006/relationships/image" Target="../media/image2380.png"/><Relationship Id="rId864" Type="http://schemas.openxmlformats.org/officeDocument/2006/relationships/image" Target="../media/image2480.png"/><Relationship Id="rId296" Type="http://schemas.openxmlformats.org/officeDocument/2006/relationships/image" Target="../media/image2206.png"/><Relationship Id="rId517" Type="http://schemas.openxmlformats.org/officeDocument/2006/relationships/customXml" Target="../ink/ink2402.xml"/><Relationship Id="rId724" Type="http://schemas.openxmlformats.org/officeDocument/2006/relationships/image" Target="../media/image2412.png"/><Relationship Id="rId60" Type="http://schemas.openxmlformats.org/officeDocument/2006/relationships/customXml" Target="../ink/ink2169.xml"/><Relationship Id="rId156" Type="http://schemas.openxmlformats.org/officeDocument/2006/relationships/customXml" Target="../ink/ink2217.xml"/><Relationship Id="rId363" Type="http://schemas.openxmlformats.org/officeDocument/2006/relationships/image" Target="../media/image2238.png"/><Relationship Id="rId570" Type="http://schemas.openxmlformats.org/officeDocument/2006/relationships/customXml" Target="../ink/ink2430.xml"/><Relationship Id="rId223" Type="http://schemas.openxmlformats.org/officeDocument/2006/relationships/image" Target="../media/image2170.png"/><Relationship Id="rId430" Type="http://schemas.openxmlformats.org/officeDocument/2006/relationships/customXml" Target="../ink/ink2356.xml"/><Relationship Id="rId668" Type="http://schemas.openxmlformats.org/officeDocument/2006/relationships/customXml" Target="../ink/ink2479.xml"/><Relationship Id="rId18" Type="http://schemas.openxmlformats.org/officeDocument/2006/relationships/customXml" Target="../ink/ink2148.xml"/><Relationship Id="rId528" Type="http://schemas.openxmlformats.org/officeDocument/2006/relationships/customXml" Target="../ink/ink2408.xml"/><Relationship Id="rId735" Type="http://schemas.openxmlformats.org/officeDocument/2006/relationships/customXml" Target="../ink/ink2514.xml"/><Relationship Id="rId167" Type="http://schemas.openxmlformats.org/officeDocument/2006/relationships/image" Target="../media/image2142.png"/><Relationship Id="rId374" Type="http://schemas.openxmlformats.org/officeDocument/2006/relationships/customXml" Target="../ink/ink2328.xml"/><Relationship Id="rId581" Type="http://schemas.openxmlformats.org/officeDocument/2006/relationships/image" Target="../media/image2342.png"/><Relationship Id="rId71" Type="http://schemas.openxmlformats.org/officeDocument/2006/relationships/image" Target="../media/image2094.png"/><Relationship Id="rId234" Type="http://schemas.openxmlformats.org/officeDocument/2006/relationships/customXml" Target="../ink/ink2256.xml"/><Relationship Id="rId679" Type="http://schemas.openxmlformats.org/officeDocument/2006/relationships/image" Target="../media/image2391.png"/><Relationship Id="rId802" Type="http://schemas.openxmlformats.org/officeDocument/2006/relationships/image" Target="../media/image2450.png"/><Relationship Id="rId2" Type="http://schemas.openxmlformats.org/officeDocument/2006/relationships/customXml" Target="../ink/ink2140.xml"/><Relationship Id="rId29" Type="http://schemas.openxmlformats.org/officeDocument/2006/relationships/image" Target="../media/image2074.png"/><Relationship Id="rId441" Type="http://schemas.openxmlformats.org/officeDocument/2006/relationships/image" Target="../media/image2275.png"/><Relationship Id="rId539" Type="http://schemas.openxmlformats.org/officeDocument/2006/relationships/image" Target="../media/image2321.png"/><Relationship Id="rId746" Type="http://schemas.openxmlformats.org/officeDocument/2006/relationships/image" Target="../media/image2423.png"/><Relationship Id="rId178" Type="http://schemas.openxmlformats.org/officeDocument/2006/relationships/customXml" Target="../ink/ink2228.xml"/><Relationship Id="rId301" Type="http://schemas.openxmlformats.org/officeDocument/2006/relationships/customXml" Target="../ink/ink2290.xml"/><Relationship Id="rId82" Type="http://schemas.openxmlformats.org/officeDocument/2006/relationships/customXml" Target="../ink/ink2180.xml"/><Relationship Id="rId385" Type="http://schemas.openxmlformats.org/officeDocument/2006/relationships/image" Target="../media/image2249.png"/><Relationship Id="rId592" Type="http://schemas.openxmlformats.org/officeDocument/2006/relationships/customXml" Target="../ink/ink2441.xml"/><Relationship Id="rId606" Type="http://schemas.openxmlformats.org/officeDocument/2006/relationships/customXml" Target="../ink/ink2448.xml"/><Relationship Id="rId813" Type="http://schemas.openxmlformats.org/officeDocument/2006/relationships/customXml" Target="../ink/ink2554.xml"/><Relationship Id="rId245" Type="http://schemas.openxmlformats.org/officeDocument/2006/relationships/image" Target="../media/image2181.png"/><Relationship Id="rId452" Type="http://schemas.openxmlformats.org/officeDocument/2006/relationships/image" Target="../media/image2280.png"/><Relationship Id="rId105" Type="http://schemas.openxmlformats.org/officeDocument/2006/relationships/image" Target="../media/image2111.png"/><Relationship Id="rId312" Type="http://schemas.openxmlformats.org/officeDocument/2006/relationships/customXml" Target="../ink/ink2296.xml"/><Relationship Id="rId757" Type="http://schemas.openxmlformats.org/officeDocument/2006/relationships/image" Target="../media/image2428.png"/><Relationship Id="rId93" Type="http://schemas.openxmlformats.org/officeDocument/2006/relationships/image" Target="../media/image2105.png"/><Relationship Id="rId189" Type="http://schemas.openxmlformats.org/officeDocument/2006/relationships/image" Target="../media/image2153.png"/><Relationship Id="rId396" Type="http://schemas.openxmlformats.org/officeDocument/2006/relationships/customXml" Target="../ink/ink2339.xml"/><Relationship Id="rId617" Type="http://schemas.openxmlformats.org/officeDocument/2006/relationships/image" Target="../media/image2360.png"/><Relationship Id="rId824" Type="http://schemas.openxmlformats.org/officeDocument/2006/relationships/customXml" Target="../ink/ink2560.xml"/><Relationship Id="rId256" Type="http://schemas.openxmlformats.org/officeDocument/2006/relationships/customXml" Target="../ink/ink2267.xml"/><Relationship Id="rId463" Type="http://schemas.openxmlformats.org/officeDocument/2006/relationships/image" Target="../media/image2285.png"/><Relationship Id="rId670" Type="http://schemas.openxmlformats.org/officeDocument/2006/relationships/customXml" Target="../ink/ink2480.xml"/><Relationship Id="rId116" Type="http://schemas.openxmlformats.org/officeDocument/2006/relationships/customXml" Target="../ink/ink2197.xml"/><Relationship Id="rId323" Type="http://schemas.openxmlformats.org/officeDocument/2006/relationships/image" Target="../media/image2219.png"/><Relationship Id="rId530" Type="http://schemas.openxmlformats.org/officeDocument/2006/relationships/customXml" Target="../ink/ink2409.xml"/><Relationship Id="rId768" Type="http://schemas.openxmlformats.org/officeDocument/2006/relationships/image" Target="../media/image2433.png"/><Relationship Id="rId20" Type="http://schemas.openxmlformats.org/officeDocument/2006/relationships/customXml" Target="../ink/ink2149.xml"/><Relationship Id="rId628" Type="http://schemas.openxmlformats.org/officeDocument/2006/relationships/customXml" Target="../ink/ink2459.xml"/><Relationship Id="rId835" Type="http://schemas.openxmlformats.org/officeDocument/2006/relationships/image" Target="../media/image2466.png"/><Relationship Id="rId267" Type="http://schemas.openxmlformats.org/officeDocument/2006/relationships/image" Target="../media/image2192.png"/><Relationship Id="rId474" Type="http://schemas.openxmlformats.org/officeDocument/2006/relationships/customXml" Target="../ink/ink2380.xml"/><Relationship Id="rId127" Type="http://schemas.openxmlformats.org/officeDocument/2006/relationships/image" Target="../media/image2122.png"/><Relationship Id="rId681" Type="http://schemas.openxmlformats.org/officeDocument/2006/relationships/image" Target="../media/image2392.png"/><Relationship Id="rId779" Type="http://schemas.openxmlformats.org/officeDocument/2006/relationships/customXml" Target="../ink/ink2537.xml"/><Relationship Id="rId31" Type="http://schemas.openxmlformats.org/officeDocument/2006/relationships/image" Target="../media/image2075.png"/><Relationship Id="rId334" Type="http://schemas.openxmlformats.org/officeDocument/2006/relationships/customXml" Target="../ink/ink2307.xml"/><Relationship Id="rId541" Type="http://schemas.openxmlformats.org/officeDocument/2006/relationships/image" Target="../media/image2322.png"/><Relationship Id="rId639" Type="http://schemas.openxmlformats.org/officeDocument/2006/relationships/image" Target="../media/image2371.png"/><Relationship Id="rId180" Type="http://schemas.openxmlformats.org/officeDocument/2006/relationships/customXml" Target="../ink/ink2229.xml"/><Relationship Id="rId278" Type="http://schemas.openxmlformats.org/officeDocument/2006/relationships/image" Target="../media/image2197.png"/><Relationship Id="rId401" Type="http://schemas.openxmlformats.org/officeDocument/2006/relationships/image" Target="../media/image2257.png"/><Relationship Id="rId846" Type="http://schemas.openxmlformats.org/officeDocument/2006/relationships/image" Target="../media/image2471.png"/><Relationship Id="rId485" Type="http://schemas.openxmlformats.org/officeDocument/2006/relationships/customXml" Target="../ink/ink2386.xml"/><Relationship Id="rId692" Type="http://schemas.openxmlformats.org/officeDocument/2006/relationships/image" Target="../media/image2397.png"/><Relationship Id="rId706" Type="http://schemas.openxmlformats.org/officeDocument/2006/relationships/customXml" Target="../ink/ink2499.xml"/><Relationship Id="rId42" Type="http://schemas.openxmlformats.org/officeDocument/2006/relationships/customXml" Target="../ink/ink2160.xml"/><Relationship Id="rId138" Type="http://schemas.openxmlformats.org/officeDocument/2006/relationships/customXml" Target="../ink/ink2208.xml"/><Relationship Id="rId345" Type="http://schemas.openxmlformats.org/officeDocument/2006/relationships/customXml" Target="../ink/ink2313.xml"/><Relationship Id="rId552" Type="http://schemas.openxmlformats.org/officeDocument/2006/relationships/customXml" Target="../ink/ink2421.xml"/><Relationship Id="rId191" Type="http://schemas.openxmlformats.org/officeDocument/2006/relationships/image" Target="../media/image2154.png"/><Relationship Id="rId205" Type="http://schemas.openxmlformats.org/officeDocument/2006/relationships/image" Target="../media/image2161.png"/><Relationship Id="rId412" Type="http://schemas.openxmlformats.org/officeDocument/2006/relationships/customXml" Target="../ink/ink2347.xml"/><Relationship Id="rId857" Type="http://schemas.openxmlformats.org/officeDocument/2006/relationships/customXml" Target="../ink/ink2577.xml"/><Relationship Id="rId289" Type="http://schemas.openxmlformats.org/officeDocument/2006/relationships/customXml" Target="../ink/ink2284.xml"/><Relationship Id="rId496" Type="http://schemas.openxmlformats.org/officeDocument/2006/relationships/image" Target="../media/image2301.png"/><Relationship Id="rId717" Type="http://schemas.openxmlformats.org/officeDocument/2006/relationships/customXml" Target="../ink/ink2505.xml"/><Relationship Id="rId53" Type="http://schemas.openxmlformats.org/officeDocument/2006/relationships/image" Target="../media/image2086.png"/><Relationship Id="rId149" Type="http://schemas.openxmlformats.org/officeDocument/2006/relationships/image" Target="../media/image2133.png"/><Relationship Id="rId356" Type="http://schemas.openxmlformats.org/officeDocument/2006/relationships/customXml" Target="../ink/ink2319.xml"/><Relationship Id="rId563" Type="http://schemas.openxmlformats.org/officeDocument/2006/relationships/image" Target="../media/image2333.png"/><Relationship Id="rId770" Type="http://schemas.openxmlformats.org/officeDocument/2006/relationships/image" Target="../media/image2434.png"/><Relationship Id="rId216" Type="http://schemas.openxmlformats.org/officeDocument/2006/relationships/customXml" Target="../ink/ink2247.xml"/><Relationship Id="rId423" Type="http://schemas.openxmlformats.org/officeDocument/2006/relationships/image" Target="../media/image119.png"/><Relationship Id="rId868" Type="http://schemas.openxmlformats.org/officeDocument/2006/relationships/image" Target="../media/image2482.png"/><Relationship Id="rId630" Type="http://schemas.openxmlformats.org/officeDocument/2006/relationships/customXml" Target="../ink/ink2460.xml"/><Relationship Id="rId728" Type="http://schemas.openxmlformats.org/officeDocument/2006/relationships/image" Target="../media/image2414.png"/><Relationship Id="rId64" Type="http://schemas.openxmlformats.org/officeDocument/2006/relationships/customXml" Target="../ink/ink2171.xml"/><Relationship Id="rId367" Type="http://schemas.openxmlformats.org/officeDocument/2006/relationships/image" Target="../media/image2240.png"/><Relationship Id="rId574" Type="http://schemas.openxmlformats.org/officeDocument/2006/relationships/customXml" Target="../ink/ink2432.xml"/><Relationship Id="rId227" Type="http://schemas.openxmlformats.org/officeDocument/2006/relationships/image" Target="../media/image2172.png"/><Relationship Id="rId781" Type="http://schemas.openxmlformats.org/officeDocument/2006/relationships/customXml" Target="../ink/ink2538.xml"/><Relationship Id="rId434" Type="http://schemas.openxmlformats.org/officeDocument/2006/relationships/customXml" Target="../ink/ink2358.xml"/><Relationship Id="rId641" Type="http://schemas.openxmlformats.org/officeDocument/2006/relationships/image" Target="../media/image2372.png"/><Relationship Id="rId739" Type="http://schemas.openxmlformats.org/officeDocument/2006/relationships/customXml" Target="../ink/ink2516.xml"/><Relationship Id="rId280" Type="http://schemas.openxmlformats.org/officeDocument/2006/relationships/image" Target="../media/image2198.png"/><Relationship Id="rId501" Type="http://schemas.openxmlformats.org/officeDocument/2006/relationships/customXml" Target="../ink/ink2394.xml"/><Relationship Id="rId75" Type="http://schemas.openxmlformats.org/officeDocument/2006/relationships/image" Target="../media/image2096.png"/><Relationship Id="rId140" Type="http://schemas.openxmlformats.org/officeDocument/2006/relationships/customXml" Target="../ink/ink2209.xml"/><Relationship Id="rId378" Type="http://schemas.openxmlformats.org/officeDocument/2006/relationships/customXml" Target="../ink/ink2330.xml"/><Relationship Id="rId585" Type="http://schemas.openxmlformats.org/officeDocument/2006/relationships/image" Target="../media/image2344.png"/><Relationship Id="rId792" Type="http://schemas.openxmlformats.org/officeDocument/2006/relationships/image" Target="../media/image2445.png"/><Relationship Id="rId806" Type="http://schemas.openxmlformats.org/officeDocument/2006/relationships/image" Target="../media/image2452.png"/><Relationship Id="rId6" Type="http://schemas.openxmlformats.org/officeDocument/2006/relationships/customXml" Target="../ink/ink2142.xml"/><Relationship Id="rId238" Type="http://schemas.openxmlformats.org/officeDocument/2006/relationships/customXml" Target="../ink/ink2258.xml"/><Relationship Id="rId445" Type="http://schemas.openxmlformats.org/officeDocument/2006/relationships/customXml" Target="../ink/ink2365.xml"/><Relationship Id="rId652" Type="http://schemas.openxmlformats.org/officeDocument/2006/relationships/customXml" Target="../ink/ink2471.xml"/><Relationship Id="rId291" Type="http://schemas.openxmlformats.org/officeDocument/2006/relationships/customXml" Target="../ink/ink2285.xml"/><Relationship Id="rId305" Type="http://schemas.openxmlformats.org/officeDocument/2006/relationships/customXml" Target="../ink/ink2292.xml"/><Relationship Id="rId512" Type="http://schemas.openxmlformats.org/officeDocument/2006/relationships/image" Target="../media/image2309.png"/><Relationship Id="rId86" Type="http://schemas.openxmlformats.org/officeDocument/2006/relationships/customXml" Target="../ink/ink2182.xml"/><Relationship Id="rId151" Type="http://schemas.openxmlformats.org/officeDocument/2006/relationships/image" Target="../media/image2134.png"/><Relationship Id="rId389" Type="http://schemas.openxmlformats.org/officeDocument/2006/relationships/image" Target="../media/image2251.png"/><Relationship Id="rId596" Type="http://schemas.openxmlformats.org/officeDocument/2006/relationships/customXml" Target="../ink/ink2443.xml"/><Relationship Id="rId817" Type="http://schemas.openxmlformats.org/officeDocument/2006/relationships/image" Target="../media/image2457.png"/><Relationship Id="rId249" Type="http://schemas.openxmlformats.org/officeDocument/2006/relationships/image" Target="../media/image2183.png"/><Relationship Id="rId456" Type="http://schemas.openxmlformats.org/officeDocument/2006/relationships/customXml" Target="../ink/ink2371.xml"/><Relationship Id="rId663" Type="http://schemas.openxmlformats.org/officeDocument/2006/relationships/image" Target="../media/image2383.png"/><Relationship Id="rId13" Type="http://schemas.openxmlformats.org/officeDocument/2006/relationships/image" Target="../media/image2066.png"/><Relationship Id="rId109" Type="http://schemas.openxmlformats.org/officeDocument/2006/relationships/image" Target="../media/image2113.png"/><Relationship Id="rId316" Type="http://schemas.openxmlformats.org/officeDocument/2006/relationships/customXml" Target="../ink/ink2298.xml"/><Relationship Id="rId523" Type="http://schemas.openxmlformats.org/officeDocument/2006/relationships/customXml" Target="../ink/ink2405.xml"/><Relationship Id="rId97" Type="http://schemas.openxmlformats.org/officeDocument/2006/relationships/image" Target="../media/image2107.png"/><Relationship Id="rId730" Type="http://schemas.openxmlformats.org/officeDocument/2006/relationships/image" Target="../media/image2415.png"/><Relationship Id="rId828" Type="http://schemas.openxmlformats.org/officeDocument/2006/relationships/customXml" Target="../ink/ink2562.xml"/><Relationship Id="rId162" Type="http://schemas.openxmlformats.org/officeDocument/2006/relationships/customXml" Target="../ink/ink2220.xml"/><Relationship Id="rId467" Type="http://schemas.openxmlformats.org/officeDocument/2006/relationships/image" Target="../media/image2287.png"/><Relationship Id="rId674" Type="http://schemas.openxmlformats.org/officeDocument/2006/relationships/customXml" Target="../ink/ink2482.xml"/><Relationship Id="rId24" Type="http://schemas.openxmlformats.org/officeDocument/2006/relationships/customXml" Target="../ink/ink2151.xml"/><Relationship Id="rId327" Type="http://schemas.openxmlformats.org/officeDocument/2006/relationships/image" Target="../media/image2221.png"/><Relationship Id="rId534" Type="http://schemas.openxmlformats.org/officeDocument/2006/relationships/customXml" Target="../ink/ink2411.xml"/><Relationship Id="rId741" Type="http://schemas.openxmlformats.org/officeDocument/2006/relationships/customXml" Target="../ink/ink2517.xml"/><Relationship Id="rId839" Type="http://schemas.openxmlformats.org/officeDocument/2006/relationships/image" Target="../media/image2468.png"/><Relationship Id="rId173" Type="http://schemas.openxmlformats.org/officeDocument/2006/relationships/image" Target="../media/image2145.png"/><Relationship Id="rId380" Type="http://schemas.openxmlformats.org/officeDocument/2006/relationships/customXml" Target="../ink/ink2331.xml"/><Relationship Id="rId601" Type="http://schemas.openxmlformats.org/officeDocument/2006/relationships/image" Target="../media/image2352.png"/><Relationship Id="rId240" Type="http://schemas.openxmlformats.org/officeDocument/2006/relationships/customXml" Target="../ink/ink2259.xml"/><Relationship Id="rId478" Type="http://schemas.openxmlformats.org/officeDocument/2006/relationships/customXml" Target="../ink/ink2382.xml"/><Relationship Id="rId685" Type="http://schemas.openxmlformats.org/officeDocument/2006/relationships/image" Target="../media/image2394.png"/><Relationship Id="rId35" Type="http://schemas.openxmlformats.org/officeDocument/2006/relationships/image" Target="../media/image2077.png"/><Relationship Id="rId100" Type="http://schemas.openxmlformats.org/officeDocument/2006/relationships/customXml" Target="../ink/ink2189.xml"/><Relationship Id="rId338" Type="http://schemas.openxmlformats.org/officeDocument/2006/relationships/customXml" Target="../ink/ink2309.xml"/><Relationship Id="rId545" Type="http://schemas.openxmlformats.org/officeDocument/2006/relationships/image" Target="../media/image2324.png"/><Relationship Id="rId752" Type="http://schemas.openxmlformats.org/officeDocument/2006/relationships/customXml" Target="../ink/ink2523.xml"/><Relationship Id="rId184" Type="http://schemas.openxmlformats.org/officeDocument/2006/relationships/customXml" Target="../ink/ink2231.xml"/><Relationship Id="rId391" Type="http://schemas.openxmlformats.org/officeDocument/2006/relationships/image" Target="../media/image2252.png"/><Relationship Id="rId405" Type="http://schemas.openxmlformats.org/officeDocument/2006/relationships/image" Target="../media/image2259.png"/><Relationship Id="rId612" Type="http://schemas.openxmlformats.org/officeDocument/2006/relationships/customXml" Target="../ink/ink2451.xml"/><Relationship Id="rId251" Type="http://schemas.openxmlformats.org/officeDocument/2006/relationships/image" Target="../media/image2184.png"/><Relationship Id="rId489" Type="http://schemas.openxmlformats.org/officeDocument/2006/relationships/customXml" Target="../ink/ink2388.xml"/><Relationship Id="rId654" Type="http://schemas.openxmlformats.org/officeDocument/2006/relationships/customXml" Target="../ink/ink2472.xml"/><Relationship Id="rId696" Type="http://schemas.openxmlformats.org/officeDocument/2006/relationships/image" Target="../media/image2399.png"/><Relationship Id="rId861" Type="http://schemas.openxmlformats.org/officeDocument/2006/relationships/customXml" Target="../ink/ink2579.xml"/><Relationship Id="rId46" Type="http://schemas.openxmlformats.org/officeDocument/2006/relationships/customXml" Target="../ink/ink2162.xml"/><Relationship Id="rId293" Type="http://schemas.openxmlformats.org/officeDocument/2006/relationships/customXml" Target="../ink/ink2286.xml"/><Relationship Id="rId307" Type="http://schemas.openxmlformats.org/officeDocument/2006/relationships/customXml" Target="../ink/ink2293.xml"/><Relationship Id="rId349" Type="http://schemas.openxmlformats.org/officeDocument/2006/relationships/customXml" Target="../ink/ink2315.xml"/><Relationship Id="rId514" Type="http://schemas.openxmlformats.org/officeDocument/2006/relationships/image" Target="../media/image2310.png"/><Relationship Id="rId556" Type="http://schemas.openxmlformats.org/officeDocument/2006/relationships/customXml" Target="../ink/ink2423.xml"/><Relationship Id="rId721" Type="http://schemas.openxmlformats.org/officeDocument/2006/relationships/customXml" Target="../ink/ink2507.xml"/><Relationship Id="rId763" Type="http://schemas.openxmlformats.org/officeDocument/2006/relationships/image" Target="../media/image2431.png"/><Relationship Id="rId88" Type="http://schemas.openxmlformats.org/officeDocument/2006/relationships/customXml" Target="../ink/ink2183.xml"/><Relationship Id="rId111" Type="http://schemas.openxmlformats.org/officeDocument/2006/relationships/image" Target="../media/image2114.png"/><Relationship Id="rId153" Type="http://schemas.openxmlformats.org/officeDocument/2006/relationships/image" Target="../media/image2135.png"/><Relationship Id="rId195" Type="http://schemas.openxmlformats.org/officeDocument/2006/relationships/image" Target="../media/image2156.png"/><Relationship Id="rId209" Type="http://schemas.openxmlformats.org/officeDocument/2006/relationships/image" Target="../media/image2163.png"/><Relationship Id="rId360" Type="http://schemas.openxmlformats.org/officeDocument/2006/relationships/customXml" Target="../ink/ink2321.xml"/><Relationship Id="rId416" Type="http://schemas.openxmlformats.org/officeDocument/2006/relationships/customXml" Target="../ink/ink2349.xml"/><Relationship Id="rId598" Type="http://schemas.openxmlformats.org/officeDocument/2006/relationships/customXml" Target="../ink/ink2444.xml"/><Relationship Id="rId819" Type="http://schemas.openxmlformats.org/officeDocument/2006/relationships/image" Target="../media/image2458.png"/><Relationship Id="rId220" Type="http://schemas.openxmlformats.org/officeDocument/2006/relationships/customXml" Target="../ink/ink2249.xml"/><Relationship Id="rId458" Type="http://schemas.openxmlformats.org/officeDocument/2006/relationships/customXml" Target="../ink/ink2372.xml"/><Relationship Id="rId623" Type="http://schemas.openxmlformats.org/officeDocument/2006/relationships/image" Target="../media/image2363.png"/><Relationship Id="rId665" Type="http://schemas.openxmlformats.org/officeDocument/2006/relationships/image" Target="../media/image2384.png"/><Relationship Id="rId830" Type="http://schemas.openxmlformats.org/officeDocument/2006/relationships/customXml" Target="../ink/ink2563.xml"/><Relationship Id="rId15" Type="http://schemas.openxmlformats.org/officeDocument/2006/relationships/image" Target="../media/image2067.png"/><Relationship Id="rId57" Type="http://schemas.openxmlformats.org/officeDocument/2006/relationships/image" Target="../media/image2088.png"/><Relationship Id="rId262" Type="http://schemas.openxmlformats.org/officeDocument/2006/relationships/customXml" Target="../ink/ink2270.xml"/><Relationship Id="rId318" Type="http://schemas.openxmlformats.org/officeDocument/2006/relationships/customXml" Target="../ink/ink2299.xml"/><Relationship Id="rId525" Type="http://schemas.openxmlformats.org/officeDocument/2006/relationships/customXml" Target="../ink/ink2406.xml"/><Relationship Id="rId567" Type="http://schemas.openxmlformats.org/officeDocument/2006/relationships/image" Target="../media/image2335.png"/><Relationship Id="rId732" Type="http://schemas.openxmlformats.org/officeDocument/2006/relationships/image" Target="../media/image2416.png"/><Relationship Id="rId99" Type="http://schemas.openxmlformats.org/officeDocument/2006/relationships/image" Target="../media/image2108.png"/><Relationship Id="rId122" Type="http://schemas.openxmlformats.org/officeDocument/2006/relationships/customXml" Target="../ink/ink2200.xml"/><Relationship Id="rId164" Type="http://schemas.openxmlformats.org/officeDocument/2006/relationships/customXml" Target="../ink/ink2221.xml"/><Relationship Id="rId371" Type="http://schemas.openxmlformats.org/officeDocument/2006/relationships/image" Target="../media/image2242.png"/><Relationship Id="rId774" Type="http://schemas.openxmlformats.org/officeDocument/2006/relationships/image" Target="../media/image2436.png"/><Relationship Id="rId427" Type="http://schemas.openxmlformats.org/officeDocument/2006/relationships/image" Target="../media/image2269.png"/><Relationship Id="rId469" Type="http://schemas.openxmlformats.org/officeDocument/2006/relationships/image" Target="../media/image2288.png"/><Relationship Id="rId634" Type="http://schemas.openxmlformats.org/officeDocument/2006/relationships/customXml" Target="../ink/ink2462.xml"/><Relationship Id="rId676" Type="http://schemas.openxmlformats.org/officeDocument/2006/relationships/customXml" Target="../ink/ink2483.xml"/><Relationship Id="rId841" Type="http://schemas.openxmlformats.org/officeDocument/2006/relationships/image" Target="../media/image2469.png"/><Relationship Id="rId26" Type="http://schemas.openxmlformats.org/officeDocument/2006/relationships/customXml" Target="../ink/ink2152.xml"/><Relationship Id="rId231" Type="http://schemas.openxmlformats.org/officeDocument/2006/relationships/image" Target="../media/image2174.png"/><Relationship Id="rId273" Type="http://schemas.openxmlformats.org/officeDocument/2006/relationships/customXml" Target="../ink/ink2276.xml"/><Relationship Id="rId329" Type="http://schemas.openxmlformats.org/officeDocument/2006/relationships/image" Target="../media/image2222.png"/><Relationship Id="rId480" Type="http://schemas.openxmlformats.org/officeDocument/2006/relationships/customXml" Target="../ink/ink2383.xml"/><Relationship Id="rId536" Type="http://schemas.openxmlformats.org/officeDocument/2006/relationships/image" Target="../media/image2320.png"/><Relationship Id="rId701" Type="http://schemas.openxmlformats.org/officeDocument/2006/relationships/image" Target="../media/image2401.png"/><Relationship Id="rId68" Type="http://schemas.openxmlformats.org/officeDocument/2006/relationships/customXml" Target="../ink/ink2173.xml"/><Relationship Id="rId133" Type="http://schemas.openxmlformats.org/officeDocument/2006/relationships/image" Target="../media/image2125.png"/><Relationship Id="rId175" Type="http://schemas.openxmlformats.org/officeDocument/2006/relationships/image" Target="../media/image2146.png"/><Relationship Id="rId340" Type="http://schemas.openxmlformats.org/officeDocument/2006/relationships/customXml" Target="../ink/ink2310.xml"/><Relationship Id="rId578" Type="http://schemas.openxmlformats.org/officeDocument/2006/relationships/customXml" Target="../ink/ink2434.xml"/><Relationship Id="rId743" Type="http://schemas.openxmlformats.org/officeDocument/2006/relationships/customXml" Target="../ink/ink2518.xml"/><Relationship Id="rId785" Type="http://schemas.openxmlformats.org/officeDocument/2006/relationships/customXml" Target="../ink/ink2540.xml"/><Relationship Id="rId200" Type="http://schemas.openxmlformats.org/officeDocument/2006/relationships/customXml" Target="../ink/ink2239.xml"/><Relationship Id="rId382" Type="http://schemas.openxmlformats.org/officeDocument/2006/relationships/customXml" Target="../ink/ink2332.xml"/><Relationship Id="rId438" Type="http://schemas.openxmlformats.org/officeDocument/2006/relationships/image" Target="../media/image2274.png"/><Relationship Id="rId603" Type="http://schemas.openxmlformats.org/officeDocument/2006/relationships/image" Target="../media/image2353.png"/><Relationship Id="rId645" Type="http://schemas.openxmlformats.org/officeDocument/2006/relationships/image" Target="../media/image2374.png"/><Relationship Id="rId687" Type="http://schemas.openxmlformats.org/officeDocument/2006/relationships/customXml" Target="../ink/ink2489.xml"/><Relationship Id="rId810" Type="http://schemas.openxmlformats.org/officeDocument/2006/relationships/image" Target="../media/image2454.png"/><Relationship Id="rId852" Type="http://schemas.openxmlformats.org/officeDocument/2006/relationships/image" Target="../media/image2474.png"/><Relationship Id="rId242" Type="http://schemas.openxmlformats.org/officeDocument/2006/relationships/customXml" Target="../ink/ink2260.xml"/><Relationship Id="rId284" Type="http://schemas.openxmlformats.org/officeDocument/2006/relationships/image" Target="../media/image2200.png"/><Relationship Id="rId491" Type="http://schemas.openxmlformats.org/officeDocument/2006/relationships/customXml" Target="../ink/ink2389.xml"/><Relationship Id="rId505" Type="http://schemas.openxmlformats.org/officeDocument/2006/relationships/customXml" Target="../ink/ink2396.xml"/><Relationship Id="rId712" Type="http://schemas.openxmlformats.org/officeDocument/2006/relationships/customXml" Target="../ink/ink2502.xml"/><Relationship Id="rId37" Type="http://schemas.openxmlformats.org/officeDocument/2006/relationships/image" Target="../media/image2078.png"/><Relationship Id="rId79" Type="http://schemas.openxmlformats.org/officeDocument/2006/relationships/image" Target="../media/image2098.png"/><Relationship Id="rId102" Type="http://schemas.openxmlformats.org/officeDocument/2006/relationships/customXml" Target="../ink/ink2190.xml"/><Relationship Id="rId144" Type="http://schemas.openxmlformats.org/officeDocument/2006/relationships/customXml" Target="../ink/ink2211.xml"/><Relationship Id="rId547" Type="http://schemas.openxmlformats.org/officeDocument/2006/relationships/image" Target="../media/image2325.png"/><Relationship Id="rId589" Type="http://schemas.openxmlformats.org/officeDocument/2006/relationships/image" Target="../media/image2346.png"/><Relationship Id="rId754" Type="http://schemas.openxmlformats.org/officeDocument/2006/relationships/customXml" Target="../ink/ink2524.xml"/><Relationship Id="rId796" Type="http://schemas.openxmlformats.org/officeDocument/2006/relationships/image" Target="../media/image2447.png"/><Relationship Id="rId90" Type="http://schemas.openxmlformats.org/officeDocument/2006/relationships/customXml" Target="../ink/ink2184.xml"/><Relationship Id="rId186" Type="http://schemas.openxmlformats.org/officeDocument/2006/relationships/customXml" Target="../ink/ink2232.xml"/><Relationship Id="rId351" Type="http://schemas.openxmlformats.org/officeDocument/2006/relationships/customXml" Target="../ink/ink2316.xml"/><Relationship Id="rId393" Type="http://schemas.openxmlformats.org/officeDocument/2006/relationships/image" Target="../media/image2253.png"/><Relationship Id="rId407" Type="http://schemas.openxmlformats.org/officeDocument/2006/relationships/image" Target="../media/image2260.png"/><Relationship Id="rId449" Type="http://schemas.openxmlformats.org/officeDocument/2006/relationships/customXml" Target="../ink/ink2367.xml"/><Relationship Id="rId614" Type="http://schemas.openxmlformats.org/officeDocument/2006/relationships/customXml" Target="../ink/ink2452.xml"/><Relationship Id="rId656" Type="http://schemas.openxmlformats.org/officeDocument/2006/relationships/customXml" Target="../ink/ink2473.xml"/><Relationship Id="rId821" Type="http://schemas.openxmlformats.org/officeDocument/2006/relationships/image" Target="../media/image2459.png"/><Relationship Id="rId863" Type="http://schemas.openxmlformats.org/officeDocument/2006/relationships/customXml" Target="../ink/ink2580.xml"/><Relationship Id="rId211" Type="http://schemas.openxmlformats.org/officeDocument/2006/relationships/image" Target="../media/image2164.png"/><Relationship Id="rId253" Type="http://schemas.openxmlformats.org/officeDocument/2006/relationships/image" Target="../media/image2185.png"/><Relationship Id="rId295" Type="http://schemas.openxmlformats.org/officeDocument/2006/relationships/customXml" Target="../ink/ink2287.xml"/><Relationship Id="rId309" Type="http://schemas.openxmlformats.org/officeDocument/2006/relationships/customXml" Target="../ink/ink2294.xml"/><Relationship Id="rId460" Type="http://schemas.openxmlformats.org/officeDocument/2006/relationships/customXml" Target="../ink/ink2373.xml"/><Relationship Id="rId516" Type="http://schemas.openxmlformats.org/officeDocument/2006/relationships/image" Target="../media/image2311.png"/><Relationship Id="rId698" Type="http://schemas.openxmlformats.org/officeDocument/2006/relationships/customXml" Target="../ink/ink2495.xml"/><Relationship Id="rId48" Type="http://schemas.openxmlformats.org/officeDocument/2006/relationships/customXml" Target="../ink/ink2163.xml"/><Relationship Id="rId113" Type="http://schemas.openxmlformats.org/officeDocument/2006/relationships/image" Target="../media/image2115.png"/><Relationship Id="rId320" Type="http://schemas.openxmlformats.org/officeDocument/2006/relationships/customXml" Target="../ink/ink2300.xml"/><Relationship Id="rId558" Type="http://schemas.openxmlformats.org/officeDocument/2006/relationships/customXml" Target="../ink/ink2424.xml"/><Relationship Id="rId723" Type="http://schemas.openxmlformats.org/officeDocument/2006/relationships/customXml" Target="../ink/ink2508.xml"/><Relationship Id="rId765" Type="http://schemas.openxmlformats.org/officeDocument/2006/relationships/customXml" Target="../ink/ink2530.xml"/><Relationship Id="rId155" Type="http://schemas.openxmlformats.org/officeDocument/2006/relationships/image" Target="../media/image2136.png"/><Relationship Id="rId197" Type="http://schemas.openxmlformats.org/officeDocument/2006/relationships/image" Target="../media/image2157.png"/><Relationship Id="rId362" Type="http://schemas.openxmlformats.org/officeDocument/2006/relationships/customXml" Target="../ink/ink2322.xml"/><Relationship Id="rId418" Type="http://schemas.openxmlformats.org/officeDocument/2006/relationships/customXml" Target="../ink/ink2350.xml"/><Relationship Id="rId625" Type="http://schemas.openxmlformats.org/officeDocument/2006/relationships/image" Target="../media/image2364.png"/><Relationship Id="rId832" Type="http://schemas.openxmlformats.org/officeDocument/2006/relationships/customXml" Target="../ink/ink2564.xml"/><Relationship Id="rId222" Type="http://schemas.openxmlformats.org/officeDocument/2006/relationships/customXml" Target="../ink/ink2250.xml"/><Relationship Id="rId264" Type="http://schemas.openxmlformats.org/officeDocument/2006/relationships/customXml" Target="../ink/ink2271.xml"/><Relationship Id="rId471" Type="http://schemas.openxmlformats.org/officeDocument/2006/relationships/image" Target="../media/image2289.png"/><Relationship Id="rId667" Type="http://schemas.openxmlformats.org/officeDocument/2006/relationships/image" Target="../media/image2385.png"/><Relationship Id="rId17" Type="http://schemas.openxmlformats.org/officeDocument/2006/relationships/image" Target="../media/image2068.png"/><Relationship Id="rId59" Type="http://schemas.openxmlformats.org/officeDocument/2006/relationships/image" Target="../media/image2089.png"/><Relationship Id="rId124" Type="http://schemas.openxmlformats.org/officeDocument/2006/relationships/customXml" Target="../ink/ink2201.xml"/><Relationship Id="rId527" Type="http://schemas.openxmlformats.org/officeDocument/2006/relationships/customXml" Target="../ink/ink2407.xml"/><Relationship Id="rId569" Type="http://schemas.openxmlformats.org/officeDocument/2006/relationships/image" Target="../media/image2336.png"/><Relationship Id="rId734" Type="http://schemas.openxmlformats.org/officeDocument/2006/relationships/image" Target="../media/image2417.png"/><Relationship Id="rId776" Type="http://schemas.openxmlformats.org/officeDocument/2006/relationships/image" Target="../media/image2437.png"/><Relationship Id="rId70" Type="http://schemas.openxmlformats.org/officeDocument/2006/relationships/customXml" Target="../ink/ink2174.xml"/><Relationship Id="rId166" Type="http://schemas.openxmlformats.org/officeDocument/2006/relationships/customXml" Target="../ink/ink2222.xml"/><Relationship Id="rId331" Type="http://schemas.openxmlformats.org/officeDocument/2006/relationships/image" Target="../media/image2223.png"/><Relationship Id="rId373" Type="http://schemas.openxmlformats.org/officeDocument/2006/relationships/image" Target="../media/image2243.png"/><Relationship Id="rId429" Type="http://schemas.openxmlformats.org/officeDocument/2006/relationships/image" Target="../media/image2270.png"/><Relationship Id="rId580" Type="http://schemas.openxmlformats.org/officeDocument/2006/relationships/customXml" Target="../ink/ink2435.xml"/><Relationship Id="rId636" Type="http://schemas.openxmlformats.org/officeDocument/2006/relationships/customXml" Target="../ink/ink2463.xml"/><Relationship Id="rId801" Type="http://schemas.openxmlformats.org/officeDocument/2006/relationships/customXml" Target="../ink/ink2548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175.png"/><Relationship Id="rId440" Type="http://schemas.openxmlformats.org/officeDocument/2006/relationships/customXml" Target="../ink/ink2362.xml"/><Relationship Id="rId678" Type="http://schemas.openxmlformats.org/officeDocument/2006/relationships/customXml" Target="../ink/ink2484.xml"/><Relationship Id="rId843" Type="http://schemas.openxmlformats.org/officeDocument/2006/relationships/customXml" Target="../ink/ink2570.xml"/><Relationship Id="rId28" Type="http://schemas.openxmlformats.org/officeDocument/2006/relationships/customXml" Target="../ink/ink2153.xml"/><Relationship Id="rId275" Type="http://schemas.openxmlformats.org/officeDocument/2006/relationships/customXml" Target="../ink/ink2277.xml"/><Relationship Id="rId300" Type="http://schemas.openxmlformats.org/officeDocument/2006/relationships/image" Target="../media/image2208.png"/><Relationship Id="rId482" Type="http://schemas.openxmlformats.org/officeDocument/2006/relationships/image" Target="../media/image2294.png"/><Relationship Id="rId538" Type="http://schemas.openxmlformats.org/officeDocument/2006/relationships/customXml" Target="../ink/ink2414.xml"/><Relationship Id="rId703" Type="http://schemas.openxmlformats.org/officeDocument/2006/relationships/image" Target="../media/image2402.png"/><Relationship Id="rId745" Type="http://schemas.openxmlformats.org/officeDocument/2006/relationships/customXml" Target="../ink/ink2519.xml"/><Relationship Id="rId81" Type="http://schemas.openxmlformats.org/officeDocument/2006/relationships/image" Target="../media/image2099.png"/><Relationship Id="rId135" Type="http://schemas.openxmlformats.org/officeDocument/2006/relationships/image" Target="../media/image2126.png"/><Relationship Id="rId177" Type="http://schemas.openxmlformats.org/officeDocument/2006/relationships/image" Target="../media/image2147.png"/><Relationship Id="rId342" Type="http://schemas.openxmlformats.org/officeDocument/2006/relationships/customXml" Target="../ink/ink2311.xml"/><Relationship Id="rId384" Type="http://schemas.openxmlformats.org/officeDocument/2006/relationships/customXml" Target="../ink/ink2333.xml"/><Relationship Id="rId591" Type="http://schemas.openxmlformats.org/officeDocument/2006/relationships/image" Target="../media/image2347.png"/><Relationship Id="rId605" Type="http://schemas.openxmlformats.org/officeDocument/2006/relationships/image" Target="../media/image2354.png"/><Relationship Id="rId787" Type="http://schemas.openxmlformats.org/officeDocument/2006/relationships/customXml" Target="../ink/ink2541.xml"/><Relationship Id="rId812" Type="http://schemas.openxmlformats.org/officeDocument/2006/relationships/image" Target="../media/image2455.png"/><Relationship Id="rId202" Type="http://schemas.openxmlformats.org/officeDocument/2006/relationships/customXml" Target="../ink/ink2240.xml"/><Relationship Id="rId244" Type="http://schemas.openxmlformats.org/officeDocument/2006/relationships/customXml" Target="../ink/ink2261.xml"/><Relationship Id="rId647" Type="http://schemas.openxmlformats.org/officeDocument/2006/relationships/image" Target="../media/image2375.png"/><Relationship Id="rId689" Type="http://schemas.openxmlformats.org/officeDocument/2006/relationships/customXml" Target="../ink/ink2490.xml"/><Relationship Id="rId854" Type="http://schemas.openxmlformats.org/officeDocument/2006/relationships/image" Target="../media/image2475.png"/><Relationship Id="rId39" Type="http://schemas.openxmlformats.org/officeDocument/2006/relationships/image" Target="../media/image2079.png"/><Relationship Id="rId286" Type="http://schemas.openxmlformats.org/officeDocument/2006/relationships/image" Target="../media/image2201.png"/><Relationship Id="rId451" Type="http://schemas.openxmlformats.org/officeDocument/2006/relationships/customXml" Target="../ink/ink2368.xml"/><Relationship Id="rId493" Type="http://schemas.openxmlformats.org/officeDocument/2006/relationships/customXml" Target="../ink/ink2390.xml"/><Relationship Id="rId507" Type="http://schemas.openxmlformats.org/officeDocument/2006/relationships/customXml" Target="../ink/ink2397.xml"/><Relationship Id="rId549" Type="http://schemas.openxmlformats.org/officeDocument/2006/relationships/image" Target="../media/image2326.png"/><Relationship Id="rId714" Type="http://schemas.openxmlformats.org/officeDocument/2006/relationships/image" Target="../media/image2407.png"/><Relationship Id="rId756" Type="http://schemas.openxmlformats.org/officeDocument/2006/relationships/customXml" Target="../ink/ink2525.xml"/><Relationship Id="rId50" Type="http://schemas.openxmlformats.org/officeDocument/2006/relationships/customXml" Target="../ink/ink2164.xml"/><Relationship Id="rId104" Type="http://schemas.openxmlformats.org/officeDocument/2006/relationships/customXml" Target="../ink/ink2191.xml"/><Relationship Id="rId146" Type="http://schemas.openxmlformats.org/officeDocument/2006/relationships/customXml" Target="../ink/ink2212.xml"/><Relationship Id="rId188" Type="http://schemas.openxmlformats.org/officeDocument/2006/relationships/customXml" Target="../ink/ink2233.xml"/><Relationship Id="rId311" Type="http://schemas.openxmlformats.org/officeDocument/2006/relationships/customXml" Target="../ink/ink2295.xml"/><Relationship Id="rId353" Type="http://schemas.openxmlformats.org/officeDocument/2006/relationships/customXml" Target="../ink/ink2317.xml"/><Relationship Id="rId395" Type="http://schemas.openxmlformats.org/officeDocument/2006/relationships/image" Target="../media/image2254.png"/><Relationship Id="rId409" Type="http://schemas.openxmlformats.org/officeDocument/2006/relationships/image" Target="../media/image2261.png"/><Relationship Id="rId560" Type="http://schemas.openxmlformats.org/officeDocument/2006/relationships/customXml" Target="../ink/ink2425.xml"/><Relationship Id="rId798" Type="http://schemas.openxmlformats.org/officeDocument/2006/relationships/image" Target="../media/image2448.png"/><Relationship Id="rId92" Type="http://schemas.openxmlformats.org/officeDocument/2006/relationships/customXml" Target="../ink/ink2185.xml"/><Relationship Id="rId213" Type="http://schemas.openxmlformats.org/officeDocument/2006/relationships/image" Target="../media/image2165.png"/><Relationship Id="rId420" Type="http://schemas.openxmlformats.org/officeDocument/2006/relationships/customXml" Target="../ink/ink2351.xml"/><Relationship Id="rId616" Type="http://schemas.openxmlformats.org/officeDocument/2006/relationships/customXml" Target="../ink/ink2453.xml"/><Relationship Id="rId658" Type="http://schemas.openxmlformats.org/officeDocument/2006/relationships/customXml" Target="../ink/ink2474.xml"/><Relationship Id="rId823" Type="http://schemas.openxmlformats.org/officeDocument/2006/relationships/image" Target="../media/image2460.png"/><Relationship Id="rId865" Type="http://schemas.openxmlformats.org/officeDocument/2006/relationships/customXml" Target="../ink/ink2581.xml"/><Relationship Id="rId255" Type="http://schemas.openxmlformats.org/officeDocument/2006/relationships/image" Target="../media/image2186.png"/><Relationship Id="rId297" Type="http://schemas.openxmlformats.org/officeDocument/2006/relationships/customXml" Target="../ink/ink2288.xml"/><Relationship Id="rId462" Type="http://schemas.openxmlformats.org/officeDocument/2006/relationships/customXml" Target="../ink/ink2374.xml"/><Relationship Id="rId518" Type="http://schemas.openxmlformats.org/officeDocument/2006/relationships/image" Target="../media/image2312.png"/><Relationship Id="rId725" Type="http://schemas.openxmlformats.org/officeDocument/2006/relationships/customXml" Target="../ink/ink2509.xml"/><Relationship Id="rId115" Type="http://schemas.openxmlformats.org/officeDocument/2006/relationships/image" Target="../media/image2116.png"/><Relationship Id="rId157" Type="http://schemas.openxmlformats.org/officeDocument/2006/relationships/image" Target="../media/image2137.png"/><Relationship Id="rId322" Type="http://schemas.openxmlformats.org/officeDocument/2006/relationships/customXml" Target="../ink/ink2301.xml"/><Relationship Id="rId364" Type="http://schemas.openxmlformats.org/officeDocument/2006/relationships/customXml" Target="../ink/ink2323.xml"/><Relationship Id="rId767" Type="http://schemas.openxmlformats.org/officeDocument/2006/relationships/customXml" Target="../ink/ink2531.xml"/><Relationship Id="rId61" Type="http://schemas.openxmlformats.org/officeDocument/2006/relationships/image" Target="../media/image124.png"/><Relationship Id="rId199" Type="http://schemas.openxmlformats.org/officeDocument/2006/relationships/image" Target="../media/image2158.png"/><Relationship Id="rId571" Type="http://schemas.openxmlformats.org/officeDocument/2006/relationships/image" Target="../media/image2337.png"/><Relationship Id="rId627" Type="http://schemas.openxmlformats.org/officeDocument/2006/relationships/image" Target="../media/image2365.png"/><Relationship Id="rId669" Type="http://schemas.openxmlformats.org/officeDocument/2006/relationships/image" Target="../media/image2386.png"/><Relationship Id="rId834" Type="http://schemas.openxmlformats.org/officeDocument/2006/relationships/customXml" Target="../ink/ink2565.xml"/><Relationship Id="rId19" Type="http://schemas.openxmlformats.org/officeDocument/2006/relationships/image" Target="../media/image2069.png"/><Relationship Id="rId224" Type="http://schemas.openxmlformats.org/officeDocument/2006/relationships/customXml" Target="../ink/ink2251.xml"/><Relationship Id="rId266" Type="http://schemas.openxmlformats.org/officeDocument/2006/relationships/customXml" Target="../ink/ink2272.xml"/><Relationship Id="rId431" Type="http://schemas.openxmlformats.org/officeDocument/2006/relationships/image" Target="../media/image2271.png"/><Relationship Id="rId473" Type="http://schemas.openxmlformats.org/officeDocument/2006/relationships/image" Target="../media/image2290.png"/><Relationship Id="rId529" Type="http://schemas.openxmlformats.org/officeDocument/2006/relationships/image" Target="../media/image2317.png"/><Relationship Id="rId680" Type="http://schemas.openxmlformats.org/officeDocument/2006/relationships/customXml" Target="../ink/ink2485.xml"/><Relationship Id="rId736" Type="http://schemas.openxmlformats.org/officeDocument/2006/relationships/image" Target="../media/image2418.png"/><Relationship Id="rId30" Type="http://schemas.openxmlformats.org/officeDocument/2006/relationships/customXml" Target="../ink/ink2154.xml"/><Relationship Id="rId126" Type="http://schemas.openxmlformats.org/officeDocument/2006/relationships/customXml" Target="../ink/ink2202.xml"/><Relationship Id="rId168" Type="http://schemas.openxmlformats.org/officeDocument/2006/relationships/customXml" Target="../ink/ink2223.xml"/><Relationship Id="rId333" Type="http://schemas.openxmlformats.org/officeDocument/2006/relationships/image" Target="../media/image2224.png"/><Relationship Id="rId540" Type="http://schemas.openxmlformats.org/officeDocument/2006/relationships/customXml" Target="../ink/ink2415.xml"/><Relationship Id="rId778" Type="http://schemas.openxmlformats.org/officeDocument/2006/relationships/image" Target="../media/image2438.png"/><Relationship Id="rId72" Type="http://schemas.openxmlformats.org/officeDocument/2006/relationships/customXml" Target="../ink/ink2175.xml"/><Relationship Id="rId375" Type="http://schemas.openxmlformats.org/officeDocument/2006/relationships/image" Target="../media/image2244.png"/><Relationship Id="rId582" Type="http://schemas.openxmlformats.org/officeDocument/2006/relationships/customXml" Target="../ink/ink2436.xml"/><Relationship Id="rId638" Type="http://schemas.openxmlformats.org/officeDocument/2006/relationships/customXml" Target="../ink/ink2464.xml"/><Relationship Id="rId803" Type="http://schemas.openxmlformats.org/officeDocument/2006/relationships/customXml" Target="../ink/ink2549.xml"/><Relationship Id="rId845" Type="http://schemas.openxmlformats.org/officeDocument/2006/relationships/customXml" Target="../ink/ink2571.xml"/><Relationship Id="rId3" Type="http://schemas.openxmlformats.org/officeDocument/2006/relationships/image" Target="../media/image2061.png"/><Relationship Id="rId235" Type="http://schemas.openxmlformats.org/officeDocument/2006/relationships/image" Target="../media/image2176.png"/><Relationship Id="rId277" Type="http://schemas.openxmlformats.org/officeDocument/2006/relationships/customXml" Target="../ink/ink2278.xml"/><Relationship Id="rId400" Type="http://schemas.openxmlformats.org/officeDocument/2006/relationships/customXml" Target="../ink/ink2341.xml"/><Relationship Id="rId442" Type="http://schemas.openxmlformats.org/officeDocument/2006/relationships/customXml" Target="../ink/ink2363.xml"/><Relationship Id="rId484" Type="http://schemas.openxmlformats.org/officeDocument/2006/relationships/image" Target="../media/image2295.png"/><Relationship Id="rId705" Type="http://schemas.openxmlformats.org/officeDocument/2006/relationships/image" Target="../media/image2403.png"/><Relationship Id="rId137" Type="http://schemas.openxmlformats.org/officeDocument/2006/relationships/image" Target="../media/image2127.png"/><Relationship Id="rId302" Type="http://schemas.openxmlformats.org/officeDocument/2006/relationships/image" Target="../media/image2209.png"/><Relationship Id="rId344" Type="http://schemas.openxmlformats.org/officeDocument/2006/relationships/customXml" Target="../ink/ink2312.xml"/><Relationship Id="rId691" Type="http://schemas.openxmlformats.org/officeDocument/2006/relationships/customXml" Target="../ink/ink2491.xml"/><Relationship Id="rId747" Type="http://schemas.openxmlformats.org/officeDocument/2006/relationships/customXml" Target="../ink/ink2520.xml"/><Relationship Id="rId789" Type="http://schemas.openxmlformats.org/officeDocument/2006/relationships/customXml" Target="../ink/ink2542.xml"/><Relationship Id="rId41" Type="http://schemas.openxmlformats.org/officeDocument/2006/relationships/image" Target="../media/image2080.png"/><Relationship Id="rId83" Type="http://schemas.openxmlformats.org/officeDocument/2006/relationships/image" Target="../media/image2100.png"/><Relationship Id="rId179" Type="http://schemas.openxmlformats.org/officeDocument/2006/relationships/image" Target="../media/image2148.png"/><Relationship Id="rId386" Type="http://schemas.openxmlformats.org/officeDocument/2006/relationships/customXml" Target="../ink/ink2334.xml"/><Relationship Id="rId551" Type="http://schemas.openxmlformats.org/officeDocument/2006/relationships/image" Target="../media/image2327.png"/><Relationship Id="rId593" Type="http://schemas.openxmlformats.org/officeDocument/2006/relationships/image" Target="../media/image2348.png"/><Relationship Id="rId607" Type="http://schemas.openxmlformats.org/officeDocument/2006/relationships/image" Target="../media/image2355.png"/><Relationship Id="rId649" Type="http://schemas.openxmlformats.org/officeDocument/2006/relationships/image" Target="../media/image2376.png"/><Relationship Id="rId814" Type="http://schemas.openxmlformats.org/officeDocument/2006/relationships/image" Target="../media/image2456.png"/><Relationship Id="rId856" Type="http://schemas.openxmlformats.org/officeDocument/2006/relationships/image" Target="../media/image2476.png"/><Relationship Id="rId190" Type="http://schemas.openxmlformats.org/officeDocument/2006/relationships/customXml" Target="../ink/ink2234.xml"/><Relationship Id="rId204" Type="http://schemas.openxmlformats.org/officeDocument/2006/relationships/customXml" Target="../ink/ink2241.xml"/><Relationship Id="rId246" Type="http://schemas.openxmlformats.org/officeDocument/2006/relationships/customXml" Target="../ink/ink2262.xml"/><Relationship Id="rId288" Type="http://schemas.openxmlformats.org/officeDocument/2006/relationships/image" Target="../media/image2202.png"/><Relationship Id="rId411" Type="http://schemas.openxmlformats.org/officeDocument/2006/relationships/image" Target="../media/image2262.png"/><Relationship Id="rId453" Type="http://schemas.openxmlformats.org/officeDocument/2006/relationships/customXml" Target="../ink/ink2369.xml"/><Relationship Id="rId509" Type="http://schemas.openxmlformats.org/officeDocument/2006/relationships/customXml" Target="../ink/ink2398.xml"/><Relationship Id="rId660" Type="http://schemas.openxmlformats.org/officeDocument/2006/relationships/customXml" Target="../ink/ink2475.xml"/><Relationship Id="rId106" Type="http://schemas.openxmlformats.org/officeDocument/2006/relationships/customXml" Target="../ink/ink2192.xml"/><Relationship Id="rId313" Type="http://schemas.openxmlformats.org/officeDocument/2006/relationships/image" Target="../media/image2214.png"/><Relationship Id="rId495" Type="http://schemas.openxmlformats.org/officeDocument/2006/relationships/customXml" Target="../ink/ink2391.xml"/><Relationship Id="rId716" Type="http://schemas.openxmlformats.org/officeDocument/2006/relationships/image" Target="../media/image2408.png"/><Relationship Id="rId758" Type="http://schemas.openxmlformats.org/officeDocument/2006/relationships/customXml" Target="../ink/ink2526.xml"/><Relationship Id="rId10" Type="http://schemas.openxmlformats.org/officeDocument/2006/relationships/customXml" Target="../ink/ink2144.xml"/><Relationship Id="rId52" Type="http://schemas.openxmlformats.org/officeDocument/2006/relationships/customXml" Target="../ink/ink2165.xml"/><Relationship Id="rId94" Type="http://schemas.openxmlformats.org/officeDocument/2006/relationships/customXml" Target="../ink/ink2186.xml"/><Relationship Id="rId148" Type="http://schemas.openxmlformats.org/officeDocument/2006/relationships/customXml" Target="../ink/ink2213.xml"/><Relationship Id="rId355" Type="http://schemas.openxmlformats.org/officeDocument/2006/relationships/customXml" Target="../ink/ink2318.xml"/><Relationship Id="rId397" Type="http://schemas.openxmlformats.org/officeDocument/2006/relationships/image" Target="../media/image2255.png"/><Relationship Id="rId520" Type="http://schemas.openxmlformats.org/officeDocument/2006/relationships/image" Target="../media/image2313.png"/><Relationship Id="rId562" Type="http://schemas.openxmlformats.org/officeDocument/2006/relationships/customXml" Target="../ink/ink2426.xml"/><Relationship Id="rId618" Type="http://schemas.openxmlformats.org/officeDocument/2006/relationships/customXml" Target="../ink/ink2454.xml"/><Relationship Id="rId825" Type="http://schemas.openxmlformats.org/officeDocument/2006/relationships/image" Target="../media/image2461.png"/><Relationship Id="rId215" Type="http://schemas.openxmlformats.org/officeDocument/2006/relationships/image" Target="../media/image2166.png"/><Relationship Id="rId257" Type="http://schemas.openxmlformats.org/officeDocument/2006/relationships/image" Target="../media/image2187.png"/><Relationship Id="rId422" Type="http://schemas.openxmlformats.org/officeDocument/2006/relationships/customXml" Target="../ink/ink2352.xml"/><Relationship Id="rId464" Type="http://schemas.openxmlformats.org/officeDocument/2006/relationships/customXml" Target="../ink/ink2375.xml"/><Relationship Id="rId867" Type="http://schemas.openxmlformats.org/officeDocument/2006/relationships/customXml" Target="../ink/ink2582.xml"/><Relationship Id="rId299" Type="http://schemas.openxmlformats.org/officeDocument/2006/relationships/customXml" Target="../ink/ink2289.xml"/><Relationship Id="rId727" Type="http://schemas.openxmlformats.org/officeDocument/2006/relationships/customXml" Target="../ink/ink2510.xml"/><Relationship Id="rId63" Type="http://schemas.openxmlformats.org/officeDocument/2006/relationships/image" Target="../media/image2090.png"/><Relationship Id="rId159" Type="http://schemas.openxmlformats.org/officeDocument/2006/relationships/image" Target="../media/image2138.png"/><Relationship Id="rId366" Type="http://schemas.openxmlformats.org/officeDocument/2006/relationships/customXml" Target="../ink/ink2324.xml"/><Relationship Id="rId573" Type="http://schemas.openxmlformats.org/officeDocument/2006/relationships/image" Target="../media/image2338.png"/><Relationship Id="rId780" Type="http://schemas.openxmlformats.org/officeDocument/2006/relationships/image" Target="../media/image2439.png"/><Relationship Id="rId226" Type="http://schemas.openxmlformats.org/officeDocument/2006/relationships/customXml" Target="../ink/ink2252.xml"/><Relationship Id="rId433" Type="http://schemas.openxmlformats.org/officeDocument/2006/relationships/image" Target="../media/image2272.png"/><Relationship Id="rId640" Type="http://schemas.openxmlformats.org/officeDocument/2006/relationships/customXml" Target="../ink/ink2465.xml"/><Relationship Id="rId738" Type="http://schemas.openxmlformats.org/officeDocument/2006/relationships/image" Target="../media/image2419.png"/><Relationship Id="rId74" Type="http://schemas.openxmlformats.org/officeDocument/2006/relationships/customXml" Target="../ink/ink2176.xml"/><Relationship Id="rId377" Type="http://schemas.openxmlformats.org/officeDocument/2006/relationships/image" Target="../media/image2245.png"/><Relationship Id="rId500" Type="http://schemas.openxmlformats.org/officeDocument/2006/relationships/image" Target="../media/image2303.png"/><Relationship Id="rId584" Type="http://schemas.openxmlformats.org/officeDocument/2006/relationships/customXml" Target="../ink/ink2437.xml"/><Relationship Id="rId805" Type="http://schemas.openxmlformats.org/officeDocument/2006/relationships/customXml" Target="../ink/ink2550.xml"/><Relationship Id="rId5" Type="http://schemas.openxmlformats.org/officeDocument/2006/relationships/image" Target="../media/image2062.png"/><Relationship Id="rId237" Type="http://schemas.openxmlformats.org/officeDocument/2006/relationships/image" Target="../media/image2177.png"/><Relationship Id="rId791" Type="http://schemas.openxmlformats.org/officeDocument/2006/relationships/customXml" Target="../ink/ink2543.xml"/><Relationship Id="rId444" Type="http://schemas.openxmlformats.org/officeDocument/2006/relationships/customXml" Target="../ink/ink2364.xml"/><Relationship Id="rId651" Type="http://schemas.openxmlformats.org/officeDocument/2006/relationships/image" Target="../media/image2377.png"/><Relationship Id="rId749" Type="http://schemas.openxmlformats.org/officeDocument/2006/relationships/image" Target="../media/image2424.png"/><Relationship Id="rId290" Type="http://schemas.openxmlformats.org/officeDocument/2006/relationships/image" Target="../media/image2203.png"/><Relationship Id="rId304" Type="http://schemas.openxmlformats.org/officeDocument/2006/relationships/image" Target="../media/image2210.png"/><Relationship Id="rId388" Type="http://schemas.openxmlformats.org/officeDocument/2006/relationships/customXml" Target="../ink/ink2335.xml"/><Relationship Id="rId511" Type="http://schemas.openxmlformats.org/officeDocument/2006/relationships/customXml" Target="../ink/ink2399.xml"/><Relationship Id="rId609" Type="http://schemas.openxmlformats.org/officeDocument/2006/relationships/image" Target="../media/image2356.png"/><Relationship Id="rId85" Type="http://schemas.openxmlformats.org/officeDocument/2006/relationships/image" Target="../media/image2101.png"/><Relationship Id="rId150" Type="http://schemas.openxmlformats.org/officeDocument/2006/relationships/customXml" Target="../ink/ink2214.xml"/><Relationship Id="rId595" Type="http://schemas.openxmlformats.org/officeDocument/2006/relationships/image" Target="../media/image2349.png"/><Relationship Id="rId816" Type="http://schemas.openxmlformats.org/officeDocument/2006/relationships/customXml" Target="../ink/ink2556.xml"/><Relationship Id="rId248" Type="http://schemas.openxmlformats.org/officeDocument/2006/relationships/customXml" Target="../ink/ink2263.xml"/><Relationship Id="rId455" Type="http://schemas.openxmlformats.org/officeDocument/2006/relationships/customXml" Target="../ink/ink2370.xml"/><Relationship Id="rId662" Type="http://schemas.openxmlformats.org/officeDocument/2006/relationships/customXml" Target="../ink/ink2476.xml"/><Relationship Id="rId12" Type="http://schemas.openxmlformats.org/officeDocument/2006/relationships/customXml" Target="../ink/ink2145.xml"/><Relationship Id="rId108" Type="http://schemas.openxmlformats.org/officeDocument/2006/relationships/customXml" Target="../ink/ink2193.xml"/><Relationship Id="rId315" Type="http://schemas.openxmlformats.org/officeDocument/2006/relationships/image" Target="../media/image2215.png"/><Relationship Id="rId522" Type="http://schemas.openxmlformats.org/officeDocument/2006/relationships/image" Target="../media/image2314.png"/><Relationship Id="rId96" Type="http://schemas.openxmlformats.org/officeDocument/2006/relationships/customXml" Target="../ink/ink2187.xml"/><Relationship Id="rId161" Type="http://schemas.openxmlformats.org/officeDocument/2006/relationships/image" Target="../media/image2139.png"/><Relationship Id="rId399" Type="http://schemas.openxmlformats.org/officeDocument/2006/relationships/image" Target="../media/image2256.png"/><Relationship Id="rId827" Type="http://schemas.openxmlformats.org/officeDocument/2006/relationships/image" Target="../media/image2462.png"/><Relationship Id="rId259" Type="http://schemas.openxmlformats.org/officeDocument/2006/relationships/image" Target="../media/image2188.png"/><Relationship Id="rId466" Type="http://schemas.openxmlformats.org/officeDocument/2006/relationships/customXml" Target="../ink/ink2376.xml"/><Relationship Id="rId673" Type="http://schemas.openxmlformats.org/officeDocument/2006/relationships/image" Target="../media/image2388.png"/><Relationship Id="rId23" Type="http://schemas.openxmlformats.org/officeDocument/2006/relationships/image" Target="../media/image2071.png"/><Relationship Id="rId119" Type="http://schemas.openxmlformats.org/officeDocument/2006/relationships/image" Target="../media/image2118.png"/><Relationship Id="rId326" Type="http://schemas.openxmlformats.org/officeDocument/2006/relationships/customXml" Target="../ink/ink2303.xml"/><Relationship Id="rId533" Type="http://schemas.openxmlformats.org/officeDocument/2006/relationships/image" Target="../media/image2319.png"/><Relationship Id="rId740" Type="http://schemas.openxmlformats.org/officeDocument/2006/relationships/image" Target="../media/image2420.png"/><Relationship Id="rId838" Type="http://schemas.openxmlformats.org/officeDocument/2006/relationships/customXml" Target="../ink/ink2567.xml"/><Relationship Id="rId172" Type="http://schemas.openxmlformats.org/officeDocument/2006/relationships/customXml" Target="../ink/ink2225.xml"/><Relationship Id="rId477" Type="http://schemas.openxmlformats.org/officeDocument/2006/relationships/image" Target="../media/image2292.png"/><Relationship Id="rId600" Type="http://schemas.openxmlformats.org/officeDocument/2006/relationships/customXml" Target="../ink/ink2445.xml"/><Relationship Id="rId684" Type="http://schemas.openxmlformats.org/officeDocument/2006/relationships/customXml" Target="../ink/ink2487.xml"/><Relationship Id="rId337" Type="http://schemas.openxmlformats.org/officeDocument/2006/relationships/image" Target="../media/image2226.png"/><Relationship Id="rId34" Type="http://schemas.openxmlformats.org/officeDocument/2006/relationships/customXml" Target="../ink/ink2156.xml"/><Relationship Id="rId544" Type="http://schemas.openxmlformats.org/officeDocument/2006/relationships/customXml" Target="../ink/ink2417.xml"/><Relationship Id="rId751" Type="http://schemas.openxmlformats.org/officeDocument/2006/relationships/image" Target="../media/image2425.png"/><Relationship Id="rId849" Type="http://schemas.openxmlformats.org/officeDocument/2006/relationships/customXml" Target="../ink/ink2573.xml"/><Relationship Id="rId183" Type="http://schemas.openxmlformats.org/officeDocument/2006/relationships/image" Target="../media/image2150.png"/><Relationship Id="rId390" Type="http://schemas.openxmlformats.org/officeDocument/2006/relationships/customXml" Target="../ink/ink2336.xml"/><Relationship Id="rId404" Type="http://schemas.openxmlformats.org/officeDocument/2006/relationships/customXml" Target="../ink/ink2343.xml"/><Relationship Id="rId611" Type="http://schemas.openxmlformats.org/officeDocument/2006/relationships/image" Target="../media/image2357.png"/><Relationship Id="rId250" Type="http://schemas.openxmlformats.org/officeDocument/2006/relationships/customXml" Target="../ink/ink2264.xml"/><Relationship Id="rId488" Type="http://schemas.openxmlformats.org/officeDocument/2006/relationships/image" Target="../media/image2297.png"/><Relationship Id="rId695" Type="http://schemas.openxmlformats.org/officeDocument/2006/relationships/customXml" Target="../ink/ink2493.xml"/><Relationship Id="rId709" Type="http://schemas.openxmlformats.org/officeDocument/2006/relationships/image" Target="../media/image2405.png"/><Relationship Id="rId45" Type="http://schemas.openxmlformats.org/officeDocument/2006/relationships/image" Target="../media/image2082.png"/><Relationship Id="rId110" Type="http://schemas.openxmlformats.org/officeDocument/2006/relationships/customXml" Target="../ink/ink2194.xml"/><Relationship Id="rId348" Type="http://schemas.openxmlformats.org/officeDocument/2006/relationships/image" Target="../media/image2231.png"/><Relationship Id="rId555" Type="http://schemas.openxmlformats.org/officeDocument/2006/relationships/image" Target="../media/image2329.png"/><Relationship Id="rId762" Type="http://schemas.openxmlformats.org/officeDocument/2006/relationships/customXml" Target="../ink/ink2528.xml"/><Relationship Id="rId194" Type="http://schemas.openxmlformats.org/officeDocument/2006/relationships/customXml" Target="../ink/ink2236.xml"/><Relationship Id="rId208" Type="http://schemas.openxmlformats.org/officeDocument/2006/relationships/customXml" Target="../ink/ink2243.xml"/><Relationship Id="rId415" Type="http://schemas.openxmlformats.org/officeDocument/2006/relationships/image" Target="../media/image2264.png"/><Relationship Id="rId622" Type="http://schemas.openxmlformats.org/officeDocument/2006/relationships/customXml" Target="../ink/ink2456.xml"/><Relationship Id="rId261" Type="http://schemas.openxmlformats.org/officeDocument/2006/relationships/image" Target="../media/image2189.png"/><Relationship Id="rId499" Type="http://schemas.openxmlformats.org/officeDocument/2006/relationships/customXml" Target="../ink/ink2393.xml"/><Relationship Id="rId56" Type="http://schemas.openxmlformats.org/officeDocument/2006/relationships/customXml" Target="../ink/ink2167.xml"/><Relationship Id="rId359" Type="http://schemas.openxmlformats.org/officeDocument/2006/relationships/image" Target="../media/image2236.png"/><Relationship Id="rId566" Type="http://schemas.openxmlformats.org/officeDocument/2006/relationships/customXml" Target="../ink/ink2428.xml"/><Relationship Id="rId773" Type="http://schemas.openxmlformats.org/officeDocument/2006/relationships/customXml" Target="../ink/ink2534.xml"/><Relationship Id="rId121" Type="http://schemas.openxmlformats.org/officeDocument/2006/relationships/image" Target="../media/image2119.png"/><Relationship Id="rId219" Type="http://schemas.openxmlformats.org/officeDocument/2006/relationships/image" Target="../media/image2168.png"/><Relationship Id="rId426" Type="http://schemas.openxmlformats.org/officeDocument/2006/relationships/customXml" Target="../ink/ink2354.xml"/><Relationship Id="rId633" Type="http://schemas.openxmlformats.org/officeDocument/2006/relationships/image" Target="../media/image2368.png"/><Relationship Id="rId840" Type="http://schemas.openxmlformats.org/officeDocument/2006/relationships/customXml" Target="../ink/ink2568.xml"/><Relationship Id="rId67" Type="http://schemas.openxmlformats.org/officeDocument/2006/relationships/image" Target="../media/image2092.png"/><Relationship Id="rId272" Type="http://schemas.openxmlformats.org/officeDocument/2006/relationships/image" Target="../media/image2194.png"/><Relationship Id="rId577" Type="http://schemas.openxmlformats.org/officeDocument/2006/relationships/image" Target="../media/image2340.png"/><Relationship Id="rId700" Type="http://schemas.openxmlformats.org/officeDocument/2006/relationships/customXml" Target="../ink/ink2496.xml"/><Relationship Id="rId132" Type="http://schemas.openxmlformats.org/officeDocument/2006/relationships/customXml" Target="../ink/ink2205.xml"/><Relationship Id="rId784" Type="http://schemas.openxmlformats.org/officeDocument/2006/relationships/image" Target="../media/image2441.png"/><Relationship Id="rId437" Type="http://schemas.openxmlformats.org/officeDocument/2006/relationships/customXml" Target="../ink/ink2360.xml"/><Relationship Id="rId644" Type="http://schemas.openxmlformats.org/officeDocument/2006/relationships/customXml" Target="../ink/ink2467.xml"/><Relationship Id="rId851" Type="http://schemas.openxmlformats.org/officeDocument/2006/relationships/customXml" Target="../ink/ink2574.xml"/><Relationship Id="rId283" Type="http://schemas.openxmlformats.org/officeDocument/2006/relationships/customXml" Target="../ink/ink2281.xml"/><Relationship Id="rId490" Type="http://schemas.openxmlformats.org/officeDocument/2006/relationships/image" Target="../media/image2298.png"/><Relationship Id="rId504" Type="http://schemas.openxmlformats.org/officeDocument/2006/relationships/image" Target="../media/image2305.png"/><Relationship Id="rId711" Type="http://schemas.openxmlformats.org/officeDocument/2006/relationships/image" Target="../media/image2406.png"/><Relationship Id="rId78" Type="http://schemas.openxmlformats.org/officeDocument/2006/relationships/customXml" Target="../ink/ink2178.xml"/><Relationship Id="rId143" Type="http://schemas.openxmlformats.org/officeDocument/2006/relationships/image" Target="../media/image2130.png"/><Relationship Id="rId350" Type="http://schemas.openxmlformats.org/officeDocument/2006/relationships/image" Target="../media/image2232.png"/><Relationship Id="rId588" Type="http://schemas.openxmlformats.org/officeDocument/2006/relationships/customXml" Target="../ink/ink2439.xml"/><Relationship Id="rId795" Type="http://schemas.openxmlformats.org/officeDocument/2006/relationships/customXml" Target="../ink/ink2545.xml"/><Relationship Id="rId809" Type="http://schemas.openxmlformats.org/officeDocument/2006/relationships/customXml" Target="../ink/ink2552.xml"/><Relationship Id="rId9" Type="http://schemas.openxmlformats.org/officeDocument/2006/relationships/image" Target="../media/image2064.png"/><Relationship Id="rId210" Type="http://schemas.openxmlformats.org/officeDocument/2006/relationships/customXml" Target="../ink/ink2244.xml"/><Relationship Id="rId448" Type="http://schemas.openxmlformats.org/officeDocument/2006/relationships/image" Target="../media/image2278.png"/><Relationship Id="rId655" Type="http://schemas.openxmlformats.org/officeDocument/2006/relationships/image" Target="../media/image2379.png"/><Relationship Id="rId862" Type="http://schemas.openxmlformats.org/officeDocument/2006/relationships/image" Target="../media/image2479.png"/><Relationship Id="rId294" Type="http://schemas.openxmlformats.org/officeDocument/2006/relationships/image" Target="../media/image2205.png"/><Relationship Id="rId308" Type="http://schemas.openxmlformats.org/officeDocument/2006/relationships/image" Target="../media/image2212.png"/><Relationship Id="rId515" Type="http://schemas.openxmlformats.org/officeDocument/2006/relationships/customXml" Target="../ink/ink2401.xml"/><Relationship Id="rId722" Type="http://schemas.openxmlformats.org/officeDocument/2006/relationships/image" Target="../media/image2411.png"/><Relationship Id="rId89" Type="http://schemas.openxmlformats.org/officeDocument/2006/relationships/image" Target="../media/image2103.png"/><Relationship Id="rId154" Type="http://schemas.openxmlformats.org/officeDocument/2006/relationships/customXml" Target="../ink/ink2216.xml"/><Relationship Id="rId361" Type="http://schemas.openxmlformats.org/officeDocument/2006/relationships/image" Target="../media/image2237.png"/><Relationship Id="rId599" Type="http://schemas.openxmlformats.org/officeDocument/2006/relationships/image" Target="../media/image2351.png"/><Relationship Id="rId459" Type="http://schemas.openxmlformats.org/officeDocument/2006/relationships/image" Target="../media/image2283.png"/><Relationship Id="rId666" Type="http://schemas.openxmlformats.org/officeDocument/2006/relationships/customXml" Target="../ink/ink2478.xml"/><Relationship Id="rId16" Type="http://schemas.openxmlformats.org/officeDocument/2006/relationships/customXml" Target="../ink/ink2147.xml"/><Relationship Id="rId221" Type="http://schemas.openxmlformats.org/officeDocument/2006/relationships/image" Target="../media/image2169.png"/><Relationship Id="rId319" Type="http://schemas.openxmlformats.org/officeDocument/2006/relationships/image" Target="../media/image2217.png"/><Relationship Id="rId526" Type="http://schemas.openxmlformats.org/officeDocument/2006/relationships/image" Target="../media/image2316.png"/><Relationship Id="rId733" Type="http://schemas.openxmlformats.org/officeDocument/2006/relationships/customXml" Target="../ink/ink2513.xml"/><Relationship Id="rId165" Type="http://schemas.openxmlformats.org/officeDocument/2006/relationships/image" Target="../media/image2141.png"/><Relationship Id="rId372" Type="http://schemas.openxmlformats.org/officeDocument/2006/relationships/customXml" Target="../ink/ink2327.xml"/><Relationship Id="rId677" Type="http://schemas.openxmlformats.org/officeDocument/2006/relationships/image" Target="../media/image2390.png"/><Relationship Id="rId800" Type="http://schemas.openxmlformats.org/officeDocument/2006/relationships/image" Target="../media/image2449.png"/><Relationship Id="rId232" Type="http://schemas.openxmlformats.org/officeDocument/2006/relationships/customXml" Target="../ink/ink2255.xml"/><Relationship Id="rId27" Type="http://schemas.openxmlformats.org/officeDocument/2006/relationships/image" Target="../media/image2073.png"/><Relationship Id="rId537" Type="http://schemas.openxmlformats.org/officeDocument/2006/relationships/customXml" Target="../ink/ink2413.xml"/><Relationship Id="rId744" Type="http://schemas.openxmlformats.org/officeDocument/2006/relationships/image" Target="../media/image2422.png"/><Relationship Id="rId80" Type="http://schemas.openxmlformats.org/officeDocument/2006/relationships/customXml" Target="../ink/ink2179.xml"/><Relationship Id="rId176" Type="http://schemas.openxmlformats.org/officeDocument/2006/relationships/customXml" Target="../ink/ink2227.xml"/><Relationship Id="rId383" Type="http://schemas.openxmlformats.org/officeDocument/2006/relationships/image" Target="../media/image2248.png"/><Relationship Id="rId590" Type="http://schemas.openxmlformats.org/officeDocument/2006/relationships/customXml" Target="../ink/ink2440.xml"/><Relationship Id="rId604" Type="http://schemas.openxmlformats.org/officeDocument/2006/relationships/customXml" Target="../ink/ink2447.xml"/><Relationship Id="rId811" Type="http://schemas.openxmlformats.org/officeDocument/2006/relationships/customXml" Target="../ink/ink2553.xml"/><Relationship Id="rId243" Type="http://schemas.openxmlformats.org/officeDocument/2006/relationships/image" Target="../media/image2180.png"/><Relationship Id="rId450" Type="http://schemas.openxmlformats.org/officeDocument/2006/relationships/image" Target="../media/image2279.png"/><Relationship Id="rId688" Type="http://schemas.openxmlformats.org/officeDocument/2006/relationships/image" Target="../media/image2395.png"/><Relationship Id="rId38" Type="http://schemas.openxmlformats.org/officeDocument/2006/relationships/customXml" Target="../ink/ink2158.xml"/><Relationship Id="rId103" Type="http://schemas.openxmlformats.org/officeDocument/2006/relationships/image" Target="../media/image2110.png"/><Relationship Id="rId310" Type="http://schemas.openxmlformats.org/officeDocument/2006/relationships/image" Target="../media/image2213.png"/><Relationship Id="rId548" Type="http://schemas.openxmlformats.org/officeDocument/2006/relationships/customXml" Target="../ink/ink2419.xml"/><Relationship Id="rId755" Type="http://schemas.openxmlformats.org/officeDocument/2006/relationships/image" Target="../media/image2427.png"/><Relationship Id="rId91" Type="http://schemas.openxmlformats.org/officeDocument/2006/relationships/image" Target="../media/image2104.png"/><Relationship Id="rId187" Type="http://schemas.openxmlformats.org/officeDocument/2006/relationships/image" Target="../media/image2152.png"/><Relationship Id="rId394" Type="http://schemas.openxmlformats.org/officeDocument/2006/relationships/customXml" Target="../ink/ink2338.xml"/><Relationship Id="rId408" Type="http://schemas.openxmlformats.org/officeDocument/2006/relationships/customXml" Target="../ink/ink2345.xml"/><Relationship Id="rId615" Type="http://schemas.openxmlformats.org/officeDocument/2006/relationships/image" Target="../media/image2359.png"/><Relationship Id="rId822" Type="http://schemas.openxmlformats.org/officeDocument/2006/relationships/customXml" Target="../ink/ink2559.xml"/><Relationship Id="rId254" Type="http://schemas.openxmlformats.org/officeDocument/2006/relationships/customXml" Target="../ink/ink2266.xml"/><Relationship Id="rId699" Type="http://schemas.openxmlformats.org/officeDocument/2006/relationships/image" Target="../media/image2400.png"/><Relationship Id="rId49" Type="http://schemas.openxmlformats.org/officeDocument/2006/relationships/image" Target="../media/image2084.png"/><Relationship Id="rId114" Type="http://schemas.openxmlformats.org/officeDocument/2006/relationships/customXml" Target="../ink/ink2196.xml"/><Relationship Id="rId461" Type="http://schemas.openxmlformats.org/officeDocument/2006/relationships/image" Target="../media/image2284.png"/><Relationship Id="rId559" Type="http://schemas.openxmlformats.org/officeDocument/2006/relationships/image" Target="../media/image2331.png"/><Relationship Id="rId766" Type="http://schemas.openxmlformats.org/officeDocument/2006/relationships/image" Target="../media/image2432.png"/><Relationship Id="rId198" Type="http://schemas.openxmlformats.org/officeDocument/2006/relationships/customXml" Target="../ink/ink2238.xml"/><Relationship Id="rId321" Type="http://schemas.openxmlformats.org/officeDocument/2006/relationships/image" Target="../media/image2218.png"/><Relationship Id="rId419" Type="http://schemas.openxmlformats.org/officeDocument/2006/relationships/image" Target="../media/image2266.png"/><Relationship Id="rId626" Type="http://schemas.openxmlformats.org/officeDocument/2006/relationships/customXml" Target="../ink/ink2458.xml"/><Relationship Id="rId833" Type="http://schemas.openxmlformats.org/officeDocument/2006/relationships/image" Target="../media/image2465.png"/><Relationship Id="rId265" Type="http://schemas.openxmlformats.org/officeDocument/2006/relationships/image" Target="../media/image2191.png"/><Relationship Id="rId472" Type="http://schemas.openxmlformats.org/officeDocument/2006/relationships/customXml" Target="../ink/ink2379.xml"/><Relationship Id="rId125" Type="http://schemas.openxmlformats.org/officeDocument/2006/relationships/image" Target="../media/image2121.png"/><Relationship Id="rId332" Type="http://schemas.openxmlformats.org/officeDocument/2006/relationships/customXml" Target="../ink/ink2306.xml"/><Relationship Id="rId777" Type="http://schemas.openxmlformats.org/officeDocument/2006/relationships/customXml" Target="../ink/ink2536.xml"/><Relationship Id="rId637" Type="http://schemas.openxmlformats.org/officeDocument/2006/relationships/image" Target="../media/image2370.png"/><Relationship Id="rId844" Type="http://schemas.openxmlformats.org/officeDocument/2006/relationships/image" Target="../media/image2470.png"/><Relationship Id="rId276" Type="http://schemas.openxmlformats.org/officeDocument/2006/relationships/image" Target="../media/image2196.png"/><Relationship Id="rId483" Type="http://schemas.openxmlformats.org/officeDocument/2006/relationships/customXml" Target="../ink/ink2385.xml"/><Relationship Id="rId690" Type="http://schemas.openxmlformats.org/officeDocument/2006/relationships/image" Target="../media/image2396.png"/><Relationship Id="rId704" Type="http://schemas.openxmlformats.org/officeDocument/2006/relationships/customXml" Target="../ink/ink2498.xml"/><Relationship Id="rId40" Type="http://schemas.openxmlformats.org/officeDocument/2006/relationships/customXml" Target="../ink/ink2159.xml"/><Relationship Id="rId136" Type="http://schemas.openxmlformats.org/officeDocument/2006/relationships/customXml" Target="../ink/ink2207.xml"/><Relationship Id="rId343" Type="http://schemas.openxmlformats.org/officeDocument/2006/relationships/image" Target="../media/image2229.png"/><Relationship Id="rId550" Type="http://schemas.openxmlformats.org/officeDocument/2006/relationships/customXml" Target="../ink/ink2420.xml"/><Relationship Id="rId788" Type="http://schemas.openxmlformats.org/officeDocument/2006/relationships/image" Target="../media/image2443.png"/><Relationship Id="rId203" Type="http://schemas.openxmlformats.org/officeDocument/2006/relationships/image" Target="../media/image2160.png"/><Relationship Id="rId648" Type="http://schemas.openxmlformats.org/officeDocument/2006/relationships/customXml" Target="../ink/ink2469.xml"/><Relationship Id="rId855" Type="http://schemas.openxmlformats.org/officeDocument/2006/relationships/customXml" Target="../ink/ink2576.xml"/><Relationship Id="rId287" Type="http://schemas.openxmlformats.org/officeDocument/2006/relationships/customXml" Target="../ink/ink2283.xml"/><Relationship Id="rId410" Type="http://schemas.openxmlformats.org/officeDocument/2006/relationships/customXml" Target="../ink/ink2346.xml"/><Relationship Id="rId494" Type="http://schemas.openxmlformats.org/officeDocument/2006/relationships/image" Target="../media/image2300.png"/><Relationship Id="rId508" Type="http://schemas.openxmlformats.org/officeDocument/2006/relationships/image" Target="../media/image2307.png"/><Relationship Id="rId715" Type="http://schemas.openxmlformats.org/officeDocument/2006/relationships/customXml" Target="../ink/ink2504.xml"/><Relationship Id="rId147" Type="http://schemas.openxmlformats.org/officeDocument/2006/relationships/image" Target="../media/image2132.png"/><Relationship Id="rId354" Type="http://schemas.openxmlformats.org/officeDocument/2006/relationships/image" Target="../media/image2234.png"/><Relationship Id="rId799" Type="http://schemas.openxmlformats.org/officeDocument/2006/relationships/customXml" Target="../ink/ink2547.xml"/><Relationship Id="rId51" Type="http://schemas.openxmlformats.org/officeDocument/2006/relationships/image" Target="../media/image2085.png"/><Relationship Id="rId561" Type="http://schemas.openxmlformats.org/officeDocument/2006/relationships/image" Target="../media/image2332.png"/><Relationship Id="rId659" Type="http://schemas.openxmlformats.org/officeDocument/2006/relationships/image" Target="../media/image2381.png"/><Relationship Id="rId866" Type="http://schemas.openxmlformats.org/officeDocument/2006/relationships/image" Target="../media/image2481.png"/><Relationship Id="rId214" Type="http://schemas.openxmlformats.org/officeDocument/2006/relationships/customXml" Target="../ink/ink2246.xml"/><Relationship Id="rId298" Type="http://schemas.openxmlformats.org/officeDocument/2006/relationships/image" Target="../media/image2207.png"/><Relationship Id="rId421" Type="http://schemas.openxmlformats.org/officeDocument/2006/relationships/image" Target="../media/image2267.png"/><Relationship Id="rId519" Type="http://schemas.openxmlformats.org/officeDocument/2006/relationships/customXml" Target="../ink/ink2403.xml"/><Relationship Id="rId158" Type="http://schemas.openxmlformats.org/officeDocument/2006/relationships/customXml" Target="../ink/ink2218.xml"/><Relationship Id="rId726" Type="http://schemas.openxmlformats.org/officeDocument/2006/relationships/image" Target="../media/image2413.png"/><Relationship Id="rId62" Type="http://schemas.openxmlformats.org/officeDocument/2006/relationships/customXml" Target="../ink/ink2170.xml"/><Relationship Id="rId365" Type="http://schemas.openxmlformats.org/officeDocument/2006/relationships/image" Target="../media/image2239.png"/><Relationship Id="rId572" Type="http://schemas.openxmlformats.org/officeDocument/2006/relationships/customXml" Target="../ink/ink2431.xml"/><Relationship Id="rId225" Type="http://schemas.openxmlformats.org/officeDocument/2006/relationships/image" Target="../media/image2171.png"/><Relationship Id="rId432" Type="http://schemas.openxmlformats.org/officeDocument/2006/relationships/customXml" Target="../ink/ink2357.xml"/><Relationship Id="rId737" Type="http://schemas.openxmlformats.org/officeDocument/2006/relationships/customXml" Target="../ink/ink2515.xml"/><Relationship Id="rId73" Type="http://schemas.openxmlformats.org/officeDocument/2006/relationships/image" Target="../media/image2095.png"/><Relationship Id="rId169" Type="http://schemas.openxmlformats.org/officeDocument/2006/relationships/image" Target="../media/image2143.png"/><Relationship Id="rId376" Type="http://schemas.openxmlformats.org/officeDocument/2006/relationships/customXml" Target="../ink/ink2329.xml"/><Relationship Id="rId583" Type="http://schemas.openxmlformats.org/officeDocument/2006/relationships/image" Target="../media/image2343.png"/><Relationship Id="rId790" Type="http://schemas.openxmlformats.org/officeDocument/2006/relationships/image" Target="../media/image2444.png"/><Relationship Id="rId804" Type="http://schemas.openxmlformats.org/officeDocument/2006/relationships/image" Target="../media/image2451.png"/><Relationship Id="rId4" Type="http://schemas.openxmlformats.org/officeDocument/2006/relationships/customXml" Target="../ink/ink2141.xml"/><Relationship Id="rId236" Type="http://schemas.openxmlformats.org/officeDocument/2006/relationships/customXml" Target="../ink/ink2257.xml"/><Relationship Id="rId443" Type="http://schemas.openxmlformats.org/officeDocument/2006/relationships/image" Target="../media/image2276.png"/><Relationship Id="rId650" Type="http://schemas.openxmlformats.org/officeDocument/2006/relationships/customXml" Target="../ink/ink2470.xml"/><Relationship Id="rId303" Type="http://schemas.openxmlformats.org/officeDocument/2006/relationships/customXml" Target="../ink/ink2291.xml"/><Relationship Id="rId748" Type="http://schemas.openxmlformats.org/officeDocument/2006/relationships/customXml" Target="../ink/ink2521.xml"/><Relationship Id="rId84" Type="http://schemas.openxmlformats.org/officeDocument/2006/relationships/customXml" Target="../ink/ink2181.xml"/><Relationship Id="rId387" Type="http://schemas.openxmlformats.org/officeDocument/2006/relationships/image" Target="../media/image2250.png"/><Relationship Id="rId510" Type="http://schemas.openxmlformats.org/officeDocument/2006/relationships/image" Target="../media/image2308.png"/><Relationship Id="rId594" Type="http://schemas.openxmlformats.org/officeDocument/2006/relationships/customXml" Target="../ink/ink2442.xml"/><Relationship Id="rId608" Type="http://schemas.openxmlformats.org/officeDocument/2006/relationships/customXml" Target="../ink/ink2449.xml"/><Relationship Id="rId815" Type="http://schemas.openxmlformats.org/officeDocument/2006/relationships/customXml" Target="../ink/ink2555.xml"/><Relationship Id="rId247" Type="http://schemas.openxmlformats.org/officeDocument/2006/relationships/image" Target="../media/image2182.png"/><Relationship Id="rId107" Type="http://schemas.openxmlformats.org/officeDocument/2006/relationships/image" Target="../media/image2112.png"/><Relationship Id="rId454" Type="http://schemas.openxmlformats.org/officeDocument/2006/relationships/image" Target="../media/image2281.png"/><Relationship Id="rId661" Type="http://schemas.openxmlformats.org/officeDocument/2006/relationships/image" Target="../media/image2382.png"/><Relationship Id="rId759" Type="http://schemas.openxmlformats.org/officeDocument/2006/relationships/image" Target="../media/image2429.png"/><Relationship Id="rId11" Type="http://schemas.openxmlformats.org/officeDocument/2006/relationships/image" Target="../media/image2065.png"/><Relationship Id="rId314" Type="http://schemas.openxmlformats.org/officeDocument/2006/relationships/customXml" Target="../ink/ink2297.xml"/><Relationship Id="rId398" Type="http://schemas.openxmlformats.org/officeDocument/2006/relationships/customXml" Target="../ink/ink2340.xml"/><Relationship Id="rId521" Type="http://schemas.openxmlformats.org/officeDocument/2006/relationships/customXml" Target="../ink/ink2404.xml"/><Relationship Id="rId619" Type="http://schemas.openxmlformats.org/officeDocument/2006/relationships/image" Target="../media/image2361.png"/><Relationship Id="rId95" Type="http://schemas.openxmlformats.org/officeDocument/2006/relationships/image" Target="../media/image2106.png"/><Relationship Id="rId160" Type="http://schemas.openxmlformats.org/officeDocument/2006/relationships/customXml" Target="../ink/ink2219.xml"/><Relationship Id="rId826" Type="http://schemas.openxmlformats.org/officeDocument/2006/relationships/customXml" Target="../ink/ink2561.xml"/><Relationship Id="rId258" Type="http://schemas.openxmlformats.org/officeDocument/2006/relationships/customXml" Target="../ink/ink2268.xml"/><Relationship Id="rId465" Type="http://schemas.openxmlformats.org/officeDocument/2006/relationships/image" Target="../media/image2286.png"/><Relationship Id="rId672" Type="http://schemas.openxmlformats.org/officeDocument/2006/relationships/customXml" Target="../ink/ink2481.xml"/><Relationship Id="rId22" Type="http://schemas.openxmlformats.org/officeDocument/2006/relationships/customXml" Target="../ink/ink2150.xml"/><Relationship Id="rId118" Type="http://schemas.openxmlformats.org/officeDocument/2006/relationships/customXml" Target="../ink/ink2198.xml"/><Relationship Id="rId325" Type="http://schemas.openxmlformats.org/officeDocument/2006/relationships/image" Target="../media/image2220.png"/><Relationship Id="rId532" Type="http://schemas.openxmlformats.org/officeDocument/2006/relationships/customXml" Target="../ink/ink2410.xml"/><Relationship Id="rId171" Type="http://schemas.openxmlformats.org/officeDocument/2006/relationships/image" Target="../media/image2144.png"/><Relationship Id="rId837" Type="http://schemas.openxmlformats.org/officeDocument/2006/relationships/image" Target="../media/image2467.png"/><Relationship Id="rId269" Type="http://schemas.openxmlformats.org/officeDocument/2006/relationships/customXml" Target="../ink/ink2274.xml"/><Relationship Id="rId476" Type="http://schemas.openxmlformats.org/officeDocument/2006/relationships/customXml" Target="../ink/ink2381.xml"/><Relationship Id="rId683" Type="http://schemas.openxmlformats.org/officeDocument/2006/relationships/image" Target="../media/image2393.png"/><Relationship Id="rId33" Type="http://schemas.openxmlformats.org/officeDocument/2006/relationships/image" Target="../media/image2076.png"/><Relationship Id="rId129" Type="http://schemas.openxmlformats.org/officeDocument/2006/relationships/image" Target="../media/image2123.png"/><Relationship Id="rId336" Type="http://schemas.openxmlformats.org/officeDocument/2006/relationships/customXml" Target="../ink/ink2308.xml"/><Relationship Id="rId543" Type="http://schemas.openxmlformats.org/officeDocument/2006/relationships/image" Target="../media/image2323.png"/><Relationship Id="rId182" Type="http://schemas.openxmlformats.org/officeDocument/2006/relationships/customXml" Target="../ink/ink2230.xml"/><Relationship Id="rId403" Type="http://schemas.openxmlformats.org/officeDocument/2006/relationships/image" Target="../media/image2258.png"/><Relationship Id="rId750" Type="http://schemas.openxmlformats.org/officeDocument/2006/relationships/customXml" Target="../ink/ink2522.xml"/><Relationship Id="rId848" Type="http://schemas.openxmlformats.org/officeDocument/2006/relationships/image" Target="../media/image2472.png"/><Relationship Id="rId487" Type="http://schemas.openxmlformats.org/officeDocument/2006/relationships/customXml" Target="../ink/ink2387.xml"/><Relationship Id="rId610" Type="http://schemas.openxmlformats.org/officeDocument/2006/relationships/customXml" Target="../ink/ink2450.xml"/><Relationship Id="rId694" Type="http://schemas.openxmlformats.org/officeDocument/2006/relationships/image" Target="../media/image2398.png"/><Relationship Id="rId708" Type="http://schemas.openxmlformats.org/officeDocument/2006/relationships/customXml" Target="../ink/ink2500.xml"/><Relationship Id="rId347" Type="http://schemas.openxmlformats.org/officeDocument/2006/relationships/customXml" Target="../ink/ink2314.xml"/><Relationship Id="rId44" Type="http://schemas.openxmlformats.org/officeDocument/2006/relationships/customXml" Target="../ink/ink2161.xml"/><Relationship Id="rId554" Type="http://schemas.openxmlformats.org/officeDocument/2006/relationships/customXml" Target="../ink/ink2422.xml"/><Relationship Id="rId761" Type="http://schemas.openxmlformats.org/officeDocument/2006/relationships/image" Target="../media/image2430.png"/><Relationship Id="rId859" Type="http://schemas.openxmlformats.org/officeDocument/2006/relationships/customXml" Target="../ink/ink2578.xml"/><Relationship Id="rId193" Type="http://schemas.openxmlformats.org/officeDocument/2006/relationships/image" Target="../media/image2155.png"/><Relationship Id="rId207" Type="http://schemas.openxmlformats.org/officeDocument/2006/relationships/image" Target="../media/image2162.png"/><Relationship Id="rId414" Type="http://schemas.openxmlformats.org/officeDocument/2006/relationships/customXml" Target="../ink/ink2348.xml"/><Relationship Id="rId498" Type="http://schemas.openxmlformats.org/officeDocument/2006/relationships/image" Target="../media/image2302.png"/><Relationship Id="rId621" Type="http://schemas.openxmlformats.org/officeDocument/2006/relationships/image" Target="../media/image2362.png"/><Relationship Id="rId260" Type="http://schemas.openxmlformats.org/officeDocument/2006/relationships/customXml" Target="../ink/ink2269.xml"/><Relationship Id="rId719" Type="http://schemas.openxmlformats.org/officeDocument/2006/relationships/customXml" Target="../ink/ink2506.xml"/><Relationship Id="rId55" Type="http://schemas.openxmlformats.org/officeDocument/2006/relationships/image" Target="../media/image2087.png"/><Relationship Id="rId120" Type="http://schemas.openxmlformats.org/officeDocument/2006/relationships/customXml" Target="../ink/ink2199.xml"/><Relationship Id="rId358" Type="http://schemas.openxmlformats.org/officeDocument/2006/relationships/customXml" Target="../ink/ink2320.xml"/><Relationship Id="rId565" Type="http://schemas.openxmlformats.org/officeDocument/2006/relationships/image" Target="../media/image2334.png"/><Relationship Id="rId772" Type="http://schemas.openxmlformats.org/officeDocument/2006/relationships/image" Target="../media/image2435.png"/><Relationship Id="rId218" Type="http://schemas.openxmlformats.org/officeDocument/2006/relationships/customXml" Target="../ink/ink2248.xml"/><Relationship Id="rId425" Type="http://schemas.openxmlformats.org/officeDocument/2006/relationships/image" Target="../media/image2268.png"/><Relationship Id="rId632" Type="http://schemas.openxmlformats.org/officeDocument/2006/relationships/customXml" Target="../ink/ink2461.xml"/><Relationship Id="rId271" Type="http://schemas.openxmlformats.org/officeDocument/2006/relationships/customXml" Target="../ink/ink2275.xml"/><Relationship Id="rId66" Type="http://schemas.openxmlformats.org/officeDocument/2006/relationships/customXml" Target="../ink/ink2172.xml"/><Relationship Id="rId131" Type="http://schemas.openxmlformats.org/officeDocument/2006/relationships/image" Target="../media/image2124.png"/><Relationship Id="rId369" Type="http://schemas.openxmlformats.org/officeDocument/2006/relationships/image" Target="../media/image2241.png"/><Relationship Id="rId576" Type="http://schemas.openxmlformats.org/officeDocument/2006/relationships/customXml" Target="../ink/ink2433.xml"/><Relationship Id="rId783" Type="http://schemas.openxmlformats.org/officeDocument/2006/relationships/customXml" Target="../ink/ink2539.xml"/><Relationship Id="rId229" Type="http://schemas.openxmlformats.org/officeDocument/2006/relationships/image" Target="../media/image2173.png"/><Relationship Id="rId436" Type="http://schemas.openxmlformats.org/officeDocument/2006/relationships/customXml" Target="../ink/ink2359.xml"/><Relationship Id="rId643" Type="http://schemas.openxmlformats.org/officeDocument/2006/relationships/image" Target="../media/image2373.png"/><Relationship Id="rId850" Type="http://schemas.openxmlformats.org/officeDocument/2006/relationships/image" Target="../media/image2473.png"/><Relationship Id="rId77" Type="http://schemas.openxmlformats.org/officeDocument/2006/relationships/image" Target="../media/image2097.png"/><Relationship Id="rId282" Type="http://schemas.openxmlformats.org/officeDocument/2006/relationships/image" Target="../media/image2199.png"/><Relationship Id="rId503" Type="http://schemas.openxmlformats.org/officeDocument/2006/relationships/customXml" Target="../ink/ink2395.xml"/><Relationship Id="rId587" Type="http://schemas.openxmlformats.org/officeDocument/2006/relationships/image" Target="../media/image2345.png"/><Relationship Id="rId710" Type="http://schemas.openxmlformats.org/officeDocument/2006/relationships/customXml" Target="../ink/ink2501.xml"/><Relationship Id="rId808" Type="http://schemas.openxmlformats.org/officeDocument/2006/relationships/image" Target="../media/image2453.png"/><Relationship Id="rId8" Type="http://schemas.openxmlformats.org/officeDocument/2006/relationships/customXml" Target="../ink/ink2143.xml"/><Relationship Id="rId142" Type="http://schemas.openxmlformats.org/officeDocument/2006/relationships/customXml" Target="../ink/ink2210.xml"/><Relationship Id="rId447" Type="http://schemas.openxmlformats.org/officeDocument/2006/relationships/customXml" Target="../ink/ink2366.xml"/><Relationship Id="rId794" Type="http://schemas.openxmlformats.org/officeDocument/2006/relationships/image" Target="../media/image2446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39.png"/><Relationship Id="rId299" Type="http://schemas.openxmlformats.org/officeDocument/2006/relationships/customXml" Target="../ink/ink2733.xml"/><Relationship Id="rId21" Type="http://schemas.openxmlformats.org/officeDocument/2006/relationships/image" Target="../media/image2492.png"/><Relationship Id="rId63" Type="http://schemas.openxmlformats.org/officeDocument/2006/relationships/image" Target="../media/image2513.png"/><Relationship Id="rId159" Type="http://schemas.openxmlformats.org/officeDocument/2006/relationships/image" Target="../media/image2560.png"/><Relationship Id="rId170" Type="http://schemas.openxmlformats.org/officeDocument/2006/relationships/customXml" Target="../ink/ink2667.xml"/><Relationship Id="rId226" Type="http://schemas.openxmlformats.org/officeDocument/2006/relationships/image" Target="../media/image2592.png"/><Relationship Id="rId268" Type="http://schemas.openxmlformats.org/officeDocument/2006/relationships/customXml" Target="../ink/ink2717.xml"/><Relationship Id="rId32" Type="http://schemas.openxmlformats.org/officeDocument/2006/relationships/customXml" Target="../ink/ink2598.xml"/><Relationship Id="rId74" Type="http://schemas.openxmlformats.org/officeDocument/2006/relationships/customXml" Target="../ink/ink2619.xml"/><Relationship Id="rId128" Type="http://schemas.openxmlformats.org/officeDocument/2006/relationships/customXml" Target="../ink/ink2646.xml"/><Relationship Id="rId5" Type="http://schemas.openxmlformats.org/officeDocument/2006/relationships/image" Target="../media/image2484.png"/><Relationship Id="rId181" Type="http://schemas.openxmlformats.org/officeDocument/2006/relationships/image" Target="../media/image2570.png"/><Relationship Id="rId237" Type="http://schemas.openxmlformats.org/officeDocument/2006/relationships/customXml" Target="../ink/ink2701.xml"/><Relationship Id="rId279" Type="http://schemas.openxmlformats.org/officeDocument/2006/relationships/customXml" Target="../ink/ink2723.xml"/><Relationship Id="rId43" Type="http://schemas.openxmlformats.org/officeDocument/2006/relationships/image" Target="../media/image2503.png"/><Relationship Id="rId139" Type="http://schemas.openxmlformats.org/officeDocument/2006/relationships/image" Target="../media/image2550.png"/><Relationship Id="rId290" Type="http://schemas.openxmlformats.org/officeDocument/2006/relationships/image" Target="../media/image2623.png"/><Relationship Id="rId304" Type="http://schemas.openxmlformats.org/officeDocument/2006/relationships/image" Target="../media/image2630.png"/><Relationship Id="rId85" Type="http://schemas.openxmlformats.org/officeDocument/2006/relationships/image" Target="../media/image2523.png"/><Relationship Id="rId150" Type="http://schemas.openxmlformats.org/officeDocument/2006/relationships/customXml" Target="../ink/ink2657.xml"/><Relationship Id="rId192" Type="http://schemas.openxmlformats.org/officeDocument/2006/relationships/customXml" Target="../ink/ink2678.xml"/><Relationship Id="rId206" Type="http://schemas.openxmlformats.org/officeDocument/2006/relationships/customXml" Target="../ink/ink2685.xml"/><Relationship Id="rId248" Type="http://schemas.openxmlformats.org/officeDocument/2006/relationships/customXml" Target="../ink/ink2707.xml"/><Relationship Id="rId12" Type="http://schemas.openxmlformats.org/officeDocument/2006/relationships/customXml" Target="../ink/ink2588.xml"/><Relationship Id="rId108" Type="http://schemas.openxmlformats.org/officeDocument/2006/relationships/customXml" Target="../ink/ink2636.xml"/><Relationship Id="rId54" Type="http://schemas.openxmlformats.org/officeDocument/2006/relationships/customXml" Target="../ink/ink2609.xml"/><Relationship Id="rId96" Type="http://schemas.openxmlformats.org/officeDocument/2006/relationships/customXml" Target="../ink/ink2630.xml"/><Relationship Id="rId161" Type="http://schemas.openxmlformats.org/officeDocument/2006/relationships/image" Target="../media/image119.png"/><Relationship Id="rId217" Type="http://schemas.openxmlformats.org/officeDocument/2006/relationships/image" Target="../media/image2588.png"/><Relationship Id="rId259" Type="http://schemas.openxmlformats.org/officeDocument/2006/relationships/image" Target="../media/image2608.png"/><Relationship Id="rId23" Type="http://schemas.openxmlformats.org/officeDocument/2006/relationships/image" Target="../media/image2493.png"/><Relationship Id="rId119" Type="http://schemas.openxmlformats.org/officeDocument/2006/relationships/image" Target="../media/image2540.png"/><Relationship Id="rId270" Type="http://schemas.openxmlformats.org/officeDocument/2006/relationships/customXml" Target="../ink/ink2718.xml"/><Relationship Id="rId44" Type="http://schemas.openxmlformats.org/officeDocument/2006/relationships/customXml" Target="../ink/ink2604.xml"/><Relationship Id="rId65" Type="http://schemas.openxmlformats.org/officeDocument/2006/relationships/image" Target="../media/image2514.png"/><Relationship Id="rId86" Type="http://schemas.openxmlformats.org/officeDocument/2006/relationships/customXml" Target="../ink/ink2625.xml"/><Relationship Id="rId130" Type="http://schemas.openxmlformats.org/officeDocument/2006/relationships/customXml" Target="../ink/ink2647.xml"/><Relationship Id="rId151" Type="http://schemas.openxmlformats.org/officeDocument/2006/relationships/image" Target="../media/image2556.png"/><Relationship Id="rId172" Type="http://schemas.openxmlformats.org/officeDocument/2006/relationships/customXml" Target="../ink/ink2668.xml"/><Relationship Id="rId193" Type="http://schemas.openxmlformats.org/officeDocument/2006/relationships/image" Target="../media/image2576.png"/><Relationship Id="rId207" Type="http://schemas.openxmlformats.org/officeDocument/2006/relationships/image" Target="../media/image2583.png"/><Relationship Id="rId228" Type="http://schemas.openxmlformats.org/officeDocument/2006/relationships/image" Target="../media/image2593.png"/><Relationship Id="rId249" Type="http://schemas.openxmlformats.org/officeDocument/2006/relationships/image" Target="../media/image2603.png"/><Relationship Id="rId13" Type="http://schemas.openxmlformats.org/officeDocument/2006/relationships/image" Target="../media/image2488.png"/><Relationship Id="rId109" Type="http://schemas.openxmlformats.org/officeDocument/2006/relationships/image" Target="../media/image2535.png"/><Relationship Id="rId260" Type="http://schemas.openxmlformats.org/officeDocument/2006/relationships/customXml" Target="../ink/ink2713.xml"/><Relationship Id="rId281" Type="http://schemas.openxmlformats.org/officeDocument/2006/relationships/customXml" Target="../ink/ink2724.xml"/><Relationship Id="rId34" Type="http://schemas.openxmlformats.org/officeDocument/2006/relationships/customXml" Target="../ink/ink2599.xml"/><Relationship Id="rId55" Type="http://schemas.openxmlformats.org/officeDocument/2006/relationships/image" Target="../media/image2509.png"/><Relationship Id="rId76" Type="http://schemas.openxmlformats.org/officeDocument/2006/relationships/customXml" Target="../ink/ink2620.xml"/><Relationship Id="rId97" Type="http://schemas.openxmlformats.org/officeDocument/2006/relationships/image" Target="../media/image2529.png"/><Relationship Id="rId120" Type="http://schemas.openxmlformats.org/officeDocument/2006/relationships/customXml" Target="../ink/ink2642.xml"/><Relationship Id="rId141" Type="http://schemas.openxmlformats.org/officeDocument/2006/relationships/image" Target="../media/image2551.png"/><Relationship Id="rId7" Type="http://schemas.openxmlformats.org/officeDocument/2006/relationships/image" Target="../media/image2485.png"/><Relationship Id="rId162" Type="http://schemas.openxmlformats.org/officeDocument/2006/relationships/customXml" Target="../ink/ink2663.xml"/><Relationship Id="rId183" Type="http://schemas.openxmlformats.org/officeDocument/2006/relationships/image" Target="../media/image2571.png"/><Relationship Id="rId218" Type="http://schemas.openxmlformats.org/officeDocument/2006/relationships/customXml" Target="../ink/ink2691.xml"/><Relationship Id="rId239" Type="http://schemas.openxmlformats.org/officeDocument/2006/relationships/customXml" Target="../ink/ink2702.xml"/><Relationship Id="rId250" Type="http://schemas.openxmlformats.org/officeDocument/2006/relationships/customXml" Target="../ink/ink2708.xml"/><Relationship Id="rId271" Type="http://schemas.openxmlformats.org/officeDocument/2006/relationships/image" Target="../media/image2614.png"/><Relationship Id="rId292" Type="http://schemas.openxmlformats.org/officeDocument/2006/relationships/image" Target="../media/image2624.png"/><Relationship Id="rId306" Type="http://schemas.openxmlformats.org/officeDocument/2006/relationships/image" Target="../media/image2631.png"/><Relationship Id="rId24" Type="http://schemas.openxmlformats.org/officeDocument/2006/relationships/customXml" Target="../ink/ink2594.xml"/><Relationship Id="rId45" Type="http://schemas.openxmlformats.org/officeDocument/2006/relationships/image" Target="../media/image2504.png"/><Relationship Id="rId66" Type="http://schemas.openxmlformats.org/officeDocument/2006/relationships/customXml" Target="../ink/ink2615.xml"/><Relationship Id="rId87" Type="http://schemas.openxmlformats.org/officeDocument/2006/relationships/image" Target="../media/image2524.png"/><Relationship Id="rId110" Type="http://schemas.openxmlformats.org/officeDocument/2006/relationships/customXml" Target="../ink/ink2637.xml"/><Relationship Id="rId131" Type="http://schemas.openxmlformats.org/officeDocument/2006/relationships/image" Target="../media/image2546.png"/><Relationship Id="rId152" Type="http://schemas.openxmlformats.org/officeDocument/2006/relationships/customXml" Target="../ink/ink2658.xml"/><Relationship Id="rId173" Type="http://schemas.openxmlformats.org/officeDocument/2006/relationships/image" Target="../media/image2566.png"/><Relationship Id="rId194" Type="http://schemas.openxmlformats.org/officeDocument/2006/relationships/customXml" Target="../ink/ink2679.xml"/><Relationship Id="rId208" Type="http://schemas.openxmlformats.org/officeDocument/2006/relationships/customXml" Target="../ink/ink2686.xml"/><Relationship Id="rId229" Type="http://schemas.openxmlformats.org/officeDocument/2006/relationships/customXml" Target="../ink/ink2697.xml"/><Relationship Id="rId240" Type="http://schemas.openxmlformats.org/officeDocument/2006/relationships/image" Target="../media/image2599.png"/><Relationship Id="rId261" Type="http://schemas.openxmlformats.org/officeDocument/2006/relationships/image" Target="../media/image2609.png"/><Relationship Id="rId14" Type="http://schemas.openxmlformats.org/officeDocument/2006/relationships/customXml" Target="../ink/ink2589.xml"/><Relationship Id="rId35" Type="http://schemas.openxmlformats.org/officeDocument/2006/relationships/image" Target="../media/image2499.png"/><Relationship Id="rId56" Type="http://schemas.openxmlformats.org/officeDocument/2006/relationships/customXml" Target="../ink/ink2610.xml"/><Relationship Id="rId77" Type="http://schemas.openxmlformats.org/officeDocument/2006/relationships/image" Target="../media/image2519.png"/><Relationship Id="rId100" Type="http://schemas.openxmlformats.org/officeDocument/2006/relationships/customXml" Target="../ink/ink2632.xml"/><Relationship Id="rId282" Type="http://schemas.openxmlformats.org/officeDocument/2006/relationships/image" Target="../media/image2619.png"/><Relationship Id="rId8" Type="http://schemas.openxmlformats.org/officeDocument/2006/relationships/customXml" Target="../ink/ink2586.xml"/><Relationship Id="rId98" Type="http://schemas.openxmlformats.org/officeDocument/2006/relationships/customXml" Target="../ink/ink2631.xml"/><Relationship Id="rId121" Type="http://schemas.openxmlformats.org/officeDocument/2006/relationships/image" Target="../media/image2541.png"/><Relationship Id="rId142" Type="http://schemas.openxmlformats.org/officeDocument/2006/relationships/customXml" Target="../ink/ink2653.xml"/><Relationship Id="rId163" Type="http://schemas.openxmlformats.org/officeDocument/2006/relationships/image" Target="../media/image2561.png"/><Relationship Id="rId184" Type="http://schemas.openxmlformats.org/officeDocument/2006/relationships/customXml" Target="../ink/ink2674.xml"/><Relationship Id="rId219" Type="http://schemas.openxmlformats.org/officeDocument/2006/relationships/image" Target="../media/image2589.png"/><Relationship Id="rId230" Type="http://schemas.openxmlformats.org/officeDocument/2006/relationships/image" Target="../media/image2594.png"/><Relationship Id="rId251" Type="http://schemas.openxmlformats.org/officeDocument/2006/relationships/image" Target="../media/image2604.png"/><Relationship Id="rId25" Type="http://schemas.openxmlformats.org/officeDocument/2006/relationships/image" Target="../media/image2494.png"/><Relationship Id="rId46" Type="http://schemas.openxmlformats.org/officeDocument/2006/relationships/customXml" Target="../ink/ink2605.xml"/><Relationship Id="rId67" Type="http://schemas.openxmlformats.org/officeDocument/2006/relationships/image" Target="../media/image875.png"/><Relationship Id="rId272" Type="http://schemas.openxmlformats.org/officeDocument/2006/relationships/customXml" Target="../ink/ink2719.xml"/><Relationship Id="rId293" Type="http://schemas.openxmlformats.org/officeDocument/2006/relationships/customXml" Target="../ink/ink2730.xml"/><Relationship Id="rId307" Type="http://schemas.openxmlformats.org/officeDocument/2006/relationships/customXml" Target="../ink/ink2737.xml"/><Relationship Id="rId88" Type="http://schemas.openxmlformats.org/officeDocument/2006/relationships/customXml" Target="../ink/ink2626.xml"/><Relationship Id="rId111" Type="http://schemas.openxmlformats.org/officeDocument/2006/relationships/image" Target="../media/image2536.png"/><Relationship Id="rId132" Type="http://schemas.openxmlformats.org/officeDocument/2006/relationships/customXml" Target="../ink/ink2648.xml"/><Relationship Id="rId153" Type="http://schemas.openxmlformats.org/officeDocument/2006/relationships/image" Target="../media/image2557.png"/><Relationship Id="rId174" Type="http://schemas.openxmlformats.org/officeDocument/2006/relationships/customXml" Target="../ink/ink2669.xml"/><Relationship Id="rId195" Type="http://schemas.openxmlformats.org/officeDocument/2006/relationships/image" Target="../media/image2577.png"/><Relationship Id="rId209" Type="http://schemas.openxmlformats.org/officeDocument/2006/relationships/image" Target="../media/image2584.png"/><Relationship Id="rId220" Type="http://schemas.openxmlformats.org/officeDocument/2006/relationships/customXml" Target="../ink/ink2692.xml"/><Relationship Id="rId241" Type="http://schemas.openxmlformats.org/officeDocument/2006/relationships/customXml" Target="../ink/ink2703.xml"/><Relationship Id="rId15" Type="http://schemas.openxmlformats.org/officeDocument/2006/relationships/image" Target="../media/image2489.png"/><Relationship Id="rId36" Type="http://schemas.openxmlformats.org/officeDocument/2006/relationships/customXml" Target="../ink/ink2600.xml"/><Relationship Id="rId57" Type="http://schemas.openxmlformats.org/officeDocument/2006/relationships/image" Target="../media/image2510.png"/><Relationship Id="rId262" Type="http://schemas.openxmlformats.org/officeDocument/2006/relationships/customXml" Target="../ink/ink2714.xml"/><Relationship Id="rId283" Type="http://schemas.openxmlformats.org/officeDocument/2006/relationships/customXml" Target="../ink/ink2725.xml"/><Relationship Id="rId78" Type="http://schemas.openxmlformats.org/officeDocument/2006/relationships/customXml" Target="../ink/ink2621.xml"/><Relationship Id="rId99" Type="http://schemas.openxmlformats.org/officeDocument/2006/relationships/image" Target="../media/image2530.png"/><Relationship Id="rId101" Type="http://schemas.openxmlformats.org/officeDocument/2006/relationships/image" Target="../media/image2531.png"/><Relationship Id="rId122" Type="http://schemas.openxmlformats.org/officeDocument/2006/relationships/customXml" Target="../ink/ink2643.xml"/><Relationship Id="rId143" Type="http://schemas.openxmlformats.org/officeDocument/2006/relationships/image" Target="../media/image2552.png"/><Relationship Id="rId164" Type="http://schemas.openxmlformats.org/officeDocument/2006/relationships/customXml" Target="../ink/ink2664.xml"/><Relationship Id="rId185" Type="http://schemas.openxmlformats.org/officeDocument/2006/relationships/image" Target="../media/image2572.png"/><Relationship Id="rId9" Type="http://schemas.openxmlformats.org/officeDocument/2006/relationships/image" Target="../media/image2486.png"/><Relationship Id="rId210" Type="http://schemas.openxmlformats.org/officeDocument/2006/relationships/customXml" Target="../ink/ink2687.xml"/><Relationship Id="rId26" Type="http://schemas.openxmlformats.org/officeDocument/2006/relationships/customXml" Target="../ink/ink2595.xml"/><Relationship Id="rId231" Type="http://schemas.openxmlformats.org/officeDocument/2006/relationships/customXml" Target="../ink/ink2698.xml"/><Relationship Id="rId252" Type="http://schemas.openxmlformats.org/officeDocument/2006/relationships/customXml" Target="../ink/ink2709.xml"/><Relationship Id="rId273" Type="http://schemas.openxmlformats.org/officeDocument/2006/relationships/image" Target="../media/image2615.png"/><Relationship Id="rId294" Type="http://schemas.openxmlformats.org/officeDocument/2006/relationships/image" Target="../media/image2625.png"/><Relationship Id="rId308" Type="http://schemas.openxmlformats.org/officeDocument/2006/relationships/image" Target="../media/image2632.png"/><Relationship Id="rId47" Type="http://schemas.openxmlformats.org/officeDocument/2006/relationships/image" Target="../media/image2505.png"/><Relationship Id="rId68" Type="http://schemas.openxmlformats.org/officeDocument/2006/relationships/customXml" Target="../ink/ink2616.xml"/><Relationship Id="rId89" Type="http://schemas.openxmlformats.org/officeDocument/2006/relationships/image" Target="../media/image2525.png"/><Relationship Id="rId112" Type="http://schemas.openxmlformats.org/officeDocument/2006/relationships/customXml" Target="../ink/ink2638.xml"/><Relationship Id="rId133" Type="http://schemas.openxmlformats.org/officeDocument/2006/relationships/image" Target="../media/image2547.png"/><Relationship Id="rId154" Type="http://schemas.openxmlformats.org/officeDocument/2006/relationships/customXml" Target="../ink/ink2659.xml"/><Relationship Id="rId175" Type="http://schemas.openxmlformats.org/officeDocument/2006/relationships/image" Target="../media/image2567.png"/><Relationship Id="rId196" Type="http://schemas.openxmlformats.org/officeDocument/2006/relationships/customXml" Target="../ink/ink2680.xml"/><Relationship Id="rId200" Type="http://schemas.openxmlformats.org/officeDocument/2006/relationships/customXml" Target="../ink/ink2682.xml"/><Relationship Id="rId16" Type="http://schemas.openxmlformats.org/officeDocument/2006/relationships/customXml" Target="../ink/ink2590.xml"/><Relationship Id="rId221" Type="http://schemas.openxmlformats.org/officeDocument/2006/relationships/image" Target="../media/image2590.png"/><Relationship Id="rId242" Type="http://schemas.openxmlformats.org/officeDocument/2006/relationships/customXml" Target="../ink/ink2704.xml"/><Relationship Id="rId263" Type="http://schemas.openxmlformats.org/officeDocument/2006/relationships/image" Target="../media/image2610.png"/><Relationship Id="rId284" Type="http://schemas.openxmlformats.org/officeDocument/2006/relationships/image" Target="../media/image2620.png"/><Relationship Id="rId37" Type="http://schemas.openxmlformats.org/officeDocument/2006/relationships/image" Target="../media/image2500.png"/><Relationship Id="rId58" Type="http://schemas.openxmlformats.org/officeDocument/2006/relationships/customXml" Target="../ink/ink2611.xml"/><Relationship Id="rId79" Type="http://schemas.openxmlformats.org/officeDocument/2006/relationships/image" Target="../media/image2520.png"/><Relationship Id="rId102" Type="http://schemas.openxmlformats.org/officeDocument/2006/relationships/customXml" Target="../ink/ink2633.xml"/><Relationship Id="rId123" Type="http://schemas.openxmlformats.org/officeDocument/2006/relationships/image" Target="../media/image2542.png"/><Relationship Id="rId144" Type="http://schemas.openxmlformats.org/officeDocument/2006/relationships/customXml" Target="../ink/ink2654.xml"/><Relationship Id="rId90" Type="http://schemas.openxmlformats.org/officeDocument/2006/relationships/customXml" Target="../ink/ink2627.xml"/><Relationship Id="rId165" Type="http://schemas.openxmlformats.org/officeDocument/2006/relationships/image" Target="../media/image2562.png"/><Relationship Id="rId186" Type="http://schemas.openxmlformats.org/officeDocument/2006/relationships/customXml" Target="../ink/ink2675.xml"/><Relationship Id="rId211" Type="http://schemas.openxmlformats.org/officeDocument/2006/relationships/image" Target="../media/image2585.png"/><Relationship Id="rId232" Type="http://schemas.openxmlformats.org/officeDocument/2006/relationships/image" Target="../media/image2595.png"/><Relationship Id="rId253" Type="http://schemas.openxmlformats.org/officeDocument/2006/relationships/image" Target="../media/image2605.png"/><Relationship Id="rId274" Type="http://schemas.openxmlformats.org/officeDocument/2006/relationships/customXml" Target="../ink/ink2720.xml"/><Relationship Id="rId295" Type="http://schemas.openxmlformats.org/officeDocument/2006/relationships/customXml" Target="../ink/ink2731.xml"/><Relationship Id="rId309" Type="http://schemas.openxmlformats.org/officeDocument/2006/relationships/customXml" Target="../ink/ink2738.xml"/><Relationship Id="rId27" Type="http://schemas.openxmlformats.org/officeDocument/2006/relationships/image" Target="../media/image2495.png"/><Relationship Id="rId48" Type="http://schemas.openxmlformats.org/officeDocument/2006/relationships/customXml" Target="../ink/ink2606.xml"/><Relationship Id="rId69" Type="http://schemas.openxmlformats.org/officeDocument/2006/relationships/image" Target="../media/image2515.png"/><Relationship Id="rId113" Type="http://schemas.openxmlformats.org/officeDocument/2006/relationships/image" Target="../media/image2537.png"/><Relationship Id="rId134" Type="http://schemas.openxmlformats.org/officeDocument/2006/relationships/customXml" Target="../ink/ink2649.xml"/><Relationship Id="rId80" Type="http://schemas.openxmlformats.org/officeDocument/2006/relationships/customXml" Target="../ink/ink2622.xml"/><Relationship Id="rId155" Type="http://schemas.openxmlformats.org/officeDocument/2006/relationships/image" Target="../media/image2558.png"/><Relationship Id="rId176" Type="http://schemas.openxmlformats.org/officeDocument/2006/relationships/customXml" Target="../ink/ink2670.xml"/><Relationship Id="rId197" Type="http://schemas.openxmlformats.org/officeDocument/2006/relationships/image" Target="../media/image2578.png"/><Relationship Id="rId201" Type="http://schemas.openxmlformats.org/officeDocument/2006/relationships/image" Target="../media/image2580.png"/><Relationship Id="rId222" Type="http://schemas.openxmlformats.org/officeDocument/2006/relationships/customXml" Target="../ink/ink2693.xml"/><Relationship Id="rId243" Type="http://schemas.openxmlformats.org/officeDocument/2006/relationships/image" Target="../media/image2600.png"/><Relationship Id="rId264" Type="http://schemas.openxmlformats.org/officeDocument/2006/relationships/customXml" Target="../ink/ink2715.xml"/><Relationship Id="rId285" Type="http://schemas.openxmlformats.org/officeDocument/2006/relationships/customXml" Target="../ink/ink2726.xml"/><Relationship Id="rId17" Type="http://schemas.openxmlformats.org/officeDocument/2006/relationships/image" Target="../media/image2490.png"/><Relationship Id="rId38" Type="http://schemas.openxmlformats.org/officeDocument/2006/relationships/customXml" Target="../ink/ink2601.xml"/><Relationship Id="rId59" Type="http://schemas.openxmlformats.org/officeDocument/2006/relationships/image" Target="../media/image2511.png"/><Relationship Id="rId103" Type="http://schemas.openxmlformats.org/officeDocument/2006/relationships/image" Target="../media/image2532.png"/><Relationship Id="rId124" Type="http://schemas.openxmlformats.org/officeDocument/2006/relationships/customXml" Target="../ink/ink2644.xml"/><Relationship Id="rId70" Type="http://schemas.openxmlformats.org/officeDocument/2006/relationships/customXml" Target="../ink/ink2617.xml"/><Relationship Id="rId91" Type="http://schemas.openxmlformats.org/officeDocument/2006/relationships/image" Target="../media/image2526.png"/><Relationship Id="rId145" Type="http://schemas.openxmlformats.org/officeDocument/2006/relationships/image" Target="../media/image2553.png"/><Relationship Id="rId166" Type="http://schemas.openxmlformats.org/officeDocument/2006/relationships/customXml" Target="../ink/ink2665.xml"/><Relationship Id="rId187" Type="http://schemas.openxmlformats.org/officeDocument/2006/relationships/image" Target="../media/image2573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2688.xml"/><Relationship Id="rId233" Type="http://schemas.openxmlformats.org/officeDocument/2006/relationships/customXml" Target="../ink/ink2699.xml"/><Relationship Id="rId254" Type="http://schemas.openxmlformats.org/officeDocument/2006/relationships/customXml" Target="../ink/ink2710.xml"/><Relationship Id="rId28" Type="http://schemas.openxmlformats.org/officeDocument/2006/relationships/customXml" Target="../ink/ink2596.xml"/><Relationship Id="rId49" Type="http://schemas.openxmlformats.org/officeDocument/2006/relationships/image" Target="../media/image2506.png"/><Relationship Id="rId114" Type="http://schemas.openxmlformats.org/officeDocument/2006/relationships/customXml" Target="../ink/ink2639.xml"/><Relationship Id="rId275" Type="http://schemas.openxmlformats.org/officeDocument/2006/relationships/customXml" Target="../ink/ink2721.xml"/><Relationship Id="rId296" Type="http://schemas.openxmlformats.org/officeDocument/2006/relationships/image" Target="../media/image2626.png"/><Relationship Id="rId300" Type="http://schemas.openxmlformats.org/officeDocument/2006/relationships/image" Target="../media/image2628.png"/><Relationship Id="rId60" Type="http://schemas.openxmlformats.org/officeDocument/2006/relationships/customXml" Target="../ink/ink2612.xml"/><Relationship Id="rId81" Type="http://schemas.openxmlformats.org/officeDocument/2006/relationships/image" Target="../media/image2521.png"/><Relationship Id="rId135" Type="http://schemas.openxmlformats.org/officeDocument/2006/relationships/image" Target="../media/image2548.png"/><Relationship Id="rId156" Type="http://schemas.openxmlformats.org/officeDocument/2006/relationships/customXml" Target="../ink/ink2660.xml"/><Relationship Id="rId177" Type="http://schemas.openxmlformats.org/officeDocument/2006/relationships/image" Target="../media/image2568.png"/><Relationship Id="rId198" Type="http://schemas.openxmlformats.org/officeDocument/2006/relationships/customXml" Target="../ink/ink2681.xml"/><Relationship Id="rId202" Type="http://schemas.openxmlformats.org/officeDocument/2006/relationships/customXml" Target="../ink/ink2683.xml"/><Relationship Id="rId223" Type="http://schemas.openxmlformats.org/officeDocument/2006/relationships/customXml" Target="../ink/ink2694.xml"/><Relationship Id="rId244" Type="http://schemas.openxmlformats.org/officeDocument/2006/relationships/customXml" Target="../ink/ink2705.xml"/><Relationship Id="rId18" Type="http://schemas.openxmlformats.org/officeDocument/2006/relationships/customXml" Target="../ink/ink2591.xml"/><Relationship Id="rId39" Type="http://schemas.openxmlformats.org/officeDocument/2006/relationships/image" Target="../media/image2501.png"/><Relationship Id="rId265" Type="http://schemas.openxmlformats.org/officeDocument/2006/relationships/image" Target="../media/image2611.png"/><Relationship Id="rId286" Type="http://schemas.openxmlformats.org/officeDocument/2006/relationships/image" Target="../media/image2621.png"/><Relationship Id="rId50" Type="http://schemas.openxmlformats.org/officeDocument/2006/relationships/customXml" Target="../ink/ink2607.xml"/><Relationship Id="rId104" Type="http://schemas.openxmlformats.org/officeDocument/2006/relationships/customXml" Target="../ink/ink2634.xml"/><Relationship Id="rId125" Type="http://schemas.openxmlformats.org/officeDocument/2006/relationships/image" Target="../media/image2543.png"/><Relationship Id="rId146" Type="http://schemas.openxmlformats.org/officeDocument/2006/relationships/customXml" Target="../ink/ink2655.xml"/><Relationship Id="rId167" Type="http://schemas.openxmlformats.org/officeDocument/2006/relationships/image" Target="../media/image2563.png"/><Relationship Id="rId188" Type="http://schemas.openxmlformats.org/officeDocument/2006/relationships/customXml" Target="../ink/ink2676.xml"/><Relationship Id="rId71" Type="http://schemas.openxmlformats.org/officeDocument/2006/relationships/image" Target="../media/image2516.png"/><Relationship Id="rId92" Type="http://schemas.openxmlformats.org/officeDocument/2006/relationships/customXml" Target="../ink/ink2628.xml"/><Relationship Id="rId213" Type="http://schemas.openxmlformats.org/officeDocument/2006/relationships/image" Target="../media/image2586.png"/><Relationship Id="rId234" Type="http://schemas.openxmlformats.org/officeDocument/2006/relationships/image" Target="../media/image2596.png"/><Relationship Id="rId2" Type="http://schemas.openxmlformats.org/officeDocument/2006/relationships/customXml" Target="../ink/ink2583.xml"/><Relationship Id="rId29" Type="http://schemas.openxmlformats.org/officeDocument/2006/relationships/image" Target="../media/image2496.png"/><Relationship Id="rId255" Type="http://schemas.openxmlformats.org/officeDocument/2006/relationships/image" Target="../media/image2606.png"/><Relationship Id="rId276" Type="http://schemas.openxmlformats.org/officeDocument/2006/relationships/image" Target="../media/image2616.png"/><Relationship Id="rId297" Type="http://schemas.openxmlformats.org/officeDocument/2006/relationships/customXml" Target="../ink/ink2732.xml"/><Relationship Id="rId40" Type="http://schemas.openxmlformats.org/officeDocument/2006/relationships/customXml" Target="../ink/ink2602.xml"/><Relationship Id="rId115" Type="http://schemas.openxmlformats.org/officeDocument/2006/relationships/image" Target="../media/image2538.png"/><Relationship Id="rId136" Type="http://schemas.openxmlformats.org/officeDocument/2006/relationships/customXml" Target="../ink/ink2650.xml"/><Relationship Id="rId157" Type="http://schemas.openxmlformats.org/officeDocument/2006/relationships/image" Target="../media/image2559.png"/><Relationship Id="rId178" Type="http://schemas.openxmlformats.org/officeDocument/2006/relationships/customXml" Target="../ink/ink2671.xml"/><Relationship Id="rId301" Type="http://schemas.openxmlformats.org/officeDocument/2006/relationships/customXml" Target="../ink/ink2734.xml"/><Relationship Id="rId61" Type="http://schemas.openxmlformats.org/officeDocument/2006/relationships/image" Target="../media/image2512.png"/><Relationship Id="rId82" Type="http://schemas.openxmlformats.org/officeDocument/2006/relationships/customXml" Target="../ink/ink2623.xml"/><Relationship Id="rId199" Type="http://schemas.openxmlformats.org/officeDocument/2006/relationships/image" Target="../media/image2579.png"/><Relationship Id="rId203" Type="http://schemas.openxmlformats.org/officeDocument/2006/relationships/image" Target="../media/image2581.png"/><Relationship Id="rId19" Type="http://schemas.openxmlformats.org/officeDocument/2006/relationships/image" Target="../media/image2491.png"/><Relationship Id="rId224" Type="http://schemas.openxmlformats.org/officeDocument/2006/relationships/image" Target="../media/image2591.png"/><Relationship Id="rId245" Type="http://schemas.openxmlformats.org/officeDocument/2006/relationships/image" Target="../media/image2601.png"/><Relationship Id="rId266" Type="http://schemas.openxmlformats.org/officeDocument/2006/relationships/customXml" Target="../ink/ink2716.xml"/><Relationship Id="rId287" Type="http://schemas.openxmlformats.org/officeDocument/2006/relationships/customXml" Target="../ink/ink2727.xml"/><Relationship Id="rId30" Type="http://schemas.openxmlformats.org/officeDocument/2006/relationships/customXml" Target="../ink/ink2597.xml"/><Relationship Id="rId105" Type="http://schemas.openxmlformats.org/officeDocument/2006/relationships/image" Target="../media/image2533.png"/><Relationship Id="rId126" Type="http://schemas.openxmlformats.org/officeDocument/2006/relationships/customXml" Target="../ink/ink2645.xml"/><Relationship Id="rId147" Type="http://schemas.openxmlformats.org/officeDocument/2006/relationships/image" Target="../media/image2554.png"/><Relationship Id="rId168" Type="http://schemas.openxmlformats.org/officeDocument/2006/relationships/customXml" Target="../ink/ink2666.xml"/><Relationship Id="rId51" Type="http://schemas.openxmlformats.org/officeDocument/2006/relationships/image" Target="../media/image2507.png"/><Relationship Id="rId72" Type="http://schemas.openxmlformats.org/officeDocument/2006/relationships/customXml" Target="../ink/ink2618.xml"/><Relationship Id="rId93" Type="http://schemas.openxmlformats.org/officeDocument/2006/relationships/image" Target="../media/image2527.png"/><Relationship Id="rId189" Type="http://schemas.openxmlformats.org/officeDocument/2006/relationships/image" Target="../media/image2574.png"/><Relationship Id="rId3" Type="http://schemas.openxmlformats.org/officeDocument/2006/relationships/image" Target="../media/image2483.png"/><Relationship Id="rId214" Type="http://schemas.openxmlformats.org/officeDocument/2006/relationships/customXml" Target="../ink/ink2689.xml"/><Relationship Id="rId235" Type="http://schemas.openxmlformats.org/officeDocument/2006/relationships/customXml" Target="../ink/ink2700.xml"/><Relationship Id="rId256" Type="http://schemas.openxmlformats.org/officeDocument/2006/relationships/customXml" Target="../ink/ink2711.xml"/><Relationship Id="rId277" Type="http://schemas.openxmlformats.org/officeDocument/2006/relationships/customXml" Target="../ink/ink2722.xml"/><Relationship Id="rId298" Type="http://schemas.openxmlformats.org/officeDocument/2006/relationships/image" Target="../media/image2627.png"/><Relationship Id="rId116" Type="http://schemas.openxmlformats.org/officeDocument/2006/relationships/customXml" Target="../ink/ink2640.xml"/><Relationship Id="rId137" Type="http://schemas.openxmlformats.org/officeDocument/2006/relationships/image" Target="../media/image2549.png"/><Relationship Id="rId158" Type="http://schemas.openxmlformats.org/officeDocument/2006/relationships/customXml" Target="../ink/ink2661.xml"/><Relationship Id="rId302" Type="http://schemas.openxmlformats.org/officeDocument/2006/relationships/image" Target="../media/image2629.png"/><Relationship Id="rId20" Type="http://schemas.openxmlformats.org/officeDocument/2006/relationships/customXml" Target="../ink/ink2592.xml"/><Relationship Id="rId41" Type="http://schemas.openxmlformats.org/officeDocument/2006/relationships/image" Target="../media/image2502.png"/><Relationship Id="rId62" Type="http://schemas.openxmlformats.org/officeDocument/2006/relationships/customXml" Target="../ink/ink2613.xml"/><Relationship Id="rId83" Type="http://schemas.openxmlformats.org/officeDocument/2006/relationships/image" Target="../media/image2522.png"/><Relationship Id="rId179" Type="http://schemas.openxmlformats.org/officeDocument/2006/relationships/image" Target="../media/image2569.png"/><Relationship Id="rId190" Type="http://schemas.openxmlformats.org/officeDocument/2006/relationships/customXml" Target="../ink/ink2677.xml"/><Relationship Id="rId204" Type="http://schemas.openxmlformats.org/officeDocument/2006/relationships/customXml" Target="../ink/ink2684.xml"/><Relationship Id="rId225" Type="http://schemas.openxmlformats.org/officeDocument/2006/relationships/customXml" Target="../ink/ink2695.xml"/><Relationship Id="rId246" Type="http://schemas.openxmlformats.org/officeDocument/2006/relationships/customXml" Target="../ink/ink2706.xml"/><Relationship Id="rId267" Type="http://schemas.openxmlformats.org/officeDocument/2006/relationships/image" Target="../media/image2612.png"/><Relationship Id="rId288" Type="http://schemas.openxmlformats.org/officeDocument/2006/relationships/image" Target="../media/image2622.png"/><Relationship Id="rId106" Type="http://schemas.openxmlformats.org/officeDocument/2006/relationships/customXml" Target="../ink/ink2635.xml"/><Relationship Id="rId127" Type="http://schemas.openxmlformats.org/officeDocument/2006/relationships/image" Target="../media/image2544.png"/><Relationship Id="rId10" Type="http://schemas.openxmlformats.org/officeDocument/2006/relationships/customXml" Target="../ink/ink2587.xml"/><Relationship Id="rId31" Type="http://schemas.openxmlformats.org/officeDocument/2006/relationships/image" Target="../media/image2497.png"/><Relationship Id="rId52" Type="http://schemas.openxmlformats.org/officeDocument/2006/relationships/customXml" Target="../ink/ink2608.xml"/><Relationship Id="rId73" Type="http://schemas.openxmlformats.org/officeDocument/2006/relationships/image" Target="../media/image2517.png"/><Relationship Id="rId94" Type="http://schemas.openxmlformats.org/officeDocument/2006/relationships/customXml" Target="../ink/ink2629.xml"/><Relationship Id="rId148" Type="http://schemas.openxmlformats.org/officeDocument/2006/relationships/customXml" Target="../ink/ink2656.xml"/><Relationship Id="rId169" Type="http://schemas.openxmlformats.org/officeDocument/2006/relationships/image" Target="../media/image2564.png"/><Relationship Id="rId4" Type="http://schemas.openxmlformats.org/officeDocument/2006/relationships/customXml" Target="../ink/ink2584.xml"/><Relationship Id="rId180" Type="http://schemas.openxmlformats.org/officeDocument/2006/relationships/customXml" Target="../ink/ink2672.xml"/><Relationship Id="rId215" Type="http://schemas.openxmlformats.org/officeDocument/2006/relationships/image" Target="../media/image2587.png"/><Relationship Id="rId236" Type="http://schemas.openxmlformats.org/officeDocument/2006/relationships/image" Target="../media/image2597.png"/><Relationship Id="rId257" Type="http://schemas.openxmlformats.org/officeDocument/2006/relationships/image" Target="../media/image2607.png"/><Relationship Id="rId278" Type="http://schemas.openxmlformats.org/officeDocument/2006/relationships/image" Target="../media/image2617.png"/><Relationship Id="rId303" Type="http://schemas.openxmlformats.org/officeDocument/2006/relationships/customXml" Target="../ink/ink2735.xml"/><Relationship Id="rId42" Type="http://schemas.openxmlformats.org/officeDocument/2006/relationships/customXml" Target="../ink/ink2603.xml"/><Relationship Id="rId84" Type="http://schemas.openxmlformats.org/officeDocument/2006/relationships/customXml" Target="../ink/ink2624.xml"/><Relationship Id="rId138" Type="http://schemas.openxmlformats.org/officeDocument/2006/relationships/customXml" Target="../ink/ink2651.xml"/><Relationship Id="rId191" Type="http://schemas.openxmlformats.org/officeDocument/2006/relationships/image" Target="../media/image2575.png"/><Relationship Id="rId205" Type="http://schemas.openxmlformats.org/officeDocument/2006/relationships/image" Target="../media/image2582.png"/><Relationship Id="rId247" Type="http://schemas.openxmlformats.org/officeDocument/2006/relationships/image" Target="../media/image2602.png"/><Relationship Id="rId107" Type="http://schemas.openxmlformats.org/officeDocument/2006/relationships/image" Target="../media/image2534.png"/><Relationship Id="rId289" Type="http://schemas.openxmlformats.org/officeDocument/2006/relationships/customXml" Target="../ink/ink2728.xml"/><Relationship Id="rId11" Type="http://schemas.openxmlformats.org/officeDocument/2006/relationships/image" Target="../media/image2487.png"/><Relationship Id="rId53" Type="http://schemas.openxmlformats.org/officeDocument/2006/relationships/image" Target="../media/image2508.png"/><Relationship Id="rId149" Type="http://schemas.openxmlformats.org/officeDocument/2006/relationships/image" Target="../media/image2555.png"/><Relationship Id="rId95" Type="http://schemas.openxmlformats.org/officeDocument/2006/relationships/image" Target="../media/image2528.png"/><Relationship Id="rId160" Type="http://schemas.openxmlformats.org/officeDocument/2006/relationships/customXml" Target="../ink/ink2662.xml"/><Relationship Id="rId216" Type="http://schemas.openxmlformats.org/officeDocument/2006/relationships/customXml" Target="../ink/ink2690.xml"/><Relationship Id="rId258" Type="http://schemas.openxmlformats.org/officeDocument/2006/relationships/customXml" Target="../ink/ink2712.xml"/><Relationship Id="rId22" Type="http://schemas.openxmlformats.org/officeDocument/2006/relationships/customXml" Target="../ink/ink2593.xml"/><Relationship Id="rId64" Type="http://schemas.openxmlformats.org/officeDocument/2006/relationships/customXml" Target="../ink/ink2614.xml"/><Relationship Id="rId118" Type="http://schemas.openxmlformats.org/officeDocument/2006/relationships/customXml" Target="../ink/ink2641.xml"/><Relationship Id="rId171" Type="http://schemas.openxmlformats.org/officeDocument/2006/relationships/image" Target="../media/image2565.png"/><Relationship Id="rId227" Type="http://schemas.openxmlformats.org/officeDocument/2006/relationships/customXml" Target="../ink/ink2696.xml"/><Relationship Id="rId269" Type="http://schemas.openxmlformats.org/officeDocument/2006/relationships/image" Target="../media/image2613.png"/><Relationship Id="rId33" Type="http://schemas.openxmlformats.org/officeDocument/2006/relationships/image" Target="../media/image2498.png"/><Relationship Id="rId129" Type="http://schemas.openxmlformats.org/officeDocument/2006/relationships/image" Target="../media/image2545.png"/><Relationship Id="rId280" Type="http://schemas.openxmlformats.org/officeDocument/2006/relationships/image" Target="../media/image2618.png"/><Relationship Id="rId75" Type="http://schemas.openxmlformats.org/officeDocument/2006/relationships/image" Target="../media/image2518.png"/><Relationship Id="rId140" Type="http://schemas.openxmlformats.org/officeDocument/2006/relationships/customXml" Target="../ink/ink2652.xml"/><Relationship Id="rId182" Type="http://schemas.openxmlformats.org/officeDocument/2006/relationships/customXml" Target="../ink/ink2673.xml"/><Relationship Id="rId6" Type="http://schemas.openxmlformats.org/officeDocument/2006/relationships/customXml" Target="../ink/ink2585.xml"/><Relationship Id="rId238" Type="http://schemas.openxmlformats.org/officeDocument/2006/relationships/image" Target="../media/image2598.png"/><Relationship Id="rId291" Type="http://schemas.openxmlformats.org/officeDocument/2006/relationships/customXml" Target="../ink/ink2729.xml"/><Relationship Id="rId305" Type="http://schemas.openxmlformats.org/officeDocument/2006/relationships/customXml" Target="../ink/ink2736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90.png"/><Relationship Id="rId671" Type="http://schemas.openxmlformats.org/officeDocument/2006/relationships/customXml" Target="../ink/ink3076.xml"/><Relationship Id="rId769" Type="http://schemas.openxmlformats.org/officeDocument/2006/relationships/image" Target="../media/image3009.png"/><Relationship Id="rId21" Type="http://schemas.openxmlformats.org/officeDocument/2006/relationships/image" Target="../media/image2642.png"/><Relationship Id="rId324" Type="http://schemas.openxmlformats.org/officeDocument/2006/relationships/customXml" Target="../ink/ink2901.xml"/><Relationship Id="rId531" Type="http://schemas.openxmlformats.org/officeDocument/2006/relationships/customXml" Target="../ink/ink3005.xml"/><Relationship Id="rId629" Type="http://schemas.openxmlformats.org/officeDocument/2006/relationships/customXml" Target="../ink/ink3055.xml"/><Relationship Id="rId170" Type="http://schemas.openxmlformats.org/officeDocument/2006/relationships/customXml" Target="../ink/ink2823.xml"/><Relationship Id="rId268" Type="http://schemas.openxmlformats.org/officeDocument/2006/relationships/customXml" Target="../ink/ink2873.xml"/><Relationship Id="rId475" Type="http://schemas.openxmlformats.org/officeDocument/2006/relationships/image" Target="../media/image2866.png"/><Relationship Id="rId682" Type="http://schemas.openxmlformats.org/officeDocument/2006/relationships/image" Target="../media/image2967.png"/><Relationship Id="rId32" Type="http://schemas.openxmlformats.org/officeDocument/2006/relationships/customXml" Target="../ink/ink2754.xml"/><Relationship Id="rId128" Type="http://schemas.openxmlformats.org/officeDocument/2006/relationships/customXml" Target="../ink/ink2802.xml"/><Relationship Id="rId335" Type="http://schemas.openxmlformats.org/officeDocument/2006/relationships/image" Target="../media/image2797.png"/><Relationship Id="rId542" Type="http://schemas.openxmlformats.org/officeDocument/2006/relationships/image" Target="../media/image2899.png"/><Relationship Id="rId181" Type="http://schemas.openxmlformats.org/officeDocument/2006/relationships/image" Target="../media/image2722.png"/><Relationship Id="rId402" Type="http://schemas.openxmlformats.org/officeDocument/2006/relationships/customXml" Target="../ink/ink2940.xml"/><Relationship Id="rId279" Type="http://schemas.openxmlformats.org/officeDocument/2006/relationships/image" Target="../media/image2769.png"/><Relationship Id="rId486" Type="http://schemas.openxmlformats.org/officeDocument/2006/relationships/image" Target="../media/image2871.png"/><Relationship Id="rId693" Type="http://schemas.openxmlformats.org/officeDocument/2006/relationships/customXml" Target="../ink/ink3087.xml"/><Relationship Id="rId707" Type="http://schemas.openxmlformats.org/officeDocument/2006/relationships/customXml" Target="../ink/ink3094.xml"/><Relationship Id="rId43" Type="http://schemas.openxmlformats.org/officeDocument/2006/relationships/image" Target="../media/image2653.png"/><Relationship Id="rId139" Type="http://schemas.openxmlformats.org/officeDocument/2006/relationships/image" Target="../media/image2701.png"/><Relationship Id="rId346" Type="http://schemas.openxmlformats.org/officeDocument/2006/relationships/customXml" Target="../ink/ink2912.xml"/><Relationship Id="rId553" Type="http://schemas.openxmlformats.org/officeDocument/2006/relationships/customXml" Target="../ink/ink3016.xml"/><Relationship Id="rId760" Type="http://schemas.openxmlformats.org/officeDocument/2006/relationships/customXml" Target="../ink/ink3122.xml"/><Relationship Id="rId192" Type="http://schemas.openxmlformats.org/officeDocument/2006/relationships/customXml" Target="../ink/ink2834.xml"/><Relationship Id="rId206" Type="http://schemas.openxmlformats.org/officeDocument/2006/relationships/customXml" Target="../ink/ink2841.xml"/><Relationship Id="rId413" Type="http://schemas.openxmlformats.org/officeDocument/2006/relationships/image" Target="../media/image2836.png"/><Relationship Id="rId497" Type="http://schemas.openxmlformats.org/officeDocument/2006/relationships/customXml" Target="../ink/ink2988.xml"/><Relationship Id="rId620" Type="http://schemas.openxmlformats.org/officeDocument/2006/relationships/image" Target="../media/image2937.png"/><Relationship Id="rId718" Type="http://schemas.openxmlformats.org/officeDocument/2006/relationships/image" Target="../media/image2985.png"/><Relationship Id="rId357" Type="http://schemas.openxmlformats.org/officeDocument/2006/relationships/image" Target="../media/image2808.png"/><Relationship Id="rId54" Type="http://schemas.openxmlformats.org/officeDocument/2006/relationships/customXml" Target="../ink/ink2765.xml"/><Relationship Id="rId217" Type="http://schemas.openxmlformats.org/officeDocument/2006/relationships/image" Target="../media/image2740.png"/><Relationship Id="rId564" Type="http://schemas.openxmlformats.org/officeDocument/2006/relationships/image" Target="../media/image2910.png"/><Relationship Id="rId771" Type="http://schemas.openxmlformats.org/officeDocument/2006/relationships/image" Target="../media/image3010.png"/><Relationship Id="rId424" Type="http://schemas.openxmlformats.org/officeDocument/2006/relationships/customXml" Target="../ink/ink2951.xml"/><Relationship Id="rId631" Type="http://schemas.openxmlformats.org/officeDocument/2006/relationships/customXml" Target="../ink/ink3056.xml"/><Relationship Id="rId729" Type="http://schemas.openxmlformats.org/officeDocument/2006/relationships/image" Target="../media/image2990.png"/><Relationship Id="rId270" Type="http://schemas.openxmlformats.org/officeDocument/2006/relationships/customXml" Target="../ink/ink2874.xml"/><Relationship Id="rId65" Type="http://schemas.openxmlformats.org/officeDocument/2006/relationships/image" Target="../media/image2664.png"/><Relationship Id="rId130" Type="http://schemas.openxmlformats.org/officeDocument/2006/relationships/customXml" Target="../ink/ink2803.xml"/><Relationship Id="rId368" Type="http://schemas.openxmlformats.org/officeDocument/2006/relationships/customXml" Target="../ink/ink2923.xml"/><Relationship Id="rId575" Type="http://schemas.openxmlformats.org/officeDocument/2006/relationships/customXml" Target="../ink/ink3027.xml"/><Relationship Id="rId782" Type="http://schemas.openxmlformats.org/officeDocument/2006/relationships/customXml" Target="../ink/ink3133.xml"/><Relationship Id="rId228" Type="http://schemas.openxmlformats.org/officeDocument/2006/relationships/customXml" Target="../ink/ink2852.xml"/><Relationship Id="rId435" Type="http://schemas.openxmlformats.org/officeDocument/2006/relationships/image" Target="../media/image2847.png"/><Relationship Id="rId642" Type="http://schemas.openxmlformats.org/officeDocument/2006/relationships/image" Target="../media/image2948.png"/><Relationship Id="rId281" Type="http://schemas.openxmlformats.org/officeDocument/2006/relationships/image" Target="../media/image2770.png"/><Relationship Id="rId502" Type="http://schemas.openxmlformats.org/officeDocument/2006/relationships/image" Target="../media/image2879.png"/><Relationship Id="rId76" Type="http://schemas.openxmlformats.org/officeDocument/2006/relationships/customXml" Target="../ink/ink2776.xml"/><Relationship Id="rId141" Type="http://schemas.openxmlformats.org/officeDocument/2006/relationships/image" Target="../media/image2702.png"/><Relationship Id="rId379" Type="http://schemas.openxmlformats.org/officeDocument/2006/relationships/image" Target="../media/image2819.png"/><Relationship Id="rId586" Type="http://schemas.openxmlformats.org/officeDocument/2006/relationships/customXml" Target="../ink/ink3033.xml"/><Relationship Id="rId793" Type="http://schemas.openxmlformats.org/officeDocument/2006/relationships/image" Target="../media/image3021.png"/><Relationship Id="rId807" Type="http://schemas.openxmlformats.org/officeDocument/2006/relationships/image" Target="../media/image3028.png"/><Relationship Id="rId7" Type="http://schemas.openxmlformats.org/officeDocument/2006/relationships/image" Target="../media/image2635.png"/><Relationship Id="rId239" Type="http://schemas.openxmlformats.org/officeDocument/2006/relationships/image" Target="../media/image2749.png"/><Relationship Id="rId446" Type="http://schemas.openxmlformats.org/officeDocument/2006/relationships/customXml" Target="../ink/ink2962.xml"/><Relationship Id="rId653" Type="http://schemas.openxmlformats.org/officeDocument/2006/relationships/customXml" Target="../ink/ink3067.xml"/><Relationship Id="rId292" Type="http://schemas.openxmlformats.org/officeDocument/2006/relationships/customXml" Target="../ink/ink2885.xml"/><Relationship Id="rId306" Type="http://schemas.openxmlformats.org/officeDocument/2006/relationships/customXml" Target="../ink/ink2892.xml"/><Relationship Id="rId87" Type="http://schemas.openxmlformats.org/officeDocument/2006/relationships/image" Target="../media/image2675.png"/><Relationship Id="rId513" Type="http://schemas.openxmlformats.org/officeDocument/2006/relationships/customXml" Target="../ink/ink2996.xml"/><Relationship Id="rId597" Type="http://schemas.openxmlformats.org/officeDocument/2006/relationships/customXml" Target="../ink/ink3039.xml"/><Relationship Id="rId720" Type="http://schemas.openxmlformats.org/officeDocument/2006/relationships/image" Target="../media/image2986.png"/><Relationship Id="rId152" Type="http://schemas.openxmlformats.org/officeDocument/2006/relationships/customXml" Target="../ink/ink2814.xml"/><Relationship Id="rId457" Type="http://schemas.openxmlformats.org/officeDocument/2006/relationships/image" Target="../media/image2858.png"/><Relationship Id="rId664" Type="http://schemas.openxmlformats.org/officeDocument/2006/relationships/image" Target="../media/image2959.png"/><Relationship Id="rId14" Type="http://schemas.openxmlformats.org/officeDocument/2006/relationships/customXml" Target="../ink/ink2745.xml"/><Relationship Id="rId317" Type="http://schemas.openxmlformats.org/officeDocument/2006/relationships/image" Target="../media/image2788.png"/><Relationship Id="rId524" Type="http://schemas.openxmlformats.org/officeDocument/2006/relationships/image" Target="../media/image2890.png"/><Relationship Id="rId731" Type="http://schemas.openxmlformats.org/officeDocument/2006/relationships/image" Target="../media/image2991.png"/><Relationship Id="rId98" Type="http://schemas.openxmlformats.org/officeDocument/2006/relationships/customXml" Target="../ink/ink2787.xml"/><Relationship Id="rId163" Type="http://schemas.openxmlformats.org/officeDocument/2006/relationships/image" Target="../media/image2713.png"/><Relationship Id="rId370" Type="http://schemas.openxmlformats.org/officeDocument/2006/relationships/customXml" Target="../ink/ink2924.xml"/><Relationship Id="rId230" Type="http://schemas.openxmlformats.org/officeDocument/2006/relationships/customXml" Target="../ink/ink2853.xml"/><Relationship Id="rId468" Type="http://schemas.openxmlformats.org/officeDocument/2006/relationships/customXml" Target="../ink/ink2973.xml"/><Relationship Id="rId675" Type="http://schemas.openxmlformats.org/officeDocument/2006/relationships/customXml" Target="../ink/ink3078.xml"/><Relationship Id="rId25" Type="http://schemas.openxmlformats.org/officeDocument/2006/relationships/image" Target="../media/image2644.png"/><Relationship Id="rId328" Type="http://schemas.openxmlformats.org/officeDocument/2006/relationships/customXml" Target="../ink/ink2903.xml"/><Relationship Id="rId535" Type="http://schemas.openxmlformats.org/officeDocument/2006/relationships/customXml" Target="../ink/ink3007.xml"/><Relationship Id="rId742" Type="http://schemas.openxmlformats.org/officeDocument/2006/relationships/image" Target="../media/image2996.png"/><Relationship Id="rId174" Type="http://schemas.openxmlformats.org/officeDocument/2006/relationships/customXml" Target="../ink/ink2825.xml"/><Relationship Id="rId381" Type="http://schemas.openxmlformats.org/officeDocument/2006/relationships/image" Target="../media/image2820.png"/><Relationship Id="rId602" Type="http://schemas.openxmlformats.org/officeDocument/2006/relationships/image" Target="../media/image2928.png"/><Relationship Id="rId241" Type="http://schemas.openxmlformats.org/officeDocument/2006/relationships/image" Target="../media/image2750.png"/><Relationship Id="rId479" Type="http://schemas.openxmlformats.org/officeDocument/2006/relationships/customXml" Target="../ink/ink2979.xml"/><Relationship Id="rId686" Type="http://schemas.openxmlformats.org/officeDocument/2006/relationships/image" Target="../media/image2969.png"/><Relationship Id="rId36" Type="http://schemas.openxmlformats.org/officeDocument/2006/relationships/customXml" Target="../ink/ink2756.xml"/><Relationship Id="rId339" Type="http://schemas.openxmlformats.org/officeDocument/2006/relationships/image" Target="../media/image2799.png"/><Relationship Id="rId546" Type="http://schemas.openxmlformats.org/officeDocument/2006/relationships/image" Target="../media/image2901.png"/><Relationship Id="rId753" Type="http://schemas.openxmlformats.org/officeDocument/2006/relationships/image" Target="../media/image3001.png"/><Relationship Id="rId101" Type="http://schemas.openxmlformats.org/officeDocument/2006/relationships/image" Target="../media/image2682.png"/><Relationship Id="rId185" Type="http://schemas.openxmlformats.org/officeDocument/2006/relationships/image" Target="../media/image2724.png"/><Relationship Id="rId406" Type="http://schemas.openxmlformats.org/officeDocument/2006/relationships/customXml" Target="../ink/ink2942.xml"/><Relationship Id="rId392" Type="http://schemas.openxmlformats.org/officeDocument/2006/relationships/customXml" Target="../ink/ink2935.xml"/><Relationship Id="rId613" Type="http://schemas.openxmlformats.org/officeDocument/2006/relationships/customXml" Target="../ink/ink3047.xml"/><Relationship Id="rId697" Type="http://schemas.openxmlformats.org/officeDocument/2006/relationships/customXml" Target="../ink/ink3089.xml"/><Relationship Id="rId252" Type="http://schemas.openxmlformats.org/officeDocument/2006/relationships/customXml" Target="../ink/ink2865.xml"/><Relationship Id="rId47" Type="http://schemas.openxmlformats.org/officeDocument/2006/relationships/image" Target="../media/image2655.png"/><Relationship Id="rId112" Type="http://schemas.openxmlformats.org/officeDocument/2006/relationships/customXml" Target="../ink/ink2794.xml"/><Relationship Id="rId557" Type="http://schemas.openxmlformats.org/officeDocument/2006/relationships/customXml" Target="../ink/ink3018.xml"/><Relationship Id="rId764" Type="http://schemas.openxmlformats.org/officeDocument/2006/relationships/customXml" Target="../ink/ink3124.xml"/><Relationship Id="rId196" Type="http://schemas.openxmlformats.org/officeDocument/2006/relationships/customXml" Target="../ink/ink2836.xml"/><Relationship Id="rId417" Type="http://schemas.openxmlformats.org/officeDocument/2006/relationships/image" Target="../media/image2838.png"/><Relationship Id="rId624" Type="http://schemas.openxmlformats.org/officeDocument/2006/relationships/image" Target="../media/image2939.png"/><Relationship Id="rId263" Type="http://schemas.openxmlformats.org/officeDocument/2006/relationships/image" Target="../media/image2761.png"/><Relationship Id="rId470" Type="http://schemas.openxmlformats.org/officeDocument/2006/relationships/customXml" Target="../ink/ink2974.xml"/><Relationship Id="rId58" Type="http://schemas.openxmlformats.org/officeDocument/2006/relationships/customXml" Target="../ink/ink2767.xml"/><Relationship Id="rId123" Type="http://schemas.openxmlformats.org/officeDocument/2006/relationships/image" Target="../media/image2693.png"/><Relationship Id="rId330" Type="http://schemas.openxmlformats.org/officeDocument/2006/relationships/customXml" Target="../ink/ink2904.xml"/><Relationship Id="rId568" Type="http://schemas.openxmlformats.org/officeDocument/2006/relationships/image" Target="../media/image2912.png"/><Relationship Id="rId775" Type="http://schemas.openxmlformats.org/officeDocument/2006/relationships/image" Target="../media/image3012.png"/><Relationship Id="rId428" Type="http://schemas.openxmlformats.org/officeDocument/2006/relationships/customXml" Target="../ink/ink2953.xml"/><Relationship Id="rId635" Type="http://schemas.openxmlformats.org/officeDocument/2006/relationships/customXml" Target="../ink/ink3058.xml"/><Relationship Id="rId274" Type="http://schemas.openxmlformats.org/officeDocument/2006/relationships/customXml" Target="../ink/ink2876.xml"/><Relationship Id="rId481" Type="http://schemas.openxmlformats.org/officeDocument/2006/relationships/customXml" Target="../ink/ink2980.xml"/><Relationship Id="rId702" Type="http://schemas.openxmlformats.org/officeDocument/2006/relationships/image" Target="../media/image2977.png"/><Relationship Id="rId69" Type="http://schemas.openxmlformats.org/officeDocument/2006/relationships/image" Target="../media/image2666.png"/><Relationship Id="rId134" Type="http://schemas.openxmlformats.org/officeDocument/2006/relationships/customXml" Target="../ink/ink2805.xml"/><Relationship Id="rId579" Type="http://schemas.openxmlformats.org/officeDocument/2006/relationships/customXml" Target="../ink/ink3029.xml"/><Relationship Id="rId786" Type="http://schemas.openxmlformats.org/officeDocument/2006/relationships/customXml" Target="../ink/ink3135.xml"/><Relationship Id="rId341" Type="http://schemas.openxmlformats.org/officeDocument/2006/relationships/image" Target="../media/image2800.png"/><Relationship Id="rId439" Type="http://schemas.openxmlformats.org/officeDocument/2006/relationships/image" Target="../media/image2849.png"/><Relationship Id="rId646" Type="http://schemas.openxmlformats.org/officeDocument/2006/relationships/image" Target="../media/image2950.png"/><Relationship Id="rId201" Type="http://schemas.openxmlformats.org/officeDocument/2006/relationships/image" Target="../media/image2732.png"/><Relationship Id="rId285" Type="http://schemas.openxmlformats.org/officeDocument/2006/relationships/image" Target="../media/image2772.png"/><Relationship Id="rId506" Type="http://schemas.openxmlformats.org/officeDocument/2006/relationships/image" Target="../media/image2881.png"/><Relationship Id="rId492" Type="http://schemas.openxmlformats.org/officeDocument/2006/relationships/image" Target="../media/image2874.png"/><Relationship Id="rId713" Type="http://schemas.openxmlformats.org/officeDocument/2006/relationships/customXml" Target="../ink/ink3097.xml"/><Relationship Id="rId797" Type="http://schemas.openxmlformats.org/officeDocument/2006/relationships/image" Target="../media/image3023.png"/><Relationship Id="rId145" Type="http://schemas.openxmlformats.org/officeDocument/2006/relationships/image" Target="../media/image2704.png"/><Relationship Id="rId352" Type="http://schemas.openxmlformats.org/officeDocument/2006/relationships/customXml" Target="../ink/ink2915.xml"/><Relationship Id="rId212" Type="http://schemas.openxmlformats.org/officeDocument/2006/relationships/customXml" Target="../ink/ink2844.xml"/><Relationship Id="rId657" Type="http://schemas.openxmlformats.org/officeDocument/2006/relationships/customXml" Target="../ink/ink3069.xml"/><Relationship Id="rId296" Type="http://schemas.openxmlformats.org/officeDocument/2006/relationships/customXml" Target="../ink/ink2887.xml"/><Relationship Id="rId517" Type="http://schemas.openxmlformats.org/officeDocument/2006/relationships/customXml" Target="../ink/ink2998.xml"/><Relationship Id="rId724" Type="http://schemas.openxmlformats.org/officeDocument/2006/relationships/customXml" Target="../ink/ink3103.xml"/><Relationship Id="rId60" Type="http://schemas.openxmlformats.org/officeDocument/2006/relationships/customXml" Target="../ink/ink2768.xml"/><Relationship Id="rId156" Type="http://schemas.openxmlformats.org/officeDocument/2006/relationships/customXml" Target="../ink/ink2816.xml"/><Relationship Id="rId363" Type="http://schemas.openxmlformats.org/officeDocument/2006/relationships/image" Target="../media/image2811.png"/><Relationship Id="rId570" Type="http://schemas.openxmlformats.org/officeDocument/2006/relationships/image" Target="../media/image2913.png"/><Relationship Id="rId223" Type="http://schemas.openxmlformats.org/officeDocument/2006/relationships/image" Target="../media/image2743.png"/><Relationship Id="rId430" Type="http://schemas.openxmlformats.org/officeDocument/2006/relationships/customXml" Target="../ink/ink2954.xml"/><Relationship Id="rId668" Type="http://schemas.openxmlformats.org/officeDocument/2006/relationships/image" Target="../media/image2961.png"/><Relationship Id="rId18" Type="http://schemas.openxmlformats.org/officeDocument/2006/relationships/customXml" Target="../ink/ink2747.xml"/><Relationship Id="rId528" Type="http://schemas.openxmlformats.org/officeDocument/2006/relationships/image" Target="../media/image2892.png"/><Relationship Id="rId735" Type="http://schemas.openxmlformats.org/officeDocument/2006/relationships/image" Target="../media/image2993.png"/><Relationship Id="rId167" Type="http://schemas.openxmlformats.org/officeDocument/2006/relationships/image" Target="../media/image2715.png"/><Relationship Id="rId374" Type="http://schemas.openxmlformats.org/officeDocument/2006/relationships/customXml" Target="../ink/ink2926.xml"/><Relationship Id="rId581" Type="http://schemas.openxmlformats.org/officeDocument/2006/relationships/image" Target="../media/image2918.png"/><Relationship Id="rId71" Type="http://schemas.openxmlformats.org/officeDocument/2006/relationships/image" Target="../media/image2667.png"/><Relationship Id="rId234" Type="http://schemas.openxmlformats.org/officeDocument/2006/relationships/customXml" Target="../ink/ink2855.xml"/><Relationship Id="rId679" Type="http://schemas.openxmlformats.org/officeDocument/2006/relationships/customXml" Target="../ink/ink3080.xml"/><Relationship Id="rId802" Type="http://schemas.openxmlformats.org/officeDocument/2006/relationships/customXml" Target="../ink/ink3143.xml"/><Relationship Id="rId2" Type="http://schemas.openxmlformats.org/officeDocument/2006/relationships/customXml" Target="../ink/ink2739.xml"/><Relationship Id="rId29" Type="http://schemas.openxmlformats.org/officeDocument/2006/relationships/image" Target="../media/image2646.png"/><Relationship Id="rId441" Type="http://schemas.openxmlformats.org/officeDocument/2006/relationships/image" Target="../media/image2850.png"/><Relationship Id="rId539" Type="http://schemas.openxmlformats.org/officeDocument/2006/relationships/customXml" Target="../ink/ink3009.xml"/><Relationship Id="rId746" Type="http://schemas.openxmlformats.org/officeDocument/2006/relationships/customXml" Target="../ink/ink3115.xml"/><Relationship Id="rId178" Type="http://schemas.openxmlformats.org/officeDocument/2006/relationships/customXml" Target="../ink/ink2827.xml"/><Relationship Id="rId301" Type="http://schemas.openxmlformats.org/officeDocument/2006/relationships/image" Target="../media/image2780.png"/><Relationship Id="rId82" Type="http://schemas.openxmlformats.org/officeDocument/2006/relationships/customXml" Target="../ink/ink2779.xml"/><Relationship Id="rId385" Type="http://schemas.openxmlformats.org/officeDocument/2006/relationships/image" Target="../media/image2822.png"/><Relationship Id="rId592" Type="http://schemas.openxmlformats.org/officeDocument/2006/relationships/customXml" Target="../ink/ink3036.xml"/><Relationship Id="rId606" Type="http://schemas.openxmlformats.org/officeDocument/2006/relationships/image" Target="../media/image2930.png"/><Relationship Id="rId245" Type="http://schemas.openxmlformats.org/officeDocument/2006/relationships/image" Target="../media/image2752.png"/><Relationship Id="rId452" Type="http://schemas.openxmlformats.org/officeDocument/2006/relationships/customXml" Target="../ink/ink2965.xml"/><Relationship Id="rId105" Type="http://schemas.openxmlformats.org/officeDocument/2006/relationships/image" Target="../media/image2684.png"/><Relationship Id="rId312" Type="http://schemas.openxmlformats.org/officeDocument/2006/relationships/customXml" Target="../ink/ink2895.xml"/><Relationship Id="rId757" Type="http://schemas.openxmlformats.org/officeDocument/2006/relationships/image" Target="../media/image3003.png"/><Relationship Id="rId93" Type="http://schemas.openxmlformats.org/officeDocument/2006/relationships/image" Target="../media/image2678.png"/><Relationship Id="rId189" Type="http://schemas.openxmlformats.org/officeDocument/2006/relationships/image" Target="../media/image2726.png"/><Relationship Id="rId396" Type="http://schemas.openxmlformats.org/officeDocument/2006/relationships/customXml" Target="../ink/ink2937.xml"/><Relationship Id="rId617" Type="http://schemas.openxmlformats.org/officeDocument/2006/relationships/customXml" Target="../ink/ink3049.xml"/><Relationship Id="rId256" Type="http://schemas.openxmlformats.org/officeDocument/2006/relationships/customXml" Target="../ink/ink2867.xml"/><Relationship Id="rId463" Type="http://schemas.openxmlformats.org/officeDocument/2006/relationships/image" Target="../media/image2861.png"/><Relationship Id="rId670" Type="http://schemas.openxmlformats.org/officeDocument/2006/relationships/image" Target="../media/image2962.png"/><Relationship Id="rId116" Type="http://schemas.openxmlformats.org/officeDocument/2006/relationships/customXml" Target="../ink/ink2796.xml"/><Relationship Id="rId323" Type="http://schemas.openxmlformats.org/officeDocument/2006/relationships/image" Target="../media/image2791.png"/><Relationship Id="rId530" Type="http://schemas.openxmlformats.org/officeDocument/2006/relationships/image" Target="../media/image2893.png"/><Relationship Id="rId768" Type="http://schemas.openxmlformats.org/officeDocument/2006/relationships/customXml" Target="../ink/ink3126.xml"/><Relationship Id="rId20" Type="http://schemas.openxmlformats.org/officeDocument/2006/relationships/customXml" Target="../ink/ink2748.xml"/><Relationship Id="rId628" Type="http://schemas.openxmlformats.org/officeDocument/2006/relationships/image" Target="../media/image2941.png"/><Relationship Id="rId267" Type="http://schemas.openxmlformats.org/officeDocument/2006/relationships/image" Target="../media/image2763.png"/><Relationship Id="rId474" Type="http://schemas.openxmlformats.org/officeDocument/2006/relationships/customXml" Target="../ink/ink2976.xml"/><Relationship Id="rId127" Type="http://schemas.openxmlformats.org/officeDocument/2006/relationships/image" Target="../media/image2695.png"/><Relationship Id="rId681" Type="http://schemas.openxmlformats.org/officeDocument/2006/relationships/customXml" Target="../ink/ink3081.xml"/><Relationship Id="rId779" Type="http://schemas.openxmlformats.org/officeDocument/2006/relationships/image" Target="../media/image3014.png"/><Relationship Id="rId31" Type="http://schemas.openxmlformats.org/officeDocument/2006/relationships/image" Target="../media/image2647.png"/><Relationship Id="rId334" Type="http://schemas.openxmlformats.org/officeDocument/2006/relationships/customXml" Target="../ink/ink2906.xml"/><Relationship Id="rId541" Type="http://schemas.openxmlformats.org/officeDocument/2006/relationships/customXml" Target="../ink/ink3010.xml"/><Relationship Id="rId639" Type="http://schemas.openxmlformats.org/officeDocument/2006/relationships/customXml" Target="../ink/ink3060.xml"/><Relationship Id="rId180" Type="http://schemas.openxmlformats.org/officeDocument/2006/relationships/customXml" Target="../ink/ink2828.xml"/><Relationship Id="rId278" Type="http://schemas.openxmlformats.org/officeDocument/2006/relationships/customXml" Target="../ink/ink2878.xml"/><Relationship Id="rId401" Type="http://schemas.openxmlformats.org/officeDocument/2006/relationships/image" Target="../media/image2830.png"/><Relationship Id="rId485" Type="http://schemas.openxmlformats.org/officeDocument/2006/relationships/customXml" Target="../ink/ink2982.xml"/><Relationship Id="rId692" Type="http://schemas.openxmlformats.org/officeDocument/2006/relationships/image" Target="../media/image2972.png"/><Relationship Id="rId706" Type="http://schemas.openxmlformats.org/officeDocument/2006/relationships/image" Target="../media/image2979.png"/><Relationship Id="rId42" Type="http://schemas.openxmlformats.org/officeDocument/2006/relationships/customXml" Target="../ink/ink2759.xml"/><Relationship Id="rId138" Type="http://schemas.openxmlformats.org/officeDocument/2006/relationships/customXml" Target="../ink/ink2807.xml"/><Relationship Id="rId345" Type="http://schemas.openxmlformats.org/officeDocument/2006/relationships/image" Target="../media/image2802.png"/><Relationship Id="rId552" Type="http://schemas.openxmlformats.org/officeDocument/2006/relationships/image" Target="../media/image2904.png"/><Relationship Id="rId191" Type="http://schemas.openxmlformats.org/officeDocument/2006/relationships/image" Target="../media/image2727.png"/><Relationship Id="rId205" Type="http://schemas.openxmlformats.org/officeDocument/2006/relationships/image" Target="../media/image2734.png"/><Relationship Id="rId412" Type="http://schemas.openxmlformats.org/officeDocument/2006/relationships/customXml" Target="../ink/ink2945.xml"/><Relationship Id="rId289" Type="http://schemas.openxmlformats.org/officeDocument/2006/relationships/image" Target="../media/image2774.png"/><Relationship Id="rId496" Type="http://schemas.openxmlformats.org/officeDocument/2006/relationships/image" Target="../media/image2876.png"/><Relationship Id="rId717" Type="http://schemas.openxmlformats.org/officeDocument/2006/relationships/customXml" Target="../ink/ink3099.xml"/><Relationship Id="rId53" Type="http://schemas.openxmlformats.org/officeDocument/2006/relationships/image" Target="../media/image2658.png"/><Relationship Id="rId149" Type="http://schemas.openxmlformats.org/officeDocument/2006/relationships/image" Target="../media/image2706.png"/><Relationship Id="rId356" Type="http://schemas.openxmlformats.org/officeDocument/2006/relationships/customXml" Target="../ink/ink2917.xml"/><Relationship Id="rId563" Type="http://schemas.openxmlformats.org/officeDocument/2006/relationships/customXml" Target="../ink/ink3021.xml"/><Relationship Id="rId770" Type="http://schemas.openxmlformats.org/officeDocument/2006/relationships/customXml" Target="../ink/ink3127.xml"/><Relationship Id="rId216" Type="http://schemas.openxmlformats.org/officeDocument/2006/relationships/customXml" Target="../ink/ink2846.xml"/><Relationship Id="rId423" Type="http://schemas.openxmlformats.org/officeDocument/2006/relationships/image" Target="../media/image2841.png"/><Relationship Id="rId630" Type="http://schemas.openxmlformats.org/officeDocument/2006/relationships/image" Target="../media/image2942.png"/><Relationship Id="rId728" Type="http://schemas.openxmlformats.org/officeDocument/2006/relationships/customXml" Target="../ink/ink3105.xml"/><Relationship Id="rId64" Type="http://schemas.openxmlformats.org/officeDocument/2006/relationships/customXml" Target="../ink/ink2770.xml"/><Relationship Id="rId367" Type="http://schemas.openxmlformats.org/officeDocument/2006/relationships/image" Target="../media/image2813.png"/><Relationship Id="rId574" Type="http://schemas.openxmlformats.org/officeDocument/2006/relationships/image" Target="../media/image2915.png"/><Relationship Id="rId227" Type="http://schemas.openxmlformats.org/officeDocument/2006/relationships/image" Target="../media/image119.png"/><Relationship Id="rId781" Type="http://schemas.openxmlformats.org/officeDocument/2006/relationships/image" Target="../media/image3015.png"/><Relationship Id="rId434" Type="http://schemas.openxmlformats.org/officeDocument/2006/relationships/customXml" Target="../ink/ink2956.xml"/><Relationship Id="rId641" Type="http://schemas.openxmlformats.org/officeDocument/2006/relationships/customXml" Target="../ink/ink3061.xml"/><Relationship Id="rId739" Type="http://schemas.openxmlformats.org/officeDocument/2006/relationships/image" Target="../media/image2995.png"/><Relationship Id="rId280" Type="http://schemas.openxmlformats.org/officeDocument/2006/relationships/customXml" Target="../ink/ink2879.xml"/><Relationship Id="rId501" Type="http://schemas.openxmlformats.org/officeDocument/2006/relationships/customXml" Target="../ink/ink2990.xml"/><Relationship Id="rId75" Type="http://schemas.openxmlformats.org/officeDocument/2006/relationships/image" Target="../media/image2669.png"/><Relationship Id="rId140" Type="http://schemas.openxmlformats.org/officeDocument/2006/relationships/customXml" Target="../ink/ink2808.xml"/><Relationship Id="rId182" Type="http://schemas.openxmlformats.org/officeDocument/2006/relationships/customXml" Target="../ink/ink2829.xml"/><Relationship Id="rId378" Type="http://schemas.openxmlformats.org/officeDocument/2006/relationships/customXml" Target="../ink/ink2928.xml"/><Relationship Id="rId403" Type="http://schemas.openxmlformats.org/officeDocument/2006/relationships/image" Target="../media/image2831.png"/><Relationship Id="rId585" Type="http://schemas.openxmlformats.org/officeDocument/2006/relationships/image" Target="../media/image2920.png"/><Relationship Id="rId750" Type="http://schemas.openxmlformats.org/officeDocument/2006/relationships/customXml" Target="../ink/ink3117.xml"/><Relationship Id="rId792" Type="http://schemas.openxmlformats.org/officeDocument/2006/relationships/customXml" Target="../ink/ink3138.xml"/><Relationship Id="rId806" Type="http://schemas.openxmlformats.org/officeDocument/2006/relationships/customXml" Target="../ink/ink3145.xml"/><Relationship Id="rId6" Type="http://schemas.openxmlformats.org/officeDocument/2006/relationships/customXml" Target="../ink/ink2741.xml"/><Relationship Id="rId238" Type="http://schemas.openxmlformats.org/officeDocument/2006/relationships/customXml" Target="../ink/ink2858.xml"/><Relationship Id="rId445" Type="http://schemas.openxmlformats.org/officeDocument/2006/relationships/image" Target="../media/image2852.png"/><Relationship Id="rId487" Type="http://schemas.openxmlformats.org/officeDocument/2006/relationships/customXml" Target="../ink/ink2983.xml"/><Relationship Id="rId610" Type="http://schemas.openxmlformats.org/officeDocument/2006/relationships/image" Target="../media/image2932.png"/><Relationship Id="rId652" Type="http://schemas.openxmlformats.org/officeDocument/2006/relationships/image" Target="../media/image2953.png"/><Relationship Id="rId694" Type="http://schemas.openxmlformats.org/officeDocument/2006/relationships/image" Target="../media/image2973.png"/><Relationship Id="rId708" Type="http://schemas.openxmlformats.org/officeDocument/2006/relationships/image" Target="../media/image2980.png"/><Relationship Id="rId291" Type="http://schemas.openxmlformats.org/officeDocument/2006/relationships/image" Target="../media/image2775.png"/><Relationship Id="rId305" Type="http://schemas.openxmlformats.org/officeDocument/2006/relationships/image" Target="../media/image2782.png"/><Relationship Id="rId347" Type="http://schemas.openxmlformats.org/officeDocument/2006/relationships/image" Target="../media/image2803.png"/><Relationship Id="rId512" Type="http://schemas.openxmlformats.org/officeDocument/2006/relationships/image" Target="../media/image2884.png"/><Relationship Id="rId44" Type="http://schemas.openxmlformats.org/officeDocument/2006/relationships/customXml" Target="../ink/ink2760.xml"/><Relationship Id="rId86" Type="http://schemas.openxmlformats.org/officeDocument/2006/relationships/customXml" Target="../ink/ink2781.xml"/><Relationship Id="rId151" Type="http://schemas.openxmlformats.org/officeDocument/2006/relationships/image" Target="../media/image2707.png"/><Relationship Id="rId389" Type="http://schemas.openxmlformats.org/officeDocument/2006/relationships/image" Target="../media/image2824.png"/><Relationship Id="rId554" Type="http://schemas.openxmlformats.org/officeDocument/2006/relationships/image" Target="../media/image2905.png"/><Relationship Id="rId596" Type="http://schemas.openxmlformats.org/officeDocument/2006/relationships/image" Target="../media/image2925.png"/><Relationship Id="rId761" Type="http://schemas.openxmlformats.org/officeDocument/2006/relationships/image" Target="../media/image3005.png"/><Relationship Id="rId193" Type="http://schemas.openxmlformats.org/officeDocument/2006/relationships/image" Target="../media/image2728.png"/><Relationship Id="rId207" Type="http://schemas.openxmlformats.org/officeDocument/2006/relationships/image" Target="../media/image2735.png"/><Relationship Id="rId249" Type="http://schemas.openxmlformats.org/officeDocument/2006/relationships/image" Target="../media/image2754.png"/><Relationship Id="rId414" Type="http://schemas.openxmlformats.org/officeDocument/2006/relationships/customXml" Target="../ink/ink2946.xml"/><Relationship Id="rId456" Type="http://schemas.openxmlformats.org/officeDocument/2006/relationships/customXml" Target="../ink/ink2967.xml"/><Relationship Id="rId498" Type="http://schemas.openxmlformats.org/officeDocument/2006/relationships/image" Target="../media/image2877.png"/><Relationship Id="rId621" Type="http://schemas.openxmlformats.org/officeDocument/2006/relationships/customXml" Target="../ink/ink3051.xml"/><Relationship Id="rId663" Type="http://schemas.openxmlformats.org/officeDocument/2006/relationships/customXml" Target="../ink/ink3072.xml"/><Relationship Id="rId13" Type="http://schemas.openxmlformats.org/officeDocument/2006/relationships/image" Target="../media/image2638.png"/><Relationship Id="rId109" Type="http://schemas.openxmlformats.org/officeDocument/2006/relationships/image" Target="../media/image2686.png"/><Relationship Id="rId260" Type="http://schemas.openxmlformats.org/officeDocument/2006/relationships/customXml" Target="../ink/ink2869.xml"/><Relationship Id="rId316" Type="http://schemas.openxmlformats.org/officeDocument/2006/relationships/customXml" Target="../ink/ink2897.xml"/><Relationship Id="rId523" Type="http://schemas.openxmlformats.org/officeDocument/2006/relationships/customXml" Target="../ink/ink3001.xml"/><Relationship Id="rId719" Type="http://schemas.openxmlformats.org/officeDocument/2006/relationships/customXml" Target="../ink/ink3100.xml"/><Relationship Id="rId55" Type="http://schemas.openxmlformats.org/officeDocument/2006/relationships/image" Target="../media/image2659.png"/><Relationship Id="rId97" Type="http://schemas.openxmlformats.org/officeDocument/2006/relationships/image" Target="../media/image2680.png"/><Relationship Id="rId120" Type="http://schemas.openxmlformats.org/officeDocument/2006/relationships/customXml" Target="../ink/ink2798.xml"/><Relationship Id="rId358" Type="http://schemas.openxmlformats.org/officeDocument/2006/relationships/customXml" Target="../ink/ink2918.xml"/><Relationship Id="rId565" Type="http://schemas.openxmlformats.org/officeDocument/2006/relationships/customXml" Target="../ink/ink3022.xml"/><Relationship Id="rId730" Type="http://schemas.openxmlformats.org/officeDocument/2006/relationships/customXml" Target="../ink/ink3106.xml"/><Relationship Id="rId772" Type="http://schemas.openxmlformats.org/officeDocument/2006/relationships/customXml" Target="../ink/ink3128.xml"/><Relationship Id="rId162" Type="http://schemas.openxmlformats.org/officeDocument/2006/relationships/customXml" Target="../ink/ink2819.xml"/><Relationship Id="rId218" Type="http://schemas.openxmlformats.org/officeDocument/2006/relationships/customXml" Target="../ink/ink2847.xml"/><Relationship Id="rId425" Type="http://schemas.openxmlformats.org/officeDocument/2006/relationships/image" Target="../media/image2842.png"/><Relationship Id="rId467" Type="http://schemas.openxmlformats.org/officeDocument/2006/relationships/image" Target="../media/image2863.png"/><Relationship Id="rId632" Type="http://schemas.openxmlformats.org/officeDocument/2006/relationships/image" Target="../media/image2943.png"/><Relationship Id="rId271" Type="http://schemas.openxmlformats.org/officeDocument/2006/relationships/image" Target="../media/image2765.png"/><Relationship Id="rId674" Type="http://schemas.openxmlformats.org/officeDocument/2006/relationships/image" Target="../media/image2964.png"/><Relationship Id="rId24" Type="http://schemas.openxmlformats.org/officeDocument/2006/relationships/customXml" Target="../ink/ink2750.xml"/><Relationship Id="rId66" Type="http://schemas.openxmlformats.org/officeDocument/2006/relationships/customXml" Target="../ink/ink2771.xml"/><Relationship Id="rId131" Type="http://schemas.openxmlformats.org/officeDocument/2006/relationships/image" Target="../media/image2697.png"/><Relationship Id="rId327" Type="http://schemas.openxmlformats.org/officeDocument/2006/relationships/image" Target="../media/image2793.png"/><Relationship Id="rId369" Type="http://schemas.openxmlformats.org/officeDocument/2006/relationships/image" Target="../media/image2814.png"/><Relationship Id="rId534" Type="http://schemas.openxmlformats.org/officeDocument/2006/relationships/image" Target="../media/image2895.png"/><Relationship Id="rId576" Type="http://schemas.openxmlformats.org/officeDocument/2006/relationships/image" Target="../media/image2916.png"/><Relationship Id="rId741" Type="http://schemas.openxmlformats.org/officeDocument/2006/relationships/customXml" Target="../ink/ink3112.xml"/><Relationship Id="rId783" Type="http://schemas.openxmlformats.org/officeDocument/2006/relationships/image" Target="../media/image3016.png"/><Relationship Id="rId173" Type="http://schemas.openxmlformats.org/officeDocument/2006/relationships/image" Target="../media/image2718.png"/><Relationship Id="rId229" Type="http://schemas.openxmlformats.org/officeDocument/2006/relationships/image" Target="../media/image2745.png"/><Relationship Id="rId380" Type="http://schemas.openxmlformats.org/officeDocument/2006/relationships/customXml" Target="../ink/ink2929.xml"/><Relationship Id="rId436" Type="http://schemas.openxmlformats.org/officeDocument/2006/relationships/customXml" Target="../ink/ink2957.xml"/><Relationship Id="rId601" Type="http://schemas.openxmlformats.org/officeDocument/2006/relationships/customXml" Target="../ink/ink3041.xml"/><Relationship Id="rId643" Type="http://schemas.openxmlformats.org/officeDocument/2006/relationships/customXml" Target="../ink/ink3062.xml"/><Relationship Id="rId240" Type="http://schemas.openxmlformats.org/officeDocument/2006/relationships/customXml" Target="../ink/ink2859.xml"/><Relationship Id="rId478" Type="http://schemas.openxmlformats.org/officeDocument/2006/relationships/image" Target="../media/image2867.png"/><Relationship Id="rId685" Type="http://schemas.openxmlformats.org/officeDocument/2006/relationships/customXml" Target="../ink/ink3083.xml"/><Relationship Id="rId35" Type="http://schemas.openxmlformats.org/officeDocument/2006/relationships/image" Target="../media/image2649.png"/><Relationship Id="rId77" Type="http://schemas.openxmlformats.org/officeDocument/2006/relationships/image" Target="../media/image2670.png"/><Relationship Id="rId100" Type="http://schemas.openxmlformats.org/officeDocument/2006/relationships/customXml" Target="../ink/ink2788.xml"/><Relationship Id="rId282" Type="http://schemas.openxmlformats.org/officeDocument/2006/relationships/customXml" Target="../ink/ink2880.xml"/><Relationship Id="rId338" Type="http://schemas.openxmlformats.org/officeDocument/2006/relationships/customXml" Target="../ink/ink2908.xml"/><Relationship Id="rId503" Type="http://schemas.openxmlformats.org/officeDocument/2006/relationships/customXml" Target="../ink/ink2991.xml"/><Relationship Id="rId545" Type="http://schemas.openxmlformats.org/officeDocument/2006/relationships/customXml" Target="../ink/ink3012.xml"/><Relationship Id="rId587" Type="http://schemas.openxmlformats.org/officeDocument/2006/relationships/image" Target="../media/image2921.png"/><Relationship Id="rId710" Type="http://schemas.openxmlformats.org/officeDocument/2006/relationships/image" Target="../media/image2981.png"/><Relationship Id="rId752" Type="http://schemas.openxmlformats.org/officeDocument/2006/relationships/customXml" Target="../ink/ink3118.xml"/><Relationship Id="rId808" Type="http://schemas.openxmlformats.org/officeDocument/2006/relationships/customXml" Target="../ink/ink3146.xml"/><Relationship Id="rId8" Type="http://schemas.openxmlformats.org/officeDocument/2006/relationships/customXml" Target="../ink/ink2742.xml"/><Relationship Id="rId142" Type="http://schemas.openxmlformats.org/officeDocument/2006/relationships/customXml" Target="../ink/ink2809.xml"/><Relationship Id="rId184" Type="http://schemas.openxmlformats.org/officeDocument/2006/relationships/customXml" Target="../ink/ink2830.xml"/><Relationship Id="rId391" Type="http://schemas.openxmlformats.org/officeDocument/2006/relationships/image" Target="../media/image2825.png"/><Relationship Id="rId405" Type="http://schemas.openxmlformats.org/officeDocument/2006/relationships/image" Target="../media/image2832.png"/><Relationship Id="rId447" Type="http://schemas.openxmlformats.org/officeDocument/2006/relationships/image" Target="../media/image2853.png"/><Relationship Id="rId612" Type="http://schemas.openxmlformats.org/officeDocument/2006/relationships/image" Target="../media/image2933.png"/><Relationship Id="rId794" Type="http://schemas.openxmlformats.org/officeDocument/2006/relationships/customXml" Target="../ink/ink3139.xml"/><Relationship Id="rId251" Type="http://schemas.openxmlformats.org/officeDocument/2006/relationships/image" Target="../media/image2755.png"/><Relationship Id="rId489" Type="http://schemas.openxmlformats.org/officeDocument/2006/relationships/customXml" Target="../ink/ink2984.xml"/><Relationship Id="rId654" Type="http://schemas.openxmlformats.org/officeDocument/2006/relationships/image" Target="../media/image2954.png"/><Relationship Id="rId696" Type="http://schemas.openxmlformats.org/officeDocument/2006/relationships/image" Target="../media/image2974.png"/><Relationship Id="rId46" Type="http://schemas.openxmlformats.org/officeDocument/2006/relationships/customXml" Target="../ink/ink2761.xml"/><Relationship Id="rId293" Type="http://schemas.openxmlformats.org/officeDocument/2006/relationships/image" Target="../media/image2776.png"/><Relationship Id="rId307" Type="http://schemas.openxmlformats.org/officeDocument/2006/relationships/image" Target="../media/image2783.png"/><Relationship Id="rId349" Type="http://schemas.openxmlformats.org/officeDocument/2006/relationships/image" Target="../media/image2804.png"/><Relationship Id="rId514" Type="http://schemas.openxmlformats.org/officeDocument/2006/relationships/image" Target="../media/image2885.png"/><Relationship Id="rId556" Type="http://schemas.openxmlformats.org/officeDocument/2006/relationships/image" Target="../media/image2906.png"/><Relationship Id="rId721" Type="http://schemas.openxmlformats.org/officeDocument/2006/relationships/customXml" Target="../ink/ink3101.xml"/><Relationship Id="rId763" Type="http://schemas.openxmlformats.org/officeDocument/2006/relationships/image" Target="../media/image3006.png"/><Relationship Id="rId88" Type="http://schemas.openxmlformats.org/officeDocument/2006/relationships/customXml" Target="../ink/ink2782.xml"/><Relationship Id="rId111" Type="http://schemas.openxmlformats.org/officeDocument/2006/relationships/image" Target="../media/image2687.png"/><Relationship Id="rId153" Type="http://schemas.openxmlformats.org/officeDocument/2006/relationships/image" Target="../media/image2708.png"/><Relationship Id="rId195" Type="http://schemas.openxmlformats.org/officeDocument/2006/relationships/image" Target="../media/image2729.png"/><Relationship Id="rId209" Type="http://schemas.openxmlformats.org/officeDocument/2006/relationships/image" Target="../media/image2736.png"/><Relationship Id="rId360" Type="http://schemas.openxmlformats.org/officeDocument/2006/relationships/customXml" Target="../ink/ink2919.xml"/><Relationship Id="rId416" Type="http://schemas.openxmlformats.org/officeDocument/2006/relationships/customXml" Target="../ink/ink2947.xml"/><Relationship Id="rId598" Type="http://schemas.openxmlformats.org/officeDocument/2006/relationships/image" Target="../media/image2926.png"/><Relationship Id="rId220" Type="http://schemas.openxmlformats.org/officeDocument/2006/relationships/customXml" Target="../ink/ink2848.xml"/><Relationship Id="rId458" Type="http://schemas.openxmlformats.org/officeDocument/2006/relationships/customXml" Target="../ink/ink2968.xml"/><Relationship Id="rId623" Type="http://schemas.openxmlformats.org/officeDocument/2006/relationships/customXml" Target="../ink/ink3052.xml"/><Relationship Id="rId665" Type="http://schemas.openxmlformats.org/officeDocument/2006/relationships/customXml" Target="../ink/ink3073.xml"/><Relationship Id="rId15" Type="http://schemas.openxmlformats.org/officeDocument/2006/relationships/image" Target="../media/image2639.png"/><Relationship Id="rId57" Type="http://schemas.openxmlformats.org/officeDocument/2006/relationships/image" Target="../media/image2660.png"/><Relationship Id="rId262" Type="http://schemas.openxmlformats.org/officeDocument/2006/relationships/customXml" Target="../ink/ink2870.xml"/><Relationship Id="rId318" Type="http://schemas.openxmlformats.org/officeDocument/2006/relationships/customXml" Target="../ink/ink2898.xml"/><Relationship Id="rId525" Type="http://schemas.openxmlformats.org/officeDocument/2006/relationships/customXml" Target="../ink/ink3002.xml"/><Relationship Id="rId567" Type="http://schemas.openxmlformats.org/officeDocument/2006/relationships/customXml" Target="../ink/ink3023.xml"/><Relationship Id="rId732" Type="http://schemas.openxmlformats.org/officeDocument/2006/relationships/customXml" Target="../ink/ink3107.xml"/><Relationship Id="rId99" Type="http://schemas.openxmlformats.org/officeDocument/2006/relationships/image" Target="../media/image2681.png"/><Relationship Id="rId122" Type="http://schemas.openxmlformats.org/officeDocument/2006/relationships/customXml" Target="../ink/ink2799.xml"/><Relationship Id="rId164" Type="http://schemas.openxmlformats.org/officeDocument/2006/relationships/customXml" Target="../ink/ink2820.xml"/><Relationship Id="rId371" Type="http://schemas.openxmlformats.org/officeDocument/2006/relationships/image" Target="../media/image2815.png"/><Relationship Id="rId774" Type="http://schemas.openxmlformats.org/officeDocument/2006/relationships/customXml" Target="../ink/ink3129.xml"/><Relationship Id="rId427" Type="http://schemas.openxmlformats.org/officeDocument/2006/relationships/image" Target="../media/image2843.png"/><Relationship Id="rId469" Type="http://schemas.openxmlformats.org/officeDocument/2006/relationships/image" Target="../media/image875.png"/><Relationship Id="rId634" Type="http://schemas.openxmlformats.org/officeDocument/2006/relationships/image" Target="../media/image2944.png"/><Relationship Id="rId676" Type="http://schemas.openxmlformats.org/officeDocument/2006/relationships/image" Target="../media/image199.png"/><Relationship Id="rId26" Type="http://schemas.openxmlformats.org/officeDocument/2006/relationships/customXml" Target="../ink/ink2751.xml"/><Relationship Id="rId231" Type="http://schemas.openxmlformats.org/officeDocument/2006/relationships/image" Target="../media/image2746.png"/><Relationship Id="rId273" Type="http://schemas.openxmlformats.org/officeDocument/2006/relationships/image" Target="../media/image2766.png"/><Relationship Id="rId329" Type="http://schemas.openxmlformats.org/officeDocument/2006/relationships/image" Target="../media/image2794.png"/><Relationship Id="rId480" Type="http://schemas.openxmlformats.org/officeDocument/2006/relationships/image" Target="../media/image2868.png"/><Relationship Id="rId536" Type="http://schemas.openxmlformats.org/officeDocument/2006/relationships/image" Target="../media/image2896.png"/><Relationship Id="rId701" Type="http://schemas.openxmlformats.org/officeDocument/2006/relationships/customXml" Target="../ink/ink3091.xml"/><Relationship Id="rId68" Type="http://schemas.openxmlformats.org/officeDocument/2006/relationships/customXml" Target="../ink/ink2772.xml"/><Relationship Id="rId133" Type="http://schemas.openxmlformats.org/officeDocument/2006/relationships/image" Target="../media/image2698.png"/><Relationship Id="rId175" Type="http://schemas.openxmlformats.org/officeDocument/2006/relationships/image" Target="../media/image2719.png"/><Relationship Id="rId340" Type="http://schemas.openxmlformats.org/officeDocument/2006/relationships/customXml" Target="../ink/ink2909.xml"/><Relationship Id="rId578" Type="http://schemas.openxmlformats.org/officeDocument/2006/relationships/image" Target="../media/image2917.png"/><Relationship Id="rId743" Type="http://schemas.openxmlformats.org/officeDocument/2006/relationships/customXml" Target="../ink/ink3113.xml"/><Relationship Id="rId785" Type="http://schemas.openxmlformats.org/officeDocument/2006/relationships/image" Target="../media/image3017.png"/><Relationship Id="rId200" Type="http://schemas.openxmlformats.org/officeDocument/2006/relationships/customXml" Target="../ink/ink2838.xml"/><Relationship Id="rId382" Type="http://schemas.openxmlformats.org/officeDocument/2006/relationships/customXml" Target="../ink/ink2930.xml"/><Relationship Id="rId438" Type="http://schemas.openxmlformats.org/officeDocument/2006/relationships/customXml" Target="../ink/ink2958.xml"/><Relationship Id="rId603" Type="http://schemas.openxmlformats.org/officeDocument/2006/relationships/customXml" Target="../ink/ink3042.xml"/><Relationship Id="rId645" Type="http://schemas.openxmlformats.org/officeDocument/2006/relationships/customXml" Target="../ink/ink3063.xml"/><Relationship Id="rId687" Type="http://schemas.openxmlformats.org/officeDocument/2006/relationships/customXml" Target="../ink/ink3084.xml"/><Relationship Id="rId242" Type="http://schemas.openxmlformats.org/officeDocument/2006/relationships/customXml" Target="../ink/ink2860.xml"/><Relationship Id="rId284" Type="http://schemas.openxmlformats.org/officeDocument/2006/relationships/customXml" Target="../ink/ink2881.xml"/><Relationship Id="rId491" Type="http://schemas.openxmlformats.org/officeDocument/2006/relationships/customXml" Target="../ink/ink2985.xml"/><Relationship Id="rId505" Type="http://schemas.openxmlformats.org/officeDocument/2006/relationships/customXml" Target="../ink/ink2992.xml"/><Relationship Id="rId712" Type="http://schemas.openxmlformats.org/officeDocument/2006/relationships/image" Target="../media/image2982.png"/><Relationship Id="rId37" Type="http://schemas.openxmlformats.org/officeDocument/2006/relationships/image" Target="../media/image2650.png"/><Relationship Id="rId79" Type="http://schemas.openxmlformats.org/officeDocument/2006/relationships/image" Target="../media/image2671.png"/><Relationship Id="rId102" Type="http://schemas.openxmlformats.org/officeDocument/2006/relationships/customXml" Target="../ink/ink2789.xml"/><Relationship Id="rId144" Type="http://schemas.openxmlformats.org/officeDocument/2006/relationships/customXml" Target="../ink/ink2810.xml"/><Relationship Id="rId547" Type="http://schemas.openxmlformats.org/officeDocument/2006/relationships/customXml" Target="../ink/ink3013.xml"/><Relationship Id="rId589" Type="http://schemas.openxmlformats.org/officeDocument/2006/relationships/image" Target="../media/image2922.png"/><Relationship Id="rId754" Type="http://schemas.openxmlformats.org/officeDocument/2006/relationships/customXml" Target="../ink/ink3119.xml"/><Relationship Id="rId796" Type="http://schemas.openxmlformats.org/officeDocument/2006/relationships/customXml" Target="../ink/ink3140.xml"/><Relationship Id="rId90" Type="http://schemas.openxmlformats.org/officeDocument/2006/relationships/customXml" Target="../ink/ink2783.xml"/><Relationship Id="rId186" Type="http://schemas.openxmlformats.org/officeDocument/2006/relationships/customXml" Target="../ink/ink2831.xml"/><Relationship Id="rId351" Type="http://schemas.openxmlformats.org/officeDocument/2006/relationships/image" Target="../media/image2805.png"/><Relationship Id="rId393" Type="http://schemas.openxmlformats.org/officeDocument/2006/relationships/image" Target="../media/image2826.png"/><Relationship Id="rId407" Type="http://schemas.openxmlformats.org/officeDocument/2006/relationships/image" Target="../media/image2833.png"/><Relationship Id="rId449" Type="http://schemas.openxmlformats.org/officeDocument/2006/relationships/image" Target="../media/image2854.png"/><Relationship Id="rId614" Type="http://schemas.openxmlformats.org/officeDocument/2006/relationships/image" Target="../media/image2934.png"/><Relationship Id="rId656" Type="http://schemas.openxmlformats.org/officeDocument/2006/relationships/image" Target="../media/image2955.png"/><Relationship Id="rId211" Type="http://schemas.openxmlformats.org/officeDocument/2006/relationships/image" Target="../media/image2737.png"/><Relationship Id="rId253" Type="http://schemas.openxmlformats.org/officeDocument/2006/relationships/image" Target="../media/image2756.png"/><Relationship Id="rId295" Type="http://schemas.openxmlformats.org/officeDocument/2006/relationships/image" Target="../media/image2777.png"/><Relationship Id="rId309" Type="http://schemas.openxmlformats.org/officeDocument/2006/relationships/image" Target="../media/image2784.png"/><Relationship Id="rId460" Type="http://schemas.openxmlformats.org/officeDocument/2006/relationships/customXml" Target="../ink/ink2969.xml"/><Relationship Id="rId516" Type="http://schemas.openxmlformats.org/officeDocument/2006/relationships/image" Target="../media/image2886.png"/><Relationship Id="rId698" Type="http://schemas.openxmlformats.org/officeDocument/2006/relationships/image" Target="../media/image2975.png"/><Relationship Id="rId48" Type="http://schemas.openxmlformats.org/officeDocument/2006/relationships/customXml" Target="../ink/ink2762.xml"/><Relationship Id="rId113" Type="http://schemas.openxmlformats.org/officeDocument/2006/relationships/image" Target="../media/image2688.png"/><Relationship Id="rId320" Type="http://schemas.openxmlformats.org/officeDocument/2006/relationships/customXml" Target="../ink/ink2899.xml"/><Relationship Id="rId558" Type="http://schemas.openxmlformats.org/officeDocument/2006/relationships/image" Target="../media/image2907.png"/><Relationship Id="rId723" Type="http://schemas.openxmlformats.org/officeDocument/2006/relationships/customXml" Target="../ink/ink3102.xml"/><Relationship Id="rId765" Type="http://schemas.openxmlformats.org/officeDocument/2006/relationships/image" Target="../media/image3007.png"/><Relationship Id="rId155" Type="http://schemas.openxmlformats.org/officeDocument/2006/relationships/image" Target="../media/image2709.png"/><Relationship Id="rId197" Type="http://schemas.openxmlformats.org/officeDocument/2006/relationships/image" Target="../media/image2730.png"/><Relationship Id="rId362" Type="http://schemas.openxmlformats.org/officeDocument/2006/relationships/customXml" Target="../ink/ink2920.xml"/><Relationship Id="rId418" Type="http://schemas.openxmlformats.org/officeDocument/2006/relationships/customXml" Target="../ink/ink2948.xml"/><Relationship Id="rId625" Type="http://schemas.openxmlformats.org/officeDocument/2006/relationships/customXml" Target="../ink/ink3053.xml"/><Relationship Id="rId222" Type="http://schemas.openxmlformats.org/officeDocument/2006/relationships/customXml" Target="../ink/ink2849.xml"/><Relationship Id="rId264" Type="http://schemas.openxmlformats.org/officeDocument/2006/relationships/customXml" Target="../ink/ink2871.xml"/><Relationship Id="rId471" Type="http://schemas.openxmlformats.org/officeDocument/2006/relationships/image" Target="../media/image2864.png"/><Relationship Id="rId667" Type="http://schemas.openxmlformats.org/officeDocument/2006/relationships/customXml" Target="../ink/ink3074.xml"/><Relationship Id="rId17" Type="http://schemas.openxmlformats.org/officeDocument/2006/relationships/image" Target="../media/image2640.png"/><Relationship Id="rId59" Type="http://schemas.openxmlformats.org/officeDocument/2006/relationships/image" Target="../media/image2661.png"/><Relationship Id="rId124" Type="http://schemas.openxmlformats.org/officeDocument/2006/relationships/customXml" Target="../ink/ink2800.xml"/><Relationship Id="rId527" Type="http://schemas.openxmlformats.org/officeDocument/2006/relationships/customXml" Target="../ink/ink3003.xml"/><Relationship Id="rId569" Type="http://schemas.openxmlformats.org/officeDocument/2006/relationships/customXml" Target="../ink/ink3024.xml"/><Relationship Id="rId734" Type="http://schemas.openxmlformats.org/officeDocument/2006/relationships/customXml" Target="../ink/ink3108.xml"/><Relationship Id="rId776" Type="http://schemas.openxmlformats.org/officeDocument/2006/relationships/customXml" Target="../ink/ink3130.xml"/><Relationship Id="rId70" Type="http://schemas.openxmlformats.org/officeDocument/2006/relationships/customXml" Target="../ink/ink2773.xml"/><Relationship Id="rId166" Type="http://schemas.openxmlformats.org/officeDocument/2006/relationships/customXml" Target="../ink/ink2821.xml"/><Relationship Id="rId331" Type="http://schemas.openxmlformats.org/officeDocument/2006/relationships/image" Target="../media/image2795.png"/><Relationship Id="rId373" Type="http://schemas.openxmlformats.org/officeDocument/2006/relationships/image" Target="../media/image2816.png"/><Relationship Id="rId429" Type="http://schemas.openxmlformats.org/officeDocument/2006/relationships/image" Target="../media/image2844.png"/><Relationship Id="rId580" Type="http://schemas.openxmlformats.org/officeDocument/2006/relationships/customXml" Target="../ink/ink3030.xml"/><Relationship Id="rId636" Type="http://schemas.openxmlformats.org/officeDocument/2006/relationships/image" Target="../media/image2945.png"/><Relationship Id="rId801" Type="http://schemas.openxmlformats.org/officeDocument/2006/relationships/image" Target="../media/image3025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2747.png"/><Relationship Id="rId440" Type="http://schemas.openxmlformats.org/officeDocument/2006/relationships/customXml" Target="../ink/ink2959.xml"/><Relationship Id="rId678" Type="http://schemas.openxmlformats.org/officeDocument/2006/relationships/image" Target="../media/image2965.png"/><Relationship Id="rId28" Type="http://schemas.openxmlformats.org/officeDocument/2006/relationships/customXml" Target="../ink/ink2752.xml"/><Relationship Id="rId275" Type="http://schemas.openxmlformats.org/officeDocument/2006/relationships/image" Target="../media/image2767.png"/><Relationship Id="rId300" Type="http://schemas.openxmlformats.org/officeDocument/2006/relationships/customXml" Target="../ink/ink2889.xml"/><Relationship Id="rId482" Type="http://schemas.openxmlformats.org/officeDocument/2006/relationships/image" Target="../media/image2869.png"/><Relationship Id="rId538" Type="http://schemas.openxmlformats.org/officeDocument/2006/relationships/image" Target="../media/image2897.png"/><Relationship Id="rId703" Type="http://schemas.openxmlformats.org/officeDocument/2006/relationships/customXml" Target="../ink/ink3092.xml"/><Relationship Id="rId745" Type="http://schemas.openxmlformats.org/officeDocument/2006/relationships/customXml" Target="../ink/ink3114.xml"/><Relationship Id="rId81" Type="http://schemas.openxmlformats.org/officeDocument/2006/relationships/image" Target="../media/image2672.png"/><Relationship Id="rId135" Type="http://schemas.openxmlformats.org/officeDocument/2006/relationships/image" Target="../media/image2699.png"/><Relationship Id="rId177" Type="http://schemas.openxmlformats.org/officeDocument/2006/relationships/image" Target="../media/image2720.png"/><Relationship Id="rId342" Type="http://schemas.openxmlformats.org/officeDocument/2006/relationships/customXml" Target="../ink/ink2910.xml"/><Relationship Id="rId384" Type="http://schemas.openxmlformats.org/officeDocument/2006/relationships/customXml" Target="../ink/ink2931.xml"/><Relationship Id="rId591" Type="http://schemas.openxmlformats.org/officeDocument/2006/relationships/image" Target="../media/image2923.png"/><Relationship Id="rId605" Type="http://schemas.openxmlformats.org/officeDocument/2006/relationships/customXml" Target="../ink/ink3043.xml"/><Relationship Id="rId787" Type="http://schemas.openxmlformats.org/officeDocument/2006/relationships/image" Target="../media/image3018.png"/><Relationship Id="rId202" Type="http://schemas.openxmlformats.org/officeDocument/2006/relationships/customXml" Target="../ink/ink2839.xml"/><Relationship Id="rId244" Type="http://schemas.openxmlformats.org/officeDocument/2006/relationships/customXml" Target="../ink/ink2861.xml"/><Relationship Id="rId647" Type="http://schemas.openxmlformats.org/officeDocument/2006/relationships/customXml" Target="../ink/ink3064.xml"/><Relationship Id="rId689" Type="http://schemas.openxmlformats.org/officeDocument/2006/relationships/customXml" Target="../ink/ink3085.xml"/><Relationship Id="rId39" Type="http://schemas.openxmlformats.org/officeDocument/2006/relationships/image" Target="../media/image2651.png"/><Relationship Id="rId286" Type="http://schemas.openxmlformats.org/officeDocument/2006/relationships/customXml" Target="../ink/ink2882.xml"/><Relationship Id="rId451" Type="http://schemas.openxmlformats.org/officeDocument/2006/relationships/image" Target="../media/image2855.png"/><Relationship Id="rId493" Type="http://schemas.openxmlformats.org/officeDocument/2006/relationships/customXml" Target="../ink/ink2986.xml"/><Relationship Id="rId507" Type="http://schemas.openxmlformats.org/officeDocument/2006/relationships/customXml" Target="../ink/ink2993.xml"/><Relationship Id="rId549" Type="http://schemas.openxmlformats.org/officeDocument/2006/relationships/customXml" Target="../ink/ink3014.xml"/><Relationship Id="rId714" Type="http://schemas.openxmlformats.org/officeDocument/2006/relationships/image" Target="../media/image2983.png"/><Relationship Id="rId756" Type="http://schemas.openxmlformats.org/officeDocument/2006/relationships/customXml" Target="../ink/ink3120.xml"/><Relationship Id="rId50" Type="http://schemas.openxmlformats.org/officeDocument/2006/relationships/customXml" Target="../ink/ink2763.xml"/><Relationship Id="rId104" Type="http://schemas.openxmlformats.org/officeDocument/2006/relationships/customXml" Target="../ink/ink2790.xml"/><Relationship Id="rId146" Type="http://schemas.openxmlformats.org/officeDocument/2006/relationships/customXml" Target="../ink/ink2811.xml"/><Relationship Id="rId188" Type="http://schemas.openxmlformats.org/officeDocument/2006/relationships/customXml" Target="../ink/ink2832.xml"/><Relationship Id="rId311" Type="http://schemas.openxmlformats.org/officeDocument/2006/relationships/image" Target="../media/image2785.png"/><Relationship Id="rId353" Type="http://schemas.openxmlformats.org/officeDocument/2006/relationships/image" Target="../media/image2806.png"/><Relationship Id="rId395" Type="http://schemas.openxmlformats.org/officeDocument/2006/relationships/image" Target="../media/image2827.png"/><Relationship Id="rId409" Type="http://schemas.openxmlformats.org/officeDocument/2006/relationships/image" Target="../media/image2834.png"/><Relationship Id="rId560" Type="http://schemas.openxmlformats.org/officeDocument/2006/relationships/image" Target="../media/image2908.png"/><Relationship Id="rId798" Type="http://schemas.openxmlformats.org/officeDocument/2006/relationships/customXml" Target="../ink/ink3141.xml"/><Relationship Id="rId92" Type="http://schemas.openxmlformats.org/officeDocument/2006/relationships/customXml" Target="../ink/ink2784.xml"/><Relationship Id="rId213" Type="http://schemas.openxmlformats.org/officeDocument/2006/relationships/image" Target="../media/image2738.png"/><Relationship Id="rId420" Type="http://schemas.openxmlformats.org/officeDocument/2006/relationships/customXml" Target="../ink/ink2949.xml"/><Relationship Id="rId616" Type="http://schemas.openxmlformats.org/officeDocument/2006/relationships/image" Target="../media/image2935.png"/><Relationship Id="rId658" Type="http://schemas.openxmlformats.org/officeDocument/2006/relationships/image" Target="../media/image2956.png"/><Relationship Id="rId255" Type="http://schemas.openxmlformats.org/officeDocument/2006/relationships/image" Target="../media/image2757.png"/><Relationship Id="rId297" Type="http://schemas.openxmlformats.org/officeDocument/2006/relationships/image" Target="../media/image2778.png"/><Relationship Id="rId462" Type="http://schemas.openxmlformats.org/officeDocument/2006/relationships/customXml" Target="../ink/ink2970.xml"/><Relationship Id="rId518" Type="http://schemas.openxmlformats.org/officeDocument/2006/relationships/image" Target="../media/image2887.png"/><Relationship Id="rId725" Type="http://schemas.openxmlformats.org/officeDocument/2006/relationships/image" Target="../media/image2988.png"/><Relationship Id="rId115" Type="http://schemas.openxmlformats.org/officeDocument/2006/relationships/image" Target="../media/image2689.png"/><Relationship Id="rId157" Type="http://schemas.openxmlformats.org/officeDocument/2006/relationships/image" Target="../media/image2710.png"/><Relationship Id="rId322" Type="http://schemas.openxmlformats.org/officeDocument/2006/relationships/customXml" Target="../ink/ink2900.xml"/><Relationship Id="rId364" Type="http://schemas.openxmlformats.org/officeDocument/2006/relationships/customXml" Target="../ink/ink2921.xml"/><Relationship Id="rId767" Type="http://schemas.openxmlformats.org/officeDocument/2006/relationships/image" Target="../media/image3008.png"/><Relationship Id="rId61" Type="http://schemas.openxmlformats.org/officeDocument/2006/relationships/image" Target="../media/image2662.png"/><Relationship Id="rId199" Type="http://schemas.openxmlformats.org/officeDocument/2006/relationships/image" Target="../media/image2731.png"/><Relationship Id="rId571" Type="http://schemas.openxmlformats.org/officeDocument/2006/relationships/customXml" Target="../ink/ink3025.xml"/><Relationship Id="rId627" Type="http://schemas.openxmlformats.org/officeDocument/2006/relationships/customXml" Target="../ink/ink3054.xml"/><Relationship Id="rId669" Type="http://schemas.openxmlformats.org/officeDocument/2006/relationships/customXml" Target="../ink/ink3075.xml"/><Relationship Id="rId19" Type="http://schemas.openxmlformats.org/officeDocument/2006/relationships/image" Target="../media/image2641.png"/><Relationship Id="rId224" Type="http://schemas.openxmlformats.org/officeDocument/2006/relationships/customXml" Target="../ink/ink2850.xml"/><Relationship Id="rId266" Type="http://schemas.openxmlformats.org/officeDocument/2006/relationships/customXml" Target="../ink/ink2872.xml"/><Relationship Id="rId431" Type="http://schemas.openxmlformats.org/officeDocument/2006/relationships/image" Target="../media/image2845.png"/><Relationship Id="rId473" Type="http://schemas.openxmlformats.org/officeDocument/2006/relationships/image" Target="../media/image2865.png"/><Relationship Id="rId529" Type="http://schemas.openxmlformats.org/officeDocument/2006/relationships/customXml" Target="../ink/ink3004.xml"/><Relationship Id="rId680" Type="http://schemas.openxmlformats.org/officeDocument/2006/relationships/image" Target="../media/image2966.png"/><Relationship Id="rId736" Type="http://schemas.openxmlformats.org/officeDocument/2006/relationships/customXml" Target="../ink/ink3109.xml"/><Relationship Id="rId30" Type="http://schemas.openxmlformats.org/officeDocument/2006/relationships/customXml" Target="../ink/ink2753.xml"/><Relationship Id="rId126" Type="http://schemas.openxmlformats.org/officeDocument/2006/relationships/customXml" Target="../ink/ink2801.xml"/><Relationship Id="rId168" Type="http://schemas.openxmlformats.org/officeDocument/2006/relationships/customXml" Target="../ink/ink2822.xml"/><Relationship Id="rId333" Type="http://schemas.openxmlformats.org/officeDocument/2006/relationships/image" Target="../media/image2796.png"/><Relationship Id="rId540" Type="http://schemas.openxmlformats.org/officeDocument/2006/relationships/image" Target="../media/image2898.png"/><Relationship Id="rId778" Type="http://schemas.openxmlformats.org/officeDocument/2006/relationships/customXml" Target="../ink/ink3131.xml"/><Relationship Id="rId72" Type="http://schemas.openxmlformats.org/officeDocument/2006/relationships/customXml" Target="../ink/ink2774.xml"/><Relationship Id="rId375" Type="http://schemas.openxmlformats.org/officeDocument/2006/relationships/image" Target="../media/image2817.png"/><Relationship Id="rId582" Type="http://schemas.openxmlformats.org/officeDocument/2006/relationships/customXml" Target="../ink/ink3031.xml"/><Relationship Id="rId638" Type="http://schemas.openxmlformats.org/officeDocument/2006/relationships/image" Target="../media/image2946.png"/><Relationship Id="rId803" Type="http://schemas.openxmlformats.org/officeDocument/2006/relationships/image" Target="../media/image3026.png"/><Relationship Id="rId3" Type="http://schemas.openxmlformats.org/officeDocument/2006/relationships/image" Target="../media/image2633.png"/><Relationship Id="rId235" Type="http://schemas.openxmlformats.org/officeDocument/2006/relationships/customXml" Target="../ink/ink2856.xml"/><Relationship Id="rId277" Type="http://schemas.openxmlformats.org/officeDocument/2006/relationships/image" Target="../media/image2768.png"/><Relationship Id="rId400" Type="http://schemas.openxmlformats.org/officeDocument/2006/relationships/customXml" Target="../ink/ink2939.xml"/><Relationship Id="rId442" Type="http://schemas.openxmlformats.org/officeDocument/2006/relationships/customXml" Target="../ink/ink2960.xml"/><Relationship Id="rId484" Type="http://schemas.openxmlformats.org/officeDocument/2006/relationships/image" Target="../media/image2870.png"/><Relationship Id="rId705" Type="http://schemas.openxmlformats.org/officeDocument/2006/relationships/customXml" Target="../ink/ink3093.xml"/><Relationship Id="rId137" Type="http://schemas.openxmlformats.org/officeDocument/2006/relationships/image" Target="../media/image2700.png"/><Relationship Id="rId302" Type="http://schemas.openxmlformats.org/officeDocument/2006/relationships/customXml" Target="../ink/ink2890.xml"/><Relationship Id="rId344" Type="http://schemas.openxmlformats.org/officeDocument/2006/relationships/customXml" Target="../ink/ink2911.xml"/><Relationship Id="rId691" Type="http://schemas.openxmlformats.org/officeDocument/2006/relationships/customXml" Target="../ink/ink3086.xml"/><Relationship Id="rId747" Type="http://schemas.openxmlformats.org/officeDocument/2006/relationships/image" Target="../media/image2998.png"/><Relationship Id="rId789" Type="http://schemas.openxmlformats.org/officeDocument/2006/relationships/image" Target="../media/image3019.png"/><Relationship Id="rId41" Type="http://schemas.openxmlformats.org/officeDocument/2006/relationships/image" Target="../media/image2652.png"/><Relationship Id="rId83" Type="http://schemas.openxmlformats.org/officeDocument/2006/relationships/image" Target="../media/image2673.png"/><Relationship Id="rId179" Type="http://schemas.openxmlformats.org/officeDocument/2006/relationships/image" Target="../media/image2721.png"/><Relationship Id="rId386" Type="http://schemas.openxmlformats.org/officeDocument/2006/relationships/customXml" Target="../ink/ink2932.xml"/><Relationship Id="rId551" Type="http://schemas.openxmlformats.org/officeDocument/2006/relationships/customXml" Target="../ink/ink3015.xml"/><Relationship Id="rId593" Type="http://schemas.openxmlformats.org/officeDocument/2006/relationships/image" Target="../media/image2924.png"/><Relationship Id="rId607" Type="http://schemas.openxmlformats.org/officeDocument/2006/relationships/customXml" Target="../ink/ink3044.xml"/><Relationship Id="rId649" Type="http://schemas.openxmlformats.org/officeDocument/2006/relationships/customXml" Target="../ink/ink3065.xml"/><Relationship Id="rId190" Type="http://schemas.openxmlformats.org/officeDocument/2006/relationships/customXml" Target="../ink/ink2833.xml"/><Relationship Id="rId204" Type="http://schemas.openxmlformats.org/officeDocument/2006/relationships/customXml" Target="../ink/ink2840.xml"/><Relationship Id="rId246" Type="http://schemas.openxmlformats.org/officeDocument/2006/relationships/customXml" Target="../ink/ink2862.xml"/><Relationship Id="rId288" Type="http://schemas.openxmlformats.org/officeDocument/2006/relationships/customXml" Target="../ink/ink2883.xml"/><Relationship Id="rId411" Type="http://schemas.openxmlformats.org/officeDocument/2006/relationships/image" Target="../media/image2835.png"/><Relationship Id="rId453" Type="http://schemas.openxmlformats.org/officeDocument/2006/relationships/image" Target="../media/image2856.png"/><Relationship Id="rId509" Type="http://schemas.openxmlformats.org/officeDocument/2006/relationships/customXml" Target="../ink/ink2994.xml"/><Relationship Id="rId660" Type="http://schemas.openxmlformats.org/officeDocument/2006/relationships/image" Target="../media/image2957.png"/><Relationship Id="rId106" Type="http://schemas.openxmlformats.org/officeDocument/2006/relationships/customXml" Target="../ink/ink2791.xml"/><Relationship Id="rId313" Type="http://schemas.openxmlformats.org/officeDocument/2006/relationships/image" Target="../media/image2786.png"/><Relationship Id="rId495" Type="http://schemas.openxmlformats.org/officeDocument/2006/relationships/customXml" Target="../ink/ink2987.xml"/><Relationship Id="rId716" Type="http://schemas.openxmlformats.org/officeDocument/2006/relationships/image" Target="../media/image2984.png"/><Relationship Id="rId758" Type="http://schemas.openxmlformats.org/officeDocument/2006/relationships/customXml" Target="../ink/ink3121.xml"/><Relationship Id="rId10" Type="http://schemas.openxmlformats.org/officeDocument/2006/relationships/customXml" Target="../ink/ink2743.xml"/><Relationship Id="rId52" Type="http://schemas.openxmlformats.org/officeDocument/2006/relationships/customXml" Target="../ink/ink2764.xml"/><Relationship Id="rId94" Type="http://schemas.openxmlformats.org/officeDocument/2006/relationships/customXml" Target="../ink/ink2785.xml"/><Relationship Id="rId148" Type="http://schemas.openxmlformats.org/officeDocument/2006/relationships/customXml" Target="../ink/ink2812.xml"/><Relationship Id="rId355" Type="http://schemas.openxmlformats.org/officeDocument/2006/relationships/image" Target="../media/image2807.png"/><Relationship Id="rId397" Type="http://schemas.openxmlformats.org/officeDocument/2006/relationships/image" Target="../media/image2828.png"/><Relationship Id="rId520" Type="http://schemas.openxmlformats.org/officeDocument/2006/relationships/image" Target="../media/image2888.png"/><Relationship Id="rId562" Type="http://schemas.openxmlformats.org/officeDocument/2006/relationships/image" Target="../media/image2909.png"/><Relationship Id="rId618" Type="http://schemas.openxmlformats.org/officeDocument/2006/relationships/image" Target="../media/image2936.png"/><Relationship Id="rId215" Type="http://schemas.openxmlformats.org/officeDocument/2006/relationships/image" Target="../media/image2739.png"/><Relationship Id="rId257" Type="http://schemas.openxmlformats.org/officeDocument/2006/relationships/image" Target="../media/image2758.png"/><Relationship Id="rId422" Type="http://schemas.openxmlformats.org/officeDocument/2006/relationships/customXml" Target="../ink/ink2950.xml"/><Relationship Id="rId464" Type="http://schemas.openxmlformats.org/officeDocument/2006/relationships/customXml" Target="../ink/ink2971.xml"/><Relationship Id="rId299" Type="http://schemas.openxmlformats.org/officeDocument/2006/relationships/image" Target="../media/image2779.png"/><Relationship Id="rId727" Type="http://schemas.openxmlformats.org/officeDocument/2006/relationships/image" Target="../media/image2989.png"/><Relationship Id="rId63" Type="http://schemas.openxmlformats.org/officeDocument/2006/relationships/image" Target="../media/image2663.png"/><Relationship Id="rId159" Type="http://schemas.openxmlformats.org/officeDocument/2006/relationships/image" Target="../media/image2711.png"/><Relationship Id="rId366" Type="http://schemas.openxmlformats.org/officeDocument/2006/relationships/customXml" Target="../ink/ink2922.xml"/><Relationship Id="rId573" Type="http://schemas.openxmlformats.org/officeDocument/2006/relationships/customXml" Target="../ink/ink3026.xml"/><Relationship Id="rId780" Type="http://schemas.openxmlformats.org/officeDocument/2006/relationships/customXml" Target="../ink/ink3132.xml"/><Relationship Id="rId226" Type="http://schemas.openxmlformats.org/officeDocument/2006/relationships/customXml" Target="../ink/ink2851.xml"/><Relationship Id="rId433" Type="http://schemas.openxmlformats.org/officeDocument/2006/relationships/image" Target="../media/image2846.png"/><Relationship Id="rId640" Type="http://schemas.openxmlformats.org/officeDocument/2006/relationships/image" Target="../media/image2947.png"/><Relationship Id="rId738" Type="http://schemas.openxmlformats.org/officeDocument/2006/relationships/customXml" Target="../ink/ink3110.xml"/><Relationship Id="rId74" Type="http://schemas.openxmlformats.org/officeDocument/2006/relationships/customXml" Target="../ink/ink2775.xml"/><Relationship Id="rId377" Type="http://schemas.openxmlformats.org/officeDocument/2006/relationships/image" Target="../media/image2818.png"/><Relationship Id="rId500" Type="http://schemas.openxmlformats.org/officeDocument/2006/relationships/image" Target="../media/image2878.png"/><Relationship Id="rId584" Type="http://schemas.openxmlformats.org/officeDocument/2006/relationships/customXml" Target="../ink/ink3032.xml"/><Relationship Id="rId805" Type="http://schemas.openxmlformats.org/officeDocument/2006/relationships/image" Target="../media/image3027.png"/><Relationship Id="rId5" Type="http://schemas.openxmlformats.org/officeDocument/2006/relationships/image" Target="../media/image2634.png"/><Relationship Id="rId237" Type="http://schemas.openxmlformats.org/officeDocument/2006/relationships/customXml" Target="../ink/ink2857.xml"/><Relationship Id="rId791" Type="http://schemas.openxmlformats.org/officeDocument/2006/relationships/image" Target="../media/image3020.png"/><Relationship Id="rId444" Type="http://schemas.openxmlformats.org/officeDocument/2006/relationships/customXml" Target="../ink/ink2961.xml"/><Relationship Id="rId651" Type="http://schemas.openxmlformats.org/officeDocument/2006/relationships/customXml" Target="../ink/ink3066.xml"/><Relationship Id="rId749" Type="http://schemas.openxmlformats.org/officeDocument/2006/relationships/image" Target="../media/image2999.png"/><Relationship Id="rId290" Type="http://schemas.openxmlformats.org/officeDocument/2006/relationships/customXml" Target="../ink/ink2884.xml"/><Relationship Id="rId304" Type="http://schemas.openxmlformats.org/officeDocument/2006/relationships/customXml" Target="../ink/ink2891.xml"/><Relationship Id="rId388" Type="http://schemas.openxmlformats.org/officeDocument/2006/relationships/customXml" Target="../ink/ink2933.xml"/><Relationship Id="rId511" Type="http://schemas.openxmlformats.org/officeDocument/2006/relationships/customXml" Target="../ink/ink2995.xml"/><Relationship Id="rId609" Type="http://schemas.openxmlformats.org/officeDocument/2006/relationships/customXml" Target="../ink/ink3045.xml"/><Relationship Id="rId85" Type="http://schemas.openxmlformats.org/officeDocument/2006/relationships/image" Target="../media/image2674.png"/><Relationship Id="rId150" Type="http://schemas.openxmlformats.org/officeDocument/2006/relationships/customXml" Target="../ink/ink2813.xml"/><Relationship Id="rId595" Type="http://schemas.openxmlformats.org/officeDocument/2006/relationships/customXml" Target="../ink/ink3038.xml"/><Relationship Id="rId248" Type="http://schemas.openxmlformats.org/officeDocument/2006/relationships/customXml" Target="../ink/ink2863.xml"/><Relationship Id="rId455" Type="http://schemas.openxmlformats.org/officeDocument/2006/relationships/image" Target="../media/image2857.png"/><Relationship Id="rId662" Type="http://schemas.openxmlformats.org/officeDocument/2006/relationships/image" Target="../media/image2958.png"/><Relationship Id="rId12" Type="http://schemas.openxmlformats.org/officeDocument/2006/relationships/customXml" Target="../ink/ink2744.xml"/><Relationship Id="rId108" Type="http://schemas.openxmlformats.org/officeDocument/2006/relationships/customXml" Target="../ink/ink2792.xml"/><Relationship Id="rId315" Type="http://schemas.openxmlformats.org/officeDocument/2006/relationships/image" Target="../media/image2787.png"/><Relationship Id="rId522" Type="http://schemas.openxmlformats.org/officeDocument/2006/relationships/image" Target="../media/image2889.png"/><Relationship Id="rId96" Type="http://schemas.openxmlformats.org/officeDocument/2006/relationships/customXml" Target="../ink/ink2786.xml"/><Relationship Id="rId161" Type="http://schemas.openxmlformats.org/officeDocument/2006/relationships/image" Target="../media/image2712.png"/><Relationship Id="rId399" Type="http://schemas.openxmlformats.org/officeDocument/2006/relationships/image" Target="../media/image2829.png"/><Relationship Id="rId259" Type="http://schemas.openxmlformats.org/officeDocument/2006/relationships/image" Target="../media/image2759.png"/><Relationship Id="rId466" Type="http://schemas.openxmlformats.org/officeDocument/2006/relationships/customXml" Target="../ink/ink2972.xml"/><Relationship Id="rId673" Type="http://schemas.openxmlformats.org/officeDocument/2006/relationships/customXml" Target="../ink/ink3077.xml"/><Relationship Id="rId23" Type="http://schemas.openxmlformats.org/officeDocument/2006/relationships/image" Target="../media/image2643.png"/><Relationship Id="rId119" Type="http://schemas.openxmlformats.org/officeDocument/2006/relationships/image" Target="../media/image2691.png"/><Relationship Id="rId326" Type="http://schemas.openxmlformats.org/officeDocument/2006/relationships/customXml" Target="../ink/ink2902.xml"/><Relationship Id="rId533" Type="http://schemas.openxmlformats.org/officeDocument/2006/relationships/customXml" Target="../ink/ink3006.xml"/><Relationship Id="rId740" Type="http://schemas.openxmlformats.org/officeDocument/2006/relationships/customXml" Target="../ink/ink3111.xml"/><Relationship Id="rId172" Type="http://schemas.openxmlformats.org/officeDocument/2006/relationships/customXml" Target="../ink/ink2824.xml"/><Relationship Id="rId477" Type="http://schemas.openxmlformats.org/officeDocument/2006/relationships/customXml" Target="../ink/ink2978.xml"/><Relationship Id="rId600" Type="http://schemas.openxmlformats.org/officeDocument/2006/relationships/image" Target="../media/image2927.png"/><Relationship Id="rId684" Type="http://schemas.openxmlformats.org/officeDocument/2006/relationships/image" Target="../media/image2968.png"/><Relationship Id="rId337" Type="http://schemas.openxmlformats.org/officeDocument/2006/relationships/image" Target="../media/image2798.png"/><Relationship Id="rId34" Type="http://schemas.openxmlformats.org/officeDocument/2006/relationships/customXml" Target="../ink/ink2755.xml"/><Relationship Id="rId544" Type="http://schemas.openxmlformats.org/officeDocument/2006/relationships/image" Target="../media/image2900.png"/><Relationship Id="rId751" Type="http://schemas.openxmlformats.org/officeDocument/2006/relationships/image" Target="../media/image3000.png"/><Relationship Id="rId183" Type="http://schemas.openxmlformats.org/officeDocument/2006/relationships/image" Target="../media/image2723.png"/><Relationship Id="rId390" Type="http://schemas.openxmlformats.org/officeDocument/2006/relationships/customXml" Target="../ink/ink2934.xml"/><Relationship Id="rId404" Type="http://schemas.openxmlformats.org/officeDocument/2006/relationships/customXml" Target="../ink/ink2941.xml"/><Relationship Id="rId611" Type="http://schemas.openxmlformats.org/officeDocument/2006/relationships/customXml" Target="../ink/ink3046.xml"/><Relationship Id="rId250" Type="http://schemas.openxmlformats.org/officeDocument/2006/relationships/customXml" Target="../ink/ink2864.xml"/><Relationship Id="rId488" Type="http://schemas.openxmlformats.org/officeDocument/2006/relationships/image" Target="../media/image2872.png"/><Relationship Id="rId695" Type="http://schemas.openxmlformats.org/officeDocument/2006/relationships/customXml" Target="../ink/ink3088.xml"/><Relationship Id="rId709" Type="http://schemas.openxmlformats.org/officeDocument/2006/relationships/customXml" Target="../ink/ink3095.xml"/><Relationship Id="rId45" Type="http://schemas.openxmlformats.org/officeDocument/2006/relationships/image" Target="../media/image2654.png"/><Relationship Id="rId110" Type="http://schemas.openxmlformats.org/officeDocument/2006/relationships/customXml" Target="../ink/ink2793.xml"/><Relationship Id="rId348" Type="http://schemas.openxmlformats.org/officeDocument/2006/relationships/customXml" Target="../ink/ink2913.xml"/><Relationship Id="rId555" Type="http://schemas.openxmlformats.org/officeDocument/2006/relationships/customXml" Target="../ink/ink3017.xml"/><Relationship Id="rId762" Type="http://schemas.openxmlformats.org/officeDocument/2006/relationships/customXml" Target="../ink/ink3123.xml"/><Relationship Id="rId194" Type="http://schemas.openxmlformats.org/officeDocument/2006/relationships/customXml" Target="../ink/ink2835.xml"/><Relationship Id="rId208" Type="http://schemas.openxmlformats.org/officeDocument/2006/relationships/customXml" Target="../ink/ink2842.xml"/><Relationship Id="rId415" Type="http://schemas.openxmlformats.org/officeDocument/2006/relationships/image" Target="../media/image2837.png"/><Relationship Id="rId622" Type="http://schemas.openxmlformats.org/officeDocument/2006/relationships/image" Target="../media/image2938.png"/><Relationship Id="rId261" Type="http://schemas.openxmlformats.org/officeDocument/2006/relationships/image" Target="../media/image2760.png"/><Relationship Id="rId499" Type="http://schemas.openxmlformats.org/officeDocument/2006/relationships/customXml" Target="../ink/ink2989.xml"/><Relationship Id="rId56" Type="http://schemas.openxmlformats.org/officeDocument/2006/relationships/customXml" Target="../ink/ink2766.xml"/><Relationship Id="rId359" Type="http://schemas.openxmlformats.org/officeDocument/2006/relationships/image" Target="../media/image2809.png"/><Relationship Id="rId566" Type="http://schemas.openxmlformats.org/officeDocument/2006/relationships/image" Target="../media/image2911.png"/><Relationship Id="rId773" Type="http://schemas.openxmlformats.org/officeDocument/2006/relationships/image" Target="../media/image3011.png"/><Relationship Id="rId121" Type="http://schemas.openxmlformats.org/officeDocument/2006/relationships/image" Target="../media/image2692.png"/><Relationship Id="rId219" Type="http://schemas.openxmlformats.org/officeDocument/2006/relationships/image" Target="../media/image2741.png"/><Relationship Id="rId426" Type="http://schemas.openxmlformats.org/officeDocument/2006/relationships/customXml" Target="../ink/ink2952.xml"/><Relationship Id="rId633" Type="http://schemas.openxmlformats.org/officeDocument/2006/relationships/customXml" Target="../ink/ink3057.xml"/><Relationship Id="rId67" Type="http://schemas.openxmlformats.org/officeDocument/2006/relationships/image" Target="../media/image2665.png"/><Relationship Id="rId272" Type="http://schemas.openxmlformats.org/officeDocument/2006/relationships/customXml" Target="../ink/ink2875.xml"/><Relationship Id="rId577" Type="http://schemas.openxmlformats.org/officeDocument/2006/relationships/customXml" Target="../ink/ink3028.xml"/><Relationship Id="rId700" Type="http://schemas.openxmlformats.org/officeDocument/2006/relationships/image" Target="../media/image2976.png"/><Relationship Id="rId132" Type="http://schemas.openxmlformats.org/officeDocument/2006/relationships/customXml" Target="../ink/ink2804.xml"/><Relationship Id="rId784" Type="http://schemas.openxmlformats.org/officeDocument/2006/relationships/customXml" Target="../ink/ink3134.xml"/><Relationship Id="rId437" Type="http://schemas.openxmlformats.org/officeDocument/2006/relationships/image" Target="../media/image2848.png"/><Relationship Id="rId644" Type="http://schemas.openxmlformats.org/officeDocument/2006/relationships/image" Target="../media/image2949.png"/><Relationship Id="rId283" Type="http://schemas.openxmlformats.org/officeDocument/2006/relationships/image" Target="../media/image2771.png"/><Relationship Id="rId490" Type="http://schemas.openxmlformats.org/officeDocument/2006/relationships/image" Target="../media/image2873.png"/><Relationship Id="rId504" Type="http://schemas.openxmlformats.org/officeDocument/2006/relationships/image" Target="../media/image2880.png"/><Relationship Id="rId711" Type="http://schemas.openxmlformats.org/officeDocument/2006/relationships/customXml" Target="../ink/ink3096.xml"/><Relationship Id="rId78" Type="http://schemas.openxmlformats.org/officeDocument/2006/relationships/customXml" Target="../ink/ink2777.xml"/><Relationship Id="rId143" Type="http://schemas.openxmlformats.org/officeDocument/2006/relationships/image" Target="../media/image2703.png"/><Relationship Id="rId350" Type="http://schemas.openxmlformats.org/officeDocument/2006/relationships/customXml" Target="../ink/ink2914.xml"/><Relationship Id="rId588" Type="http://schemas.openxmlformats.org/officeDocument/2006/relationships/customXml" Target="../ink/ink3034.xml"/><Relationship Id="rId795" Type="http://schemas.openxmlformats.org/officeDocument/2006/relationships/image" Target="../media/image3022.png"/><Relationship Id="rId809" Type="http://schemas.openxmlformats.org/officeDocument/2006/relationships/image" Target="../media/image3029.png"/><Relationship Id="rId9" Type="http://schemas.openxmlformats.org/officeDocument/2006/relationships/image" Target="../media/image2636.png"/><Relationship Id="rId210" Type="http://schemas.openxmlformats.org/officeDocument/2006/relationships/customXml" Target="../ink/ink2843.xml"/><Relationship Id="rId448" Type="http://schemas.openxmlformats.org/officeDocument/2006/relationships/customXml" Target="../ink/ink2963.xml"/><Relationship Id="rId655" Type="http://schemas.openxmlformats.org/officeDocument/2006/relationships/customXml" Target="../ink/ink3068.xml"/><Relationship Id="rId294" Type="http://schemas.openxmlformats.org/officeDocument/2006/relationships/customXml" Target="../ink/ink2886.xml"/><Relationship Id="rId308" Type="http://schemas.openxmlformats.org/officeDocument/2006/relationships/customXml" Target="../ink/ink2893.xml"/><Relationship Id="rId515" Type="http://schemas.openxmlformats.org/officeDocument/2006/relationships/customXml" Target="../ink/ink2997.xml"/><Relationship Id="rId722" Type="http://schemas.openxmlformats.org/officeDocument/2006/relationships/image" Target="../media/image2987.png"/><Relationship Id="rId89" Type="http://schemas.openxmlformats.org/officeDocument/2006/relationships/image" Target="../media/image2676.png"/><Relationship Id="rId154" Type="http://schemas.openxmlformats.org/officeDocument/2006/relationships/customXml" Target="../ink/ink2815.xml"/><Relationship Id="rId361" Type="http://schemas.openxmlformats.org/officeDocument/2006/relationships/image" Target="../media/image2810.png"/><Relationship Id="rId599" Type="http://schemas.openxmlformats.org/officeDocument/2006/relationships/customXml" Target="../ink/ink3040.xml"/><Relationship Id="rId459" Type="http://schemas.openxmlformats.org/officeDocument/2006/relationships/image" Target="../media/image2859.png"/><Relationship Id="rId666" Type="http://schemas.openxmlformats.org/officeDocument/2006/relationships/image" Target="../media/image2960.png"/><Relationship Id="rId16" Type="http://schemas.openxmlformats.org/officeDocument/2006/relationships/customXml" Target="../ink/ink2746.xml"/><Relationship Id="rId221" Type="http://schemas.openxmlformats.org/officeDocument/2006/relationships/image" Target="../media/image2742.png"/><Relationship Id="rId319" Type="http://schemas.openxmlformats.org/officeDocument/2006/relationships/image" Target="../media/image2789.png"/><Relationship Id="rId526" Type="http://schemas.openxmlformats.org/officeDocument/2006/relationships/image" Target="../media/image2891.png"/><Relationship Id="rId733" Type="http://schemas.openxmlformats.org/officeDocument/2006/relationships/image" Target="../media/image2992.png"/><Relationship Id="rId165" Type="http://schemas.openxmlformats.org/officeDocument/2006/relationships/image" Target="../media/image2714.png"/><Relationship Id="rId372" Type="http://schemas.openxmlformats.org/officeDocument/2006/relationships/customXml" Target="../ink/ink2925.xml"/><Relationship Id="rId677" Type="http://schemas.openxmlformats.org/officeDocument/2006/relationships/customXml" Target="../ink/ink3079.xml"/><Relationship Id="rId800" Type="http://schemas.openxmlformats.org/officeDocument/2006/relationships/customXml" Target="../ink/ink3142.xml"/><Relationship Id="rId232" Type="http://schemas.openxmlformats.org/officeDocument/2006/relationships/customXml" Target="../ink/ink2854.xml"/><Relationship Id="rId27" Type="http://schemas.openxmlformats.org/officeDocument/2006/relationships/image" Target="../media/image2645.png"/><Relationship Id="rId537" Type="http://schemas.openxmlformats.org/officeDocument/2006/relationships/customXml" Target="../ink/ink3008.xml"/><Relationship Id="rId744" Type="http://schemas.openxmlformats.org/officeDocument/2006/relationships/image" Target="../media/image2997.png"/><Relationship Id="rId80" Type="http://schemas.openxmlformats.org/officeDocument/2006/relationships/customXml" Target="../ink/ink2778.xml"/><Relationship Id="rId176" Type="http://schemas.openxmlformats.org/officeDocument/2006/relationships/customXml" Target="../ink/ink2826.xml"/><Relationship Id="rId383" Type="http://schemas.openxmlformats.org/officeDocument/2006/relationships/image" Target="../media/image2821.png"/><Relationship Id="rId590" Type="http://schemas.openxmlformats.org/officeDocument/2006/relationships/customXml" Target="../ink/ink3035.xml"/><Relationship Id="rId604" Type="http://schemas.openxmlformats.org/officeDocument/2006/relationships/image" Target="../media/image2929.png"/><Relationship Id="rId243" Type="http://schemas.openxmlformats.org/officeDocument/2006/relationships/image" Target="../media/image2751.png"/><Relationship Id="rId450" Type="http://schemas.openxmlformats.org/officeDocument/2006/relationships/customXml" Target="../ink/ink2964.xml"/><Relationship Id="rId688" Type="http://schemas.openxmlformats.org/officeDocument/2006/relationships/image" Target="../media/image2970.png"/><Relationship Id="rId38" Type="http://schemas.openxmlformats.org/officeDocument/2006/relationships/customXml" Target="../ink/ink2757.xml"/><Relationship Id="rId103" Type="http://schemas.openxmlformats.org/officeDocument/2006/relationships/image" Target="../media/image2683.png"/><Relationship Id="rId310" Type="http://schemas.openxmlformats.org/officeDocument/2006/relationships/customXml" Target="../ink/ink2894.xml"/><Relationship Id="rId548" Type="http://schemas.openxmlformats.org/officeDocument/2006/relationships/image" Target="../media/image2902.png"/><Relationship Id="rId755" Type="http://schemas.openxmlformats.org/officeDocument/2006/relationships/image" Target="../media/image3002.png"/><Relationship Id="rId91" Type="http://schemas.openxmlformats.org/officeDocument/2006/relationships/image" Target="../media/image2677.png"/><Relationship Id="rId187" Type="http://schemas.openxmlformats.org/officeDocument/2006/relationships/image" Target="../media/image2725.png"/><Relationship Id="rId394" Type="http://schemas.openxmlformats.org/officeDocument/2006/relationships/customXml" Target="../ink/ink2936.xml"/><Relationship Id="rId408" Type="http://schemas.openxmlformats.org/officeDocument/2006/relationships/customXml" Target="../ink/ink2943.xml"/><Relationship Id="rId615" Type="http://schemas.openxmlformats.org/officeDocument/2006/relationships/customXml" Target="../ink/ink3048.xml"/><Relationship Id="rId254" Type="http://schemas.openxmlformats.org/officeDocument/2006/relationships/customXml" Target="../ink/ink2866.xml"/><Relationship Id="rId699" Type="http://schemas.openxmlformats.org/officeDocument/2006/relationships/customXml" Target="../ink/ink3090.xml"/><Relationship Id="rId49" Type="http://schemas.openxmlformats.org/officeDocument/2006/relationships/image" Target="../media/image2656.png"/><Relationship Id="rId114" Type="http://schemas.openxmlformats.org/officeDocument/2006/relationships/customXml" Target="../ink/ink2795.xml"/><Relationship Id="rId461" Type="http://schemas.openxmlformats.org/officeDocument/2006/relationships/image" Target="../media/image2860.png"/><Relationship Id="rId559" Type="http://schemas.openxmlformats.org/officeDocument/2006/relationships/customXml" Target="../ink/ink3019.xml"/><Relationship Id="rId766" Type="http://schemas.openxmlformats.org/officeDocument/2006/relationships/customXml" Target="../ink/ink3125.xml"/><Relationship Id="rId198" Type="http://schemas.openxmlformats.org/officeDocument/2006/relationships/customXml" Target="../ink/ink2837.xml"/><Relationship Id="rId321" Type="http://schemas.openxmlformats.org/officeDocument/2006/relationships/image" Target="../media/image2790.png"/><Relationship Id="rId419" Type="http://schemas.openxmlformats.org/officeDocument/2006/relationships/image" Target="../media/image2839.png"/><Relationship Id="rId626" Type="http://schemas.openxmlformats.org/officeDocument/2006/relationships/image" Target="../media/image2940.png"/><Relationship Id="rId265" Type="http://schemas.openxmlformats.org/officeDocument/2006/relationships/image" Target="../media/image2762.png"/><Relationship Id="rId472" Type="http://schemas.openxmlformats.org/officeDocument/2006/relationships/customXml" Target="../ink/ink2975.xml"/><Relationship Id="rId125" Type="http://schemas.openxmlformats.org/officeDocument/2006/relationships/image" Target="../media/image2694.png"/><Relationship Id="rId332" Type="http://schemas.openxmlformats.org/officeDocument/2006/relationships/customXml" Target="../ink/ink2905.xml"/><Relationship Id="rId777" Type="http://schemas.openxmlformats.org/officeDocument/2006/relationships/image" Target="../media/image3013.png"/><Relationship Id="rId637" Type="http://schemas.openxmlformats.org/officeDocument/2006/relationships/customXml" Target="../ink/ink3059.xml"/><Relationship Id="rId276" Type="http://schemas.openxmlformats.org/officeDocument/2006/relationships/customXml" Target="../ink/ink2877.xml"/><Relationship Id="rId483" Type="http://schemas.openxmlformats.org/officeDocument/2006/relationships/customXml" Target="../ink/ink2981.xml"/><Relationship Id="rId690" Type="http://schemas.openxmlformats.org/officeDocument/2006/relationships/image" Target="../media/image2971.png"/><Relationship Id="rId704" Type="http://schemas.openxmlformats.org/officeDocument/2006/relationships/image" Target="../media/image2978.png"/><Relationship Id="rId40" Type="http://schemas.openxmlformats.org/officeDocument/2006/relationships/customXml" Target="../ink/ink2758.xml"/><Relationship Id="rId136" Type="http://schemas.openxmlformats.org/officeDocument/2006/relationships/customXml" Target="../ink/ink2806.xml"/><Relationship Id="rId343" Type="http://schemas.openxmlformats.org/officeDocument/2006/relationships/image" Target="../media/image2801.png"/><Relationship Id="rId550" Type="http://schemas.openxmlformats.org/officeDocument/2006/relationships/image" Target="../media/image2903.png"/><Relationship Id="rId788" Type="http://schemas.openxmlformats.org/officeDocument/2006/relationships/customXml" Target="../ink/ink3136.xml"/><Relationship Id="rId203" Type="http://schemas.openxmlformats.org/officeDocument/2006/relationships/image" Target="../media/image2733.png"/><Relationship Id="rId648" Type="http://schemas.openxmlformats.org/officeDocument/2006/relationships/image" Target="../media/image2951.png"/><Relationship Id="rId287" Type="http://schemas.openxmlformats.org/officeDocument/2006/relationships/image" Target="../media/image2773.png"/><Relationship Id="rId410" Type="http://schemas.openxmlformats.org/officeDocument/2006/relationships/customXml" Target="../ink/ink2944.xml"/><Relationship Id="rId494" Type="http://schemas.openxmlformats.org/officeDocument/2006/relationships/image" Target="../media/image2875.png"/><Relationship Id="rId508" Type="http://schemas.openxmlformats.org/officeDocument/2006/relationships/image" Target="../media/image2882.png"/><Relationship Id="rId715" Type="http://schemas.openxmlformats.org/officeDocument/2006/relationships/customXml" Target="../ink/ink3098.xml"/><Relationship Id="rId147" Type="http://schemas.openxmlformats.org/officeDocument/2006/relationships/image" Target="../media/image2705.png"/><Relationship Id="rId354" Type="http://schemas.openxmlformats.org/officeDocument/2006/relationships/customXml" Target="../ink/ink2916.xml"/><Relationship Id="rId799" Type="http://schemas.openxmlformats.org/officeDocument/2006/relationships/image" Target="../media/image3024.png"/><Relationship Id="rId51" Type="http://schemas.openxmlformats.org/officeDocument/2006/relationships/image" Target="../media/image2657.png"/><Relationship Id="rId561" Type="http://schemas.openxmlformats.org/officeDocument/2006/relationships/customXml" Target="../ink/ink3020.xml"/><Relationship Id="rId659" Type="http://schemas.openxmlformats.org/officeDocument/2006/relationships/customXml" Target="../ink/ink3070.xml"/><Relationship Id="rId214" Type="http://schemas.openxmlformats.org/officeDocument/2006/relationships/customXml" Target="../ink/ink2845.xml"/><Relationship Id="rId298" Type="http://schemas.openxmlformats.org/officeDocument/2006/relationships/customXml" Target="../ink/ink2888.xml"/><Relationship Id="rId421" Type="http://schemas.openxmlformats.org/officeDocument/2006/relationships/image" Target="../media/image2840.png"/><Relationship Id="rId519" Type="http://schemas.openxmlformats.org/officeDocument/2006/relationships/customXml" Target="../ink/ink2999.xml"/><Relationship Id="rId158" Type="http://schemas.openxmlformats.org/officeDocument/2006/relationships/customXml" Target="../ink/ink2817.xml"/><Relationship Id="rId726" Type="http://schemas.openxmlformats.org/officeDocument/2006/relationships/customXml" Target="../ink/ink3104.xml"/><Relationship Id="rId62" Type="http://schemas.openxmlformats.org/officeDocument/2006/relationships/customXml" Target="../ink/ink2769.xml"/><Relationship Id="rId365" Type="http://schemas.openxmlformats.org/officeDocument/2006/relationships/image" Target="../media/image2812.png"/><Relationship Id="rId572" Type="http://schemas.openxmlformats.org/officeDocument/2006/relationships/image" Target="../media/image2914.png"/><Relationship Id="rId225" Type="http://schemas.openxmlformats.org/officeDocument/2006/relationships/image" Target="../media/image2744.png"/><Relationship Id="rId432" Type="http://schemas.openxmlformats.org/officeDocument/2006/relationships/customXml" Target="../ink/ink2955.xml"/><Relationship Id="rId737" Type="http://schemas.openxmlformats.org/officeDocument/2006/relationships/image" Target="../media/image2994.png"/><Relationship Id="rId73" Type="http://schemas.openxmlformats.org/officeDocument/2006/relationships/image" Target="../media/image2668.png"/><Relationship Id="rId169" Type="http://schemas.openxmlformats.org/officeDocument/2006/relationships/image" Target="../media/image2716.png"/><Relationship Id="rId376" Type="http://schemas.openxmlformats.org/officeDocument/2006/relationships/customXml" Target="../ink/ink2927.xml"/><Relationship Id="rId583" Type="http://schemas.openxmlformats.org/officeDocument/2006/relationships/image" Target="../media/image2919.png"/><Relationship Id="rId790" Type="http://schemas.openxmlformats.org/officeDocument/2006/relationships/customXml" Target="../ink/ink3137.xml"/><Relationship Id="rId804" Type="http://schemas.openxmlformats.org/officeDocument/2006/relationships/customXml" Target="../ink/ink3144.xml"/><Relationship Id="rId4" Type="http://schemas.openxmlformats.org/officeDocument/2006/relationships/customXml" Target="../ink/ink2740.xml"/><Relationship Id="rId236" Type="http://schemas.openxmlformats.org/officeDocument/2006/relationships/image" Target="../media/image2748.png"/><Relationship Id="rId443" Type="http://schemas.openxmlformats.org/officeDocument/2006/relationships/image" Target="../media/image2851.png"/><Relationship Id="rId650" Type="http://schemas.openxmlformats.org/officeDocument/2006/relationships/image" Target="../media/image2952.png"/><Relationship Id="rId303" Type="http://schemas.openxmlformats.org/officeDocument/2006/relationships/image" Target="../media/image2781.png"/><Relationship Id="rId748" Type="http://schemas.openxmlformats.org/officeDocument/2006/relationships/customXml" Target="../ink/ink3116.xml"/><Relationship Id="rId84" Type="http://schemas.openxmlformats.org/officeDocument/2006/relationships/customXml" Target="../ink/ink2780.xml"/><Relationship Id="rId387" Type="http://schemas.openxmlformats.org/officeDocument/2006/relationships/image" Target="../media/image2823.png"/><Relationship Id="rId510" Type="http://schemas.openxmlformats.org/officeDocument/2006/relationships/image" Target="../media/image2883.png"/><Relationship Id="rId594" Type="http://schemas.openxmlformats.org/officeDocument/2006/relationships/customXml" Target="../ink/ink3037.xml"/><Relationship Id="rId608" Type="http://schemas.openxmlformats.org/officeDocument/2006/relationships/image" Target="../media/image2931.png"/><Relationship Id="rId247" Type="http://schemas.openxmlformats.org/officeDocument/2006/relationships/image" Target="../media/image2753.png"/><Relationship Id="rId107" Type="http://schemas.openxmlformats.org/officeDocument/2006/relationships/image" Target="../media/image2685.png"/><Relationship Id="rId454" Type="http://schemas.openxmlformats.org/officeDocument/2006/relationships/customXml" Target="../ink/ink2966.xml"/><Relationship Id="rId661" Type="http://schemas.openxmlformats.org/officeDocument/2006/relationships/customXml" Target="../ink/ink3071.xml"/><Relationship Id="rId759" Type="http://schemas.openxmlformats.org/officeDocument/2006/relationships/image" Target="../media/image3004.png"/><Relationship Id="rId11" Type="http://schemas.openxmlformats.org/officeDocument/2006/relationships/image" Target="../media/image2637.png"/><Relationship Id="rId314" Type="http://schemas.openxmlformats.org/officeDocument/2006/relationships/customXml" Target="../ink/ink2896.xml"/><Relationship Id="rId398" Type="http://schemas.openxmlformats.org/officeDocument/2006/relationships/customXml" Target="../ink/ink2938.xml"/><Relationship Id="rId521" Type="http://schemas.openxmlformats.org/officeDocument/2006/relationships/customXml" Target="../ink/ink3000.xml"/><Relationship Id="rId619" Type="http://schemas.openxmlformats.org/officeDocument/2006/relationships/customXml" Target="../ink/ink3050.xml"/><Relationship Id="rId95" Type="http://schemas.openxmlformats.org/officeDocument/2006/relationships/image" Target="../media/image2679.png"/><Relationship Id="rId160" Type="http://schemas.openxmlformats.org/officeDocument/2006/relationships/customXml" Target="../ink/ink2818.xml"/><Relationship Id="rId258" Type="http://schemas.openxmlformats.org/officeDocument/2006/relationships/customXml" Target="../ink/ink2868.xml"/><Relationship Id="rId465" Type="http://schemas.openxmlformats.org/officeDocument/2006/relationships/image" Target="../media/image2862.png"/><Relationship Id="rId672" Type="http://schemas.openxmlformats.org/officeDocument/2006/relationships/image" Target="../media/image2963.png"/><Relationship Id="rId22" Type="http://schemas.openxmlformats.org/officeDocument/2006/relationships/customXml" Target="../ink/ink2749.xml"/><Relationship Id="rId118" Type="http://schemas.openxmlformats.org/officeDocument/2006/relationships/customXml" Target="../ink/ink2797.xml"/><Relationship Id="rId325" Type="http://schemas.openxmlformats.org/officeDocument/2006/relationships/image" Target="../media/image2792.png"/><Relationship Id="rId532" Type="http://schemas.openxmlformats.org/officeDocument/2006/relationships/image" Target="../media/image2894.png"/><Relationship Id="rId171" Type="http://schemas.openxmlformats.org/officeDocument/2006/relationships/image" Target="../media/image2717.png"/><Relationship Id="rId269" Type="http://schemas.openxmlformats.org/officeDocument/2006/relationships/image" Target="../media/image2764.png"/><Relationship Id="rId476" Type="http://schemas.openxmlformats.org/officeDocument/2006/relationships/customXml" Target="../ink/ink2977.xml"/><Relationship Id="rId683" Type="http://schemas.openxmlformats.org/officeDocument/2006/relationships/customXml" Target="../ink/ink3082.xml"/><Relationship Id="rId33" Type="http://schemas.openxmlformats.org/officeDocument/2006/relationships/image" Target="../media/image2648.png"/><Relationship Id="rId129" Type="http://schemas.openxmlformats.org/officeDocument/2006/relationships/image" Target="../media/image2696.png"/><Relationship Id="rId336" Type="http://schemas.openxmlformats.org/officeDocument/2006/relationships/customXml" Target="../ink/ink2907.xml"/><Relationship Id="rId543" Type="http://schemas.openxmlformats.org/officeDocument/2006/relationships/customXml" Target="../ink/ink3011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05.xml"/><Relationship Id="rId21" Type="http://schemas.openxmlformats.org/officeDocument/2006/relationships/image" Target="../media/image3039.png"/><Relationship Id="rId324" Type="http://schemas.openxmlformats.org/officeDocument/2006/relationships/image" Target="../media/image3184.png"/><Relationship Id="rId531" Type="http://schemas.openxmlformats.org/officeDocument/2006/relationships/image" Target="../media/image3287.png"/><Relationship Id="rId170" Type="http://schemas.openxmlformats.org/officeDocument/2006/relationships/image" Target="../media/image3110.png"/><Relationship Id="rId268" Type="http://schemas.openxmlformats.org/officeDocument/2006/relationships/image" Target="../media/image3157.png"/><Relationship Id="rId475" Type="http://schemas.openxmlformats.org/officeDocument/2006/relationships/image" Target="../media/image3259.png"/><Relationship Id="rId32" Type="http://schemas.openxmlformats.org/officeDocument/2006/relationships/customXml" Target="../ink/ink3162.xml"/><Relationship Id="rId128" Type="http://schemas.openxmlformats.org/officeDocument/2006/relationships/image" Target="../media/image3091.png"/><Relationship Id="rId335" Type="http://schemas.openxmlformats.org/officeDocument/2006/relationships/customXml" Target="../ink/ink3319.xml"/><Relationship Id="rId542" Type="http://schemas.openxmlformats.org/officeDocument/2006/relationships/customXml" Target="../ink/ink3423.xml"/><Relationship Id="rId181" Type="http://schemas.openxmlformats.org/officeDocument/2006/relationships/customXml" Target="../ink/ink3239.xml"/><Relationship Id="rId402" Type="http://schemas.openxmlformats.org/officeDocument/2006/relationships/customXml" Target="../ink/ink3353.xml"/><Relationship Id="rId279" Type="http://schemas.openxmlformats.org/officeDocument/2006/relationships/image" Target="../media/image3162.png"/><Relationship Id="rId486" Type="http://schemas.openxmlformats.org/officeDocument/2006/relationships/customXml" Target="../ink/ink3395.xml"/><Relationship Id="rId43" Type="http://schemas.openxmlformats.org/officeDocument/2006/relationships/image" Target="../media/image3050.png"/><Relationship Id="rId139" Type="http://schemas.openxmlformats.org/officeDocument/2006/relationships/customXml" Target="../ink/ink3216.xml"/><Relationship Id="rId346" Type="http://schemas.openxmlformats.org/officeDocument/2006/relationships/image" Target="../media/image3195.png"/><Relationship Id="rId553" Type="http://schemas.openxmlformats.org/officeDocument/2006/relationships/image" Target="../media/image3298.png"/><Relationship Id="rId192" Type="http://schemas.openxmlformats.org/officeDocument/2006/relationships/image" Target="../media/image3121.png"/><Relationship Id="rId206" Type="http://schemas.openxmlformats.org/officeDocument/2006/relationships/customXml" Target="../ink/ink3252.xml"/><Relationship Id="rId413" Type="http://schemas.openxmlformats.org/officeDocument/2006/relationships/image" Target="../media/image3228.png"/><Relationship Id="rId497" Type="http://schemas.openxmlformats.org/officeDocument/2006/relationships/image" Target="../media/image3270.png"/><Relationship Id="rId357" Type="http://schemas.openxmlformats.org/officeDocument/2006/relationships/customXml" Target="../ink/ink3330.xml"/><Relationship Id="rId54" Type="http://schemas.openxmlformats.org/officeDocument/2006/relationships/customXml" Target="../ink/ink3173.xml"/><Relationship Id="rId217" Type="http://schemas.openxmlformats.org/officeDocument/2006/relationships/image" Target="../media/image3132.png"/><Relationship Id="rId564" Type="http://schemas.openxmlformats.org/officeDocument/2006/relationships/customXml" Target="../ink/ink3434.xml"/><Relationship Id="rId424" Type="http://schemas.openxmlformats.org/officeDocument/2006/relationships/customXml" Target="../ink/ink3364.xml"/><Relationship Id="rId270" Type="http://schemas.openxmlformats.org/officeDocument/2006/relationships/image" Target="../media/image3158.png"/><Relationship Id="rId65" Type="http://schemas.openxmlformats.org/officeDocument/2006/relationships/image" Target="../media/image3061.png"/><Relationship Id="rId130" Type="http://schemas.openxmlformats.org/officeDocument/2006/relationships/image" Target="../media/image3092.png"/><Relationship Id="rId368" Type="http://schemas.openxmlformats.org/officeDocument/2006/relationships/image" Target="../media/image3206.png"/><Relationship Id="rId575" Type="http://schemas.openxmlformats.org/officeDocument/2006/relationships/customXml" Target="../ink/ink3440.xml"/><Relationship Id="rId228" Type="http://schemas.openxmlformats.org/officeDocument/2006/relationships/image" Target="../media/image3137.png"/><Relationship Id="rId435" Type="http://schemas.openxmlformats.org/officeDocument/2006/relationships/image" Target="../media/image3239.png"/><Relationship Id="rId281" Type="http://schemas.openxmlformats.org/officeDocument/2006/relationships/image" Target="../media/image3163.png"/><Relationship Id="rId502" Type="http://schemas.openxmlformats.org/officeDocument/2006/relationships/customXml" Target="../ink/ink3403.xml"/><Relationship Id="rId76" Type="http://schemas.openxmlformats.org/officeDocument/2006/relationships/customXml" Target="../ink/ink3184.xml"/><Relationship Id="rId141" Type="http://schemas.openxmlformats.org/officeDocument/2006/relationships/image" Target="../media/image3097.png"/><Relationship Id="rId379" Type="http://schemas.openxmlformats.org/officeDocument/2006/relationships/customXml" Target="../ink/ink3341.xml"/><Relationship Id="rId586" Type="http://schemas.openxmlformats.org/officeDocument/2006/relationships/image" Target="../media/image3314.png"/><Relationship Id="rId7" Type="http://schemas.openxmlformats.org/officeDocument/2006/relationships/image" Target="../media/image3032.png"/><Relationship Id="rId239" Type="http://schemas.openxmlformats.org/officeDocument/2006/relationships/customXml" Target="../ink/ink3270.xml"/><Relationship Id="rId446" Type="http://schemas.openxmlformats.org/officeDocument/2006/relationships/customXml" Target="../ink/ink3375.xml"/><Relationship Id="rId292" Type="http://schemas.openxmlformats.org/officeDocument/2006/relationships/customXml" Target="../ink/ink3297.xml"/><Relationship Id="rId306" Type="http://schemas.openxmlformats.org/officeDocument/2006/relationships/image" Target="../media/image3175.png"/><Relationship Id="rId87" Type="http://schemas.openxmlformats.org/officeDocument/2006/relationships/image" Target="../media/image3071.png"/><Relationship Id="rId513" Type="http://schemas.openxmlformats.org/officeDocument/2006/relationships/image" Target="../media/image3278.png"/><Relationship Id="rId597" Type="http://schemas.openxmlformats.org/officeDocument/2006/relationships/customXml" Target="../ink/ink3451.xml"/><Relationship Id="rId152" Type="http://schemas.openxmlformats.org/officeDocument/2006/relationships/customXml" Target="../ink/ink3223.xml"/><Relationship Id="rId457" Type="http://schemas.openxmlformats.org/officeDocument/2006/relationships/image" Target="../media/image3250.png"/><Relationship Id="rId14" Type="http://schemas.openxmlformats.org/officeDocument/2006/relationships/customXml" Target="../ink/ink3153.xml"/><Relationship Id="rId317" Type="http://schemas.openxmlformats.org/officeDocument/2006/relationships/customXml" Target="../ink/ink3310.xml"/><Relationship Id="rId524" Type="http://schemas.openxmlformats.org/officeDocument/2006/relationships/customXml" Target="../ink/ink3414.xml"/><Relationship Id="rId98" Type="http://schemas.openxmlformats.org/officeDocument/2006/relationships/customXml" Target="../ink/ink3195.xml"/><Relationship Id="rId163" Type="http://schemas.openxmlformats.org/officeDocument/2006/relationships/customXml" Target="../ink/ink3230.xml"/><Relationship Id="rId370" Type="http://schemas.openxmlformats.org/officeDocument/2006/relationships/image" Target="../media/image3207.png"/><Relationship Id="rId230" Type="http://schemas.openxmlformats.org/officeDocument/2006/relationships/image" Target="../media/image3138.png"/><Relationship Id="rId468" Type="http://schemas.openxmlformats.org/officeDocument/2006/relationships/customXml" Target="../ink/ink3386.xml"/><Relationship Id="rId25" Type="http://schemas.openxmlformats.org/officeDocument/2006/relationships/image" Target="../media/image3041.png"/><Relationship Id="rId67" Type="http://schemas.openxmlformats.org/officeDocument/2006/relationships/image" Target="../media/image3062.png"/><Relationship Id="rId272" Type="http://schemas.openxmlformats.org/officeDocument/2006/relationships/image" Target="../media/image3159.png"/><Relationship Id="rId328" Type="http://schemas.openxmlformats.org/officeDocument/2006/relationships/image" Target="../media/image3186.png"/><Relationship Id="rId535" Type="http://schemas.openxmlformats.org/officeDocument/2006/relationships/image" Target="../media/image3289.png"/><Relationship Id="rId577" Type="http://schemas.openxmlformats.org/officeDocument/2006/relationships/customXml" Target="../ink/ink3441.xml"/><Relationship Id="rId132" Type="http://schemas.openxmlformats.org/officeDocument/2006/relationships/image" Target="../media/image3093.png"/><Relationship Id="rId174" Type="http://schemas.openxmlformats.org/officeDocument/2006/relationships/image" Target="../media/image3112.png"/><Relationship Id="rId381" Type="http://schemas.openxmlformats.org/officeDocument/2006/relationships/customXml" Target="../ink/ink3342.xml"/><Relationship Id="rId602" Type="http://schemas.openxmlformats.org/officeDocument/2006/relationships/image" Target="../media/image3322.png"/><Relationship Id="rId241" Type="http://schemas.openxmlformats.org/officeDocument/2006/relationships/customXml" Target="../ink/ink3271.xml"/><Relationship Id="rId437" Type="http://schemas.openxmlformats.org/officeDocument/2006/relationships/image" Target="../media/image3240.png"/><Relationship Id="rId479" Type="http://schemas.openxmlformats.org/officeDocument/2006/relationships/image" Target="../media/image3261.png"/><Relationship Id="rId36" Type="http://schemas.openxmlformats.org/officeDocument/2006/relationships/customXml" Target="../ink/ink3164.xml"/><Relationship Id="rId283" Type="http://schemas.openxmlformats.org/officeDocument/2006/relationships/image" Target="../media/image3164.png"/><Relationship Id="rId339" Type="http://schemas.openxmlformats.org/officeDocument/2006/relationships/customXml" Target="../ink/ink3321.xml"/><Relationship Id="rId490" Type="http://schemas.openxmlformats.org/officeDocument/2006/relationships/customXml" Target="../ink/ink3397.xml"/><Relationship Id="rId504" Type="http://schemas.openxmlformats.org/officeDocument/2006/relationships/customXml" Target="../ink/ink3404.xml"/><Relationship Id="rId546" Type="http://schemas.openxmlformats.org/officeDocument/2006/relationships/customXml" Target="../ink/ink3425.xml"/><Relationship Id="rId78" Type="http://schemas.openxmlformats.org/officeDocument/2006/relationships/customXml" Target="../ink/ink3185.xml"/><Relationship Id="rId101" Type="http://schemas.openxmlformats.org/officeDocument/2006/relationships/image" Target="../media/image3078.png"/><Relationship Id="rId143" Type="http://schemas.openxmlformats.org/officeDocument/2006/relationships/image" Target="../media/image3098.png"/><Relationship Id="rId185" Type="http://schemas.openxmlformats.org/officeDocument/2006/relationships/customXml" Target="../ink/ink3241.xml"/><Relationship Id="rId350" Type="http://schemas.openxmlformats.org/officeDocument/2006/relationships/image" Target="../media/image3197.png"/><Relationship Id="rId406" Type="http://schemas.openxmlformats.org/officeDocument/2006/relationships/customXml" Target="../ink/ink3355.xml"/><Relationship Id="rId588" Type="http://schemas.openxmlformats.org/officeDocument/2006/relationships/image" Target="../media/image3315.png"/><Relationship Id="rId9" Type="http://schemas.openxmlformats.org/officeDocument/2006/relationships/image" Target="../media/image3033.png"/><Relationship Id="rId210" Type="http://schemas.openxmlformats.org/officeDocument/2006/relationships/customXml" Target="../ink/ink3255.xml"/><Relationship Id="rId392" Type="http://schemas.openxmlformats.org/officeDocument/2006/relationships/image" Target="../media/image3218.png"/><Relationship Id="rId448" Type="http://schemas.openxmlformats.org/officeDocument/2006/relationships/customXml" Target="../ink/ink3376.xml"/><Relationship Id="rId252" Type="http://schemas.openxmlformats.org/officeDocument/2006/relationships/image" Target="../media/image3149.png"/><Relationship Id="rId294" Type="http://schemas.openxmlformats.org/officeDocument/2006/relationships/image" Target="../media/image3169.png"/><Relationship Id="rId308" Type="http://schemas.openxmlformats.org/officeDocument/2006/relationships/image" Target="../media/image3176.png"/><Relationship Id="rId515" Type="http://schemas.openxmlformats.org/officeDocument/2006/relationships/image" Target="../media/image3279.png"/><Relationship Id="rId47" Type="http://schemas.openxmlformats.org/officeDocument/2006/relationships/image" Target="../media/image3052.png"/><Relationship Id="rId89" Type="http://schemas.openxmlformats.org/officeDocument/2006/relationships/image" Target="../media/image3072.png"/><Relationship Id="rId112" Type="http://schemas.openxmlformats.org/officeDocument/2006/relationships/image" Target="../media/image3083.png"/><Relationship Id="rId154" Type="http://schemas.openxmlformats.org/officeDocument/2006/relationships/customXml" Target="../ink/ink3224.xml"/><Relationship Id="rId361" Type="http://schemas.openxmlformats.org/officeDocument/2006/relationships/customXml" Target="../ink/ink3332.xml"/><Relationship Id="rId557" Type="http://schemas.openxmlformats.org/officeDocument/2006/relationships/image" Target="../media/image3300.png"/><Relationship Id="rId599" Type="http://schemas.openxmlformats.org/officeDocument/2006/relationships/customXml" Target="../ink/ink3452.xml"/><Relationship Id="rId196" Type="http://schemas.openxmlformats.org/officeDocument/2006/relationships/image" Target="../media/image3123.png"/><Relationship Id="rId417" Type="http://schemas.openxmlformats.org/officeDocument/2006/relationships/image" Target="../media/image3230.png"/><Relationship Id="rId459" Type="http://schemas.openxmlformats.org/officeDocument/2006/relationships/image" Target="../media/image3251.png"/><Relationship Id="rId16" Type="http://schemas.openxmlformats.org/officeDocument/2006/relationships/customXml" Target="../ink/ink3154.xml"/><Relationship Id="rId221" Type="http://schemas.openxmlformats.org/officeDocument/2006/relationships/image" Target="../media/image3134.png"/><Relationship Id="rId263" Type="http://schemas.openxmlformats.org/officeDocument/2006/relationships/customXml" Target="../ink/ink3282.xml"/><Relationship Id="rId319" Type="http://schemas.openxmlformats.org/officeDocument/2006/relationships/customXml" Target="../ink/ink3311.xml"/><Relationship Id="rId470" Type="http://schemas.openxmlformats.org/officeDocument/2006/relationships/customXml" Target="../ink/ink3387.xml"/><Relationship Id="rId526" Type="http://schemas.openxmlformats.org/officeDocument/2006/relationships/customXml" Target="../ink/ink3415.xml"/><Relationship Id="rId58" Type="http://schemas.openxmlformats.org/officeDocument/2006/relationships/customXml" Target="../ink/ink3175.xml"/><Relationship Id="rId123" Type="http://schemas.openxmlformats.org/officeDocument/2006/relationships/customXml" Target="../ink/ink3208.xml"/><Relationship Id="rId330" Type="http://schemas.openxmlformats.org/officeDocument/2006/relationships/image" Target="../media/image3187.png"/><Relationship Id="rId568" Type="http://schemas.openxmlformats.org/officeDocument/2006/relationships/customXml" Target="../ink/ink3436.xml"/><Relationship Id="rId165" Type="http://schemas.openxmlformats.org/officeDocument/2006/relationships/customXml" Target="../ink/ink3231.xml"/><Relationship Id="rId372" Type="http://schemas.openxmlformats.org/officeDocument/2006/relationships/image" Target="../media/image3208.png"/><Relationship Id="rId428" Type="http://schemas.openxmlformats.org/officeDocument/2006/relationships/customXml" Target="../ink/ink3366.xml"/><Relationship Id="rId232" Type="http://schemas.openxmlformats.org/officeDocument/2006/relationships/image" Target="../media/image3139.png"/><Relationship Id="rId274" Type="http://schemas.openxmlformats.org/officeDocument/2006/relationships/customXml" Target="../ink/ink3288.xml"/><Relationship Id="rId481" Type="http://schemas.openxmlformats.org/officeDocument/2006/relationships/image" Target="../media/image3262.png"/><Relationship Id="rId27" Type="http://schemas.openxmlformats.org/officeDocument/2006/relationships/image" Target="../media/image3042.png"/><Relationship Id="rId69" Type="http://schemas.openxmlformats.org/officeDocument/2006/relationships/image" Target="../media/image124.png"/><Relationship Id="rId134" Type="http://schemas.openxmlformats.org/officeDocument/2006/relationships/image" Target="../media/image3094.png"/><Relationship Id="rId537" Type="http://schemas.openxmlformats.org/officeDocument/2006/relationships/image" Target="../media/image3290.png"/><Relationship Id="rId579" Type="http://schemas.openxmlformats.org/officeDocument/2006/relationships/customXml" Target="../ink/ink3442.xml"/><Relationship Id="rId80" Type="http://schemas.openxmlformats.org/officeDocument/2006/relationships/customXml" Target="../ink/ink3186.xml"/><Relationship Id="rId176" Type="http://schemas.openxmlformats.org/officeDocument/2006/relationships/image" Target="../media/image3113.png"/><Relationship Id="rId341" Type="http://schemas.openxmlformats.org/officeDocument/2006/relationships/customXml" Target="../ink/ink3322.xml"/><Relationship Id="rId383" Type="http://schemas.openxmlformats.org/officeDocument/2006/relationships/customXml" Target="../ink/ink3343.xml"/><Relationship Id="rId439" Type="http://schemas.openxmlformats.org/officeDocument/2006/relationships/image" Target="../media/image3241.png"/><Relationship Id="rId590" Type="http://schemas.openxmlformats.org/officeDocument/2006/relationships/image" Target="../media/image3316.png"/><Relationship Id="rId604" Type="http://schemas.openxmlformats.org/officeDocument/2006/relationships/image" Target="../media/image3323.png"/><Relationship Id="rId201" Type="http://schemas.openxmlformats.org/officeDocument/2006/relationships/image" Target="../media/image3125.png"/><Relationship Id="rId243" Type="http://schemas.openxmlformats.org/officeDocument/2006/relationships/customXml" Target="../ink/ink3272.xml"/><Relationship Id="rId285" Type="http://schemas.openxmlformats.org/officeDocument/2006/relationships/image" Target="../media/image3165.png"/><Relationship Id="rId450" Type="http://schemas.openxmlformats.org/officeDocument/2006/relationships/customXml" Target="../ink/ink3377.xml"/><Relationship Id="rId506" Type="http://schemas.openxmlformats.org/officeDocument/2006/relationships/customXml" Target="../ink/ink3405.xml"/><Relationship Id="rId38" Type="http://schemas.openxmlformats.org/officeDocument/2006/relationships/customXml" Target="../ink/ink3165.xml"/><Relationship Id="rId103" Type="http://schemas.openxmlformats.org/officeDocument/2006/relationships/customXml" Target="../ink/ink3198.xml"/><Relationship Id="rId310" Type="http://schemas.openxmlformats.org/officeDocument/2006/relationships/image" Target="../media/image3177.png"/><Relationship Id="rId492" Type="http://schemas.openxmlformats.org/officeDocument/2006/relationships/customXml" Target="../ink/ink3398.xml"/><Relationship Id="rId548" Type="http://schemas.openxmlformats.org/officeDocument/2006/relationships/customXml" Target="../ink/ink3426.xml"/><Relationship Id="rId91" Type="http://schemas.openxmlformats.org/officeDocument/2006/relationships/image" Target="../media/image3073.png"/><Relationship Id="rId145" Type="http://schemas.openxmlformats.org/officeDocument/2006/relationships/image" Target="../media/image3099.png"/><Relationship Id="rId187" Type="http://schemas.openxmlformats.org/officeDocument/2006/relationships/customXml" Target="../ink/ink3242.xml"/><Relationship Id="rId352" Type="http://schemas.openxmlformats.org/officeDocument/2006/relationships/image" Target="../media/image3198.png"/><Relationship Id="rId394" Type="http://schemas.openxmlformats.org/officeDocument/2006/relationships/image" Target="../media/image3219.png"/><Relationship Id="rId408" Type="http://schemas.openxmlformats.org/officeDocument/2006/relationships/customXml" Target="../ink/ink3356.xml"/><Relationship Id="rId212" Type="http://schemas.openxmlformats.org/officeDocument/2006/relationships/customXml" Target="../ink/ink3256.xml"/><Relationship Id="rId254" Type="http://schemas.openxmlformats.org/officeDocument/2006/relationships/image" Target="../media/image3150.png"/><Relationship Id="rId49" Type="http://schemas.openxmlformats.org/officeDocument/2006/relationships/image" Target="../media/image3053.png"/><Relationship Id="rId114" Type="http://schemas.openxmlformats.org/officeDocument/2006/relationships/image" Target="../media/image3084.png"/><Relationship Id="rId296" Type="http://schemas.openxmlformats.org/officeDocument/2006/relationships/image" Target="../media/image3170.png"/><Relationship Id="rId461" Type="http://schemas.openxmlformats.org/officeDocument/2006/relationships/image" Target="../media/image3252.png"/><Relationship Id="rId517" Type="http://schemas.openxmlformats.org/officeDocument/2006/relationships/image" Target="../media/image3280.png"/><Relationship Id="rId559" Type="http://schemas.openxmlformats.org/officeDocument/2006/relationships/image" Target="../media/image3301.png"/><Relationship Id="rId60" Type="http://schemas.openxmlformats.org/officeDocument/2006/relationships/customXml" Target="../ink/ink3176.xml"/><Relationship Id="rId156" Type="http://schemas.openxmlformats.org/officeDocument/2006/relationships/customXml" Target="../ink/ink3225.xml"/><Relationship Id="rId198" Type="http://schemas.openxmlformats.org/officeDocument/2006/relationships/customXml" Target="../ink/ink3248.xml"/><Relationship Id="rId321" Type="http://schemas.openxmlformats.org/officeDocument/2006/relationships/customXml" Target="../ink/ink3312.xml"/><Relationship Id="rId363" Type="http://schemas.openxmlformats.org/officeDocument/2006/relationships/customXml" Target="../ink/ink3333.xml"/><Relationship Id="rId419" Type="http://schemas.openxmlformats.org/officeDocument/2006/relationships/image" Target="../media/image3231.png"/><Relationship Id="rId570" Type="http://schemas.openxmlformats.org/officeDocument/2006/relationships/customXml" Target="../ink/ink3437.xml"/><Relationship Id="rId223" Type="http://schemas.openxmlformats.org/officeDocument/2006/relationships/customXml" Target="../ink/ink3262.xml"/><Relationship Id="rId430" Type="http://schemas.openxmlformats.org/officeDocument/2006/relationships/customXml" Target="../ink/ink3367.xml"/><Relationship Id="rId18" Type="http://schemas.openxmlformats.org/officeDocument/2006/relationships/customXml" Target="../ink/ink3155.xml"/><Relationship Id="rId265" Type="http://schemas.openxmlformats.org/officeDocument/2006/relationships/customXml" Target="../ink/ink3283.xml"/><Relationship Id="rId472" Type="http://schemas.openxmlformats.org/officeDocument/2006/relationships/customXml" Target="../ink/ink3388.xml"/><Relationship Id="rId528" Type="http://schemas.openxmlformats.org/officeDocument/2006/relationships/customXml" Target="../ink/ink3416.xml"/><Relationship Id="rId125" Type="http://schemas.openxmlformats.org/officeDocument/2006/relationships/customXml" Target="../ink/ink3209.xml"/><Relationship Id="rId167" Type="http://schemas.openxmlformats.org/officeDocument/2006/relationships/customXml" Target="../ink/ink3232.xml"/><Relationship Id="rId332" Type="http://schemas.openxmlformats.org/officeDocument/2006/relationships/image" Target="../media/image3188.png"/><Relationship Id="rId374" Type="http://schemas.openxmlformats.org/officeDocument/2006/relationships/image" Target="../media/image3209.png"/><Relationship Id="rId581" Type="http://schemas.openxmlformats.org/officeDocument/2006/relationships/customXml" Target="../ink/ink3443.xml"/><Relationship Id="rId71" Type="http://schemas.openxmlformats.org/officeDocument/2006/relationships/image" Target="../media/image3063.png"/><Relationship Id="rId234" Type="http://schemas.openxmlformats.org/officeDocument/2006/relationships/image" Target="../media/image3140.png"/><Relationship Id="rId2" Type="http://schemas.openxmlformats.org/officeDocument/2006/relationships/customXml" Target="../ink/ink3147.xml"/><Relationship Id="rId29" Type="http://schemas.openxmlformats.org/officeDocument/2006/relationships/image" Target="../media/image3043.png"/><Relationship Id="rId276" Type="http://schemas.openxmlformats.org/officeDocument/2006/relationships/customXml" Target="../ink/ink3289.xml"/><Relationship Id="rId441" Type="http://schemas.openxmlformats.org/officeDocument/2006/relationships/image" Target="../media/image3242.png"/><Relationship Id="rId483" Type="http://schemas.openxmlformats.org/officeDocument/2006/relationships/image" Target="../media/image3263.png"/><Relationship Id="rId539" Type="http://schemas.openxmlformats.org/officeDocument/2006/relationships/image" Target="../media/image3291.png"/><Relationship Id="rId40" Type="http://schemas.openxmlformats.org/officeDocument/2006/relationships/customXml" Target="../ink/ink3166.xml"/><Relationship Id="rId136" Type="http://schemas.openxmlformats.org/officeDocument/2006/relationships/image" Target="../media/image3095.png"/><Relationship Id="rId178" Type="http://schemas.openxmlformats.org/officeDocument/2006/relationships/image" Target="../media/image3114.png"/><Relationship Id="rId301" Type="http://schemas.openxmlformats.org/officeDocument/2006/relationships/customXml" Target="../ink/ink3302.xml"/><Relationship Id="rId343" Type="http://schemas.openxmlformats.org/officeDocument/2006/relationships/customXml" Target="../ink/ink3323.xml"/><Relationship Id="rId550" Type="http://schemas.openxmlformats.org/officeDocument/2006/relationships/customXml" Target="../ink/ink3427.xml"/><Relationship Id="rId82" Type="http://schemas.openxmlformats.org/officeDocument/2006/relationships/customXml" Target="../ink/ink3187.xml"/><Relationship Id="rId203" Type="http://schemas.openxmlformats.org/officeDocument/2006/relationships/image" Target="../media/image3126.png"/><Relationship Id="rId385" Type="http://schemas.openxmlformats.org/officeDocument/2006/relationships/customXml" Target="../ink/ink3344.xml"/><Relationship Id="rId592" Type="http://schemas.openxmlformats.org/officeDocument/2006/relationships/image" Target="../media/image3317.png"/><Relationship Id="rId606" Type="http://schemas.openxmlformats.org/officeDocument/2006/relationships/image" Target="../media/image3324.png"/><Relationship Id="rId245" Type="http://schemas.openxmlformats.org/officeDocument/2006/relationships/customXml" Target="../ink/ink3273.xml"/><Relationship Id="rId287" Type="http://schemas.openxmlformats.org/officeDocument/2006/relationships/image" Target="../media/image3166.png"/><Relationship Id="rId410" Type="http://schemas.openxmlformats.org/officeDocument/2006/relationships/customXml" Target="../ink/ink3357.xml"/><Relationship Id="rId452" Type="http://schemas.openxmlformats.org/officeDocument/2006/relationships/customXml" Target="../ink/ink3378.xml"/><Relationship Id="rId494" Type="http://schemas.openxmlformats.org/officeDocument/2006/relationships/customXml" Target="../ink/ink3399.xml"/><Relationship Id="rId508" Type="http://schemas.openxmlformats.org/officeDocument/2006/relationships/customXml" Target="../ink/ink3406.xml"/><Relationship Id="rId105" Type="http://schemas.openxmlformats.org/officeDocument/2006/relationships/customXml" Target="../ink/ink3199.xml"/><Relationship Id="rId147" Type="http://schemas.openxmlformats.org/officeDocument/2006/relationships/image" Target="../media/image3100.png"/><Relationship Id="rId312" Type="http://schemas.openxmlformats.org/officeDocument/2006/relationships/image" Target="../media/image3178.png"/><Relationship Id="rId354" Type="http://schemas.openxmlformats.org/officeDocument/2006/relationships/image" Target="../media/image3199.png"/><Relationship Id="rId51" Type="http://schemas.openxmlformats.org/officeDocument/2006/relationships/image" Target="../media/image3054.png"/><Relationship Id="rId93" Type="http://schemas.openxmlformats.org/officeDocument/2006/relationships/image" Target="../media/image3074.png"/><Relationship Id="rId189" Type="http://schemas.openxmlformats.org/officeDocument/2006/relationships/customXml" Target="../ink/ink3243.xml"/><Relationship Id="rId396" Type="http://schemas.openxmlformats.org/officeDocument/2006/relationships/image" Target="../media/image3220.png"/><Relationship Id="rId561" Type="http://schemas.openxmlformats.org/officeDocument/2006/relationships/image" Target="../media/image3302.png"/><Relationship Id="rId214" Type="http://schemas.openxmlformats.org/officeDocument/2006/relationships/customXml" Target="../ink/ink3257.xml"/><Relationship Id="rId256" Type="http://schemas.openxmlformats.org/officeDocument/2006/relationships/image" Target="../media/image3151.png"/><Relationship Id="rId298" Type="http://schemas.openxmlformats.org/officeDocument/2006/relationships/image" Target="../media/image3171.png"/><Relationship Id="rId421" Type="http://schemas.openxmlformats.org/officeDocument/2006/relationships/image" Target="../media/image3232.png"/><Relationship Id="rId463" Type="http://schemas.openxmlformats.org/officeDocument/2006/relationships/image" Target="../media/image3253.png"/><Relationship Id="rId519" Type="http://schemas.openxmlformats.org/officeDocument/2006/relationships/image" Target="../media/image3281.png"/><Relationship Id="rId116" Type="http://schemas.openxmlformats.org/officeDocument/2006/relationships/image" Target="../media/image3085.png"/><Relationship Id="rId158" Type="http://schemas.openxmlformats.org/officeDocument/2006/relationships/customXml" Target="../ink/ink3227.xml"/><Relationship Id="rId323" Type="http://schemas.openxmlformats.org/officeDocument/2006/relationships/customXml" Target="../ink/ink3313.xml"/><Relationship Id="rId530" Type="http://schemas.openxmlformats.org/officeDocument/2006/relationships/customXml" Target="../ink/ink3417.xml"/><Relationship Id="rId20" Type="http://schemas.openxmlformats.org/officeDocument/2006/relationships/customXml" Target="../ink/ink3156.xml"/><Relationship Id="rId62" Type="http://schemas.openxmlformats.org/officeDocument/2006/relationships/customXml" Target="../ink/ink3177.xml"/><Relationship Id="rId365" Type="http://schemas.openxmlformats.org/officeDocument/2006/relationships/customXml" Target="../ink/ink3334.xml"/><Relationship Id="rId572" Type="http://schemas.openxmlformats.org/officeDocument/2006/relationships/customXml" Target="../ink/ink3438.xml"/><Relationship Id="rId225" Type="http://schemas.openxmlformats.org/officeDocument/2006/relationships/customXml" Target="../ink/ink3263.xml"/><Relationship Id="rId267" Type="http://schemas.openxmlformats.org/officeDocument/2006/relationships/customXml" Target="../ink/ink3284.xml"/><Relationship Id="rId432" Type="http://schemas.openxmlformats.org/officeDocument/2006/relationships/customXml" Target="../ink/ink3368.xml"/><Relationship Id="rId474" Type="http://schemas.openxmlformats.org/officeDocument/2006/relationships/customXml" Target="../ink/ink3389.xml"/><Relationship Id="rId127" Type="http://schemas.openxmlformats.org/officeDocument/2006/relationships/customXml" Target="../ink/ink3210.xml"/><Relationship Id="rId31" Type="http://schemas.openxmlformats.org/officeDocument/2006/relationships/image" Target="../media/image3044.png"/><Relationship Id="rId73" Type="http://schemas.openxmlformats.org/officeDocument/2006/relationships/image" Target="../media/image3064.png"/><Relationship Id="rId169" Type="http://schemas.openxmlformats.org/officeDocument/2006/relationships/customXml" Target="../ink/ink3233.xml"/><Relationship Id="rId334" Type="http://schemas.openxmlformats.org/officeDocument/2006/relationships/image" Target="../media/image3189.png"/><Relationship Id="rId376" Type="http://schemas.openxmlformats.org/officeDocument/2006/relationships/image" Target="../media/image3210.png"/><Relationship Id="rId541" Type="http://schemas.openxmlformats.org/officeDocument/2006/relationships/image" Target="../media/image3292.png"/><Relationship Id="rId583" Type="http://schemas.openxmlformats.org/officeDocument/2006/relationships/customXml" Target="../ink/ink3444.xml"/><Relationship Id="rId4" Type="http://schemas.openxmlformats.org/officeDocument/2006/relationships/customXml" Target="../ink/ink3148.xml"/><Relationship Id="rId180" Type="http://schemas.openxmlformats.org/officeDocument/2006/relationships/image" Target="../media/image3115.png"/><Relationship Id="rId236" Type="http://schemas.openxmlformats.org/officeDocument/2006/relationships/image" Target="../media/image3141.png"/><Relationship Id="rId278" Type="http://schemas.openxmlformats.org/officeDocument/2006/relationships/customXml" Target="../ink/ink3290.xml"/><Relationship Id="rId401" Type="http://schemas.openxmlformats.org/officeDocument/2006/relationships/image" Target="../media/image3222.png"/><Relationship Id="rId443" Type="http://schemas.openxmlformats.org/officeDocument/2006/relationships/image" Target="../media/image3243.png"/><Relationship Id="rId303" Type="http://schemas.openxmlformats.org/officeDocument/2006/relationships/customXml" Target="../ink/ink3303.xml"/><Relationship Id="rId485" Type="http://schemas.openxmlformats.org/officeDocument/2006/relationships/image" Target="../media/image3264.png"/><Relationship Id="rId42" Type="http://schemas.openxmlformats.org/officeDocument/2006/relationships/customXml" Target="../ink/ink3167.xml"/><Relationship Id="rId84" Type="http://schemas.openxmlformats.org/officeDocument/2006/relationships/customXml" Target="../ink/ink3188.xml"/><Relationship Id="rId138" Type="http://schemas.openxmlformats.org/officeDocument/2006/relationships/image" Target="../media/image3096.png"/><Relationship Id="rId345" Type="http://schemas.openxmlformats.org/officeDocument/2006/relationships/customXml" Target="../ink/ink3324.xml"/><Relationship Id="rId387" Type="http://schemas.openxmlformats.org/officeDocument/2006/relationships/customXml" Target="../ink/ink3345.xml"/><Relationship Id="rId510" Type="http://schemas.openxmlformats.org/officeDocument/2006/relationships/customXml" Target="../ink/ink3407.xml"/><Relationship Id="rId552" Type="http://schemas.openxmlformats.org/officeDocument/2006/relationships/customXml" Target="../ink/ink3428.xml"/><Relationship Id="rId594" Type="http://schemas.openxmlformats.org/officeDocument/2006/relationships/image" Target="../media/image3318.png"/><Relationship Id="rId608" Type="http://schemas.openxmlformats.org/officeDocument/2006/relationships/image" Target="../media/image3325.png"/><Relationship Id="rId191" Type="http://schemas.openxmlformats.org/officeDocument/2006/relationships/customXml" Target="../ink/ink3244.xml"/><Relationship Id="rId205" Type="http://schemas.openxmlformats.org/officeDocument/2006/relationships/image" Target="../media/image3127.png"/><Relationship Id="rId247" Type="http://schemas.openxmlformats.org/officeDocument/2006/relationships/customXml" Target="../ink/ink3274.xml"/><Relationship Id="rId412" Type="http://schemas.openxmlformats.org/officeDocument/2006/relationships/customXml" Target="../ink/ink3358.xml"/><Relationship Id="rId107" Type="http://schemas.openxmlformats.org/officeDocument/2006/relationships/customXml" Target="../ink/ink3200.xml"/><Relationship Id="rId289" Type="http://schemas.openxmlformats.org/officeDocument/2006/relationships/image" Target="../media/image3167.png"/><Relationship Id="rId454" Type="http://schemas.openxmlformats.org/officeDocument/2006/relationships/customXml" Target="../ink/ink3379.xml"/><Relationship Id="rId496" Type="http://schemas.openxmlformats.org/officeDocument/2006/relationships/customXml" Target="../ink/ink3400.xml"/><Relationship Id="rId11" Type="http://schemas.openxmlformats.org/officeDocument/2006/relationships/image" Target="../media/image3034.png"/><Relationship Id="rId53" Type="http://schemas.openxmlformats.org/officeDocument/2006/relationships/image" Target="../media/image3055.png"/><Relationship Id="rId149" Type="http://schemas.openxmlformats.org/officeDocument/2006/relationships/image" Target="../media/image3101.png"/><Relationship Id="rId314" Type="http://schemas.openxmlformats.org/officeDocument/2006/relationships/image" Target="../media/image3179.png"/><Relationship Id="rId356" Type="http://schemas.openxmlformats.org/officeDocument/2006/relationships/image" Target="../media/image3200.png"/><Relationship Id="rId398" Type="http://schemas.openxmlformats.org/officeDocument/2006/relationships/image" Target="../media/image3221.png"/><Relationship Id="rId521" Type="http://schemas.openxmlformats.org/officeDocument/2006/relationships/image" Target="../media/image3282.png"/><Relationship Id="rId563" Type="http://schemas.openxmlformats.org/officeDocument/2006/relationships/image" Target="../media/image3303.png"/><Relationship Id="rId95" Type="http://schemas.openxmlformats.org/officeDocument/2006/relationships/image" Target="../media/image3075.png"/><Relationship Id="rId160" Type="http://schemas.openxmlformats.org/officeDocument/2006/relationships/image" Target="../media/image3105.png"/><Relationship Id="rId216" Type="http://schemas.openxmlformats.org/officeDocument/2006/relationships/customXml" Target="../ink/ink3258.xml"/><Relationship Id="rId423" Type="http://schemas.openxmlformats.org/officeDocument/2006/relationships/image" Target="../media/image3233.png"/><Relationship Id="rId258" Type="http://schemas.openxmlformats.org/officeDocument/2006/relationships/image" Target="../media/image3152.png"/><Relationship Id="rId465" Type="http://schemas.openxmlformats.org/officeDocument/2006/relationships/image" Target="../media/image3254.png"/><Relationship Id="rId22" Type="http://schemas.openxmlformats.org/officeDocument/2006/relationships/customXml" Target="../ink/ink3157.xml"/><Relationship Id="rId64" Type="http://schemas.openxmlformats.org/officeDocument/2006/relationships/customXml" Target="../ink/ink3178.xml"/><Relationship Id="rId118" Type="http://schemas.openxmlformats.org/officeDocument/2006/relationships/image" Target="../media/image3086.png"/><Relationship Id="rId325" Type="http://schemas.openxmlformats.org/officeDocument/2006/relationships/customXml" Target="../ink/ink3314.xml"/><Relationship Id="rId367" Type="http://schemas.openxmlformats.org/officeDocument/2006/relationships/customXml" Target="../ink/ink3335.xml"/><Relationship Id="rId532" Type="http://schemas.openxmlformats.org/officeDocument/2006/relationships/customXml" Target="../ink/ink3418.xml"/><Relationship Id="rId574" Type="http://schemas.openxmlformats.org/officeDocument/2006/relationships/image" Target="../media/image3308.png"/><Relationship Id="rId171" Type="http://schemas.openxmlformats.org/officeDocument/2006/relationships/customXml" Target="../ink/ink3234.xml"/><Relationship Id="rId227" Type="http://schemas.openxmlformats.org/officeDocument/2006/relationships/customXml" Target="../ink/ink3264.xml"/><Relationship Id="rId269" Type="http://schemas.openxmlformats.org/officeDocument/2006/relationships/customXml" Target="../ink/ink3285.xml"/><Relationship Id="rId434" Type="http://schemas.openxmlformats.org/officeDocument/2006/relationships/customXml" Target="../ink/ink3369.xml"/><Relationship Id="rId476" Type="http://schemas.openxmlformats.org/officeDocument/2006/relationships/customXml" Target="../ink/ink3390.xml"/><Relationship Id="rId33" Type="http://schemas.openxmlformats.org/officeDocument/2006/relationships/image" Target="../media/image3045.png"/><Relationship Id="rId129" Type="http://schemas.openxmlformats.org/officeDocument/2006/relationships/customXml" Target="../ink/ink3211.xml"/><Relationship Id="rId280" Type="http://schemas.openxmlformats.org/officeDocument/2006/relationships/customXml" Target="../ink/ink3291.xml"/><Relationship Id="rId336" Type="http://schemas.openxmlformats.org/officeDocument/2006/relationships/image" Target="../media/image3190.png"/><Relationship Id="rId501" Type="http://schemas.openxmlformats.org/officeDocument/2006/relationships/image" Target="../media/image3272.png"/><Relationship Id="rId543" Type="http://schemas.openxmlformats.org/officeDocument/2006/relationships/image" Target="../media/image3293.png"/><Relationship Id="rId75" Type="http://schemas.openxmlformats.org/officeDocument/2006/relationships/image" Target="../media/image3065.png"/><Relationship Id="rId140" Type="http://schemas.openxmlformats.org/officeDocument/2006/relationships/customXml" Target="../ink/ink3217.xml"/><Relationship Id="rId182" Type="http://schemas.openxmlformats.org/officeDocument/2006/relationships/image" Target="../media/image3116.png"/><Relationship Id="rId378" Type="http://schemas.openxmlformats.org/officeDocument/2006/relationships/image" Target="../media/image3211.png"/><Relationship Id="rId403" Type="http://schemas.openxmlformats.org/officeDocument/2006/relationships/image" Target="../media/image3223.png"/><Relationship Id="rId585" Type="http://schemas.openxmlformats.org/officeDocument/2006/relationships/customXml" Target="../ink/ink3445.xml"/><Relationship Id="rId6" Type="http://schemas.openxmlformats.org/officeDocument/2006/relationships/customXml" Target="../ink/ink3149.xml"/><Relationship Id="rId238" Type="http://schemas.openxmlformats.org/officeDocument/2006/relationships/image" Target="../media/image3142.png"/><Relationship Id="rId445" Type="http://schemas.openxmlformats.org/officeDocument/2006/relationships/image" Target="../media/image3244.png"/><Relationship Id="rId487" Type="http://schemas.openxmlformats.org/officeDocument/2006/relationships/image" Target="../media/image3265.png"/><Relationship Id="rId291" Type="http://schemas.openxmlformats.org/officeDocument/2006/relationships/image" Target="../media/image3168.png"/><Relationship Id="rId305" Type="http://schemas.openxmlformats.org/officeDocument/2006/relationships/customXml" Target="../ink/ink3304.xml"/><Relationship Id="rId347" Type="http://schemas.openxmlformats.org/officeDocument/2006/relationships/customXml" Target="../ink/ink3325.xml"/><Relationship Id="rId512" Type="http://schemas.openxmlformats.org/officeDocument/2006/relationships/customXml" Target="../ink/ink3408.xml"/><Relationship Id="rId44" Type="http://schemas.openxmlformats.org/officeDocument/2006/relationships/customXml" Target="../ink/ink3168.xml"/><Relationship Id="rId86" Type="http://schemas.openxmlformats.org/officeDocument/2006/relationships/customXml" Target="../ink/ink3189.xml"/><Relationship Id="rId151" Type="http://schemas.openxmlformats.org/officeDocument/2006/relationships/image" Target="../media/image3102.png"/><Relationship Id="rId389" Type="http://schemas.openxmlformats.org/officeDocument/2006/relationships/customXml" Target="../ink/ink3346.xml"/><Relationship Id="rId554" Type="http://schemas.openxmlformats.org/officeDocument/2006/relationships/customXml" Target="../ink/ink3429.xml"/><Relationship Id="rId596" Type="http://schemas.openxmlformats.org/officeDocument/2006/relationships/image" Target="../media/image3319.png"/><Relationship Id="rId193" Type="http://schemas.openxmlformats.org/officeDocument/2006/relationships/customXml" Target="../ink/ink3245.xml"/><Relationship Id="rId207" Type="http://schemas.openxmlformats.org/officeDocument/2006/relationships/customXml" Target="../ink/ink3253.xml"/><Relationship Id="rId249" Type="http://schemas.openxmlformats.org/officeDocument/2006/relationships/customXml" Target="../ink/ink3275.xml"/><Relationship Id="rId414" Type="http://schemas.openxmlformats.org/officeDocument/2006/relationships/customXml" Target="../ink/ink3359.xml"/><Relationship Id="rId456" Type="http://schemas.openxmlformats.org/officeDocument/2006/relationships/customXml" Target="../ink/ink3380.xml"/><Relationship Id="rId498" Type="http://schemas.openxmlformats.org/officeDocument/2006/relationships/customXml" Target="../ink/ink3401.xml"/><Relationship Id="rId13" Type="http://schemas.openxmlformats.org/officeDocument/2006/relationships/image" Target="../media/image3035.png"/><Relationship Id="rId109" Type="http://schemas.openxmlformats.org/officeDocument/2006/relationships/customXml" Target="../ink/ink3201.xml"/><Relationship Id="rId260" Type="http://schemas.openxmlformats.org/officeDocument/2006/relationships/image" Target="../media/image3153.png"/><Relationship Id="rId316" Type="http://schemas.openxmlformats.org/officeDocument/2006/relationships/image" Target="../media/image3180.png"/><Relationship Id="rId523" Type="http://schemas.openxmlformats.org/officeDocument/2006/relationships/image" Target="../media/image3283.png"/><Relationship Id="rId55" Type="http://schemas.openxmlformats.org/officeDocument/2006/relationships/image" Target="../media/image3056.png"/><Relationship Id="rId97" Type="http://schemas.openxmlformats.org/officeDocument/2006/relationships/image" Target="../media/image3076.png"/><Relationship Id="rId120" Type="http://schemas.openxmlformats.org/officeDocument/2006/relationships/image" Target="../media/image3087.png"/><Relationship Id="rId358" Type="http://schemas.openxmlformats.org/officeDocument/2006/relationships/image" Target="../media/image3201.png"/><Relationship Id="rId565" Type="http://schemas.openxmlformats.org/officeDocument/2006/relationships/image" Target="../media/image3304.png"/><Relationship Id="rId162" Type="http://schemas.openxmlformats.org/officeDocument/2006/relationships/image" Target="../media/image3106.png"/><Relationship Id="rId218" Type="http://schemas.openxmlformats.org/officeDocument/2006/relationships/customXml" Target="../ink/ink3259.xml"/><Relationship Id="rId425" Type="http://schemas.openxmlformats.org/officeDocument/2006/relationships/image" Target="../media/image3234.png"/><Relationship Id="rId467" Type="http://schemas.openxmlformats.org/officeDocument/2006/relationships/image" Target="../media/image3255.png"/><Relationship Id="rId271" Type="http://schemas.openxmlformats.org/officeDocument/2006/relationships/customXml" Target="../ink/ink3286.xml"/><Relationship Id="rId24" Type="http://schemas.openxmlformats.org/officeDocument/2006/relationships/customXml" Target="../ink/ink3158.xml"/><Relationship Id="rId66" Type="http://schemas.openxmlformats.org/officeDocument/2006/relationships/customXml" Target="../ink/ink3179.xml"/><Relationship Id="rId131" Type="http://schemas.openxmlformats.org/officeDocument/2006/relationships/customXml" Target="../ink/ink3212.xml"/><Relationship Id="rId327" Type="http://schemas.openxmlformats.org/officeDocument/2006/relationships/customXml" Target="../ink/ink3315.xml"/><Relationship Id="rId369" Type="http://schemas.openxmlformats.org/officeDocument/2006/relationships/customXml" Target="../ink/ink3336.xml"/><Relationship Id="rId534" Type="http://schemas.openxmlformats.org/officeDocument/2006/relationships/customXml" Target="../ink/ink3419.xml"/><Relationship Id="rId576" Type="http://schemas.openxmlformats.org/officeDocument/2006/relationships/image" Target="../media/image3309.png"/><Relationship Id="rId173" Type="http://schemas.openxmlformats.org/officeDocument/2006/relationships/customXml" Target="../ink/ink3235.xml"/><Relationship Id="rId229" Type="http://schemas.openxmlformats.org/officeDocument/2006/relationships/customXml" Target="../ink/ink3265.xml"/><Relationship Id="rId380" Type="http://schemas.openxmlformats.org/officeDocument/2006/relationships/image" Target="../media/image3212.png"/><Relationship Id="rId436" Type="http://schemas.openxmlformats.org/officeDocument/2006/relationships/customXml" Target="../ink/ink3370.xml"/><Relationship Id="rId601" Type="http://schemas.openxmlformats.org/officeDocument/2006/relationships/customXml" Target="../ink/ink3453.xml"/><Relationship Id="rId240" Type="http://schemas.openxmlformats.org/officeDocument/2006/relationships/image" Target="../media/image3143.png"/><Relationship Id="rId478" Type="http://schemas.openxmlformats.org/officeDocument/2006/relationships/customXml" Target="../ink/ink3391.xml"/><Relationship Id="rId35" Type="http://schemas.openxmlformats.org/officeDocument/2006/relationships/image" Target="../media/image3046.png"/><Relationship Id="rId77" Type="http://schemas.openxmlformats.org/officeDocument/2006/relationships/image" Target="../media/image3066.png"/><Relationship Id="rId100" Type="http://schemas.openxmlformats.org/officeDocument/2006/relationships/customXml" Target="../ink/ink3196.xml"/><Relationship Id="rId282" Type="http://schemas.openxmlformats.org/officeDocument/2006/relationships/customXml" Target="../ink/ink3292.xml"/><Relationship Id="rId338" Type="http://schemas.openxmlformats.org/officeDocument/2006/relationships/image" Target="../media/image3191.png"/><Relationship Id="rId503" Type="http://schemas.openxmlformats.org/officeDocument/2006/relationships/image" Target="../media/image3273.png"/><Relationship Id="rId545" Type="http://schemas.openxmlformats.org/officeDocument/2006/relationships/image" Target="../media/image3294.png"/><Relationship Id="rId587" Type="http://schemas.openxmlformats.org/officeDocument/2006/relationships/customXml" Target="../ink/ink3446.xml"/><Relationship Id="rId8" Type="http://schemas.openxmlformats.org/officeDocument/2006/relationships/customXml" Target="../ink/ink3150.xml"/><Relationship Id="rId142" Type="http://schemas.openxmlformats.org/officeDocument/2006/relationships/customXml" Target="../ink/ink3218.xml"/><Relationship Id="rId184" Type="http://schemas.openxmlformats.org/officeDocument/2006/relationships/image" Target="../media/image3117.png"/><Relationship Id="rId391" Type="http://schemas.openxmlformats.org/officeDocument/2006/relationships/customXml" Target="../ink/ink3347.xml"/><Relationship Id="rId405" Type="http://schemas.openxmlformats.org/officeDocument/2006/relationships/image" Target="../media/image3224.png"/><Relationship Id="rId447" Type="http://schemas.openxmlformats.org/officeDocument/2006/relationships/image" Target="../media/image3245.png"/><Relationship Id="rId251" Type="http://schemas.openxmlformats.org/officeDocument/2006/relationships/customXml" Target="../ink/ink3276.xml"/><Relationship Id="rId489" Type="http://schemas.openxmlformats.org/officeDocument/2006/relationships/image" Target="../media/image3266.png"/><Relationship Id="rId46" Type="http://schemas.openxmlformats.org/officeDocument/2006/relationships/customXml" Target="../ink/ink3169.xml"/><Relationship Id="rId293" Type="http://schemas.openxmlformats.org/officeDocument/2006/relationships/customXml" Target="../ink/ink3298.xml"/><Relationship Id="rId307" Type="http://schemas.openxmlformats.org/officeDocument/2006/relationships/customXml" Target="../ink/ink3305.xml"/><Relationship Id="rId349" Type="http://schemas.openxmlformats.org/officeDocument/2006/relationships/customXml" Target="../ink/ink3326.xml"/><Relationship Id="rId514" Type="http://schemas.openxmlformats.org/officeDocument/2006/relationships/customXml" Target="../ink/ink3409.xml"/><Relationship Id="rId556" Type="http://schemas.openxmlformats.org/officeDocument/2006/relationships/customXml" Target="../ink/ink3430.xml"/><Relationship Id="rId88" Type="http://schemas.openxmlformats.org/officeDocument/2006/relationships/customXml" Target="../ink/ink3190.xml"/><Relationship Id="rId111" Type="http://schemas.openxmlformats.org/officeDocument/2006/relationships/customXml" Target="../ink/ink3202.xml"/><Relationship Id="rId153" Type="http://schemas.openxmlformats.org/officeDocument/2006/relationships/image" Target="../media/image3103.png"/><Relationship Id="rId195" Type="http://schemas.openxmlformats.org/officeDocument/2006/relationships/customXml" Target="../ink/ink3246.xml"/><Relationship Id="rId209" Type="http://schemas.openxmlformats.org/officeDocument/2006/relationships/image" Target="../media/image3128.png"/><Relationship Id="rId360" Type="http://schemas.openxmlformats.org/officeDocument/2006/relationships/image" Target="../media/image3202.png"/><Relationship Id="rId416" Type="http://schemas.openxmlformats.org/officeDocument/2006/relationships/customXml" Target="../ink/ink3360.xml"/><Relationship Id="rId598" Type="http://schemas.openxmlformats.org/officeDocument/2006/relationships/image" Target="../media/image3320.png"/><Relationship Id="rId220" Type="http://schemas.openxmlformats.org/officeDocument/2006/relationships/customXml" Target="../ink/ink3260.xml"/><Relationship Id="rId458" Type="http://schemas.openxmlformats.org/officeDocument/2006/relationships/customXml" Target="../ink/ink3381.xml"/><Relationship Id="rId15" Type="http://schemas.openxmlformats.org/officeDocument/2006/relationships/image" Target="../media/image3036.png"/><Relationship Id="rId57" Type="http://schemas.openxmlformats.org/officeDocument/2006/relationships/image" Target="../media/image3057.png"/><Relationship Id="rId262" Type="http://schemas.openxmlformats.org/officeDocument/2006/relationships/image" Target="../media/image3154.png"/><Relationship Id="rId318" Type="http://schemas.openxmlformats.org/officeDocument/2006/relationships/image" Target="../media/image3181.png"/><Relationship Id="rId525" Type="http://schemas.openxmlformats.org/officeDocument/2006/relationships/image" Target="../media/image3284.png"/><Relationship Id="rId567" Type="http://schemas.openxmlformats.org/officeDocument/2006/relationships/image" Target="../media/image3305.png"/><Relationship Id="rId99" Type="http://schemas.openxmlformats.org/officeDocument/2006/relationships/image" Target="../media/image3077.png"/><Relationship Id="rId122" Type="http://schemas.openxmlformats.org/officeDocument/2006/relationships/image" Target="../media/image3088.png"/><Relationship Id="rId164" Type="http://schemas.openxmlformats.org/officeDocument/2006/relationships/image" Target="../media/image3107.png"/><Relationship Id="rId371" Type="http://schemas.openxmlformats.org/officeDocument/2006/relationships/customXml" Target="../ink/ink3337.xml"/><Relationship Id="rId427" Type="http://schemas.openxmlformats.org/officeDocument/2006/relationships/image" Target="../media/image3235.png"/><Relationship Id="rId469" Type="http://schemas.openxmlformats.org/officeDocument/2006/relationships/image" Target="../media/image3256.png"/><Relationship Id="rId26" Type="http://schemas.openxmlformats.org/officeDocument/2006/relationships/customXml" Target="../ink/ink3159.xml"/><Relationship Id="rId231" Type="http://schemas.openxmlformats.org/officeDocument/2006/relationships/customXml" Target="../ink/ink3266.xml"/><Relationship Id="rId273" Type="http://schemas.openxmlformats.org/officeDocument/2006/relationships/customXml" Target="../ink/ink3287.xml"/><Relationship Id="rId329" Type="http://schemas.openxmlformats.org/officeDocument/2006/relationships/customXml" Target="../ink/ink3316.xml"/><Relationship Id="rId480" Type="http://schemas.openxmlformats.org/officeDocument/2006/relationships/customXml" Target="../ink/ink3392.xml"/><Relationship Id="rId536" Type="http://schemas.openxmlformats.org/officeDocument/2006/relationships/customXml" Target="../ink/ink3420.xml"/><Relationship Id="rId68" Type="http://schemas.openxmlformats.org/officeDocument/2006/relationships/customXml" Target="../ink/ink3180.xml"/><Relationship Id="rId133" Type="http://schemas.openxmlformats.org/officeDocument/2006/relationships/customXml" Target="../ink/ink3213.xml"/><Relationship Id="rId175" Type="http://schemas.openxmlformats.org/officeDocument/2006/relationships/customXml" Target="../ink/ink3236.xml"/><Relationship Id="rId340" Type="http://schemas.openxmlformats.org/officeDocument/2006/relationships/image" Target="../media/image3192.png"/><Relationship Id="rId578" Type="http://schemas.openxmlformats.org/officeDocument/2006/relationships/image" Target="../media/image3310.png"/><Relationship Id="rId200" Type="http://schemas.openxmlformats.org/officeDocument/2006/relationships/customXml" Target="../ink/ink3249.xml"/><Relationship Id="rId382" Type="http://schemas.openxmlformats.org/officeDocument/2006/relationships/image" Target="../media/image3213.png"/><Relationship Id="rId438" Type="http://schemas.openxmlformats.org/officeDocument/2006/relationships/customXml" Target="../ink/ink3371.xml"/><Relationship Id="rId603" Type="http://schemas.openxmlformats.org/officeDocument/2006/relationships/customXml" Target="../ink/ink3454.xml"/><Relationship Id="rId242" Type="http://schemas.openxmlformats.org/officeDocument/2006/relationships/image" Target="../media/image3144.png"/><Relationship Id="rId284" Type="http://schemas.openxmlformats.org/officeDocument/2006/relationships/customXml" Target="../ink/ink3293.xml"/><Relationship Id="rId491" Type="http://schemas.openxmlformats.org/officeDocument/2006/relationships/image" Target="../media/image3267.png"/><Relationship Id="rId505" Type="http://schemas.openxmlformats.org/officeDocument/2006/relationships/image" Target="../media/image3274.png"/><Relationship Id="rId37" Type="http://schemas.openxmlformats.org/officeDocument/2006/relationships/image" Target="../media/image3047.png"/><Relationship Id="rId79" Type="http://schemas.openxmlformats.org/officeDocument/2006/relationships/image" Target="../media/image3067.png"/><Relationship Id="rId102" Type="http://schemas.openxmlformats.org/officeDocument/2006/relationships/customXml" Target="../ink/ink3197.xml"/><Relationship Id="rId144" Type="http://schemas.openxmlformats.org/officeDocument/2006/relationships/customXml" Target="../ink/ink3219.xml"/><Relationship Id="rId547" Type="http://schemas.openxmlformats.org/officeDocument/2006/relationships/image" Target="../media/image3295.png"/><Relationship Id="rId589" Type="http://schemas.openxmlformats.org/officeDocument/2006/relationships/customXml" Target="../ink/ink3447.xml"/><Relationship Id="rId90" Type="http://schemas.openxmlformats.org/officeDocument/2006/relationships/customXml" Target="../ink/ink3191.xml"/><Relationship Id="rId186" Type="http://schemas.openxmlformats.org/officeDocument/2006/relationships/image" Target="../media/image3118.png"/><Relationship Id="rId351" Type="http://schemas.openxmlformats.org/officeDocument/2006/relationships/customXml" Target="../ink/ink3327.xml"/><Relationship Id="rId393" Type="http://schemas.openxmlformats.org/officeDocument/2006/relationships/customXml" Target="../ink/ink3348.xml"/><Relationship Id="rId407" Type="http://schemas.openxmlformats.org/officeDocument/2006/relationships/image" Target="../media/image3225.png"/><Relationship Id="rId449" Type="http://schemas.openxmlformats.org/officeDocument/2006/relationships/image" Target="../media/image3246.png"/><Relationship Id="rId211" Type="http://schemas.openxmlformats.org/officeDocument/2006/relationships/image" Target="../media/image3129.png"/><Relationship Id="rId253" Type="http://schemas.openxmlformats.org/officeDocument/2006/relationships/customXml" Target="../ink/ink3277.xml"/><Relationship Id="rId295" Type="http://schemas.openxmlformats.org/officeDocument/2006/relationships/customXml" Target="../ink/ink3299.xml"/><Relationship Id="rId309" Type="http://schemas.openxmlformats.org/officeDocument/2006/relationships/customXml" Target="../ink/ink3306.xml"/><Relationship Id="rId460" Type="http://schemas.openxmlformats.org/officeDocument/2006/relationships/customXml" Target="../ink/ink3382.xml"/><Relationship Id="rId516" Type="http://schemas.openxmlformats.org/officeDocument/2006/relationships/customXml" Target="../ink/ink3410.xml"/><Relationship Id="rId48" Type="http://schemas.openxmlformats.org/officeDocument/2006/relationships/customXml" Target="../ink/ink3170.xml"/><Relationship Id="rId113" Type="http://schemas.openxmlformats.org/officeDocument/2006/relationships/customXml" Target="../ink/ink3203.xml"/><Relationship Id="rId320" Type="http://schemas.openxmlformats.org/officeDocument/2006/relationships/image" Target="../media/image3182.png"/><Relationship Id="rId558" Type="http://schemas.openxmlformats.org/officeDocument/2006/relationships/customXml" Target="../ink/ink3431.xml"/><Relationship Id="rId155" Type="http://schemas.openxmlformats.org/officeDocument/2006/relationships/image" Target="../media/image3104.png"/><Relationship Id="rId197" Type="http://schemas.openxmlformats.org/officeDocument/2006/relationships/customXml" Target="../ink/ink3247.xml"/><Relationship Id="rId362" Type="http://schemas.openxmlformats.org/officeDocument/2006/relationships/image" Target="../media/image3203.png"/><Relationship Id="rId418" Type="http://schemas.openxmlformats.org/officeDocument/2006/relationships/customXml" Target="../ink/ink3361.xml"/><Relationship Id="rId222" Type="http://schemas.openxmlformats.org/officeDocument/2006/relationships/customXml" Target="../ink/ink3261.xml"/><Relationship Id="rId264" Type="http://schemas.openxmlformats.org/officeDocument/2006/relationships/image" Target="../media/image3155.png"/><Relationship Id="rId471" Type="http://schemas.openxmlformats.org/officeDocument/2006/relationships/image" Target="../media/image3257.png"/><Relationship Id="rId17" Type="http://schemas.openxmlformats.org/officeDocument/2006/relationships/image" Target="../media/image3037.png"/><Relationship Id="rId59" Type="http://schemas.openxmlformats.org/officeDocument/2006/relationships/image" Target="../media/image3058.png"/><Relationship Id="rId124" Type="http://schemas.openxmlformats.org/officeDocument/2006/relationships/image" Target="../media/image3089.png"/><Relationship Id="rId527" Type="http://schemas.openxmlformats.org/officeDocument/2006/relationships/image" Target="../media/image3285.png"/><Relationship Id="rId569" Type="http://schemas.openxmlformats.org/officeDocument/2006/relationships/image" Target="../media/image3306.png"/><Relationship Id="rId70" Type="http://schemas.openxmlformats.org/officeDocument/2006/relationships/customXml" Target="../ink/ink3181.xml"/><Relationship Id="rId166" Type="http://schemas.openxmlformats.org/officeDocument/2006/relationships/image" Target="../media/image3108.png"/><Relationship Id="rId331" Type="http://schemas.openxmlformats.org/officeDocument/2006/relationships/customXml" Target="../ink/ink3317.xml"/><Relationship Id="rId373" Type="http://schemas.openxmlformats.org/officeDocument/2006/relationships/customXml" Target="../ink/ink3338.xml"/><Relationship Id="rId429" Type="http://schemas.openxmlformats.org/officeDocument/2006/relationships/image" Target="../media/image3236.png"/><Relationship Id="rId580" Type="http://schemas.openxmlformats.org/officeDocument/2006/relationships/image" Target="../media/image3311.png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3267.xml"/><Relationship Id="rId440" Type="http://schemas.openxmlformats.org/officeDocument/2006/relationships/customXml" Target="../ink/ink3372.xml"/><Relationship Id="rId28" Type="http://schemas.openxmlformats.org/officeDocument/2006/relationships/customXml" Target="../ink/ink3160.xml"/><Relationship Id="rId275" Type="http://schemas.openxmlformats.org/officeDocument/2006/relationships/image" Target="../media/image3160.png"/><Relationship Id="rId300" Type="http://schemas.openxmlformats.org/officeDocument/2006/relationships/image" Target="../media/image3172.png"/><Relationship Id="rId482" Type="http://schemas.openxmlformats.org/officeDocument/2006/relationships/customXml" Target="../ink/ink3393.xml"/><Relationship Id="rId538" Type="http://schemas.openxmlformats.org/officeDocument/2006/relationships/customXml" Target="../ink/ink3421.xml"/><Relationship Id="rId81" Type="http://schemas.openxmlformats.org/officeDocument/2006/relationships/image" Target="../media/image3068.png"/><Relationship Id="rId135" Type="http://schemas.openxmlformats.org/officeDocument/2006/relationships/customXml" Target="../ink/ink3214.xml"/><Relationship Id="rId177" Type="http://schemas.openxmlformats.org/officeDocument/2006/relationships/customXml" Target="../ink/ink3237.xml"/><Relationship Id="rId342" Type="http://schemas.openxmlformats.org/officeDocument/2006/relationships/image" Target="../media/image3193.png"/><Relationship Id="rId384" Type="http://schemas.openxmlformats.org/officeDocument/2006/relationships/image" Target="../media/image3214.png"/><Relationship Id="rId591" Type="http://schemas.openxmlformats.org/officeDocument/2006/relationships/customXml" Target="../ink/ink3448.xml"/><Relationship Id="rId605" Type="http://schemas.openxmlformats.org/officeDocument/2006/relationships/customXml" Target="../ink/ink3455.xml"/><Relationship Id="rId202" Type="http://schemas.openxmlformats.org/officeDocument/2006/relationships/customXml" Target="../ink/ink3250.xml"/><Relationship Id="rId244" Type="http://schemas.openxmlformats.org/officeDocument/2006/relationships/image" Target="../media/image3145.png"/><Relationship Id="rId39" Type="http://schemas.openxmlformats.org/officeDocument/2006/relationships/image" Target="../media/image3048.png"/><Relationship Id="rId286" Type="http://schemas.openxmlformats.org/officeDocument/2006/relationships/customXml" Target="../ink/ink3294.xml"/><Relationship Id="rId451" Type="http://schemas.openxmlformats.org/officeDocument/2006/relationships/image" Target="../media/image3247.png"/><Relationship Id="rId493" Type="http://schemas.openxmlformats.org/officeDocument/2006/relationships/image" Target="../media/image3268.png"/><Relationship Id="rId507" Type="http://schemas.openxmlformats.org/officeDocument/2006/relationships/image" Target="../media/image3275.png"/><Relationship Id="rId549" Type="http://schemas.openxmlformats.org/officeDocument/2006/relationships/image" Target="../media/image3296.png"/><Relationship Id="rId50" Type="http://schemas.openxmlformats.org/officeDocument/2006/relationships/customXml" Target="../ink/ink3171.xml"/><Relationship Id="rId104" Type="http://schemas.openxmlformats.org/officeDocument/2006/relationships/image" Target="../media/image3079.png"/><Relationship Id="rId146" Type="http://schemas.openxmlformats.org/officeDocument/2006/relationships/customXml" Target="../ink/ink3220.xml"/><Relationship Id="rId188" Type="http://schemas.openxmlformats.org/officeDocument/2006/relationships/image" Target="../media/image3119.png"/><Relationship Id="rId311" Type="http://schemas.openxmlformats.org/officeDocument/2006/relationships/customXml" Target="../ink/ink3307.xml"/><Relationship Id="rId353" Type="http://schemas.openxmlformats.org/officeDocument/2006/relationships/customXml" Target="../ink/ink3328.xml"/><Relationship Id="rId395" Type="http://schemas.openxmlformats.org/officeDocument/2006/relationships/customXml" Target="../ink/ink3349.xml"/><Relationship Id="rId409" Type="http://schemas.openxmlformats.org/officeDocument/2006/relationships/image" Target="../media/image3226.png"/><Relationship Id="rId560" Type="http://schemas.openxmlformats.org/officeDocument/2006/relationships/customXml" Target="../ink/ink3432.xml"/><Relationship Id="rId92" Type="http://schemas.openxmlformats.org/officeDocument/2006/relationships/customXml" Target="../ink/ink3192.xml"/><Relationship Id="rId213" Type="http://schemas.openxmlformats.org/officeDocument/2006/relationships/image" Target="../media/image3130.png"/><Relationship Id="rId420" Type="http://schemas.openxmlformats.org/officeDocument/2006/relationships/customXml" Target="../ink/ink3362.xml"/><Relationship Id="rId255" Type="http://schemas.openxmlformats.org/officeDocument/2006/relationships/customXml" Target="../ink/ink3278.xml"/><Relationship Id="rId297" Type="http://schemas.openxmlformats.org/officeDocument/2006/relationships/customXml" Target="../ink/ink3300.xml"/><Relationship Id="rId462" Type="http://schemas.openxmlformats.org/officeDocument/2006/relationships/customXml" Target="../ink/ink3383.xml"/><Relationship Id="rId518" Type="http://schemas.openxmlformats.org/officeDocument/2006/relationships/customXml" Target="../ink/ink3411.xml"/><Relationship Id="rId115" Type="http://schemas.openxmlformats.org/officeDocument/2006/relationships/customXml" Target="../ink/ink3204.xml"/><Relationship Id="rId157" Type="http://schemas.openxmlformats.org/officeDocument/2006/relationships/customXml" Target="../ink/ink3226.xml"/><Relationship Id="rId322" Type="http://schemas.openxmlformats.org/officeDocument/2006/relationships/image" Target="../media/image3183.png"/><Relationship Id="rId364" Type="http://schemas.openxmlformats.org/officeDocument/2006/relationships/image" Target="../media/image3204.png"/><Relationship Id="rId61" Type="http://schemas.openxmlformats.org/officeDocument/2006/relationships/image" Target="../media/image3059.png"/><Relationship Id="rId199" Type="http://schemas.openxmlformats.org/officeDocument/2006/relationships/image" Target="../media/image3124.png"/><Relationship Id="rId571" Type="http://schemas.openxmlformats.org/officeDocument/2006/relationships/image" Target="../media/image3307.png"/><Relationship Id="rId19" Type="http://schemas.openxmlformats.org/officeDocument/2006/relationships/image" Target="../media/image3038.png"/><Relationship Id="rId224" Type="http://schemas.openxmlformats.org/officeDocument/2006/relationships/image" Target="../media/image3135.png"/><Relationship Id="rId266" Type="http://schemas.openxmlformats.org/officeDocument/2006/relationships/image" Target="../media/image3156.png"/><Relationship Id="rId431" Type="http://schemas.openxmlformats.org/officeDocument/2006/relationships/image" Target="../media/image3237.png"/><Relationship Id="rId473" Type="http://schemas.openxmlformats.org/officeDocument/2006/relationships/image" Target="../media/image3258.png"/><Relationship Id="rId529" Type="http://schemas.openxmlformats.org/officeDocument/2006/relationships/image" Target="../media/image3286.png"/><Relationship Id="rId30" Type="http://schemas.openxmlformats.org/officeDocument/2006/relationships/customXml" Target="../ink/ink3161.xml"/><Relationship Id="rId126" Type="http://schemas.openxmlformats.org/officeDocument/2006/relationships/image" Target="../media/image3090.png"/><Relationship Id="rId168" Type="http://schemas.openxmlformats.org/officeDocument/2006/relationships/image" Target="../media/image3109.png"/><Relationship Id="rId333" Type="http://schemas.openxmlformats.org/officeDocument/2006/relationships/customXml" Target="../ink/ink3318.xml"/><Relationship Id="rId540" Type="http://schemas.openxmlformats.org/officeDocument/2006/relationships/customXml" Target="../ink/ink3422.xml"/><Relationship Id="rId72" Type="http://schemas.openxmlformats.org/officeDocument/2006/relationships/customXml" Target="../ink/ink3182.xml"/><Relationship Id="rId375" Type="http://schemas.openxmlformats.org/officeDocument/2006/relationships/customXml" Target="../ink/ink3339.xml"/><Relationship Id="rId582" Type="http://schemas.openxmlformats.org/officeDocument/2006/relationships/image" Target="../media/image3312.png"/><Relationship Id="rId3" Type="http://schemas.openxmlformats.org/officeDocument/2006/relationships/image" Target="../media/image3030.png"/><Relationship Id="rId235" Type="http://schemas.openxmlformats.org/officeDocument/2006/relationships/customXml" Target="../ink/ink3268.xml"/><Relationship Id="rId277" Type="http://schemas.openxmlformats.org/officeDocument/2006/relationships/image" Target="../media/image3161.png"/><Relationship Id="rId400" Type="http://schemas.openxmlformats.org/officeDocument/2006/relationships/customXml" Target="../ink/ink3352.xml"/><Relationship Id="rId442" Type="http://schemas.openxmlformats.org/officeDocument/2006/relationships/customXml" Target="../ink/ink3373.xml"/><Relationship Id="rId484" Type="http://schemas.openxmlformats.org/officeDocument/2006/relationships/customXml" Target="../ink/ink3394.xml"/><Relationship Id="rId137" Type="http://schemas.openxmlformats.org/officeDocument/2006/relationships/customXml" Target="../ink/ink3215.xml"/><Relationship Id="rId302" Type="http://schemas.openxmlformats.org/officeDocument/2006/relationships/image" Target="../media/image3173.png"/><Relationship Id="rId344" Type="http://schemas.openxmlformats.org/officeDocument/2006/relationships/image" Target="../media/image3194.png"/><Relationship Id="rId41" Type="http://schemas.openxmlformats.org/officeDocument/2006/relationships/image" Target="../media/image3049.png"/><Relationship Id="rId83" Type="http://schemas.openxmlformats.org/officeDocument/2006/relationships/image" Target="../media/image3069.png"/><Relationship Id="rId179" Type="http://schemas.openxmlformats.org/officeDocument/2006/relationships/customXml" Target="../ink/ink3238.xml"/><Relationship Id="rId386" Type="http://schemas.openxmlformats.org/officeDocument/2006/relationships/image" Target="../media/image3215.png"/><Relationship Id="rId551" Type="http://schemas.openxmlformats.org/officeDocument/2006/relationships/image" Target="../media/image3297.png"/><Relationship Id="rId593" Type="http://schemas.openxmlformats.org/officeDocument/2006/relationships/customXml" Target="../ink/ink3449.xml"/><Relationship Id="rId607" Type="http://schemas.openxmlformats.org/officeDocument/2006/relationships/customXml" Target="../ink/ink3456.xml"/><Relationship Id="rId190" Type="http://schemas.openxmlformats.org/officeDocument/2006/relationships/image" Target="../media/image3120.png"/><Relationship Id="rId204" Type="http://schemas.openxmlformats.org/officeDocument/2006/relationships/customXml" Target="../ink/ink3251.xml"/><Relationship Id="rId246" Type="http://schemas.openxmlformats.org/officeDocument/2006/relationships/image" Target="../media/image3146.png"/><Relationship Id="rId288" Type="http://schemas.openxmlformats.org/officeDocument/2006/relationships/customXml" Target="../ink/ink3295.xml"/><Relationship Id="rId411" Type="http://schemas.openxmlformats.org/officeDocument/2006/relationships/image" Target="../media/image3227.png"/><Relationship Id="rId453" Type="http://schemas.openxmlformats.org/officeDocument/2006/relationships/image" Target="../media/image3248.png"/><Relationship Id="rId509" Type="http://schemas.openxmlformats.org/officeDocument/2006/relationships/image" Target="../media/image3276.png"/><Relationship Id="rId106" Type="http://schemas.openxmlformats.org/officeDocument/2006/relationships/image" Target="../media/image3080.png"/><Relationship Id="rId313" Type="http://schemas.openxmlformats.org/officeDocument/2006/relationships/customXml" Target="../ink/ink3308.xml"/><Relationship Id="rId495" Type="http://schemas.openxmlformats.org/officeDocument/2006/relationships/image" Target="../media/image3269.png"/><Relationship Id="rId10" Type="http://schemas.openxmlformats.org/officeDocument/2006/relationships/customXml" Target="../ink/ink3151.xml"/><Relationship Id="rId52" Type="http://schemas.openxmlformats.org/officeDocument/2006/relationships/customXml" Target="../ink/ink3172.xml"/><Relationship Id="rId94" Type="http://schemas.openxmlformats.org/officeDocument/2006/relationships/customXml" Target="../ink/ink3193.xml"/><Relationship Id="rId148" Type="http://schemas.openxmlformats.org/officeDocument/2006/relationships/customXml" Target="../ink/ink3221.xml"/><Relationship Id="rId355" Type="http://schemas.openxmlformats.org/officeDocument/2006/relationships/customXml" Target="../ink/ink3329.xml"/><Relationship Id="rId397" Type="http://schemas.openxmlformats.org/officeDocument/2006/relationships/customXml" Target="../ink/ink3350.xml"/><Relationship Id="rId520" Type="http://schemas.openxmlformats.org/officeDocument/2006/relationships/customXml" Target="../ink/ink3412.xml"/><Relationship Id="rId562" Type="http://schemas.openxmlformats.org/officeDocument/2006/relationships/customXml" Target="../ink/ink3433.xml"/><Relationship Id="rId215" Type="http://schemas.openxmlformats.org/officeDocument/2006/relationships/image" Target="../media/image3131.png"/><Relationship Id="rId257" Type="http://schemas.openxmlformats.org/officeDocument/2006/relationships/customXml" Target="../ink/ink3279.xml"/><Relationship Id="rId422" Type="http://schemas.openxmlformats.org/officeDocument/2006/relationships/customXml" Target="../ink/ink3363.xml"/><Relationship Id="rId464" Type="http://schemas.openxmlformats.org/officeDocument/2006/relationships/customXml" Target="../ink/ink3384.xml"/><Relationship Id="rId299" Type="http://schemas.openxmlformats.org/officeDocument/2006/relationships/customXml" Target="../ink/ink3301.xml"/><Relationship Id="rId63" Type="http://schemas.openxmlformats.org/officeDocument/2006/relationships/image" Target="../media/image3060.png"/><Relationship Id="rId159" Type="http://schemas.openxmlformats.org/officeDocument/2006/relationships/customXml" Target="../ink/ink3228.xml"/><Relationship Id="rId366" Type="http://schemas.openxmlformats.org/officeDocument/2006/relationships/image" Target="../media/image3205.png"/><Relationship Id="rId573" Type="http://schemas.openxmlformats.org/officeDocument/2006/relationships/customXml" Target="../ink/ink3439.xml"/><Relationship Id="rId226" Type="http://schemas.openxmlformats.org/officeDocument/2006/relationships/image" Target="../media/image3136.png"/><Relationship Id="rId433" Type="http://schemas.openxmlformats.org/officeDocument/2006/relationships/image" Target="../media/image3238.png"/><Relationship Id="rId74" Type="http://schemas.openxmlformats.org/officeDocument/2006/relationships/customXml" Target="../ink/ink3183.xml"/><Relationship Id="rId377" Type="http://schemas.openxmlformats.org/officeDocument/2006/relationships/customXml" Target="../ink/ink3340.xml"/><Relationship Id="rId500" Type="http://schemas.openxmlformats.org/officeDocument/2006/relationships/customXml" Target="../ink/ink3402.xml"/><Relationship Id="rId584" Type="http://schemas.openxmlformats.org/officeDocument/2006/relationships/image" Target="../media/image3313.png"/><Relationship Id="rId5" Type="http://schemas.openxmlformats.org/officeDocument/2006/relationships/image" Target="../media/image3031.png"/><Relationship Id="rId237" Type="http://schemas.openxmlformats.org/officeDocument/2006/relationships/customXml" Target="../ink/ink3269.xml"/><Relationship Id="rId444" Type="http://schemas.openxmlformats.org/officeDocument/2006/relationships/customXml" Target="../ink/ink3374.xml"/><Relationship Id="rId290" Type="http://schemas.openxmlformats.org/officeDocument/2006/relationships/customXml" Target="../ink/ink3296.xml"/><Relationship Id="rId304" Type="http://schemas.openxmlformats.org/officeDocument/2006/relationships/image" Target="../media/image3174.png"/><Relationship Id="rId388" Type="http://schemas.openxmlformats.org/officeDocument/2006/relationships/image" Target="../media/image3216.png"/><Relationship Id="rId511" Type="http://schemas.openxmlformats.org/officeDocument/2006/relationships/image" Target="../media/image3277.png"/><Relationship Id="rId609" Type="http://schemas.openxmlformats.org/officeDocument/2006/relationships/customXml" Target="../ink/ink3457.xml"/><Relationship Id="rId85" Type="http://schemas.openxmlformats.org/officeDocument/2006/relationships/image" Target="../media/image3070.png"/><Relationship Id="rId150" Type="http://schemas.openxmlformats.org/officeDocument/2006/relationships/customXml" Target="../ink/ink3222.xml"/><Relationship Id="rId595" Type="http://schemas.openxmlformats.org/officeDocument/2006/relationships/customXml" Target="../ink/ink3450.xml"/><Relationship Id="rId248" Type="http://schemas.openxmlformats.org/officeDocument/2006/relationships/image" Target="../media/image3147.png"/><Relationship Id="rId455" Type="http://schemas.openxmlformats.org/officeDocument/2006/relationships/image" Target="../media/image3249.png"/><Relationship Id="rId12" Type="http://schemas.openxmlformats.org/officeDocument/2006/relationships/customXml" Target="../ink/ink3152.xml"/><Relationship Id="rId108" Type="http://schemas.openxmlformats.org/officeDocument/2006/relationships/image" Target="../media/image3081.png"/><Relationship Id="rId315" Type="http://schemas.openxmlformats.org/officeDocument/2006/relationships/customXml" Target="../ink/ink3309.xml"/><Relationship Id="rId522" Type="http://schemas.openxmlformats.org/officeDocument/2006/relationships/customXml" Target="../ink/ink3413.xml"/><Relationship Id="rId96" Type="http://schemas.openxmlformats.org/officeDocument/2006/relationships/customXml" Target="../ink/ink3194.xml"/><Relationship Id="rId161" Type="http://schemas.openxmlformats.org/officeDocument/2006/relationships/customXml" Target="../ink/ink3229.xml"/><Relationship Id="rId399" Type="http://schemas.openxmlformats.org/officeDocument/2006/relationships/customXml" Target="../ink/ink3351.xml"/><Relationship Id="rId259" Type="http://schemas.openxmlformats.org/officeDocument/2006/relationships/customXml" Target="../ink/ink3280.xml"/><Relationship Id="rId466" Type="http://schemas.openxmlformats.org/officeDocument/2006/relationships/customXml" Target="../ink/ink3385.xml"/><Relationship Id="rId23" Type="http://schemas.openxmlformats.org/officeDocument/2006/relationships/image" Target="../media/image3040.png"/><Relationship Id="rId119" Type="http://schemas.openxmlformats.org/officeDocument/2006/relationships/customXml" Target="../ink/ink3206.xml"/><Relationship Id="rId326" Type="http://schemas.openxmlformats.org/officeDocument/2006/relationships/image" Target="../media/image3185.png"/><Relationship Id="rId533" Type="http://schemas.openxmlformats.org/officeDocument/2006/relationships/image" Target="../media/image3288.png"/><Relationship Id="rId172" Type="http://schemas.openxmlformats.org/officeDocument/2006/relationships/image" Target="../media/image3111.png"/><Relationship Id="rId477" Type="http://schemas.openxmlformats.org/officeDocument/2006/relationships/image" Target="../media/image3260.png"/><Relationship Id="rId600" Type="http://schemas.openxmlformats.org/officeDocument/2006/relationships/image" Target="../media/image3321.png"/><Relationship Id="rId337" Type="http://schemas.openxmlformats.org/officeDocument/2006/relationships/customXml" Target="../ink/ink3320.xml"/><Relationship Id="rId34" Type="http://schemas.openxmlformats.org/officeDocument/2006/relationships/customXml" Target="../ink/ink3163.xml"/><Relationship Id="rId544" Type="http://schemas.openxmlformats.org/officeDocument/2006/relationships/customXml" Target="../ink/ink3424.xml"/><Relationship Id="rId183" Type="http://schemas.openxmlformats.org/officeDocument/2006/relationships/customXml" Target="../ink/ink3240.xml"/><Relationship Id="rId390" Type="http://schemas.openxmlformats.org/officeDocument/2006/relationships/image" Target="../media/image3217.png"/><Relationship Id="rId404" Type="http://schemas.openxmlformats.org/officeDocument/2006/relationships/customXml" Target="../ink/ink3354.xml"/><Relationship Id="rId250" Type="http://schemas.openxmlformats.org/officeDocument/2006/relationships/image" Target="../media/image3148.png"/><Relationship Id="rId488" Type="http://schemas.openxmlformats.org/officeDocument/2006/relationships/customXml" Target="../ink/ink3396.xml"/><Relationship Id="rId45" Type="http://schemas.openxmlformats.org/officeDocument/2006/relationships/image" Target="../media/image3051.png"/><Relationship Id="rId110" Type="http://schemas.openxmlformats.org/officeDocument/2006/relationships/image" Target="../media/image3082.png"/><Relationship Id="rId348" Type="http://schemas.openxmlformats.org/officeDocument/2006/relationships/image" Target="../media/image3196.png"/><Relationship Id="rId555" Type="http://schemas.openxmlformats.org/officeDocument/2006/relationships/image" Target="../media/image3299.png"/><Relationship Id="rId194" Type="http://schemas.openxmlformats.org/officeDocument/2006/relationships/image" Target="../media/image3122.png"/><Relationship Id="rId208" Type="http://schemas.openxmlformats.org/officeDocument/2006/relationships/customXml" Target="../ink/ink3254.xml"/><Relationship Id="rId415" Type="http://schemas.openxmlformats.org/officeDocument/2006/relationships/image" Target="../media/image3229.png"/><Relationship Id="rId261" Type="http://schemas.openxmlformats.org/officeDocument/2006/relationships/customXml" Target="../ink/ink3281.xml"/><Relationship Id="rId499" Type="http://schemas.openxmlformats.org/officeDocument/2006/relationships/image" Target="../media/image3271.png"/><Relationship Id="rId56" Type="http://schemas.openxmlformats.org/officeDocument/2006/relationships/customXml" Target="../ink/ink3174.xml"/><Relationship Id="rId359" Type="http://schemas.openxmlformats.org/officeDocument/2006/relationships/customXml" Target="../ink/ink3331.xml"/><Relationship Id="rId566" Type="http://schemas.openxmlformats.org/officeDocument/2006/relationships/customXml" Target="../ink/ink3435.xml"/><Relationship Id="rId121" Type="http://schemas.openxmlformats.org/officeDocument/2006/relationships/customXml" Target="../ink/ink3207.xml"/><Relationship Id="rId219" Type="http://schemas.openxmlformats.org/officeDocument/2006/relationships/image" Target="../media/image3133.png"/><Relationship Id="rId426" Type="http://schemas.openxmlformats.org/officeDocument/2006/relationships/customXml" Target="../ink/ink3365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470.xml"/><Relationship Id="rId117" Type="http://schemas.openxmlformats.org/officeDocument/2006/relationships/image" Target="../media/image3383.png"/><Relationship Id="rId21" Type="http://schemas.openxmlformats.org/officeDocument/2006/relationships/image" Target="../media/image3335.png"/><Relationship Id="rId42" Type="http://schemas.openxmlformats.org/officeDocument/2006/relationships/customXml" Target="../ink/ink3478.xml"/><Relationship Id="rId47" Type="http://schemas.openxmlformats.org/officeDocument/2006/relationships/image" Target="../media/image3348.png"/><Relationship Id="rId63" Type="http://schemas.openxmlformats.org/officeDocument/2006/relationships/image" Target="../media/image3356.png"/><Relationship Id="rId68" Type="http://schemas.openxmlformats.org/officeDocument/2006/relationships/customXml" Target="../ink/ink3491.xml"/><Relationship Id="rId84" Type="http://schemas.openxmlformats.org/officeDocument/2006/relationships/customXml" Target="../ink/ink3499.xml"/><Relationship Id="rId89" Type="http://schemas.openxmlformats.org/officeDocument/2006/relationships/image" Target="../media/image3369.png"/><Relationship Id="rId112" Type="http://schemas.openxmlformats.org/officeDocument/2006/relationships/customXml" Target="../ink/ink3513.xml"/><Relationship Id="rId16" Type="http://schemas.openxmlformats.org/officeDocument/2006/relationships/customXml" Target="../ink/ink3465.xml"/><Relationship Id="rId107" Type="http://schemas.openxmlformats.org/officeDocument/2006/relationships/image" Target="../media/image3378.png"/><Relationship Id="rId11" Type="http://schemas.openxmlformats.org/officeDocument/2006/relationships/image" Target="../media/image3330.png"/><Relationship Id="rId32" Type="http://schemas.openxmlformats.org/officeDocument/2006/relationships/customXml" Target="../ink/ink3473.xml"/><Relationship Id="rId37" Type="http://schemas.openxmlformats.org/officeDocument/2006/relationships/image" Target="../media/image3343.png"/><Relationship Id="rId53" Type="http://schemas.openxmlformats.org/officeDocument/2006/relationships/image" Target="../media/image3351.png"/><Relationship Id="rId58" Type="http://schemas.openxmlformats.org/officeDocument/2006/relationships/customXml" Target="../ink/ink3486.xml"/><Relationship Id="rId74" Type="http://schemas.openxmlformats.org/officeDocument/2006/relationships/customXml" Target="../ink/ink3494.xml"/><Relationship Id="rId79" Type="http://schemas.openxmlformats.org/officeDocument/2006/relationships/image" Target="../media/image3364.png"/><Relationship Id="rId102" Type="http://schemas.openxmlformats.org/officeDocument/2006/relationships/customXml" Target="../ink/ink3508.xml"/><Relationship Id="rId123" Type="http://schemas.openxmlformats.org/officeDocument/2006/relationships/image" Target="../media/image3386.png"/><Relationship Id="rId5" Type="http://schemas.openxmlformats.org/officeDocument/2006/relationships/image" Target="../media/image3327.png"/><Relationship Id="rId90" Type="http://schemas.openxmlformats.org/officeDocument/2006/relationships/customXml" Target="../ink/ink3502.xml"/><Relationship Id="rId95" Type="http://schemas.openxmlformats.org/officeDocument/2006/relationships/image" Target="../media/image3372.png"/><Relationship Id="rId22" Type="http://schemas.openxmlformats.org/officeDocument/2006/relationships/customXml" Target="../ink/ink3468.xml"/><Relationship Id="rId27" Type="http://schemas.openxmlformats.org/officeDocument/2006/relationships/image" Target="../media/image3338.png"/><Relationship Id="rId43" Type="http://schemas.openxmlformats.org/officeDocument/2006/relationships/image" Target="../media/image3346.png"/><Relationship Id="rId48" Type="http://schemas.openxmlformats.org/officeDocument/2006/relationships/customXml" Target="../ink/ink3481.xml"/><Relationship Id="rId64" Type="http://schemas.openxmlformats.org/officeDocument/2006/relationships/customXml" Target="../ink/ink3489.xml"/><Relationship Id="rId69" Type="http://schemas.openxmlformats.org/officeDocument/2006/relationships/image" Target="../media/image3359.png"/><Relationship Id="rId113" Type="http://schemas.openxmlformats.org/officeDocument/2006/relationships/image" Target="../media/image3381.png"/><Relationship Id="rId118" Type="http://schemas.openxmlformats.org/officeDocument/2006/relationships/customXml" Target="../ink/ink3516.xml"/><Relationship Id="rId80" Type="http://schemas.openxmlformats.org/officeDocument/2006/relationships/customXml" Target="../ink/ink3497.xml"/><Relationship Id="rId85" Type="http://schemas.openxmlformats.org/officeDocument/2006/relationships/image" Target="../media/image3367.png"/><Relationship Id="rId12" Type="http://schemas.openxmlformats.org/officeDocument/2006/relationships/customXml" Target="../ink/ink3463.xml"/><Relationship Id="rId17" Type="http://schemas.openxmlformats.org/officeDocument/2006/relationships/image" Target="../media/image3333.png"/><Relationship Id="rId33" Type="http://schemas.openxmlformats.org/officeDocument/2006/relationships/image" Target="../media/image3341.png"/><Relationship Id="rId38" Type="http://schemas.openxmlformats.org/officeDocument/2006/relationships/customXml" Target="../ink/ink3476.xml"/><Relationship Id="rId59" Type="http://schemas.openxmlformats.org/officeDocument/2006/relationships/image" Target="../media/image3354.png"/><Relationship Id="rId103" Type="http://schemas.openxmlformats.org/officeDocument/2006/relationships/image" Target="../media/image3376.png"/><Relationship Id="rId108" Type="http://schemas.openxmlformats.org/officeDocument/2006/relationships/customXml" Target="../ink/ink3511.xml"/><Relationship Id="rId124" Type="http://schemas.openxmlformats.org/officeDocument/2006/relationships/customXml" Target="../ink/ink3519.xml"/><Relationship Id="rId54" Type="http://schemas.openxmlformats.org/officeDocument/2006/relationships/customXml" Target="../ink/ink3484.xml"/><Relationship Id="rId70" Type="http://schemas.openxmlformats.org/officeDocument/2006/relationships/customXml" Target="../ink/ink3492.xml"/><Relationship Id="rId75" Type="http://schemas.openxmlformats.org/officeDocument/2006/relationships/image" Target="../media/image3362.png"/><Relationship Id="rId91" Type="http://schemas.openxmlformats.org/officeDocument/2006/relationships/image" Target="../media/image3370.png"/><Relationship Id="rId96" Type="http://schemas.openxmlformats.org/officeDocument/2006/relationships/customXml" Target="../ink/ink350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460.xml"/><Relationship Id="rId23" Type="http://schemas.openxmlformats.org/officeDocument/2006/relationships/image" Target="../media/image3336.png"/><Relationship Id="rId28" Type="http://schemas.openxmlformats.org/officeDocument/2006/relationships/customXml" Target="../ink/ink3471.xml"/><Relationship Id="rId49" Type="http://schemas.openxmlformats.org/officeDocument/2006/relationships/image" Target="../media/image3349.png"/><Relationship Id="rId114" Type="http://schemas.openxmlformats.org/officeDocument/2006/relationships/customXml" Target="../ink/ink3514.xml"/><Relationship Id="rId119" Type="http://schemas.openxmlformats.org/officeDocument/2006/relationships/image" Target="../media/image3384.png"/><Relationship Id="rId44" Type="http://schemas.openxmlformats.org/officeDocument/2006/relationships/customXml" Target="../ink/ink3479.xml"/><Relationship Id="rId60" Type="http://schemas.openxmlformats.org/officeDocument/2006/relationships/customXml" Target="../ink/ink3487.xml"/><Relationship Id="rId65" Type="http://schemas.openxmlformats.org/officeDocument/2006/relationships/image" Target="../media/image3357.png"/><Relationship Id="rId81" Type="http://schemas.openxmlformats.org/officeDocument/2006/relationships/image" Target="../media/image3365.png"/><Relationship Id="rId86" Type="http://schemas.openxmlformats.org/officeDocument/2006/relationships/customXml" Target="../ink/ink3500.xml"/><Relationship Id="rId13" Type="http://schemas.openxmlformats.org/officeDocument/2006/relationships/image" Target="../media/image3331.png"/><Relationship Id="rId18" Type="http://schemas.openxmlformats.org/officeDocument/2006/relationships/customXml" Target="../ink/ink3466.xml"/><Relationship Id="rId39" Type="http://schemas.openxmlformats.org/officeDocument/2006/relationships/image" Target="../media/image3344.png"/><Relationship Id="rId109" Type="http://schemas.openxmlformats.org/officeDocument/2006/relationships/image" Target="../media/image3379.png"/><Relationship Id="rId34" Type="http://schemas.openxmlformats.org/officeDocument/2006/relationships/customXml" Target="../ink/ink3474.xml"/><Relationship Id="rId50" Type="http://schemas.openxmlformats.org/officeDocument/2006/relationships/customXml" Target="../ink/ink3482.xml"/><Relationship Id="rId55" Type="http://schemas.openxmlformats.org/officeDocument/2006/relationships/image" Target="../media/image3352.png"/><Relationship Id="rId76" Type="http://schemas.openxmlformats.org/officeDocument/2006/relationships/customXml" Target="../ink/ink3495.xml"/><Relationship Id="rId97" Type="http://schemas.openxmlformats.org/officeDocument/2006/relationships/image" Target="../media/image3373.png"/><Relationship Id="rId104" Type="http://schemas.openxmlformats.org/officeDocument/2006/relationships/customXml" Target="../ink/ink3509.xml"/><Relationship Id="rId120" Type="http://schemas.openxmlformats.org/officeDocument/2006/relationships/customXml" Target="../ink/ink3517.xml"/><Relationship Id="rId125" Type="http://schemas.openxmlformats.org/officeDocument/2006/relationships/image" Target="../media/image3387.png"/><Relationship Id="rId7" Type="http://schemas.openxmlformats.org/officeDocument/2006/relationships/image" Target="../media/image3328.png"/><Relationship Id="rId71" Type="http://schemas.openxmlformats.org/officeDocument/2006/relationships/image" Target="../media/image3360.png"/><Relationship Id="rId92" Type="http://schemas.openxmlformats.org/officeDocument/2006/relationships/customXml" Target="../ink/ink3503.xml"/><Relationship Id="rId2" Type="http://schemas.openxmlformats.org/officeDocument/2006/relationships/customXml" Target="../ink/ink3458.xml"/><Relationship Id="rId29" Type="http://schemas.openxmlformats.org/officeDocument/2006/relationships/image" Target="../media/image3339.png"/><Relationship Id="rId24" Type="http://schemas.openxmlformats.org/officeDocument/2006/relationships/customXml" Target="../ink/ink3469.xml"/><Relationship Id="rId40" Type="http://schemas.openxmlformats.org/officeDocument/2006/relationships/customXml" Target="../ink/ink3477.xml"/><Relationship Id="rId45" Type="http://schemas.openxmlformats.org/officeDocument/2006/relationships/image" Target="../media/image3347.png"/><Relationship Id="rId66" Type="http://schemas.openxmlformats.org/officeDocument/2006/relationships/customXml" Target="../ink/ink3490.xml"/><Relationship Id="rId87" Type="http://schemas.openxmlformats.org/officeDocument/2006/relationships/image" Target="../media/image3368.png"/><Relationship Id="rId110" Type="http://schemas.openxmlformats.org/officeDocument/2006/relationships/customXml" Target="../ink/ink3512.xml"/><Relationship Id="rId115" Type="http://schemas.openxmlformats.org/officeDocument/2006/relationships/image" Target="../media/image3382.png"/><Relationship Id="rId61" Type="http://schemas.openxmlformats.org/officeDocument/2006/relationships/image" Target="../media/image3355.png"/><Relationship Id="rId82" Type="http://schemas.openxmlformats.org/officeDocument/2006/relationships/customXml" Target="../ink/ink3498.xml"/><Relationship Id="rId19" Type="http://schemas.openxmlformats.org/officeDocument/2006/relationships/image" Target="../media/image3334.png"/><Relationship Id="rId14" Type="http://schemas.openxmlformats.org/officeDocument/2006/relationships/customXml" Target="../ink/ink3464.xml"/><Relationship Id="rId30" Type="http://schemas.openxmlformats.org/officeDocument/2006/relationships/customXml" Target="../ink/ink3472.xml"/><Relationship Id="rId35" Type="http://schemas.openxmlformats.org/officeDocument/2006/relationships/image" Target="../media/image3342.png"/><Relationship Id="rId56" Type="http://schemas.openxmlformats.org/officeDocument/2006/relationships/customXml" Target="../ink/ink3485.xml"/><Relationship Id="rId77" Type="http://schemas.openxmlformats.org/officeDocument/2006/relationships/image" Target="../media/image3363.png"/><Relationship Id="rId100" Type="http://schemas.openxmlformats.org/officeDocument/2006/relationships/customXml" Target="../ink/ink3507.xml"/><Relationship Id="rId105" Type="http://schemas.openxmlformats.org/officeDocument/2006/relationships/image" Target="../media/image3377.png"/><Relationship Id="rId8" Type="http://schemas.openxmlformats.org/officeDocument/2006/relationships/customXml" Target="../ink/ink3461.xml"/><Relationship Id="rId51" Type="http://schemas.openxmlformats.org/officeDocument/2006/relationships/image" Target="../media/image3350.png"/><Relationship Id="rId72" Type="http://schemas.openxmlformats.org/officeDocument/2006/relationships/customXml" Target="../ink/ink3493.xml"/><Relationship Id="rId93" Type="http://schemas.openxmlformats.org/officeDocument/2006/relationships/image" Target="../media/image3371.png"/><Relationship Id="rId98" Type="http://schemas.openxmlformats.org/officeDocument/2006/relationships/customXml" Target="../ink/ink3506.xml"/><Relationship Id="rId121" Type="http://schemas.openxmlformats.org/officeDocument/2006/relationships/image" Target="../media/image3385.png"/><Relationship Id="rId3" Type="http://schemas.openxmlformats.org/officeDocument/2006/relationships/image" Target="../media/image3326.png"/><Relationship Id="rId25" Type="http://schemas.openxmlformats.org/officeDocument/2006/relationships/image" Target="../media/image3337.png"/><Relationship Id="rId46" Type="http://schemas.openxmlformats.org/officeDocument/2006/relationships/customXml" Target="../ink/ink3480.xml"/><Relationship Id="rId67" Type="http://schemas.openxmlformats.org/officeDocument/2006/relationships/image" Target="../media/image3358.png"/><Relationship Id="rId116" Type="http://schemas.openxmlformats.org/officeDocument/2006/relationships/customXml" Target="../ink/ink3515.xml"/><Relationship Id="rId20" Type="http://schemas.openxmlformats.org/officeDocument/2006/relationships/customXml" Target="../ink/ink3467.xml"/><Relationship Id="rId41" Type="http://schemas.openxmlformats.org/officeDocument/2006/relationships/image" Target="../media/image3345.png"/><Relationship Id="rId62" Type="http://schemas.openxmlformats.org/officeDocument/2006/relationships/customXml" Target="../ink/ink3488.xml"/><Relationship Id="rId83" Type="http://schemas.openxmlformats.org/officeDocument/2006/relationships/image" Target="../media/image3366.png"/><Relationship Id="rId88" Type="http://schemas.openxmlformats.org/officeDocument/2006/relationships/customXml" Target="../ink/ink3501.xml"/><Relationship Id="rId111" Type="http://schemas.openxmlformats.org/officeDocument/2006/relationships/image" Target="../media/image3380.png"/><Relationship Id="rId15" Type="http://schemas.openxmlformats.org/officeDocument/2006/relationships/image" Target="../media/image3332.png"/><Relationship Id="rId36" Type="http://schemas.openxmlformats.org/officeDocument/2006/relationships/customXml" Target="../ink/ink3475.xml"/><Relationship Id="rId57" Type="http://schemas.openxmlformats.org/officeDocument/2006/relationships/image" Target="../media/image3353.png"/><Relationship Id="rId106" Type="http://schemas.openxmlformats.org/officeDocument/2006/relationships/customXml" Target="../ink/ink3510.xml"/><Relationship Id="rId10" Type="http://schemas.openxmlformats.org/officeDocument/2006/relationships/customXml" Target="../ink/ink3462.xml"/><Relationship Id="rId31" Type="http://schemas.openxmlformats.org/officeDocument/2006/relationships/image" Target="../media/image3340.png"/><Relationship Id="rId52" Type="http://schemas.openxmlformats.org/officeDocument/2006/relationships/customXml" Target="../ink/ink3483.xml"/><Relationship Id="rId73" Type="http://schemas.openxmlformats.org/officeDocument/2006/relationships/image" Target="../media/image3361.png"/><Relationship Id="rId78" Type="http://schemas.openxmlformats.org/officeDocument/2006/relationships/customXml" Target="../ink/ink3496.xml"/><Relationship Id="rId94" Type="http://schemas.openxmlformats.org/officeDocument/2006/relationships/customXml" Target="../ink/ink3504.xml"/><Relationship Id="rId99" Type="http://schemas.openxmlformats.org/officeDocument/2006/relationships/image" Target="../media/image3374.png"/><Relationship Id="rId101" Type="http://schemas.openxmlformats.org/officeDocument/2006/relationships/image" Target="../media/image3375.png"/><Relationship Id="rId122" Type="http://schemas.openxmlformats.org/officeDocument/2006/relationships/customXml" Target="../ink/ink3518.xml"/><Relationship Id="rId4" Type="http://schemas.openxmlformats.org/officeDocument/2006/relationships/customXml" Target="../ink/ink3459.xml"/><Relationship Id="rId9" Type="http://schemas.openxmlformats.org/officeDocument/2006/relationships/image" Target="../media/image3329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445.png"/><Relationship Id="rId671" Type="http://schemas.openxmlformats.org/officeDocument/2006/relationships/customXml" Target="../ink/ink3860.xml"/><Relationship Id="rId769" Type="http://schemas.openxmlformats.org/officeDocument/2006/relationships/customXml" Target="../ink/ink3909.xml"/><Relationship Id="rId21" Type="http://schemas.openxmlformats.org/officeDocument/2006/relationships/image" Target="../media/image3397.png"/><Relationship Id="rId324" Type="http://schemas.openxmlformats.org/officeDocument/2006/relationships/image" Target="../media/image3545.png"/><Relationship Id="rId531" Type="http://schemas.openxmlformats.org/officeDocument/2006/relationships/image" Target="../media/image3647.png"/><Relationship Id="rId629" Type="http://schemas.openxmlformats.org/officeDocument/2006/relationships/customXml" Target="../ink/ink3839.xml"/><Relationship Id="rId170" Type="http://schemas.openxmlformats.org/officeDocument/2006/relationships/customXml" Target="../ink/ink3604.xml"/><Relationship Id="rId268" Type="http://schemas.openxmlformats.org/officeDocument/2006/relationships/customXml" Target="../ink/ink3654.xml"/><Relationship Id="rId475" Type="http://schemas.openxmlformats.org/officeDocument/2006/relationships/image" Target="../media/image3619.png"/><Relationship Id="rId682" Type="http://schemas.openxmlformats.org/officeDocument/2006/relationships/image" Target="../media/image3722.png"/><Relationship Id="rId32" Type="http://schemas.openxmlformats.org/officeDocument/2006/relationships/customXml" Target="../ink/ink3535.xml"/><Relationship Id="rId128" Type="http://schemas.openxmlformats.org/officeDocument/2006/relationships/customXml" Target="../ink/ink3583.xml"/><Relationship Id="rId335" Type="http://schemas.openxmlformats.org/officeDocument/2006/relationships/customXml" Target="../ink/ink3691.xml"/><Relationship Id="rId542" Type="http://schemas.openxmlformats.org/officeDocument/2006/relationships/customXml" Target="../ink/ink3795.xml"/><Relationship Id="rId181" Type="http://schemas.openxmlformats.org/officeDocument/2006/relationships/image" Target="../media/image3477.png"/><Relationship Id="rId402" Type="http://schemas.openxmlformats.org/officeDocument/2006/relationships/customXml" Target="../ink/ink3725.xml"/><Relationship Id="rId279" Type="http://schemas.openxmlformats.org/officeDocument/2006/relationships/customXml" Target="../ink/ink3660.xml"/><Relationship Id="rId486" Type="http://schemas.openxmlformats.org/officeDocument/2006/relationships/customXml" Target="../ink/ink3767.xml"/><Relationship Id="rId693" Type="http://schemas.openxmlformats.org/officeDocument/2006/relationships/customXml" Target="../ink/ink3871.xml"/><Relationship Id="rId707" Type="http://schemas.openxmlformats.org/officeDocument/2006/relationships/customXml" Target="../ink/ink3878.xml"/><Relationship Id="rId43" Type="http://schemas.openxmlformats.org/officeDocument/2006/relationships/image" Target="../media/image3408.png"/><Relationship Id="rId139" Type="http://schemas.openxmlformats.org/officeDocument/2006/relationships/image" Target="../media/image3456.png"/><Relationship Id="rId346" Type="http://schemas.openxmlformats.org/officeDocument/2006/relationships/image" Target="../media/image3555.png"/><Relationship Id="rId553" Type="http://schemas.openxmlformats.org/officeDocument/2006/relationships/image" Target="../media/image3658.png"/><Relationship Id="rId760" Type="http://schemas.openxmlformats.org/officeDocument/2006/relationships/image" Target="../media/image3761.png"/><Relationship Id="rId192" Type="http://schemas.openxmlformats.org/officeDocument/2006/relationships/customXml" Target="../ink/ink3615.xml"/><Relationship Id="rId206" Type="http://schemas.openxmlformats.org/officeDocument/2006/relationships/customXml" Target="../ink/ink3622.xml"/><Relationship Id="rId413" Type="http://schemas.openxmlformats.org/officeDocument/2006/relationships/image" Target="../media/image3588.png"/><Relationship Id="rId497" Type="http://schemas.openxmlformats.org/officeDocument/2006/relationships/image" Target="../media/image3630.png"/><Relationship Id="rId620" Type="http://schemas.openxmlformats.org/officeDocument/2006/relationships/image" Target="../media/image3691.png"/><Relationship Id="rId718" Type="http://schemas.openxmlformats.org/officeDocument/2006/relationships/image" Target="../media/image3740.png"/><Relationship Id="rId357" Type="http://schemas.openxmlformats.org/officeDocument/2006/relationships/image" Target="../media/image3560.png"/><Relationship Id="rId54" Type="http://schemas.openxmlformats.org/officeDocument/2006/relationships/customXml" Target="../ink/ink3546.xml"/><Relationship Id="rId217" Type="http://schemas.openxmlformats.org/officeDocument/2006/relationships/image" Target="../media/image3495.png"/><Relationship Id="rId564" Type="http://schemas.openxmlformats.org/officeDocument/2006/relationships/customXml" Target="../ink/ink3806.xml"/><Relationship Id="rId771" Type="http://schemas.openxmlformats.org/officeDocument/2006/relationships/customXml" Target="../ink/ink3910.xml"/><Relationship Id="rId424" Type="http://schemas.openxmlformats.org/officeDocument/2006/relationships/customXml" Target="../ink/ink3736.xml"/><Relationship Id="rId631" Type="http://schemas.openxmlformats.org/officeDocument/2006/relationships/customXml" Target="../ink/ink3840.xml"/><Relationship Id="rId729" Type="http://schemas.openxmlformats.org/officeDocument/2006/relationships/customXml" Target="../ink/ink3889.xml"/><Relationship Id="rId270" Type="http://schemas.openxmlformats.org/officeDocument/2006/relationships/customXml" Target="../ink/ink3655.xml"/><Relationship Id="rId65" Type="http://schemas.openxmlformats.org/officeDocument/2006/relationships/image" Target="../media/image3419.png"/><Relationship Id="rId130" Type="http://schemas.openxmlformats.org/officeDocument/2006/relationships/customXml" Target="../ink/ink3584.xml"/><Relationship Id="rId368" Type="http://schemas.openxmlformats.org/officeDocument/2006/relationships/customXml" Target="../ink/ink3708.xml"/><Relationship Id="rId575" Type="http://schemas.openxmlformats.org/officeDocument/2006/relationships/image" Target="../media/image3669.png"/><Relationship Id="rId228" Type="http://schemas.openxmlformats.org/officeDocument/2006/relationships/customXml" Target="../ink/ink3633.xml"/><Relationship Id="rId435" Type="http://schemas.openxmlformats.org/officeDocument/2006/relationships/image" Target="../media/image3599.png"/><Relationship Id="rId642" Type="http://schemas.openxmlformats.org/officeDocument/2006/relationships/image" Target="../media/image3702.png"/><Relationship Id="rId281" Type="http://schemas.openxmlformats.org/officeDocument/2006/relationships/customXml" Target="../ink/ink3661.xml"/><Relationship Id="rId502" Type="http://schemas.openxmlformats.org/officeDocument/2006/relationships/customXml" Target="../ink/ink3775.xml"/><Relationship Id="rId76" Type="http://schemas.openxmlformats.org/officeDocument/2006/relationships/customXml" Target="../ink/ink3557.xml"/><Relationship Id="rId141" Type="http://schemas.openxmlformats.org/officeDocument/2006/relationships/image" Target="../media/image3457.png"/><Relationship Id="rId379" Type="http://schemas.openxmlformats.org/officeDocument/2006/relationships/image" Target="../media/image3571.png"/><Relationship Id="rId586" Type="http://schemas.openxmlformats.org/officeDocument/2006/relationships/customXml" Target="../ink/ink3817.xml"/><Relationship Id="rId7" Type="http://schemas.openxmlformats.org/officeDocument/2006/relationships/image" Target="../media/image3390.png"/><Relationship Id="rId239" Type="http://schemas.openxmlformats.org/officeDocument/2006/relationships/image" Target="../media/image3506.png"/><Relationship Id="rId446" Type="http://schemas.openxmlformats.org/officeDocument/2006/relationships/customXml" Target="../ink/ink3747.xml"/><Relationship Id="rId653" Type="http://schemas.openxmlformats.org/officeDocument/2006/relationships/customXml" Target="../ink/ink3851.xml"/><Relationship Id="rId292" Type="http://schemas.openxmlformats.org/officeDocument/2006/relationships/image" Target="../media/image3530.png"/><Relationship Id="rId306" Type="http://schemas.openxmlformats.org/officeDocument/2006/relationships/image" Target="../media/image3537.png"/><Relationship Id="rId87" Type="http://schemas.openxmlformats.org/officeDocument/2006/relationships/image" Target="../media/image3430.png"/><Relationship Id="rId513" Type="http://schemas.openxmlformats.org/officeDocument/2006/relationships/image" Target="../media/image3638.png"/><Relationship Id="rId597" Type="http://schemas.openxmlformats.org/officeDocument/2006/relationships/image" Target="../media/image3680.png"/><Relationship Id="rId720" Type="http://schemas.openxmlformats.org/officeDocument/2006/relationships/image" Target="../media/image3741.png"/><Relationship Id="rId152" Type="http://schemas.openxmlformats.org/officeDocument/2006/relationships/customXml" Target="../ink/ink3595.xml"/><Relationship Id="rId457" Type="http://schemas.openxmlformats.org/officeDocument/2006/relationships/image" Target="../media/image3610.png"/><Relationship Id="rId664" Type="http://schemas.openxmlformats.org/officeDocument/2006/relationships/image" Target="../media/image3713.png"/><Relationship Id="rId14" Type="http://schemas.openxmlformats.org/officeDocument/2006/relationships/customXml" Target="../ink/ink3526.xml"/><Relationship Id="rId317" Type="http://schemas.openxmlformats.org/officeDocument/2006/relationships/image" Target="../media/image3542.png"/><Relationship Id="rId524" Type="http://schemas.openxmlformats.org/officeDocument/2006/relationships/customXml" Target="../ink/ink3786.xml"/><Relationship Id="rId731" Type="http://schemas.openxmlformats.org/officeDocument/2006/relationships/customXml" Target="../ink/ink3890.xml"/><Relationship Id="rId98" Type="http://schemas.openxmlformats.org/officeDocument/2006/relationships/customXml" Target="../ink/ink3568.xml"/><Relationship Id="rId163" Type="http://schemas.openxmlformats.org/officeDocument/2006/relationships/image" Target="../media/image3468.png"/><Relationship Id="rId370" Type="http://schemas.openxmlformats.org/officeDocument/2006/relationships/customXml" Target="../ink/ink3709.xml"/><Relationship Id="rId230" Type="http://schemas.openxmlformats.org/officeDocument/2006/relationships/customXml" Target="../ink/ink3634.xml"/><Relationship Id="rId468" Type="http://schemas.openxmlformats.org/officeDocument/2006/relationships/customXml" Target="../ink/ink3758.xml"/><Relationship Id="rId675" Type="http://schemas.openxmlformats.org/officeDocument/2006/relationships/customXml" Target="../ink/ink3862.xml"/><Relationship Id="rId25" Type="http://schemas.openxmlformats.org/officeDocument/2006/relationships/image" Target="../media/image3399.png"/><Relationship Id="rId328" Type="http://schemas.openxmlformats.org/officeDocument/2006/relationships/image" Target="../media/image3547.png"/><Relationship Id="rId535" Type="http://schemas.openxmlformats.org/officeDocument/2006/relationships/image" Target="../media/image3649.png"/><Relationship Id="rId742" Type="http://schemas.openxmlformats.org/officeDocument/2006/relationships/image" Target="../media/image3752.png"/><Relationship Id="rId174" Type="http://schemas.openxmlformats.org/officeDocument/2006/relationships/customXml" Target="../ink/ink3606.xml"/><Relationship Id="rId381" Type="http://schemas.openxmlformats.org/officeDocument/2006/relationships/image" Target="../media/image3572.png"/><Relationship Id="rId602" Type="http://schemas.openxmlformats.org/officeDocument/2006/relationships/customXml" Target="../ink/ink3825.xml"/><Relationship Id="rId241" Type="http://schemas.openxmlformats.org/officeDocument/2006/relationships/image" Target="../media/image3507.png"/><Relationship Id="rId479" Type="http://schemas.openxmlformats.org/officeDocument/2006/relationships/image" Target="../media/image3621.png"/><Relationship Id="rId686" Type="http://schemas.openxmlformats.org/officeDocument/2006/relationships/image" Target="../media/image3724.png"/><Relationship Id="rId36" Type="http://schemas.openxmlformats.org/officeDocument/2006/relationships/customXml" Target="../ink/ink3537.xml"/><Relationship Id="rId339" Type="http://schemas.openxmlformats.org/officeDocument/2006/relationships/customXml" Target="../ink/ink3693.xml"/><Relationship Id="rId546" Type="http://schemas.openxmlformats.org/officeDocument/2006/relationships/customXml" Target="../ink/ink3797.xml"/><Relationship Id="rId753" Type="http://schemas.openxmlformats.org/officeDocument/2006/relationships/customXml" Target="../ink/ink3901.xml"/><Relationship Id="rId101" Type="http://schemas.openxmlformats.org/officeDocument/2006/relationships/image" Target="../media/image3437.png"/><Relationship Id="rId185" Type="http://schemas.openxmlformats.org/officeDocument/2006/relationships/image" Target="../media/image3479.png"/><Relationship Id="rId406" Type="http://schemas.openxmlformats.org/officeDocument/2006/relationships/customXml" Target="../ink/ink3727.xml"/><Relationship Id="rId392" Type="http://schemas.openxmlformats.org/officeDocument/2006/relationships/customXml" Target="../ink/ink3720.xml"/><Relationship Id="rId613" Type="http://schemas.openxmlformats.org/officeDocument/2006/relationships/customXml" Target="../ink/ink3831.xml"/><Relationship Id="rId697" Type="http://schemas.openxmlformats.org/officeDocument/2006/relationships/customXml" Target="../ink/ink3873.xml"/><Relationship Id="rId252" Type="http://schemas.openxmlformats.org/officeDocument/2006/relationships/image" Target="../media/image3512.png"/><Relationship Id="rId47" Type="http://schemas.openxmlformats.org/officeDocument/2006/relationships/image" Target="../media/image3410.png"/><Relationship Id="rId112" Type="http://schemas.openxmlformats.org/officeDocument/2006/relationships/customXml" Target="../ink/ink3575.xml"/><Relationship Id="rId557" Type="http://schemas.openxmlformats.org/officeDocument/2006/relationships/image" Target="../media/image3660.png"/><Relationship Id="rId764" Type="http://schemas.openxmlformats.org/officeDocument/2006/relationships/image" Target="../media/image3763.png"/><Relationship Id="rId196" Type="http://schemas.openxmlformats.org/officeDocument/2006/relationships/customXml" Target="../ink/ink3617.xml"/><Relationship Id="rId417" Type="http://schemas.openxmlformats.org/officeDocument/2006/relationships/image" Target="../media/image3590.png"/><Relationship Id="rId624" Type="http://schemas.openxmlformats.org/officeDocument/2006/relationships/image" Target="../media/image3693.png"/><Relationship Id="rId263" Type="http://schemas.openxmlformats.org/officeDocument/2006/relationships/image" Target="../media/image3517.png"/><Relationship Id="rId470" Type="http://schemas.openxmlformats.org/officeDocument/2006/relationships/customXml" Target="../ink/ink3759.xml"/><Relationship Id="rId58" Type="http://schemas.openxmlformats.org/officeDocument/2006/relationships/customXml" Target="../ink/ink3548.xml"/><Relationship Id="rId123" Type="http://schemas.openxmlformats.org/officeDocument/2006/relationships/image" Target="../media/image3448.png"/><Relationship Id="rId330" Type="http://schemas.openxmlformats.org/officeDocument/2006/relationships/customXml" Target="../ink/ink3688.xml"/><Relationship Id="rId568" Type="http://schemas.openxmlformats.org/officeDocument/2006/relationships/customXml" Target="../ink/ink3808.xml"/><Relationship Id="rId428" Type="http://schemas.openxmlformats.org/officeDocument/2006/relationships/customXml" Target="../ink/ink3738.xml"/><Relationship Id="rId635" Type="http://schemas.openxmlformats.org/officeDocument/2006/relationships/customXml" Target="../ink/ink3842.xml"/><Relationship Id="rId274" Type="http://schemas.openxmlformats.org/officeDocument/2006/relationships/customXml" Target="../ink/ink3657.xml"/><Relationship Id="rId481" Type="http://schemas.openxmlformats.org/officeDocument/2006/relationships/image" Target="../media/image3622.png"/><Relationship Id="rId702" Type="http://schemas.openxmlformats.org/officeDocument/2006/relationships/image" Target="../media/image3732.png"/><Relationship Id="rId69" Type="http://schemas.openxmlformats.org/officeDocument/2006/relationships/image" Target="../media/image3421.png"/><Relationship Id="rId134" Type="http://schemas.openxmlformats.org/officeDocument/2006/relationships/customXml" Target="../ink/ink3586.xml"/><Relationship Id="rId579" Type="http://schemas.openxmlformats.org/officeDocument/2006/relationships/image" Target="../media/image3671.png"/><Relationship Id="rId341" Type="http://schemas.openxmlformats.org/officeDocument/2006/relationships/customXml" Target="../ink/ink3694.xml"/><Relationship Id="rId439" Type="http://schemas.openxmlformats.org/officeDocument/2006/relationships/image" Target="../media/image3601.png"/><Relationship Id="rId646" Type="http://schemas.openxmlformats.org/officeDocument/2006/relationships/image" Target="../media/image3704.png"/><Relationship Id="rId201" Type="http://schemas.openxmlformats.org/officeDocument/2006/relationships/image" Target="../media/image3487.png"/><Relationship Id="rId285" Type="http://schemas.openxmlformats.org/officeDocument/2006/relationships/image" Target="../media/image3527.png"/><Relationship Id="rId506" Type="http://schemas.openxmlformats.org/officeDocument/2006/relationships/customXml" Target="../ink/ink3777.xml"/><Relationship Id="rId492" Type="http://schemas.openxmlformats.org/officeDocument/2006/relationships/customXml" Target="../ink/ink3770.xml"/><Relationship Id="rId713" Type="http://schemas.openxmlformats.org/officeDocument/2006/relationships/customXml" Target="../ink/ink3881.xml"/><Relationship Id="rId145" Type="http://schemas.openxmlformats.org/officeDocument/2006/relationships/image" Target="../media/image3459.png"/><Relationship Id="rId352" Type="http://schemas.openxmlformats.org/officeDocument/2006/relationships/image" Target="../media/image3558.png"/><Relationship Id="rId212" Type="http://schemas.openxmlformats.org/officeDocument/2006/relationships/customXml" Target="../ink/ink3625.xml"/><Relationship Id="rId657" Type="http://schemas.openxmlformats.org/officeDocument/2006/relationships/customXml" Target="../ink/ink3853.xml"/><Relationship Id="rId296" Type="http://schemas.openxmlformats.org/officeDocument/2006/relationships/image" Target="../media/image3532.png"/><Relationship Id="rId517" Type="http://schemas.openxmlformats.org/officeDocument/2006/relationships/image" Target="../media/image3640.png"/><Relationship Id="rId724" Type="http://schemas.openxmlformats.org/officeDocument/2006/relationships/image" Target="../media/image3743.png"/><Relationship Id="rId60" Type="http://schemas.openxmlformats.org/officeDocument/2006/relationships/customXml" Target="../ink/ink3549.xml"/><Relationship Id="rId156" Type="http://schemas.openxmlformats.org/officeDocument/2006/relationships/customXml" Target="../ink/ink3597.xml"/><Relationship Id="rId363" Type="http://schemas.openxmlformats.org/officeDocument/2006/relationships/image" Target="../media/image3563.png"/><Relationship Id="rId570" Type="http://schemas.openxmlformats.org/officeDocument/2006/relationships/customXml" Target="../ink/ink3809.xml"/><Relationship Id="rId223" Type="http://schemas.openxmlformats.org/officeDocument/2006/relationships/image" Target="../media/image3498.png"/><Relationship Id="rId430" Type="http://schemas.openxmlformats.org/officeDocument/2006/relationships/customXml" Target="../ink/ink3739.xml"/><Relationship Id="rId668" Type="http://schemas.openxmlformats.org/officeDocument/2006/relationships/image" Target="../media/image3715.png"/><Relationship Id="rId18" Type="http://schemas.openxmlformats.org/officeDocument/2006/relationships/customXml" Target="../ink/ink3528.xml"/><Relationship Id="rId528" Type="http://schemas.openxmlformats.org/officeDocument/2006/relationships/customXml" Target="../ink/ink3788.xml"/><Relationship Id="rId735" Type="http://schemas.openxmlformats.org/officeDocument/2006/relationships/customXml" Target="../ink/ink3892.xml"/><Relationship Id="rId167" Type="http://schemas.openxmlformats.org/officeDocument/2006/relationships/image" Target="../media/image3470.png"/><Relationship Id="rId374" Type="http://schemas.openxmlformats.org/officeDocument/2006/relationships/customXml" Target="../ink/ink3711.xml"/><Relationship Id="rId581" Type="http://schemas.openxmlformats.org/officeDocument/2006/relationships/image" Target="../media/image3672.png"/><Relationship Id="rId71" Type="http://schemas.openxmlformats.org/officeDocument/2006/relationships/image" Target="../media/image3422.png"/><Relationship Id="rId234" Type="http://schemas.openxmlformats.org/officeDocument/2006/relationships/customXml" Target="../ink/ink3636.xml"/><Relationship Id="rId679" Type="http://schemas.openxmlformats.org/officeDocument/2006/relationships/customXml" Target="../ink/ink3864.xml"/><Relationship Id="rId2" Type="http://schemas.openxmlformats.org/officeDocument/2006/relationships/customXml" Target="../ink/ink3520.xml"/><Relationship Id="rId29" Type="http://schemas.openxmlformats.org/officeDocument/2006/relationships/image" Target="../media/image3401.png"/><Relationship Id="rId441" Type="http://schemas.openxmlformats.org/officeDocument/2006/relationships/image" Target="../media/image3602.png"/><Relationship Id="rId539" Type="http://schemas.openxmlformats.org/officeDocument/2006/relationships/image" Target="../media/image3651.png"/><Relationship Id="rId746" Type="http://schemas.openxmlformats.org/officeDocument/2006/relationships/image" Target="../media/image3754.png"/><Relationship Id="rId178" Type="http://schemas.openxmlformats.org/officeDocument/2006/relationships/customXml" Target="../ink/ink3608.xml"/><Relationship Id="rId301" Type="http://schemas.openxmlformats.org/officeDocument/2006/relationships/customXml" Target="../ink/ink3672.xml"/><Relationship Id="rId82" Type="http://schemas.openxmlformats.org/officeDocument/2006/relationships/customXml" Target="../ink/ink3560.xml"/><Relationship Id="rId385" Type="http://schemas.openxmlformats.org/officeDocument/2006/relationships/image" Target="../media/image3574.png"/><Relationship Id="rId592" Type="http://schemas.openxmlformats.org/officeDocument/2006/relationships/customXml" Target="../ink/ink3820.xml"/><Relationship Id="rId606" Type="http://schemas.openxmlformats.org/officeDocument/2006/relationships/customXml" Target="../ink/ink3827.xml"/><Relationship Id="rId245" Type="http://schemas.openxmlformats.org/officeDocument/2006/relationships/customXml" Target="../ink/ink3642.xml"/><Relationship Id="rId452" Type="http://schemas.openxmlformats.org/officeDocument/2006/relationships/customXml" Target="../ink/ink3750.xml"/><Relationship Id="rId105" Type="http://schemas.openxmlformats.org/officeDocument/2006/relationships/image" Target="../media/image3439.png"/><Relationship Id="rId312" Type="http://schemas.openxmlformats.org/officeDocument/2006/relationships/customXml" Target="../ink/ink3678.xml"/><Relationship Id="rId757" Type="http://schemas.openxmlformats.org/officeDocument/2006/relationships/customXml" Target="../ink/ink3903.xml"/><Relationship Id="rId93" Type="http://schemas.openxmlformats.org/officeDocument/2006/relationships/image" Target="../media/image3433.png"/><Relationship Id="rId189" Type="http://schemas.openxmlformats.org/officeDocument/2006/relationships/image" Target="../media/image3481.png"/><Relationship Id="rId396" Type="http://schemas.openxmlformats.org/officeDocument/2006/relationships/customXml" Target="../ink/ink3722.xml"/><Relationship Id="rId617" Type="http://schemas.openxmlformats.org/officeDocument/2006/relationships/customXml" Target="../ink/ink3833.xml"/><Relationship Id="rId256" Type="http://schemas.openxmlformats.org/officeDocument/2006/relationships/image" Target="../media/image3514.png"/><Relationship Id="rId463" Type="http://schemas.openxmlformats.org/officeDocument/2006/relationships/image" Target="../media/image3613.png"/><Relationship Id="rId670" Type="http://schemas.openxmlformats.org/officeDocument/2006/relationships/image" Target="../media/image3716.png"/><Relationship Id="rId116" Type="http://schemas.openxmlformats.org/officeDocument/2006/relationships/customXml" Target="../ink/ink3577.xml"/><Relationship Id="rId323" Type="http://schemas.openxmlformats.org/officeDocument/2006/relationships/customXml" Target="../ink/ink3684.xml"/><Relationship Id="rId530" Type="http://schemas.openxmlformats.org/officeDocument/2006/relationships/customXml" Target="../ink/ink3789.xml"/><Relationship Id="rId768" Type="http://schemas.openxmlformats.org/officeDocument/2006/relationships/image" Target="../media/image3765.png"/><Relationship Id="rId20" Type="http://schemas.openxmlformats.org/officeDocument/2006/relationships/customXml" Target="../ink/ink3529.xml"/><Relationship Id="rId628" Type="http://schemas.openxmlformats.org/officeDocument/2006/relationships/image" Target="../media/image3695.png"/><Relationship Id="rId267" Type="http://schemas.openxmlformats.org/officeDocument/2006/relationships/image" Target="../media/image3519.png"/><Relationship Id="rId474" Type="http://schemas.openxmlformats.org/officeDocument/2006/relationships/customXml" Target="../ink/ink3761.xml"/><Relationship Id="rId127" Type="http://schemas.openxmlformats.org/officeDocument/2006/relationships/image" Target="../media/image3450.png"/><Relationship Id="rId681" Type="http://schemas.openxmlformats.org/officeDocument/2006/relationships/customXml" Target="../ink/ink3865.xml"/><Relationship Id="rId31" Type="http://schemas.openxmlformats.org/officeDocument/2006/relationships/image" Target="../media/image3402.png"/><Relationship Id="rId334" Type="http://schemas.openxmlformats.org/officeDocument/2006/relationships/image" Target="../media/image3549.png"/><Relationship Id="rId541" Type="http://schemas.openxmlformats.org/officeDocument/2006/relationships/image" Target="../media/image3652.png"/><Relationship Id="rId639" Type="http://schemas.openxmlformats.org/officeDocument/2006/relationships/customXml" Target="../ink/ink3844.xml"/><Relationship Id="rId180" Type="http://schemas.openxmlformats.org/officeDocument/2006/relationships/customXml" Target="../ink/ink3609.xml"/><Relationship Id="rId278" Type="http://schemas.openxmlformats.org/officeDocument/2006/relationships/customXml" Target="../ink/ink3659.xml"/><Relationship Id="rId401" Type="http://schemas.openxmlformats.org/officeDocument/2006/relationships/image" Target="../media/image3582.png"/><Relationship Id="rId485" Type="http://schemas.openxmlformats.org/officeDocument/2006/relationships/image" Target="../media/image3624.png"/><Relationship Id="rId692" Type="http://schemas.openxmlformats.org/officeDocument/2006/relationships/image" Target="../media/image3727.png"/><Relationship Id="rId706" Type="http://schemas.openxmlformats.org/officeDocument/2006/relationships/image" Target="../media/image3734.png"/><Relationship Id="rId42" Type="http://schemas.openxmlformats.org/officeDocument/2006/relationships/customXml" Target="../ink/ink3540.xml"/><Relationship Id="rId138" Type="http://schemas.openxmlformats.org/officeDocument/2006/relationships/customXml" Target="../ink/ink3588.xml"/><Relationship Id="rId345" Type="http://schemas.openxmlformats.org/officeDocument/2006/relationships/customXml" Target="../ink/ink3696.xml"/><Relationship Id="rId552" Type="http://schemas.openxmlformats.org/officeDocument/2006/relationships/customXml" Target="../ink/ink3800.xml"/><Relationship Id="rId191" Type="http://schemas.openxmlformats.org/officeDocument/2006/relationships/image" Target="../media/image3482.png"/><Relationship Id="rId205" Type="http://schemas.openxmlformats.org/officeDocument/2006/relationships/image" Target="../media/image3489.png"/><Relationship Id="rId247" Type="http://schemas.openxmlformats.org/officeDocument/2006/relationships/customXml" Target="../ink/ink3643.xml"/><Relationship Id="rId412" Type="http://schemas.openxmlformats.org/officeDocument/2006/relationships/customXml" Target="../ink/ink3730.xml"/><Relationship Id="rId107" Type="http://schemas.openxmlformats.org/officeDocument/2006/relationships/image" Target="../media/image3440.png"/><Relationship Id="rId289" Type="http://schemas.openxmlformats.org/officeDocument/2006/relationships/customXml" Target="../ink/ink3666.xml"/><Relationship Id="rId454" Type="http://schemas.openxmlformats.org/officeDocument/2006/relationships/customXml" Target="../ink/ink3751.xml"/><Relationship Id="rId496" Type="http://schemas.openxmlformats.org/officeDocument/2006/relationships/customXml" Target="../ink/ink3772.xml"/><Relationship Id="rId661" Type="http://schemas.openxmlformats.org/officeDocument/2006/relationships/customXml" Target="../ink/ink3855.xml"/><Relationship Id="rId717" Type="http://schemas.openxmlformats.org/officeDocument/2006/relationships/customXml" Target="../ink/ink3883.xml"/><Relationship Id="rId759" Type="http://schemas.openxmlformats.org/officeDocument/2006/relationships/customXml" Target="../ink/ink3904.xml"/><Relationship Id="rId11" Type="http://schemas.openxmlformats.org/officeDocument/2006/relationships/image" Target="../media/image3392.png"/><Relationship Id="rId53" Type="http://schemas.openxmlformats.org/officeDocument/2006/relationships/image" Target="../media/image3413.png"/><Relationship Id="rId149" Type="http://schemas.openxmlformats.org/officeDocument/2006/relationships/image" Target="../media/image3461.png"/><Relationship Id="rId314" Type="http://schemas.openxmlformats.org/officeDocument/2006/relationships/customXml" Target="../ink/ink3679.xml"/><Relationship Id="rId356" Type="http://schemas.openxmlformats.org/officeDocument/2006/relationships/customXml" Target="../ink/ink3702.xml"/><Relationship Id="rId398" Type="http://schemas.openxmlformats.org/officeDocument/2006/relationships/customXml" Target="../ink/ink3723.xml"/><Relationship Id="rId521" Type="http://schemas.openxmlformats.org/officeDocument/2006/relationships/image" Target="../media/image3642.png"/><Relationship Id="rId563" Type="http://schemas.openxmlformats.org/officeDocument/2006/relationships/image" Target="../media/image3663.png"/><Relationship Id="rId619" Type="http://schemas.openxmlformats.org/officeDocument/2006/relationships/customXml" Target="../ink/ink3834.xml"/><Relationship Id="rId770" Type="http://schemas.openxmlformats.org/officeDocument/2006/relationships/image" Target="../media/image3766.png"/><Relationship Id="rId95" Type="http://schemas.openxmlformats.org/officeDocument/2006/relationships/image" Target="../media/image3434.png"/><Relationship Id="rId160" Type="http://schemas.openxmlformats.org/officeDocument/2006/relationships/customXml" Target="../ink/ink3599.xml"/><Relationship Id="rId216" Type="http://schemas.openxmlformats.org/officeDocument/2006/relationships/customXml" Target="../ink/ink3627.xml"/><Relationship Id="rId423" Type="http://schemas.openxmlformats.org/officeDocument/2006/relationships/image" Target="../media/image3593.png"/><Relationship Id="rId258" Type="http://schemas.openxmlformats.org/officeDocument/2006/relationships/customXml" Target="../ink/ink3649.xml"/><Relationship Id="rId465" Type="http://schemas.openxmlformats.org/officeDocument/2006/relationships/image" Target="../media/image3614.png"/><Relationship Id="rId630" Type="http://schemas.openxmlformats.org/officeDocument/2006/relationships/image" Target="../media/image3696.png"/><Relationship Id="rId672" Type="http://schemas.openxmlformats.org/officeDocument/2006/relationships/image" Target="../media/image3717.png"/><Relationship Id="rId728" Type="http://schemas.openxmlformats.org/officeDocument/2006/relationships/image" Target="../media/image3745.png"/><Relationship Id="rId22" Type="http://schemas.openxmlformats.org/officeDocument/2006/relationships/customXml" Target="../ink/ink3530.xml"/><Relationship Id="rId64" Type="http://schemas.openxmlformats.org/officeDocument/2006/relationships/customXml" Target="../ink/ink3551.xml"/><Relationship Id="rId118" Type="http://schemas.openxmlformats.org/officeDocument/2006/relationships/customXml" Target="../ink/ink3578.xml"/><Relationship Id="rId325" Type="http://schemas.openxmlformats.org/officeDocument/2006/relationships/customXml" Target="../ink/ink3685.xml"/><Relationship Id="rId367" Type="http://schemas.openxmlformats.org/officeDocument/2006/relationships/image" Target="../media/image3565.png"/><Relationship Id="rId532" Type="http://schemas.openxmlformats.org/officeDocument/2006/relationships/customXml" Target="../ink/ink3790.xml"/><Relationship Id="rId574" Type="http://schemas.openxmlformats.org/officeDocument/2006/relationships/customXml" Target="../ink/ink3811.xml"/><Relationship Id="rId171" Type="http://schemas.openxmlformats.org/officeDocument/2006/relationships/image" Target="../media/image3472.png"/><Relationship Id="rId227" Type="http://schemas.openxmlformats.org/officeDocument/2006/relationships/image" Target="../media/image3500.png"/><Relationship Id="rId269" Type="http://schemas.openxmlformats.org/officeDocument/2006/relationships/image" Target="../media/image3520.png"/><Relationship Id="rId434" Type="http://schemas.openxmlformats.org/officeDocument/2006/relationships/customXml" Target="../ink/ink3741.xml"/><Relationship Id="rId476" Type="http://schemas.openxmlformats.org/officeDocument/2006/relationships/customXml" Target="../ink/ink3762.xml"/><Relationship Id="rId641" Type="http://schemas.openxmlformats.org/officeDocument/2006/relationships/customXml" Target="../ink/ink3845.xml"/><Relationship Id="rId683" Type="http://schemas.openxmlformats.org/officeDocument/2006/relationships/customXml" Target="../ink/ink3866.xml"/><Relationship Id="rId739" Type="http://schemas.openxmlformats.org/officeDocument/2006/relationships/customXml" Target="../ink/ink3894.xml"/><Relationship Id="rId33" Type="http://schemas.openxmlformats.org/officeDocument/2006/relationships/image" Target="../media/image3403.png"/><Relationship Id="rId129" Type="http://schemas.openxmlformats.org/officeDocument/2006/relationships/image" Target="../media/image3451.png"/><Relationship Id="rId280" Type="http://schemas.openxmlformats.org/officeDocument/2006/relationships/image" Target="../media/image3525.png"/><Relationship Id="rId336" Type="http://schemas.openxmlformats.org/officeDocument/2006/relationships/image" Target="../media/image3550.png"/><Relationship Id="rId501" Type="http://schemas.openxmlformats.org/officeDocument/2006/relationships/image" Target="../media/image3632.png"/><Relationship Id="rId543" Type="http://schemas.openxmlformats.org/officeDocument/2006/relationships/image" Target="../media/image3653.png"/><Relationship Id="rId75" Type="http://schemas.openxmlformats.org/officeDocument/2006/relationships/image" Target="../media/image3424.png"/><Relationship Id="rId140" Type="http://schemas.openxmlformats.org/officeDocument/2006/relationships/customXml" Target="../ink/ink3589.xml"/><Relationship Id="rId182" Type="http://schemas.openxmlformats.org/officeDocument/2006/relationships/customXml" Target="../ink/ink3610.xml"/><Relationship Id="rId378" Type="http://schemas.openxmlformats.org/officeDocument/2006/relationships/customXml" Target="../ink/ink3713.xml"/><Relationship Id="rId403" Type="http://schemas.openxmlformats.org/officeDocument/2006/relationships/image" Target="../media/image3583.png"/><Relationship Id="rId585" Type="http://schemas.openxmlformats.org/officeDocument/2006/relationships/image" Target="../media/image3674.png"/><Relationship Id="rId750" Type="http://schemas.openxmlformats.org/officeDocument/2006/relationships/image" Target="../media/image3756.png"/><Relationship Id="rId6" Type="http://schemas.openxmlformats.org/officeDocument/2006/relationships/customXml" Target="../ink/ink3522.xml"/><Relationship Id="rId238" Type="http://schemas.openxmlformats.org/officeDocument/2006/relationships/customXml" Target="../ink/ink3638.xml"/><Relationship Id="rId445" Type="http://schemas.openxmlformats.org/officeDocument/2006/relationships/image" Target="../media/image3604.png"/><Relationship Id="rId487" Type="http://schemas.openxmlformats.org/officeDocument/2006/relationships/image" Target="../media/image3625.png"/><Relationship Id="rId610" Type="http://schemas.openxmlformats.org/officeDocument/2006/relationships/image" Target="../media/image3686.png"/><Relationship Id="rId652" Type="http://schemas.openxmlformats.org/officeDocument/2006/relationships/image" Target="../media/image3707.png"/><Relationship Id="rId694" Type="http://schemas.openxmlformats.org/officeDocument/2006/relationships/image" Target="../media/image3728.png"/><Relationship Id="rId708" Type="http://schemas.openxmlformats.org/officeDocument/2006/relationships/image" Target="../media/image3735.png"/><Relationship Id="rId291" Type="http://schemas.openxmlformats.org/officeDocument/2006/relationships/customXml" Target="../ink/ink3667.xml"/><Relationship Id="rId305" Type="http://schemas.openxmlformats.org/officeDocument/2006/relationships/customXml" Target="../ink/ink3674.xml"/><Relationship Id="rId347" Type="http://schemas.openxmlformats.org/officeDocument/2006/relationships/customXml" Target="../ink/ink3697.xml"/><Relationship Id="rId512" Type="http://schemas.openxmlformats.org/officeDocument/2006/relationships/customXml" Target="../ink/ink3780.xml"/><Relationship Id="rId44" Type="http://schemas.openxmlformats.org/officeDocument/2006/relationships/customXml" Target="../ink/ink3541.xml"/><Relationship Id="rId86" Type="http://schemas.openxmlformats.org/officeDocument/2006/relationships/customXml" Target="../ink/ink3562.xml"/><Relationship Id="rId151" Type="http://schemas.openxmlformats.org/officeDocument/2006/relationships/image" Target="../media/image3462.png"/><Relationship Id="rId389" Type="http://schemas.openxmlformats.org/officeDocument/2006/relationships/image" Target="../media/image3576.png"/><Relationship Id="rId554" Type="http://schemas.openxmlformats.org/officeDocument/2006/relationships/customXml" Target="../ink/ink3801.xml"/><Relationship Id="rId596" Type="http://schemas.openxmlformats.org/officeDocument/2006/relationships/customXml" Target="../ink/ink3822.xml"/><Relationship Id="rId761" Type="http://schemas.openxmlformats.org/officeDocument/2006/relationships/customXml" Target="../ink/ink3905.xml"/><Relationship Id="rId193" Type="http://schemas.openxmlformats.org/officeDocument/2006/relationships/image" Target="../media/image3483.png"/><Relationship Id="rId207" Type="http://schemas.openxmlformats.org/officeDocument/2006/relationships/image" Target="../media/image3490.png"/><Relationship Id="rId249" Type="http://schemas.openxmlformats.org/officeDocument/2006/relationships/customXml" Target="../ink/ink3644.xml"/><Relationship Id="rId414" Type="http://schemas.openxmlformats.org/officeDocument/2006/relationships/customXml" Target="../ink/ink3731.xml"/><Relationship Id="rId456" Type="http://schemas.openxmlformats.org/officeDocument/2006/relationships/customXml" Target="../ink/ink3752.xml"/><Relationship Id="rId498" Type="http://schemas.openxmlformats.org/officeDocument/2006/relationships/customXml" Target="../ink/ink3773.xml"/><Relationship Id="rId621" Type="http://schemas.openxmlformats.org/officeDocument/2006/relationships/customXml" Target="../ink/ink3835.xml"/><Relationship Id="rId663" Type="http://schemas.openxmlformats.org/officeDocument/2006/relationships/customXml" Target="../ink/ink3856.xml"/><Relationship Id="rId13" Type="http://schemas.openxmlformats.org/officeDocument/2006/relationships/image" Target="../media/image3393.png"/><Relationship Id="rId109" Type="http://schemas.openxmlformats.org/officeDocument/2006/relationships/image" Target="../media/image3441.png"/><Relationship Id="rId260" Type="http://schemas.openxmlformats.org/officeDocument/2006/relationships/customXml" Target="../ink/ink3650.xml"/><Relationship Id="rId316" Type="http://schemas.openxmlformats.org/officeDocument/2006/relationships/customXml" Target="../ink/ink3680.xml"/><Relationship Id="rId523" Type="http://schemas.openxmlformats.org/officeDocument/2006/relationships/image" Target="../media/image3643.png"/><Relationship Id="rId719" Type="http://schemas.openxmlformats.org/officeDocument/2006/relationships/customXml" Target="../ink/ink3884.xml"/><Relationship Id="rId55" Type="http://schemas.openxmlformats.org/officeDocument/2006/relationships/image" Target="../media/image3414.png"/><Relationship Id="rId97" Type="http://schemas.openxmlformats.org/officeDocument/2006/relationships/image" Target="../media/image3435.png"/><Relationship Id="rId120" Type="http://schemas.openxmlformats.org/officeDocument/2006/relationships/customXml" Target="../ink/ink3579.xml"/><Relationship Id="rId358" Type="http://schemas.openxmlformats.org/officeDocument/2006/relationships/customXml" Target="../ink/ink3703.xml"/><Relationship Id="rId565" Type="http://schemas.openxmlformats.org/officeDocument/2006/relationships/image" Target="../media/image3664.png"/><Relationship Id="rId730" Type="http://schemas.openxmlformats.org/officeDocument/2006/relationships/image" Target="../media/image3746.png"/><Relationship Id="rId772" Type="http://schemas.openxmlformats.org/officeDocument/2006/relationships/image" Target="../media/image3767.png"/><Relationship Id="rId162" Type="http://schemas.openxmlformats.org/officeDocument/2006/relationships/customXml" Target="../ink/ink3600.xml"/><Relationship Id="rId218" Type="http://schemas.openxmlformats.org/officeDocument/2006/relationships/customXml" Target="../ink/ink3628.xml"/><Relationship Id="rId425" Type="http://schemas.openxmlformats.org/officeDocument/2006/relationships/image" Target="../media/image3594.png"/><Relationship Id="rId467" Type="http://schemas.openxmlformats.org/officeDocument/2006/relationships/image" Target="../media/image3615.png"/><Relationship Id="rId632" Type="http://schemas.openxmlformats.org/officeDocument/2006/relationships/image" Target="../media/image3697.png"/><Relationship Id="rId271" Type="http://schemas.openxmlformats.org/officeDocument/2006/relationships/image" Target="../media/image3521.png"/><Relationship Id="rId674" Type="http://schemas.openxmlformats.org/officeDocument/2006/relationships/image" Target="../media/image3718.png"/><Relationship Id="rId24" Type="http://schemas.openxmlformats.org/officeDocument/2006/relationships/customXml" Target="../ink/ink3531.xml"/><Relationship Id="rId66" Type="http://schemas.openxmlformats.org/officeDocument/2006/relationships/customXml" Target="../ink/ink3552.xml"/><Relationship Id="rId131" Type="http://schemas.openxmlformats.org/officeDocument/2006/relationships/image" Target="../media/image3452.png"/><Relationship Id="rId327" Type="http://schemas.openxmlformats.org/officeDocument/2006/relationships/customXml" Target="../ink/ink3686.xml"/><Relationship Id="rId369" Type="http://schemas.openxmlformats.org/officeDocument/2006/relationships/image" Target="../media/image3566.png"/><Relationship Id="rId534" Type="http://schemas.openxmlformats.org/officeDocument/2006/relationships/customXml" Target="../ink/ink3791.xml"/><Relationship Id="rId576" Type="http://schemas.openxmlformats.org/officeDocument/2006/relationships/customXml" Target="../ink/ink3812.xml"/><Relationship Id="rId741" Type="http://schemas.openxmlformats.org/officeDocument/2006/relationships/customXml" Target="../ink/ink3895.xml"/><Relationship Id="rId173" Type="http://schemas.openxmlformats.org/officeDocument/2006/relationships/image" Target="../media/image3473.png"/><Relationship Id="rId229" Type="http://schemas.openxmlformats.org/officeDocument/2006/relationships/image" Target="../media/image3501.png"/><Relationship Id="rId380" Type="http://schemas.openxmlformats.org/officeDocument/2006/relationships/customXml" Target="../ink/ink3714.xml"/><Relationship Id="rId436" Type="http://schemas.openxmlformats.org/officeDocument/2006/relationships/customXml" Target="../ink/ink3742.xml"/><Relationship Id="rId601" Type="http://schemas.openxmlformats.org/officeDocument/2006/relationships/image" Target="../media/image3682.png"/><Relationship Id="rId643" Type="http://schemas.openxmlformats.org/officeDocument/2006/relationships/customXml" Target="../ink/ink3846.xml"/><Relationship Id="rId240" Type="http://schemas.openxmlformats.org/officeDocument/2006/relationships/customXml" Target="../ink/ink3639.xml"/><Relationship Id="rId478" Type="http://schemas.openxmlformats.org/officeDocument/2006/relationships/customXml" Target="../ink/ink3763.xml"/><Relationship Id="rId685" Type="http://schemas.openxmlformats.org/officeDocument/2006/relationships/customXml" Target="../ink/ink3867.xml"/><Relationship Id="rId35" Type="http://schemas.openxmlformats.org/officeDocument/2006/relationships/image" Target="../media/image3404.png"/><Relationship Id="rId77" Type="http://schemas.openxmlformats.org/officeDocument/2006/relationships/image" Target="../media/image3425.png"/><Relationship Id="rId100" Type="http://schemas.openxmlformats.org/officeDocument/2006/relationships/customXml" Target="../ink/ink3569.xml"/><Relationship Id="rId282" Type="http://schemas.openxmlformats.org/officeDocument/2006/relationships/image" Target="../media/image3526.png"/><Relationship Id="rId338" Type="http://schemas.openxmlformats.org/officeDocument/2006/relationships/image" Target="../media/image3551.png"/><Relationship Id="rId503" Type="http://schemas.openxmlformats.org/officeDocument/2006/relationships/image" Target="../media/image3633.png"/><Relationship Id="rId545" Type="http://schemas.openxmlformats.org/officeDocument/2006/relationships/image" Target="../media/image3654.png"/><Relationship Id="rId587" Type="http://schemas.openxmlformats.org/officeDocument/2006/relationships/image" Target="../media/image3675.png"/><Relationship Id="rId710" Type="http://schemas.openxmlformats.org/officeDocument/2006/relationships/image" Target="../media/image3736.png"/><Relationship Id="rId752" Type="http://schemas.openxmlformats.org/officeDocument/2006/relationships/image" Target="../media/image3757.png"/><Relationship Id="rId8" Type="http://schemas.openxmlformats.org/officeDocument/2006/relationships/customXml" Target="../ink/ink3523.xml"/><Relationship Id="rId142" Type="http://schemas.openxmlformats.org/officeDocument/2006/relationships/customXml" Target="../ink/ink3590.xml"/><Relationship Id="rId184" Type="http://schemas.openxmlformats.org/officeDocument/2006/relationships/customXml" Target="../ink/ink3611.xml"/><Relationship Id="rId391" Type="http://schemas.openxmlformats.org/officeDocument/2006/relationships/image" Target="../media/image3577.png"/><Relationship Id="rId405" Type="http://schemas.openxmlformats.org/officeDocument/2006/relationships/image" Target="../media/image3584.png"/><Relationship Id="rId447" Type="http://schemas.openxmlformats.org/officeDocument/2006/relationships/image" Target="../media/image3605.png"/><Relationship Id="rId612" Type="http://schemas.openxmlformats.org/officeDocument/2006/relationships/image" Target="../media/image3687.png"/><Relationship Id="rId251" Type="http://schemas.openxmlformats.org/officeDocument/2006/relationships/customXml" Target="../ink/ink3645.xml"/><Relationship Id="rId489" Type="http://schemas.openxmlformats.org/officeDocument/2006/relationships/image" Target="../media/image3626.png"/><Relationship Id="rId654" Type="http://schemas.openxmlformats.org/officeDocument/2006/relationships/image" Target="../media/image3708.png"/><Relationship Id="rId696" Type="http://schemas.openxmlformats.org/officeDocument/2006/relationships/image" Target="../media/image3729.png"/><Relationship Id="rId46" Type="http://schemas.openxmlformats.org/officeDocument/2006/relationships/customXml" Target="../ink/ink3542.xml"/><Relationship Id="rId293" Type="http://schemas.openxmlformats.org/officeDocument/2006/relationships/customXml" Target="../ink/ink3668.xml"/><Relationship Id="rId307" Type="http://schemas.openxmlformats.org/officeDocument/2006/relationships/customXml" Target="../ink/ink3675.xml"/><Relationship Id="rId349" Type="http://schemas.openxmlformats.org/officeDocument/2006/relationships/customXml" Target="../ink/ink3698.xml"/><Relationship Id="rId514" Type="http://schemas.openxmlformats.org/officeDocument/2006/relationships/customXml" Target="../ink/ink3781.xml"/><Relationship Id="rId556" Type="http://schemas.openxmlformats.org/officeDocument/2006/relationships/customXml" Target="../ink/ink3802.xml"/><Relationship Id="rId721" Type="http://schemas.openxmlformats.org/officeDocument/2006/relationships/customXml" Target="../ink/ink3885.xml"/><Relationship Id="rId763" Type="http://schemas.openxmlformats.org/officeDocument/2006/relationships/customXml" Target="../ink/ink3906.xml"/><Relationship Id="rId88" Type="http://schemas.openxmlformats.org/officeDocument/2006/relationships/customXml" Target="../ink/ink3563.xml"/><Relationship Id="rId111" Type="http://schemas.openxmlformats.org/officeDocument/2006/relationships/image" Target="../media/image3442.png"/><Relationship Id="rId153" Type="http://schemas.openxmlformats.org/officeDocument/2006/relationships/image" Target="../media/image3463.png"/><Relationship Id="rId195" Type="http://schemas.openxmlformats.org/officeDocument/2006/relationships/image" Target="../media/image3484.png"/><Relationship Id="rId209" Type="http://schemas.openxmlformats.org/officeDocument/2006/relationships/image" Target="../media/image3491.png"/><Relationship Id="rId360" Type="http://schemas.openxmlformats.org/officeDocument/2006/relationships/customXml" Target="../ink/ink3704.xml"/><Relationship Id="rId416" Type="http://schemas.openxmlformats.org/officeDocument/2006/relationships/customXml" Target="../ink/ink3732.xml"/><Relationship Id="rId598" Type="http://schemas.openxmlformats.org/officeDocument/2006/relationships/customXml" Target="../ink/ink3823.xml"/><Relationship Id="rId220" Type="http://schemas.openxmlformats.org/officeDocument/2006/relationships/customXml" Target="../ink/ink3629.xml"/><Relationship Id="rId458" Type="http://schemas.openxmlformats.org/officeDocument/2006/relationships/customXml" Target="../ink/ink3753.xml"/><Relationship Id="rId623" Type="http://schemas.openxmlformats.org/officeDocument/2006/relationships/customXml" Target="../ink/ink3836.xml"/><Relationship Id="rId665" Type="http://schemas.openxmlformats.org/officeDocument/2006/relationships/customXml" Target="../ink/ink3857.xml"/><Relationship Id="rId15" Type="http://schemas.openxmlformats.org/officeDocument/2006/relationships/image" Target="../media/image3394.png"/><Relationship Id="rId57" Type="http://schemas.openxmlformats.org/officeDocument/2006/relationships/image" Target="../media/image3415.png"/><Relationship Id="rId262" Type="http://schemas.openxmlformats.org/officeDocument/2006/relationships/customXml" Target="../ink/ink3651.xml"/><Relationship Id="rId318" Type="http://schemas.openxmlformats.org/officeDocument/2006/relationships/customXml" Target="../ink/ink3681.xml"/><Relationship Id="rId525" Type="http://schemas.openxmlformats.org/officeDocument/2006/relationships/image" Target="../media/image3644.png"/><Relationship Id="rId567" Type="http://schemas.openxmlformats.org/officeDocument/2006/relationships/image" Target="../media/image3665.png"/><Relationship Id="rId732" Type="http://schemas.openxmlformats.org/officeDocument/2006/relationships/image" Target="../media/image3747.png"/><Relationship Id="rId99" Type="http://schemas.openxmlformats.org/officeDocument/2006/relationships/image" Target="../media/image3436.png"/><Relationship Id="rId122" Type="http://schemas.openxmlformats.org/officeDocument/2006/relationships/customXml" Target="../ink/ink3580.xml"/><Relationship Id="rId164" Type="http://schemas.openxmlformats.org/officeDocument/2006/relationships/customXml" Target="../ink/ink3601.xml"/><Relationship Id="rId371" Type="http://schemas.openxmlformats.org/officeDocument/2006/relationships/image" Target="../media/image3567.png"/><Relationship Id="rId774" Type="http://schemas.openxmlformats.org/officeDocument/2006/relationships/image" Target="../media/image3768.png"/><Relationship Id="rId427" Type="http://schemas.openxmlformats.org/officeDocument/2006/relationships/image" Target="../media/image3595.png"/><Relationship Id="rId469" Type="http://schemas.openxmlformats.org/officeDocument/2006/relationships/image" Target="../media/image3616.png"/><Relationship Id="rId634" Type="http://schemas.openxmlformats.org/officeDocument/2006/relationships/image" Target="../media/image3698.png"/><Relationship Id="rId676" Type="http://schemas.openxmlformats.org/officeDocument/2006/relationships/image" Target="../media/image3719.png"/><Relationship Id="rId26" Type="http://schemas.openxmlformats.org/officeDocument/2006/relationships/customXml" Target="../ink/ink3532.xml"/><Relationship Id="rId231" Type="http://schemas.openxmlformats.org/officeDocument/2006/relationships/image" Target="../media/image3502.png"/><Relationship Id="rId273" Type="http://schemas.openxmlformats.org/officeDocument/2006/relationships/image" Target="../media/image3522.png"/><Relationship Id="rId329" Type="http://schemas.openxmlformats.org/officeDocument/2006/relationships/customXml" Target="../ink/ink3687.xml"/><Relationship Id="rId480" Type="http://schemas.openxmlformats.org/officeDocument/2006/relationships/customXml" Target="../ink/ink3764.xml"/><Relationship Id="rId536" Type="http://schemas.openxmlformats.org/officeDocument/2006/relationships/customXml" Target="../ink/ink3792.xml"/><Relationship Id="rId701" Type="http://schemas.openxmlformats.org/officeDocument/2006/relationships/customXml" Target="../ink/ink3875.xml"/><Relationship Id="rId68" Type="http://schemas.openxmlformats.org/officeDocument/2006/relationships/customXml" Target="../ink/ink3553.xml"/><Relationship Id="rId133" Type="http://schemas.openxmlformats.org/officeDocument/2006/relationships/image" Target="../media/image3453.png"/><Relationship Id="rId175" Type="http://schemas.openxmlformats.org/officeDocument/2006/relationships/image" Target="../media/image3474.png"/><Relationship Id="rId340" Type="http://schemas.openxmlformats.org/officeDocument/2006/relationships/image" Target="../media/image3552.png"/><Relationship Id="rId578" Type="http://schemas.openxmlformats.org/officeDocument/2006/relationships/customXml" Target="../ink/ink3813.xml"/><Relationship Id="rId743" Type="http://schemas.openxmlformats.org/officeDocument/2006/relationships/customXml" Target="../ink/ink3896.xml"/><Relationship Id="rId200" Type="http://schemas.openxmlformats.org/officeDocument/2006/relationships/customXml" Target="../ink/ink3619.xml"/><Relationship Id="rId382" Type="http://schemas.openxmlformats.org/officeDocument/2006/relationships/customXml" Target="../ink/ink3715.xml"/><Relationship Id="rId438" Type="http://schemas.openxmlformats.org/officeDocument/2006/relationships/customXml" Target="../ink/ink3743.xml"/><Relationship Id="rId603" Type="http://schemas.openxmlformats.org/officeDocument/2006/relationships/image" Target="../media/image3683.png"/><Relationship Id="rId645" Type="http://schemas.openxmlformats.org/officeDocument/2006/relationships/customXml" Target="../ink/ink3847.xml"/><Relationship Id="rId687" Type="http://schemas.openxmlformats.org/officeDocument/2006/relationships/customXml" Target="../ink/ink3868.xml"/><Relationship Id="rId242" Type="http://schemas.openxmlformats.org/officeDocument/2006/relationships/customXml" Target="../ink/ink3640.xml"/><Relationship Id="rId284" Type="http://schemas.openxmlformats.org/officeDocument/2006/relationships/customXml" Target="../ink/ink3663.xml"/><Relationship Id="rId491" Type="http://schemas.openxmlformats.org/officeDocument/2006/relationships/image" Target="../media/image3627.png"/><Relationship Id="rId505" Type="http://schemas.openxmlformats.org/officeDocument/2006/relationships/image" Target="../media/image3634.png"/><Relationship Id="rId712" Type="http://schemas.openxmlformats.org/officeDocument/2006/relationships/image" Target="../media/image3737.png"/><Relationship Id="rId37" Type="http://schemas.openxmlformats.org/officeDocument/2006/relationships/image" Target="../media/image3405.png"/><Relationship Id="rId79" Type="http://schemas.openxmlformats.org/officeDocument/2006/relationships/image" Target="../media/image3426.png"/><Relationship Id="rId102" Type="http://schemas.openxmlformats.org/officeDocument/2006/relationships/customXml" Target="../ink/ink3570.xml"/><Relationship Id="rId144" Type="http://schemas.openxmlformats.org/officeDocument/2006/relationships/customXml" Target="../ink/ink3591.xml"/><Relationship Id="rId547" Type="http://schemas.openxmlformats.org/officeDocument/2006/relationships/image" Target="../media/image3655.png"/><Relationship Id="rId589" Type="http://schemas.openxmlformats.org/officeDocument/2006/relationships/image" Target="../media/image3676.png"/><Relationship Id="rId754" Type="http://schemas.openxmlformats.org/officeDocument/2006/relationships/image" Target="../media/image3758.png"/><Relationship Id="rId90" Type="http://schemas.openxmlformats.org/officeDocument/2006/relationships/customXml" Target="../ink/ink3564.xml"/><Relationship Id="rId186" Type="http://schemas.openxmlformats.org/officeDocument/2006/relationships/customXml" Target="../ink/ink3612.xml"/><Relationship Id="rId351" Type="http://schemas.openxmlformats.org/officeDocument/2006/relationships/customXml" Target="../ink/ink3699.xml"/><Relationship Id="rId393" Type="http://schemas.openxmlformats.org/officeDocument/2006/relationships/image" Target="../media/image3578.png"/><Relationship Id="rId407" Type="http://schemas.openxmlformats.org/officeDocument/2006/relationships/image" Target="../media/image3585.png"/><Relationship Id="rId449" Type="http://schemas.openxmlformats.org/officeDocument/2006/relationships/image" Target="../media/image3606.png"/><Relationship Id="rId614" Type="http://schemas.openxmlformats.org/officeDocument/2006/relationships/image" Target="../media/image3688.png"/><Relationship Id="rId656" Type="http://schemas.openxmlformats.org/officeDocument/2006/relationships/image" Target="../media/image3709.png"/><Relationship Id="rId211" Type="http://schemas.openxmlformats.org/officeDocument/2006/relationships/image" Target="../media/image3492.png"/><Relationship Id="rId253" Type="http://schemas.openxmlformats.org/officeDocument/2006/relationships/customXml" Target="../ink/ink3646.xml"/><Relationship Id="rId295" Type="http://schemas.openxmlformats.org/officeDocument/2006/relationships/customXml" Target="../ink/ink3669.xml"/><Relationship Id="rId309" Type="http://schemas.openxmlformats.org/officeDocument/2006/relationships/customXml" Target="../ink/ink3676.xml"/><Relationship Id="rId460" Type="http://schemas.openxmlformats.org/officeDocument/2006/relationships/customXml" Target="../ink/ink3754.xml"/><Relationship Id="rId516" Type="http://schemas.openxmlformats.org/officeDocument/2006/relationships/customXml" Target="../ink/ink3782.xml"/><Relationship Id="rId698" Type="http://schemas.openxmlformats.org/officeDocument/2006/relationships/image" Target="../media/image3730.png"/><Relationship Id="rId48" Type="http://schemas.openxmlformats.org/officeDocument/2006/relationships/customXml" Target="../ink/ink3543.xml"/><Relationship Id="rId113" Type="http://schemas.openxmlformats.org/officeDocument/2006/relationships/image" Target="../media/image3443.png"/><Relationship Id="rId320" Type="http://schemas.openxmlformats.org/officeDocument/2006/relationships/customXml" Target="../ink/ink3682.xml"/><Relationship Id="rId558" Type="http://schemas.openxmlformats.org/officeDocument/2006/relationships/customXml" Target="../ink/ink3803.xml"/><Relationship Id="rId723" Type="http://schemas.openxmlformats.org/officeDocument/2006/relationships/customXml" Target="../ink/ink3886.xml"/><Relationship Id="rId765" Type="http://schemas.openxmlformats.org/officeDocument/2006/relationships/customXml" Target="../ink/ink3907.xml"/><Relationship Id="rId155" Type="http://schemas.openxmlformats.org/officeDocument/2006/relationships/image" Target="../media/image3464.png"/><Relationship Id="rId197" Type="http://schemas.openxmlformats.org/officeDocument/2006/relationships/image" Target="../media/image3485.png"/><Relationship Id="rId362" Type="http://schemas.openxmlformats.org/officeDocument/2006/relationships/customXml" Target="../ink/ink3705.xml"/><Relationship Id="rId418" Type="http://schemas.openxmlformats.org/officeDocument/2006/relationships/customXml" Target="../ink/ink3733.xml"/><Relationship Id="rId625" Type="http://schemas.openxmlformats.org/officeDocument/2006/relationships/customXml" Target="../ink/ink3837.xml"/><Relationship Id="rId222" Type="http://schemas.openxmlformats.org/officeDocument/2006/relationships/customXml" Target="../ink/ink3630.xml"/><Relationship Id="rId264" Type="http://schemas.openxmlformats.org/officeDocument/2006/relationships/customXml" Target="../ink/ink3652.xml"/><Relationship Id="rId471" Type="http://schemas.openxmlformats.org/officeDocument/2006/relationships/image" Target="../media/image3617.png"/><Relationship Id="rId667" Type="http://schemas.openxmlformats.org/officeDocument/2006/relationships/customXml" Target="../ink/ink3858.xml"/><Relationship Id="rId17" Type="http://schemas.openxmlformats.org/officeDocument/2006/relationships/image" Target="../media/image3395.png"/><Relationship Id="rId59" Type="http://schemas.openxmlformats.org/officeDocument/2006/relationships/image" Target="../media/image3416.png"/><Relationship Id="rId124" Type="http://schemas.openxmlformats.org/officeDocument/2006/relationships/customXml" Target="../ink/ink3581.xml"/><Relationship Id="rId527" Type="http://schemas.openxmlformats.org/officeDocument/2006/relationships/image" Target="../media/image3645.png"/><Relationship Id="rId569" Type="http://schemas.openxmlformats.org/officeDocument/2006/relationships/image" Target="../media/image3666.png"/><Relationship Id="rId734" Type="http://schemas.openxmlformats.org/officeDocument/2006/relationships/image" Target="../media/image3748.png"/><Relationship Id="rId70" Type="http://schemas.openxmlformats.org/officeDocument/2006/relationships/customXml" Target="../ink/ink3554.xml"/><Relationship Id="rId166" Type="http://schemas.openxmlformats.org/officeDocument/2006/relationships/customXml" Target="../ink/ink3602.xml"/><Relationship Id="rId331" Type="http://schemas.openxmlformats.org/officeDocument/2006/relationships/customXml" Target="../ink/ink3689.xml"/><Relationship Id="rId373" Type="http://schemas.openxmlformats.org/officeDocument/2006/relationships/image" Target="../media/image3568.png"/><Relationship Id="rId429" Type="http://schemas.openxmlformats.org/officeDocument/2006/relationships/image" Target="../media/image3596.png"/><Relationship Id="rId580" Type="http://schemas.openxmlformats.org/officeDocument/2006/relationships/customXml" Target="../ink/ink3814.xml"/><Relationship Id="rId636" Type="http://schemas.openxmlformats.org/officeDocument/2006/relationships/image" Target="../media/image3699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3503.png"/><Relationship Id="rId440" Type="http://schemas.openxmlformats.org/officeDocument/2006/relationships/customXml" Target="../ink/ink3744.xml"/><Relationship Id="rId678" Type="http://schemas.openxmlformats.org/officeDocument/2006/relationships/image" Target="../media/image3720.png"/><Relationship Id="rId28" Type="http://schemas.openxmlformats.org/officeDocument/2006/relationships/customXml" Target="../ink/ink3533.xml"/><Relationship Id="rId275" Type="http://schemas.openxmlformats.org/officeDocument/2006/relationships/image" Target="../media/image3523.png"/><Relationship Id="rId300" Type="http://schemas.openxmlformats.org/officeDocument/2006/relationships/image" Target="../media/image3534.png"/><Relationship Id="rId482" Type="http://schemas.openxmlformats.org/officeDocument/2006/relationships/customXml" Target="../ink/ink3765.xml"/><Relationship Id="rId538" Type="http://schemas.openxmlformats.org/officeDocument/2006/relationships/customXml" Target="../ink/ink3793.xml"/><Relationship Id="rId703" Type="http://schemas.openxmlformats.org/officeDocument/2006/relationships/customXml" Target="../ink/ink3876.xml"/><Relationship Id="rId745" Type="http://schemas.openxmlformats.org/officeDocument/2006/relationships/customXml" Target="../ink/ink3897.xml"/><Relationship Id="rId81" Type="http://schemas.openxmlformats.org/officeDocument/2006/relationships/image" Target="../media/image3427.png"/><Relationship Id="rId135" Type="http://schemas.openxmlformats.org/officeDocument/2006/relationships/image" Target="../media/image3454.png"/><Relationship Id="rId177" Type="http://schemas.openxmlformats.org/officeDocument/2006/relationships/image" Target="../media/image3475.png"/><Relationship Id="rId342" Type="http://schemas.openxmlformats.org/officeDocument/2006/relationships/image" Target="../media/image3553.png"/><Relationship Id="rId384" Type="http://schemas.openxmlformats.org/officeDocument/2006/relationships/customXml" Target="../ink/ink3716.xml"/><Relationship Id="rId591" Type="http://schemas.openxmlformats.org/officeDocument/2006/relationships/image" Target="../media/image3677.png"/><Relationship Id="rId605" Type="http://schemas.openxmlformats.org/officeDocument/2006/relationships/image" Target="../media/image3684.png"/><Relationship Id="rId202" Type="http://schemas.openxmlformats.org/officeDocument/2006/relationships/customXml" Target="../ink/ink3620.xml"/><Relationship Id="rId244" Type="http://schemas.openxmlformats.org/officeDocument/2006/relationships/customXml" Target="../ink/ink3641.xml"/><Relationship Id="rId647" Type="http://schemas.openxmlformats.org/officeDocument/2006/relationships/customXml" Target="../ink/ink3848.xml"/><Relationship Id="rId689" Type="http://schemas.openxmlformats.org/officeDocument/2006/relationships/customXml" Target="../ink/ink3869.xml"/><Relationship Id="rId39" Type="http://schemas.openxmlformats.org/officeDocument/2006/relationships/image" Target="../media/image3406.png"/><Relationship Id="rId286" Type="http://schemas.openxmlformats.org/officeDocument/2006/relationships/customXml" Target="../ink/ink3664.xml"/><Relationship Id="rId451" Type="http://schemas.openxmlformats.org/officeDocument/2006/relationships/image" Target="../media/image3607.png"/><Relationship Id="rId493" Type="http://schemas.openxmlformats.org/officeDocument/2006/relationships/image" Target="../media/image3628.png"/><Relationship Id="rId507" Type="http://schemas.openxmlformats.org/officeDocument/2006/relationships/image" Target="../media/image3635.png"/><Relationship Id="rId549" Type="http://schemas.openxmlformats.org/officeDocument/2006/relationships/image" Target="../media/image3656.png"/><Relationship Id="rId714" Type="http://schemas.openxmlformats.org/officeDocument/2006/relationships/image" Target="../media/image3738.png"/><Relationship Id="rId756" Type="http://schemas.openxmlformats.org/officeDocument/2006/relationships/image" Target="../media/image3759.png"/><Relationship Id="rId50" Type="http://schemas.openxmlformats.org/officeDocument/2006/relationships/customXml" Target="../ink/ink3544.xml"/><Relationship Id="rId104" Type="http://schemas.openxmlformats.org/officeDocument/2006/relationships/customXml" Target="../ink/ink3571.xml"/><Relationship Id="rId146" Type="http://schemas.openxmlformats.org/officeDocument/2006/relationships/customXml" Target="../ink/ink3592.xml"/><Relationship Id="rId188" Type="http://schemas.openxmlformats.org/officeDocument/2006/relationships/customXml" Target="../ink/ink3613.xml"/><Relationship Id="rId311" Type="http://schemas.openxmlformats.org/officeDocument/2006/relationships/image" Target="../media/image3539.png"/><Relationship Id="rId353" Type="http://schemas.openxmlformats.org/officeDocument/2006/relationships/customXml" Target="../ink/ink3700.xml"/><Relationship Id="rId395" Type="http://schemas.openxmlformats.org/officeDocument/2006/relationships/image" Target="../media/image3579.png"/><Relationship Id="rId409" Type="http://schemas.openxmlformats.org/officeDocument/2006/relationships/image" Target="../media/image3586.png"/><Relationship Id="rId560" Type="http://schemas.openxmlformats.org/officeDocument/2006/relationships/customXml" Target="../ink/ink3804.xml"/><Relationship Id="rId92" Type="http://schemas.openxmlformats.org/officeDocument/2006/relationships/customXml" Target="../ink/ink3565.xml"/><Relationship Id="rId213" Type="http://schemas.openxmlformats.org/officeDocument/2006/relationships/image" Target="../media/image3493.png"/><Relationship Id="rId420" Type="http://schemas.openxmlformats.org/officeDocument/2006/relationships/customXml" Target="../ink/ink3734.xml"/><Relationship Id="rId616" Type="http://schemas.openxmlformats.org/officeDocument/2006/relationships/image" Target="../media/image3689.png"/><Relationship Id="rId658" Type="http://schemas.openxmlformats.org/officeDocument/2006/relationships/image" Target="../media/image3710.png"/><Relationship Id="rId255" Type="http://schemas.openxmlformats.org/officeDocument/2006/relationships/customXml" Target="../ink/ink3647.xml"/><Relationship Id="rId297" Type="http://schemas.openxmlformats.org/officeDocument/2006/relationships/customXml" Target="../ink/ink3670.xml"/><Relationship Id="rId462" Type="http://schemas.openxmlformats.org/officeDocument/2006/relationships/customXml" Target="../ink/ink3755.xml"/><Relationship Id="rId518" Type="http://schemas.openxmlformats.org/officeDocument/2006/relationships/customXml" Target="../ink/ink3783.xml"/><Relationship Id="rId725" Type="http://schemas.openxmlformats.org/officeDocument/2006/relationships/customXml" Target="../ink/ink3887.xml"/><Relationship Id="rId115" Type="http://schemas.openxmlformats.org/officeDocument/2006/relationships/image" Target="../media/image3444.png"/><Relationship Id="rId157" Type="http://schemas.openxmlformats.org/officeDocument/2006/relationships/image" Target="../media/image3465.png"/><Relationship Id="rId322" Type="http://schemas.openxmlformats.org/officeDocument/2006/relationships/customXml" Target="../ink/ink3683.xml"/><Relationship Id="rId364" Type="http://schemas.openxmlformats.org/officeDocument/2006/relationships/customXml" Target="../ink/ink3706.xml"/><Relationship Id="rId767" Type="http://schemas.openxmlformats.org/officeDocument/2006/relationships/customXml" Target="../ink/ink3908.xml"/><Relationship Id="rId61" Type="http://schemas.openxmlformats.org/officeDocument/2006/relationships/image" Target="../media/image3417.png"/><Relationship Id="rId199" Type="http://schemas.openxmlformats.org/officeDocument/2006/relationships/image" Target="../media/image3486.png"/><Relationship Id="rId571" Type="http://schemas.openxmlformats.org/officeDocument/2006/relationships/image" Target="../media/image3667.png"/><Relationship Id="rId627" Type="http://schemas.openxmlformats.org/officeDocument/2006/relationships/customXml" Target="../ink/ink3838.xml"/><Relationship Id="rId669" Type="http://schemas.openxmlformats.org/officeDocument/2006/relationships/customXml" Target="../ink/ink3859.xml"/><Relationship Id="rId19" Type="http://schemas.openxmlformats.org/officeDocument/2006/relationships/image" Target="../media/image3396.png"/><Relationship Id="rId224" Type="http://schemas.openxmlformats.org/officeDocument/2006/relationships/customXml" Target="../ink/ink3631.xml"/><Relationship Id="rId266" Type="http://schemas.openxmlformats.org/officeDocument/2006/relationships/customXml" Target="../ink/ink3653.xml"/><Relationship Id="rId431" Type="http://schemas.openxmlformats.org/officeDocument/2006/relationships/image" Target="../media/image3597.png"/><Relationship Id="rId473" Type="http://schemas.openxmlformats.org/officeDocument/2006/relationships/image" Target="../media/image3618.png"/><Relationship Id="rId529" Type="http://schemas.openxmlformats.org/officeDocument/2006/relationships/image" Target="../media/image3646.png"/><Relationship Id="rId680" Type="http://schemas.openxmlformats.org/officeDocument/2006/relationships/image" Target="../media/image3721.png"/><Relationship Id="rId736" Type="http://schemas.openxmlformats.org/officeDocument/2006/relationships/image" Target="../media/image3749.png"/><Relationship Id="rId30" Type="http://schemas.openxmlformats.org/officeDocument/2006/relationships/customXml" Target="../ink/ink3534.xml"/><Relationship Id="rId126" Type="http://schemas.openxmlformats.org/officeDocument/2006/relationships/customXml" Target="../ink/ink3582.xml"/><Relationship Id="rId168" Type="http://schemas.openxmlformats.org/officeDocument/2006/relationships/customXml" Target="../ink/ink3603.xml"/><Relationship Id="rId333" Type="http://schemas.openxmlformats.org/officeDocument/2006/relationships/customXml" Target="../ink/ink3690.xml"/><Relationship Id="rId540" Type="http://schemas.openxmlformats.org/officeDocument/2006/relationships/customXml" Target="../ink/ink3794.xml"/><Relationship Id="rId72" Type="http://schemas.openxmlformats.org/officeDocument/2006/relationships/customXml" Target="../ink/ink3555.xml"/><Relationship Id="rId375" Type="http://schemas.openxmlformats.org/officeDocument/2006/relationships/image" Target="../media/image3569.png"/><Relationship Id="rId582" Type="http://schemas.openxmlformats.org/officeDocument/2006/relationships/customXml" Target="../ink/ink3815.xml"/><Relationship Id="rId638" Type="http://schemas.openxmlformats.org/officeDocument/2006/relationships/image" Target="../media/image3700.png"/><Relationship Id="rId3" Type="http://schemas.openxmlformats.org/officeDocument/2006/relationships/image" Target="../media/image3388.png"/><Relationship Id="rId235" Type="http://schemas.openxmlformats.org/officeDocument/2006/relationships/image" Target="../media/image3504.png"/><Relationship Id="rId277" Type="http://schemas.openxmlformats.org/officeDocument/2006/relationships/image" Target="../media/image3524.png"/><Relationship Id="rId400" Type="http://schemas.openxmlformats.org/officeDocument/2006/relationships/customXml" Target="../ink/ink3724.xml"/><Relationship Id="rId442" Type="http://schemas.openxmlformats.org/officeDocument/2006/relationships/customXml" Target="../ink/ink3745.xml"/><Relationship Id="rId484" Type="http://schemas.openxmlformats.org/officeDocument/2006/relationships/customXml" Target="../ink/ink3766.xml"/><Relationship Id="rId705" Type="http://schemas.openxmlformats.org/officeDocument/2006/relationships/customXml" Target="../ink/ink3877.xml"/><Relationship Id="rId137" Type="http://schemas.openxmlformats.org/officeDocument/2006/relationships/image" Target="../media/image3455.png"/><Relationship Id="rId302" Type="http://schemas.openxmlformats.org/officeDocument/2006/relationships/image" Target="../media/image3535.png"/><Relationship Id="rId344" Type="http://schemas.openxmlformats.org/officeDocument/2006/relationships/image" Target="../media/image3554.png"/><Relationship Id="rId691" Type="http://schemas.openxmlformats.org/officeDocument/2006/relationships/customXml" Target="../ink/ink3870.xml"/><Relationship Id="rId747" Type="http://schemas.openxmlformats.org/officeDocument/2006/relationships/customXml" Target="../ink/ink3898.xml"/><Relationship Id="rId41" Type="http://schemas.openxmlformats.org/officeDocument/2006/relationships/image" Target="../media/image3407.png"/><Relationship Id="rId83" Type="http://schemas.openxmlformats.org/officeDocument/2006/relationships/image" Target="../media/image3428.png"/><Relationship Id="rId179" Type="http://schemas.openxmlformats.org/officeDocument/2006/relationships/image" Target="../media/image3476.png"/><Relationship Id="rId386" Type="http://schemas.openxmlformats.org/officeDocument/2006/relationships/customXml" Target="../ink/ink3717.xml"/><Relationship Id="rId551" Type="http://schemas.openxmlformats.org/officeDocument/2006/relationships/image" Target="../media/image3657.png"/><Relationship Id="rId593" Type="http://schemas.openxmlformats.org/officeDocument/2006/relationships/image" Target="../media/image3678.png"/><Relationship Id="rId607" Type="http://schemas.openxmlformats.org/officeDocument/2006/relationships/customXml" Target="../ink/ink3828.xml"/><Relationship Id="rId649" Type="http://schemas.openxmlformats.org/officeDocument/2006/relationships/customXml" Target="../ink/ink3849.xml"/><Relationship Id="rId190" Type="http://schemas.openxmlformats.org/officeDocument/2006/relationships/customXml" Target="../ink/ink3614.xml"/><Relationship Id="rId204" Type="http://schemas.openxmlformats.org/officeDocument/2006/relationships/customXml" Target="../ink/ink3621.xml"/><Relationship Id="rId246" Type="http://schemas.openxmlformats.org/officeDocument/2006/relationships/image" Target="../media/image3509.png"/><Relationship Id="rId288" Type="http://schemas.openxmlformats.org/officeDocument/2006/relationships/customXml" Target="../ink/ink3665.xml"/><Relationship Id="rId411" Type="http://schemas.openxmlformats.org/officeDocument/2006/relationships/image" Target="../media/image3587.png"/><Relationship Id="rId453" Type="http://schemas.openxmlformats.org/officeDocument/2006/relationships/image" Target="../media/image3608.png"/><Relationship Id="rId509" Type="http://schemas.openxmlformats.org/officeDocument/2006/relationships/image" Target="../media/image3636.png"/><Relationship Id="rId660" Type="http://schemas.openxmlformats.org/officeDocument/2006/relationships/image" Target="../media/image3711.png"/><Relationship Id="rId106" Type="http://schemas.openxmlformats.org/officeDocument/2006/relationships/customXml" Target="../ink/ink3572.xml"/><Relationship Id="rId313" Type="http://schemas.openxmlformats.org/officeDocument/2006/relationships/image" Target="../media/image3540.png"/><Relationship Id="rId495" Type="http://schemas.openxmlformats.org/officeDocument/2006/relationships/image" Target="../media/image3629.png"/><Relationship Id="rId716" Type="http://schemas.openxmlformats.org/officeDocument/2006/relationships/image" Target="../media/image3739.png"/><Relationship Id="rId758" Type="http://schemas.openxmlformats.org/officeDocument/2006/relationships/image" Target="../media/image3760.png"/><Relationship Id="rId10" Type="http://schemas.openxmlformats.org/officeDocument/2006/relationships/customXml" Target="../ink/ink3524.xml"/><Relationship Id="rId52" Type="http://schemas.openxmlformats.org/officeDocument/2006/relationships/customXml" Target="../ink/ink3545.xml"/><Relationship Id="rId94" Type="http://schemas.openxmlformats.org/officeDocument/2006/relationships/customXml" Target="../ink/ink3566.xml"/><Relationship Id="rId148" Type="http://schemas.openxmlformats.org/officeDocument/2006/relationships/customXml" Target="../ink/ink3593.xml"/><Relationship Id="rId355" Type="http://schemas.openxmlformats.org/officeDocument/2006/relationships/image" Target="../media/image3559.png"/><Relationship Id="rId397" Type="http://schemas.openxmlformats.org/officeDocument/2006/relationships/image" Target="../media/image3580.png"/><Relationship Id="rId520" Type="http://schemas.openxmlformats.org/officeDocument/2006/relationships/customXml" Target="../ink/ink3784.xml"/><Relationship Id="rId562" Type="http://schemas.openxmlformats.org/officeDocument/2006/relationships/customXml" Target="../ink/ink3805.xml"/><Relationship Id="rId618" Type="http://schemas.openxmlformats.org/officeDocument/2006/relationships/image" Target="../media/image3690.png"/><Relationship Id="rId215" Type="http://schemas.openxmlformats.org/officeDocument/2006/relationships/image" Target="../media/image3494.png"/><Relationship Id="rId257" Type="http://schemas.openxmlformats.org/officeDocument/2006/relationships/customXml" Target="../ink/ink3648.xml"/><Relationship Id="rId422" Type="http://schemas.openxmlformats.org/officeDocument/2006/relationships/customXml" Target="../ink/ink3735.xml"/><Relationship Id="rId464" Type="http://schemas.openxmlformats.org/officeDocument/2006/relationships/customXml" Target="../ink/ink3756.xml"/><Relationship Id="rId299" Type="http://schemas.openxmlformats.org/officeDocument/2006/relationships/customXml" Target="../ink/ink3671.xml"/><Relationship Id="rId727" Type="http://schemas.openxmlformats.org/officeDocument/2006/relationships/customXml" Target="../ink/ink3888.xml"/><Relationship Id="rId63" Type="http://schemas.openxmlformats.org/officeDocument/2006/relationships/image" Target="../media/image3418.png"/><Relationship Id="rId159" Type="http://schemas.openxmlformats.org/officeDocument/2006/relationships/image" Target="../media/image3466.png"/><Relationship Id="rId366" Type="http://schemas.openxmlformats.org/officeDocument/2006/relationships/customXml" Target="../ink/ink3707.xml"/><Relationship Id="rId573" Type="http://schemas.openxmlformats.org/officeDocument/2006/relationships/image" Target="../media/image3668.png"/><Relationship Id="rId226" Type="http://schemas.openxmlformats.org/officeDocument/2006/relationships/customXml" Target="../ink/ink3632.xml"/><Relationship Id="rId433" Type="http://schemas.openxmlformats.org/officeDocument/2006/relationships/image" Target="../media/image3598.png"/><Relationship Id="rId640" Type="http://schemas.openxmlformats.org/officeDocument/2006/relationships/image" Target="../media/image3701.png"/><Relationship Id="rId738" Type="http://schemas.openxmlformats.org/officeDocument/2006/relationships/image" Target="../media/image3750.png"/><Relationship Id="rId74" Type="http://schemas.openxmlformats.org/officeDocument/2006/relationships/customXml" Target="../ink/ink3556.xml"/><Relationship Id="rId377" Type="http://schemas.openxmlformats.org/officeDocument/2006/relationships/image" Target="../media/image3570.png"/><Relationship Id="rId500" Type="http://schemas.openxmlformats.org/officeDocument/2006/relationships/customXml" Target="../ink/ink3774.xml"/><Relationship Id="rId584" Type="http://schemas.openxmlformats.org/officeDocument/2006/relationships/customXml" Target="../ink/ink3816.xml"/><Relationship Id="rId5" Type="http://schemas.openxmlformats.org/officeDocument/2006/relationships/image" Target="../media/image3389.png"/><Relationship Id="rId237" Type="http://schemas.openxmlformats.org/officeDocument/2006/relationships/image" Target="../media/image3505.png"/><Relationship Id="rId444" Type="http://schemas.openxmlformats.org/officeDocument/2006/relationships/customXml" Target="../ink/ink3746.xml"/><Relationship Id="rId651" Type="http://schemas.openxmlformats.org/officeDocument/2006/relationships/customXml" Target="../ink/ink3850.xml"/><Relationship Id="rId749" Type="http://schemas.openxmlformats.org/officeDocument/2006/relationships/customXml" Target="../ink/ink3899.xml"/><Relationship Id="rId290" Type="http://schemas.openxmlformats.org/officeDocument/2006/relationships/image" Target="../media/image3529.png"/><Relationship Id="rId304" Type="http://schemas.openxmlformats.org/officeDocument/2006/relationships/image" Target="../media/image3536.png"/><Relationship Id="rId388" Type="http://schemas.openxmlformats.org/officeDocument/2006/relationships/customXml" Target="../ink/ink3718.xml"/><Relationship Id="rId511" Type="http://schemas.openxmlformats.org/officeDocument/2006/relationships/image" Target="../media/image3637.png"/><Relationship Id="rId609" Type="http://schemas.openxmlformats.org/officeDocument/2006/relationships/customXml" Target="../ink/ink3829.xml"/><Relationship Id="rId85" Type="http://schemas.openxmlformats.org/officeDocument/2006/relationships/image" Target="../media/image3429.png"/><Relationship Id="rId150" Type="http://schemas.openxmlformats.org/officeDocument/2006/relationships/customXml" Target="../ink/ink3594.xml"/><Relationship Id="rId595" Type="http://schemas.openxmlformats.org/officeDocument/2006/relationships/image" Target="../media/image3679.png"/><Relationship Id="rId248" Type="http://schemas.openxmlformats.org/officeDocument/2006/relationships/image" Target="../media/image3510.png"/><Relationship Id="rId455" Type="http://schemas.openxmlformats.org/officeDocument/2006/relationships/image" Target="../media/image3609.png"/><Relationship Id="rId662" Type="http://schemas.openxmlformats.org/officeDocument/2006/relationships/image" Target="../media/image3712.png"/><Relationship Id="rId12" Type="http://schemas.openxmlformats.org/officeDocument/2006/relationships/customXml" Target="../ink/ink3525.xml"/><Relationship Id="rId108" Type="http://schemas.openxmlformats.org/officeDocument/2006/relationships/customXml" Target="../ink/ink3573.xml"/><Relationship Id="rId315" Type="http://schemas.openxmlformats.org/officeDocument/2006/relationships/image" Target="../media/image3541.png"/><Relationship Id="rId522" Type="http://schemas.openxmlformats.org/officeDocument/2006/relationships/customXml" Target="../ink/ink3785.xml"/><Relationship Id="rId96" Type="http://schemas.openxmlformats.org/officeDocument/2006/relationships/customXml" Target="../ink/ink3567.xml"/><Relationship Id="rId161" Type="http://schemas.openxmlformats.org/officeDocument/2006/relationships/image" Target="../media/image3467.png"/><Relationship Id="rId399" Type="http://schemas.openxmlformats.org/officeDocument/2006/relationships/image" Target="../media/image3581.png"/><Relationship Id="rId259" Type="http://schemas.openxmlformats.org/officeDocument/2006/relationships/image" Target="../media/image3515.png"/><Relationship Id="rId466" Type="http://schemas.openxmlformats.org/officeDocument/2006/relationships/customXml" Target="../ink/ink3757.xml"/><Relationship Id="rId673" Type="http://schemas.openxmlformats.org/officeDocument/2006/relationships/customXml" Target="../ink/ink3861.xml"/><Relationship Id="rId23" Type="http://schemas.openxmlformats.org/officeDocument/2006/relationships/image" Target="../media/image3398.png"/><Relationship Id="rId119" Type="http://schemas.openxmlformats.org/officeDocument/2006/relationships/image" Target="../media/image3446.png"/><Relationship Id="rId326" Type="http://schemas.openxmlformats.org/officeDocument/2006/relationships/image" Target="../media/image3546.png"/><Relationship Id="rId533" Type="http://schemas.openxmlformats.org/officeDocument/2006/relationships/image" Target="../media/image3648.png"/><Relationship Id="rId740" Type="http://schemas.openxmlformats.org/officeDocument/2006/relationships/image" Target="../media/image3751.png"/><Relationship Id="rId172" Type="http://schemas.openxmlformats.org/officeDocument/2006/relationships/customXml" Target="../ink/ink3605.xml"/><Relationship Id="rId477" Type="http://schemas.openxmlformats.org/officeDocument/2006/relationships/image" Target="../media/image3620.png"/><Relationship Id="rId600" Type="http://schemas.openxmlformats.org/officeDocument/2006/relationships/customXml" Target="../ink/ink3824.xml"/><Relationship Id="rId684" Type="http://schemas.openxmlformats.org/officeDocument/2006/relationships/image" Target="../media/image3723.png"/><Relationship Id="rId337" Type="http://schemas.openxmlformats.org/officeDocument/2006/relationships/customXml" Target="../ink/ink3692.xml"/><Relationship Id="rId34" Type="http://schemas.openxmlformats.org/officeDocument/2006/relationships/customXml" Target="../ink/ink3536.xml"/><Relationship Id="rId544" Type="http://schemas.openxmlformats.org/officeDocument/2006/relationships/customXml" Target="../ink/ink3796.xml"/><Relationship Id="rId751" Type="http://schemas.openxmlformats.org/officeDocument/2006/relationships/customXml" Target="../ink/ink3900.xml"/><Relationship Id="rId183" Type="http://schemas.openxmlformats.org/officeDocument/2006/relationships/image" Target="../media/image3478.png"/><Relationship Id="rId390" Type="http://schemas.openxmlformats.org/officeDocument/2006/relationships/customXml" Target="../ink/ink3719.xml"/><Relationship Id="rId404" Type="http://schemas.openxmlformats.org/officeDocument/2006/relationships/customXml" Target="../ink/ink3726.xml"/><Relationship Id="rId611" Type="http://schemas.openxmlformats.org/officeDocument/2006/relationships/customXml" Target="../ink/ink3830.xml"/><Relationship Id="rId250" Type="http://schemas.openxmlformats.org/officeDocument/2006/relationships/image" Target="../media/image3511.png"/><Relationship Id="rId488" Type="http://schemas.openxmlformats.org/officeDocument/2006/relationships/customXml" Target="../ink/ink3768.xml"/><Relationship Id="rId695" Type="http://schemas.openxmlformats.org/officeDocument/2006/relationships/customXml" Target="../ink/ink3872.xml"/><Relationship Id="rId709" Type="http://schemas.openxmlformats.org/officeDocument/2006/relationships/customXml" Target="../ink/ink3879.xml"/><Relationship Id="rId45" Type="http://schemas.openxmlformats.org/officeDocument/2006/relationships/image" Target="../media/image3409.png"/><Relationship Id="rId110" Type="http://schemas.openxmlformats.org/officeDocument/2006/relationships/customXml" Target="../ink/ink3574.xml"/><Relationship Id="rId348" Type="http://schemas.openxmlformats.org/officeDocument/2006/relationships/image" Target="../media/image3556.png"/><Relationship Id="rId555" Type="http://schemas.openxmlformats.org/officeDocument/2006/relationships/image" Target="../media/image3659.png"/><Relationship Id="rId762" Type="http://schemas.openxmlformats.org/officeDocument/2006/relationships/image" Target="../media/image3762.png"/><Relationship Id="rId194" Type="http://schemas.openxmlformats.org/officeDocument/2006/relationships/customXml" Target="../ink/ink3616.xml"/><Relationship Id="rId208" Type="http://schemas.openxmlformats.org/officeDocument/2006/relationships/customXml" Target="../ink/ink3623.xml"/><Relationship Id="rId415" Type="http://schemas.openxmlformats.org/officeDocument/2006/relationships/image" Target="../media/image3589.png"/><Relationship Id="rId622" Type="http://schemas.openxmlformats.org/officeDocument/2006/relationships/image" Target="../media/image3692.png"/><Relationship Id="rId261" Type="http://schemas.openxmlformats.org/officeDocument/2006/relationships/image" Target="../media/image3516.png"/><Relationship Id="rId499" Type="http://schemas.openxmlformats.org/officeDocument/2006/relationships/image" Target="../media/image3631.png"/><Relationship Id="rId56" Type="http://schemas.openxmlformats.org/officeDocument/2006/relationships/customXml" Target="../ink/ink3547.xml"/><Relationship Id="rId359" Type="http://schemas.openxmlformats.org/officeDocument/2006/relationships/image" Target="../media/image3561.png"/><Relationship Id="rId566" Type="http://schemas.openxmlformats.org/officeDocument/2006/relationships/customXml" Target="../ink/ink3807.xml"/><Relationship Id="rId773" Type="http://schemas.openxmlformats.org/officeDocument/2006/relationships/customXml" Target="../ink/ink3911.xml"/><Relationship Id="rId121" Type="http://schemas.openxmlformats.org/officeDocument/2006/relationships/image" Target="../media/image3447.png"/><Relationship Id="rId219" Type="http://schemas.openxmlformats.org/officeDocument/2006/relationships/image" Target="../media/image3496.png"/><Relationship Id="rId426" Type="http://schemas.openxmlformats.org/officeDocument/2006/relationships/customXml" Target="../ink/ink3737.xml"/><Relationship Id="rId633" Type="http://schemas.openxmlformats.org/officeDocument/2006/relationships/customXml" Target="../ink/ink3841.xml"/><Relationship Id="rId67" Type="http://schemas.openxmlformats.org/officeDocument/2006/relationships/image" Target="../media/image3420.png"/><Relationship Id="rId272" Type="http://schemas.openxmlformats.org/officeDocument/2006/relationships/customXml" Target="../ink/ink3656.xml"/><Relationship Id="rId577" Type="http://schemas.openxmlformats.org/officeDocument/2006/relationships/image" Target="../media/image3670.png"/><Relationship Id="rId700" Type="http://schemas.openxmlformats.org/officeDocument/2006/relationships/image" Target="../media/image3731.png"/><Relationship Id="rId132" Type="http://schemas.openxmlformats.org/officeDocument/2006/relationships/customXml" Target="../ink/ink3585.xml"/><Relationship Id="rId437" Type="http://schemas.openxmlformats.org/officeDocument/2006/relationships/image" Target="../media/image3600.png"/><Relationship Id="rId644" Type="http://schemas.openxmlformats.org/officeDocument/2006/relationships/image" Target="../media/image3703.png"/><Relationship Id="rId283" Type="http://schemas.openxmlformats.org/officeDocument/2006/relationships/customXml" Target="../ink/ink3662.xml"/><Relationship Id="rId490" Type="http://schemas.openxmlformats.org/officeDocument/2006/relationships/customXml" Target="../ink/ink3769.xml"/><Relationship Id="rId504" Type="http://schemas.openxmlformats.org/officeDocument/2006/relationships/customXml" Target="../ink/ink3776.xml"/><Relationship Id="rId711" Type="http://schemas.openxmlformats.org/officeDocument/2006/relationships/customXml" Target="../ink/ink3880.xml"/><Relationship Id="rId78" Type="http://schemas.openxmlformats.org/officeDocument/2006/relationships/customXml" Target="../ink/ink3558.xml"/><Relationship Id="rId143" Type="http://schemas.openxmlformats.org/officeDocument/2006/relationships/image" Target="../media/image3458.png"/><Relationship Id="rId350" Type="http://schemas.openxmlformats.org/officeDocument/2006/relationships/image" Target="../media/image3557.png"/><Relationship Id="rId588" Type="http://schemas.openxmlformats.org/officeDocument/2006/relationships/customXml" Target="../ink/ink3818.xml"/><Relationship Id="rId9" Type="http://schemas.openxmlformats.org/officeDocument/2006/relationships/image" Target="../media/image3391.png"/><Relationship Id="rId210" Type="http://schemas.openxmlformats.org/officeDocument/2006/relationships/customXml" Target="../ink/ink3624.xml"/><Relationship Id="rId448" Type="http://schemas.openxmlformats.org/officeDocument/2006/relationships/customXml" Target="../ink/ink3748.xml"/><Relationship Id="rId655" Type="http://schemas.openxmlformats.org/officeDocument/2006/relationships/customXml" Target="../ink/ink3852.xml"/><Relationship Id="rId294" Type="http://schemas.openxmlformats.org/officeDocument/2006/relationships/image" Target="../media/image3531.png"/><Relationship Id="rId308" Type="http://schemas.openxmlformats.org/officeDocument/2006/relationships/image" Target="../media/image3538.png"/><Relationship Id="rId515" Type="http://schemas.openxmlformats.org/officeDocument/2006/relationships/image" Target="../media/image3639.png"/><Relationship Id="rId722" Type="http://schemas.openxmlformats.org/officeDocument/2006/relationships/image" Target="../media/image3742.png"/><Relationship Id="rId89" Type="http://schemas.openxmlformats.org/officeDocument/2006/relationships/image" Target="../media/image3431.png"/><Relationship Id="rId154" Type="http://schemas.openxmlformats.org/officeDocument/2006/relationships/customXml" Target="../ink/ink3596.xml"/><Relationship Id="rId361" Type="http://schemas.openxmlformats.org/officeDocument/2006/relationships/image" Target="../media/image3562.png"/><Relationship Id="rId599" Type="http://schemas.openxmlformats.org/officeDocument/2006/relationships/image" Target="../media/image3681.png"/><Relationship Id="rId459" Type="http://schemas.openxmlformats.org/officeDocument/2006/relationships/image" Target="../media/image3611.png"/><Relationship Id="rId666" Type="http://schemas.openxmlformats.org/officeDocument/2006/relationships/image" Target="../media/image3714.png"/><Relationship Id="rId16" Type="http://schemas.openxmlformats.org/officeDocument/2006/relationships/customXml" Target="../ink/ink3527.xml"/><Relationship Id="rId221" Type="http://schemas.openxmlformats.org/officeDocument/2006/relationships/image" Target="../media/image3497.png"/><Relationship Id="rId319" Type="http://schemas.openxmlformats.org/officeDocument/2006/relationships/image" Target="../media/image3543.png"/><Relationship Id="rId526" Type="http://schemas.openxmlformats.org/officeDocument/2006/relationships/customXml" Target="../ink/ink3787.xml"/><Relationship Id="rId733" Type="http://schemas.openxmlformats.org/officeDocument/2006/relationships/customXml" Target="../ink/ink3891.xml"/><Relationship Id="rId165" Type="http://schemas.openxmlformats.org/officeDocument/2006/relationships/image" Target="../media/image3469.png"/><Relationship Id="rId372" Type="http://schemas.openxmlformats.org/officeDocument/2006/relationships/customXml" Target="../ink/ink3710.xml"/><Relationship Id="rId677" Type="http://schemas.openxmlformats.org/officeDocument/2006/relationships/customXml" Target="../ink/ink3863.xml"/><Relationship Id="rId232" Type="http://schemas.openxmlformats.org/officeDocument/2006/relationships/customXml" Target="../ink/ink3635.xml"/><Relationship Id="rId27" Type="http://schemas.openxmlformats.org/officeDocument/2006/relationships/image" Target="../media/image3400.png"/><Relationship Id="rId537" Type="http://schemas.openxmlformats.org/officeDocument/2006/relationships/image" Target="../media/image3650.png"/><Relationship Id="rId744" Type="http://schemas.openxmlformats.org/officeDocument/2006/relationships/image" Target="../media/image3753.png"/><Relationship Id="rId80" Type="http://schemas.openxmlformats.org/officeDocument/2006/relationships/customXml" Target="../ink/ink3559.xml"/><Relationship Id="rId176" Type="http://schemas.openxmlformats.org/officeDocument/2006/relationships/customXml" Target="../ink/ink3607.xml"/><Relationship Id="rId383" Type="http://schemas.openxmlformats.org/officeDocument/2006/relationships/image" Target="../media/image3573.png"/><Relationship Id="rId590" Type="http://schemas.openxmlformats.org/officeDocument/2006/relationships/customXml" Target="../ink/ink3819.xml"/><Relationship Id="rId604" Type="http://schemas.openxmlformats.org/officeDocument/2006/relationships/customXml" Target="../ink/ink3826.xml"/><Relationship Id="rId243" Type="http://schemas.openxmlformats.org/officeDocument/2006/relationships/image" Target="../media/image3508.png"/><Relationship Id="rId450" Type="http://schemas.openxmlformats.org/officeDocument/2006/relationships/customXml" Target="../ink/ink3749.xml"/><Relationship Id="rId688" Type="http://schemas.openxmlformats.org/officeDocument/2006/relationships/image" Target="../media/image3725.png"/><Relationship Id="rId38" Type="http://schemas.openxmlformats.org/officeDocument/2006/relationships/customXml" Target="../ink/ink3538.xml"/><Relationship Id="rId103" Type="http://schemas.openxmlformats.org/officeDocument/2006/relationships/image" Target="../media/image3438.png"/><Relationship Id="rId310" Type="http://schemas.openxmlformats.org/officeDocument/2006/relationships/customXml" Target="../ink/ink3677.xml"/><Relationship Id="rId548" Type="http://schemas.openxmlformats.org/officeDocument/2006/relationships/customXml" Target="../ink/ink3798.xml"/><Relationship Id="rId755" Type="http://schemas.openxmlformats.org/officeDocument/2006/relationships/customXml" Target="../ink/ink3902.xml"/><Relationship Id="rId91" Type="http://schemas.openxmlformats.org/officeDocument/2006/relationships/image" Target="../media/image3432.png"/><Relationship Id="rId187" Type="http://schemas.openxmlformats.org/officeDocument/2006/relationships/image" Target="../media/image3480.png"/><Relationship Id="rId394" Type="http://schemas.openxmlformats.org/officeDocument/2006/relationships/customXml" Target="../ink/ink3721.xml"/><Relationship Id="rId408" Type="http://schemas.openxmlformats.org/officeDocument/2006/relationships/customXml" Target="../ink/ink3728.xml"/><Relationship Id="rId615" Type="http://schemas.openxmlformats.org/officeDocument/2006/relationships/customXml" Target="../ink/ink3832.xml"/><Relationship Id="rId254" Type="http://schemas.openxmlformats.org/officeDocument/2006/relationships/image" Target="../media/image3513.png"/><Relationship Id="rId699" Type="http://schemas.openxmlformats.org/officeDocument/2006/relationships/customXml" Target="../ink/ink3874.xml"/><Relationship Id="rId49" Type="http://schemas.openxmlformats.org/officeDocument/2006/relationships/image" Target="../media/image3411.png"/><Relationship Id="rId114" Type="http://schemas.openxmlformats.org/officeDocument/2006/relationships/customXml" Target="../ink/ink3576.xml"/><Relationship Id="rId461" Type="http://schemas.openxmlformats.org/officeDocument/2006/relationships/image" Target="../media/image3612.png"/><Relationship Id="rId559" Type="http://schemas.openxmlformats.org/officeDocument/2006/relationships/image" Target="../media/image3661.png"/><Relationship Id="rId766" Type="http://schemas.openxmlformats.org/officeDocument/2006/relationships/image" Target="../media/image3764.png"/><Relationship Id="rId198" Type="http://schemas.openxmlformats.org/officeDocument/2006/relationships/customXml" Target="../ink/ink3618.xml"/><Relationship Id="rId321" Type="http://schemas.openxmlformats.org/officeDocument/2006/relationships/image" Target="../media/image3544.png"/><Relationship Id="rId419" Type="http://schemas.openxmlformats.org/officeDocument/2006/relationships/image" Target="../media/image3591.png"/><Relationship Id="rId626" Type="http://schemas.openxmlformats.org/officeDocument/2006/relationships/image" Target="../media/image3694.png"/><Relationship Id="rId265" Type="http://schemas.openxmlformats.org/officeDocument/2006/relationships/image" Target="../media/image3518.png"/><Relationship Id="rId472" Type="http://schemas.openxmlformats.org/officeDocument/2006/relationships/customXml" Target="../ink/ink3760.xml"/><Relationship Id="rId125" Type="http://schemas.openxmlformats.org/officeDocument/2006/relationships/image" Target="../media/image3449.png"/><Relationship Id="rId332" Type="http://schemas.openxmlformats.org/officeDocument/2006/relationships/image" Target="../media/image3548.png"/><Relationship Id="rId637" Type="http://schemas.openxmlformats.org/officeDocument/2006/relationships/customXml" Target="../ink/ink3843.xml"/><Relationship Id="rId276" Type="http://schemas.openxmlformats.org/officeDocument/2006/relationships/customXml" Target="../ink/ink3658.xml"/><Relationship Id="rId483" Type="http://schemas.openxmlformats.org/officeDocument/2006/relationships/image" Target="../media/image3623.png"/><Relationship Id="rId690" Type="http://schemas.openxmlformats.org/officeDocument/2006/relationships/image" Target="../media/image3726.png"/><Relationship Id="rId704" Type="http://schemas.openxmlformats.org/officeDocument/2006/relationships/image" Target="../media/image3733.png"/><Relationship Id="rId40" Type="http://schemas.openxmlformats.org/officeDocument/2006/relationships/customXml" Target="../ink/ink3539.xml"/><Relationship Id="rId136" Type="http://schemas.openxmlformats.org/officeDocument/2006/relationships/customXml" Target="../ink/ink3587.xml"/><Relationship Id="rId343" Type="http://schemas.openxmlformats.org/officeDocument/2006/relationships/customXml" Target="../ink/ink3695.xml"/><Relationship Id="rId550" Type="http://schemas.openxmlformats.org/officeDocument/2006/relationships/customXml" Target="../ink/ink3799.xml"/><Relationship Id="rId203" Type="http://schemas.openxmlformats.org/officeDocument/2006/relationships/image" Target="../media/image3488.png"/><Relationship Id="rId648" Type="http://schemas.openxmlformats.org/officeDocument/2006/relationships/image" Target="../media/image3705.png"/><Relationship Id="rId287" Type="http://schemas.openxmlformats.org/officeDocument/2006/relationships/image" Target="../media/image3528.png"/><Relationship Id="rId410" Type="http://schemas.openxmlformats.org/officeDocument/2006/relationships/customXml" Target="../ink/ink3729.xml"/><Relationship Id="rId494" Type="http://schemas.openxmlformats.org/officeDocument/2006/relationships/customXml" Target="../ink/ink3771.xml"/><Relationship Id="rId508" Type="http://schemas.openxmlformats.org/officeDocument/2006/relationships/customXml" Target="../ink/ink3778.xml"/><Relationship Id="rId715" Type="http://schemas.openxmlformats.org/officeDocument/2006/relationships/customXml" Target="../ink/ink3882.xml"/><Relationship Id="rId147" Type="http://schemas.openxmlformats.org/officeDocument/2006/relationships/image" Target="../media/image3460.png"/><Relationship Id="rId354" Type="http://schemas.openxmlformats.org/officeDocument/2006/relationships/customXml" Target="../ink/ink3701.xml"/><Relationship Id="rId51" Type="http://schemas.openxmlformats.org/officeDocument/2006/relationships/image" Target="../media/image3412.png"/><Relationship Id="rId561" Type="http://schemas.openxmlformats.org/officeDocument/2006/relationships/image" Target="../media/image3662.png"/><Relationship Id="rId659" Type="http://schemas.openxmlformats.org/officeDocument/2006/relationships/customXml" Target="../ink/ink3854.xml"/><Relationship Id="rId214" Type="http://schemas.openxmlformats.org/officeDocument/2006/relationships/customXml" Target="../ink/ink3626.xml"/><Relationship Id="rId298" Type="http://schemas.openxmlformats.org/officeDocument/2006/relationships/image" Target="../media/image3533.png"/><Relationship Id="rId421" Type="http://schemas.openxmlformats.org/officeDocument/2006/relationships/image" Target="../media/image3592.png"/><Relationship Id="rId519" Type="http://schemas.openxmlformats.org/officeDocument/2006/relationships/image" Target="../media/image3641.png"/><Relationship Id="rId158" Type="http://schemas.openxmlformats.org/officeDocument/2006/relationships/customXml" Target="../ink/ink3598.xml"/><Relationship Id="rId726" Type="http://schemas.openxmlformats.org/officeDocument/2006/relationships/image" Target="../media/image3744.png"/><Relationship Id="rId62" Type="http://schemas.openxmlformats.org/officeDocument/2006/relationships/customXml" Target="../ink/ink3550.xml"/><Relationship Id="rId365" Type="http://schemas.openxmlformats.org/officeDocument/2006/relationships/image" Target="../media/image3564.png"/><Relationship Id="rId572" Type="http://schemas.openxmlformats.org/officeDocument/2006/relationships/customXml" Target="../ink/ink3810.xml"/><Relationship Id="rId225" Type="http://schemas.openxmlformats.org/officeDocument/2006/relationships/image" Target="../media/image3499.png"/><Relationship Id="rId432" Type="http://schemas.openxmlformats.org/officeDocument/2006/relationships/customXml" Target="../ink/ink3740.xml"/><Relationship Id="rId737" Type="http://schemas.openxmlformats.org/officeDocument/2006/relationships/customXml" Target="../ink/ink3893.xml"/><Relationship Id="rId73" Type="http://schemas.openxmlformats.org/officeDocument/2006/relationships/image" Target="../media/image3423.png"/><Relationship Id="rId169" Type="http://schemas.openxmlformats.org/officeDocument/2006/relationships/image" Target="../media/image3471.png"/><Relationship Id="rId376" Type="http://schemas.openxmlformats.org/officeDocument/2006/relationships/customXml" Target="../ink/ink3712.xml"/><Relationship Id="rId583" Type="http://schemas.openxmlformats.org/officeDocument/2006/relationships/image" Target="../media/image3673.png"/><Relationship Id="rId4" Type="http://schemas.openxmlformats.org/officeDocument/2006/relationships/customXml" Target="../ink/ink3521.xml"/><Relationship Id="rId236" Type="http://schemas.openxmlformats.org/officeDocument/2006/relationships/customXml" Target="../ink/ink3637.xml"/><Relationship Id="rId443" Type="http://schemas.openxmlformats.org/officeDocument/2006/relationships/image" Target="../media/image3603.png"/><Relationship Id="rId650" Type="http://schemas.openxmlformats.org/officeDocument/2006/relationships/image" Target="../media/image3706.png"/><Relationship Id="rId303" Type="http://schemas.openxmlformats.org/officeDocument/2006/relationships/customXml" Target="../ink/ink3673.xml"/><Relationship Id="rId748" Type="http://schemas.openxmlformats.org/officeDocument/2006/relationships/image" Target="../media/image3755.png"/><Relationship Id="rId84" Type="http://schemas.openxmlformats.org/officeDocument/2006/relationships/customXml" Target="../ink/ink3561.xml"/><Relationship Id="rId387" Type="http://schemas.openxmlformats.org/officeDocument/2006/relationships/image" Target="../media/image3575.png"/><Relationship Id="rId510" Type="http://schemas.openxmlformats.org/officeDocument/2006/relationships/customXml" Target="../ink/ink3779.xml"/><Relationship Id="rId594" Type="http://schemas.openxmlformats.org/officeDocument/2006/relationships/customXml" Target="../ink/ink3821.xml"/><Relationship Id="rId608" Type="http://schemas.openxmlformats.org/officeDocument/2006/relationships/image" Target="../media/image3685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969.xml"/><Relationship Id="rId21" Type="http://schemas.openxmlformats.org/officeDocument/2006/relationships/customXml" Target="../ink/ink3921.xml"/><Relationship Id="rId324" Type="http://schemas.openxmlformats.org/officeDocument/2006/relationships/image" Target="../media/image3930.png"/><Relationship Id="rId531" Type="http://schemas.openxmlformats.org/officeDocument/2006/relationships/customXml" Target="../ink/ink4176.xml"/><Relationship Id="rId170" Type="http://schemas.openxmlformats.org/officeDocument/2006/relationships/image" Target="../media/image3853.png"/><Relationship Id="rId268" Type="http://schemas.openxmlformats.org/officeDocument/2006/relationships/image" Target="../media/image3902.png"/><Relationship Id="rId475" Type="http://schemas.openxmlformats.org/officeDocument/2006/relationships/customXml" Target="../ink/ink4148.xml"/><Relationship Id="rId32" Type="http://schemas.openxmlformats.org/officeDocument/2006/relationships/image" Target="../media/image3784.png"/><Relationship Id="rId128" Type="http://schemas.openxmlformats.org/officeDocument/2006/relationships/image" Target="../media/image3832.png"/><Relationship Id="rId335" Type="http://schemas.openxmlformats.org/officeDocument/2006/relationships/customXml" Target="../ink/ink4078.xml"/><Relationship Id="rId542" Type="http://schemas.openxmlformats.org/officeDocument/2006/relationships/customXml" Target="../ink/ink4182.xml"/><Relationship Id="rId181" Type="http://schemas.openxmlformats.org/officeDocument/2006/relationships/customXml" Target="../ink/ink4001.xml"/><Relationship Id="rId402" Type="http://schemas.openxmlformats.org/officeDocument/2006/relationships/image" Target="../media/image3969.png"/><Relationship Id="rId279" Type="http://schemas.openxmlformats.org/officeDocument/2006/relationships/customXml" Target="../ink/ink4050.xml"/><Relationship Id="rId486" Type="http://schemas.openxmlformats.org/officeDocument/2006/relationships/image" Target="../media/image4011.png"/><Relationship Id="rId43" Type="http://schemas.openxmlformats.org/officeDocument/2006/relationships/customXml" Target="../ink/ink3932.xml"/><Relationship Id="rId139" Type="http://schemas.openxmlformats.org/officeDocument/2006/relationships/customXml" Target="../ink/ink3980.xml"/><Relationship Id="rId346" Type="http://schemas.openxmlformats.org/officeDocument/2006/relationships/image" Target="../media/image3941.png"/><Relationship Id="rId553" Type="http://schemas.openxmlformats.org/officeDocument/2006/relationships/image" Target="../media/image4044.png"/><Relationship Id="rId192" Type="http://schemas.openxmlformats.org/officeDocument/2006/relationships/image" Target="../media/image3864.png"/><Relationship Id="rId206" Type="http://schemas.openxmlformats.org/officeDocument/2006/relationships/image" Target="../media/image3871.png"/><Relationship Id="rId413" Type="http://schemas.openxmlformats.org/officeDocument/2006/relationships/customXml" Target="../ink/ink4117.xml"/><Relationship Id="rId497" Type="http://schemas.openxmlformats.org/officeDocument/2006/relationships/customXml" Target="../ink/ink4159.xml"/><Relationship Id="rId357" Type="http://schemas.openxmlformats.org/officeDocument/2006/relationships/customXml" Target="../ink/ink4089.xml"/><Relationship Id="rId54" Type="http://schemas.openxmlformats.org/officeDocument/2006/relationships/image" Target="../media/image3795.png"/><Relationship Id="rId217" Type="http://schemas.openxmlformats.org/officeDocument/2006/relationships/customXml" Target="../ink/ink4019.xml"/><Relationship Id="rId564" Type="http://schemas.openxmlformats.org/officeDocument/2006/relationships/customXml" Target="../ink/ink4193.xml"/><Relationship Id="rId424" Type="http://schemas.openxmlformats.org/officeDocument/2006/relationships/image" Target="../media/image3980.png"/><Relationship Id="rId270" Type="http://schemas.openxmlformats.org/officeDocument/2006/relationships/image" Target="../media/image3903.png"/><Relationship Id="rId65" Type="http://schemas.openxmlformats.org/officeDocument/2006/relationships/customXml" Target="../ink/ink3943.xml"/><Relationship Id="rId130" Type="http://schemas.openxmlformats.org/officeDocument/2006/relationships/image" Target="../media/image3833.png"/><Relationship Id="rId368" Type="http://schemas.openxmlformats.org/officeDocument/2006/relationships/image" Target="../media/image3952.png"/><Relationship Id="rId575" Type="http://schemas.openxmlformats.org/officeDocument/2006/relationships/image" Target="../media/image4055.png"/><Relationship Id="rId228" Type="http://schemas.openxmlformats.org/officeDocument/2006/relationships/image" Target="../media/image3882.png"/><Relationship Id="rId435" Type="http://schemas.openxmlformats.org/officeDocument/2006/relationships/customXml" Target="../ink/ink4128.xml"/><Relationship Id="rId281" Type="http://schemas.openxmlformats.org/officeDocument/2006/relationships/customXml" Target="../ink/ink4051.xml"/><Relationship Id="rId502" Type="http://schemas.openxmlformats.org/officeDocument/2006/relationships/image" Target="../media/image4019.png"/><Relationship Id="rId76" Type="http://schemas.openxmlformats.org/officeDocument/2006/relationships/image" Target="../media/image3806.png"/><Relationship Id="rId141" Type="http://schemas.openxmlformats.org/officeDocument/2006/relationships/customXml" Target="../ink/ink3981.xml"/><Relationship Id="rId379" Type="http://schemas.openxmlformats.org/officeDocument/2006/relationships/customXml" Target="../ink/ink4100.xml"/><Relationship Id="rId586" Type="http://schemas.openxmlformats.org/officeDocument/2006/relationships/customXml" Target="../ink/ink4204.xml"/><Relationship Id="rId7" Type="http://schemas.openxmlformats.org/officeDocument/2006/relationships/customXml" Target="../ink/ink3914.xml"/><Relationship Id="rId239" Type="http://schemas.openxmlformats.org/officeDocument/2006/relationships/customXml" Target="../ink/ink4030.xml"/><Relationship Id="rId446" Type="http://schemas.openxmlformats.org/officeDocument/2006/relationships/image" Target="../media/image3991.png"/><Relationship Id="rId292" Type="http://schemas.openxmlformats.org/officeDocument/2006/relationships/image" Target="../media/image3914.png"/><Relationship Id="rId306" Type="http://schemas.openxmlformats.org/officeDocument/2006/relationships/image" Target="../media/image3921.png"/><Relationship Id="rId87" Type="http://schemas.openxmlformats.org/officeDocument/2006/relationships/customXml" Target="../ink/ink3954.xml"/><Relationship Id="rId513" Type="http://schemas.openxmlformats.org/officeDocument/2006/relationships/customXml" Target="../ink/ink4167.xml"/><Relationship Id="rId597" Type="http://schemas.openxmlformats.org/officeDocument/2006/relationships/customXml" Target="../ink/ink4210.xml"/><Relationship Id="rId152" Type="http://schemas.openxmlformats.org/officeDocument/2006/relationships/image" Target="../media/image3844.png"/><Relationship Id="rId457" Type="http://schemas.openxmlformats.org/officeDocument/2006/relationships/customXml" Target="../ink/ink4139.xml"/><Relationship Id="rId261" Type="http://schemas.openxmlformats.org/officeDocument/2006/relationships/customXml" Target="../ink/ink4041.xml"/><Relationship Id="rId499" Type="http://schemas.openxmlformats.org/officeDocument/2006/relationships/customXml" Target="../ink/ink4160.xml"/><Relationship Id="rId14" Type="http://schemas.openxmlformats.org/officeDocument/2006/relationships/image" Target="../media/image3775.png"/><Relationship Id="rId56" Type="http://schemas.openxmlformats.org/officeDocument/2006/relationships/image" Target="../media/image3796.png"/><Relationship Id="rId317" Type="http://schemas.openxmlformats.org/officeDocument/2006/relationships/customXml" Target="../ink/ink4069.xml"/><Relationship Id="rId359" Type="http://schemas.openxmlformats.org/officeDocument/2006/relationships/customXml" Target="../ink/ink4090.xml"/><Relationship Id="rId524" Type="http://schemas.openxmlformats.org/officeDocument/2006/relationships/image" Target="../media/image4030.png"/><Relationship Id="rId566" Type="http://schemas.openxmlformats.org/officeDocument/2006/relationships/customXml" Target="../ink/ink4194.xml"/><Relationship Id="rId98" Type="http://schemas.openxmlformats.org/officeDocument/2006/relationships/image" Target="../media/image3817.png"/><Relationship Id="rId121" Type="http://schemas.openxmlformats.org/officeDocument/2006/relationships/customXml" Target="../ink/ink3971.xml"/><Relationship Id="rId163" Type="http://schemas.openxmlformats.org/officeDocument/2006/relationships/customXml" Target="../ink/ink3992.xml"/><Relationship Id="rId219" Type="http://schemas.openxmlformats.org/officeDocument/2006/relationships/customXml" Target="../ink/ink4020.xml"/><Relationship Id="rId370" Type="http://schemas.openxmlformats.org/officeDocument/2006/relationships/image" Target="../media/image3953.png"/><Relationship Id="rId426" Type="http://schemas.openxmlformats.org/officeDocument/2006/relationships/image" Target="../media/image3981.png"/><Relationship Id="rId230" Type="http://schemas.openxmlformats.org/officeDocument/2006/relationships/image" Target="../media/image3883.png"/><Relationship Id="rId468" Type="http://schemas.openxmlformats.org/officeDocument/2006/relationships/image" Target="../media/image4002.png"/><Relationship Id="rId25" Type="http://schemas.openxmlformats.org/officeDocument/2006/relationships/customXml" Target="../ink/ink3923.xml"/><Relationship Id="rId67" Type="http://schemas.openxmlformats.org/officeDocument/2006/relationships/customXml" Target="../ink/ink3944.xml"/><Relationship Id="rId272" Type="http://schemas.openxmlformats.org/officeDocument/2006/relationships/image" Target="../media/image3904.png"/><Relationship Id="rId328" Type="http://schemas.openxmlformats.org/officeDocument/2006/relationships/image" Target="../media/image3932.png"/><Relationship Id="rId535" Type="http://schemas.openxmlformats.org/officeDocument/2006/relationships/customXml" Target="../ink/ink4178.xml"/><Relationship Id="rId577" Type="http://schemas.openxmlformats.org/officeDocument/2006/relationships/image" Target="../media/image4056.png"/><Relationship Id="rId132" Type="http://schemas.openxmlformats.org/officeDocument/2006/relationships/image" Target="../media/image3834.png"/><Relationship Id="rId174" Type="http://schemas.openxmlformats.org/officeDocument/2006/relationships/image" Target="../media/image3855.png"/><Relationship Id="rId381" Type="http://schemas.openxmlformats.org/officeDocument/2006/relationships/customXml" Target="../ink/ink4101.xml"/><Relationship Id="rId241" Type="http://schemas.openxmlformats.org/officeDocument/2006/relationships/customXml" Target="../ink/ink4031.xml"/><Relationship Id="rId437" Type="http://schemas.openxmlformats.org/officeDocument/2006/relationships/customXml" Target="../ink/ink4129.xml"/><Relationship Id="rId479" Type="http://schemas.openxmlformats.org/officeDocument/2006/relationships/customXml" Target="../ink/ink4150.xml"/><Relationship Id="rId36" Type="http://schemas.openxmlformats.org/officeDocument/2006/relationships/image" Target="../media/image3786.png"/><Relationship Id="rId283" Type="http://schemas.openxmlformats.org/officeDocument/2006/relationships/customXml" Target="../ink/ink4052.xml"/><Relationship Id="rId339" Type="http://schemas.openxmlformats.org/officeDocument/2006/relationships/customXml" Target="../ink/ink4080.xml"/><Relationship Id="rId490" Type="http://schemas.openxmlformats.org/officeDocument/2006/relationships/image" Target="../media/image4013.png"/><Relationship Id="rId504" Type="http://schemas.openxmlformats.org/officeDocument/2006/relationships/image" Target="../media/image4020.png"/><Relationship Id="rId546" Type="http://schemas.openxmlformats.org/officeDocument/2006/relationships/customXml" Target="../ink/ink4184.xml"/><Relationship Id="rId78" Type="http://schemas.openxmlformats.org/officeDocument/2006/relationships/image" Target="../media/image3807.png"/><Relationship Id="rId101" Type="http://schemas.openxmlformats.org/officeDocument/2006/relationships/customXml" Target="../ink/ink3961.xml"/><Relationship Id="rId143" Type="http://schemas.openxmlformats.org/officeDocument/2006/relationships/customXml" Target="../ink/ink3982.xml"/><Relationship Id="rId185" Type="http://schemas.openxmlformats.org/officeDocument/2006/relationships/customXml" Target="../ink/ink4003.xml"/><Relationship Id="rId350" Type="http://schemas.openxmlformats.org/officeDocument/2006/relationships/image" Target="../media/image3943.png"/><Relationship Id="rId406" Type="http://schemas.openxmlformats.org/officeDocument/2006/relationships/image" Target="../media/image3971.png"/><Relationship Id="rId588" Type="http://schemas.openxmlformats.org/officeDocument/2006/relationships/customXml" Target="../ink/ink4205.xml"/><Relationship Id="rId9" Type="http://schemas.openxmlformats.org/officeDocument/2006/relationships/customXml" Target="../ink/ink3915.xml"/><Relationship Id="rId210" Type="http://schemas.openxmlformats.org/officeDocument/2006/relationships/image" Target="../media/image3873.png"/><Relationship Id="rId392" Type="http://schemas.openxmlformats.org/officeDocument/2006/relationships/image" Target="../media/image3964.png"/><Relationship Id="rId448" Type="http://schemas.openxmlformats.org/officeDocument/2006/relationships/image" Target="../media/image3992.png"/><Relationship Id="rId252" Type="http://schemas.openxmlformats.org/officeDocument/2006/relationships/image" Target="../media/image3894.png"/><Relationship Id="rId294" Type="http://schemas.openxmlformats.org/officeDocument/2006/relationships/image" Target="../media/image3915.png"/><Relationship Id="rId308" Type="http://schemas.openxmlformats.org/officeDocument/2006/relationships/image" Target="../media/image3922.png"/><Relationship Id="rId515" Type="http://schemas.openxmlformats.org/officeDocument/2006/relationships/customXml" Target="../ink/ink4168.xml"/><Relationship Id="rId47" Type="http://schemas.openxmlformats.org/officeDocument/2006/relationships/customXml" Target="../ink/ink3934.xml"/><Relationship Id="rId89" Type="http://schemas.openxmlformats.org/officeDocument/2006/relationships/customXml" Target="../ink/ink3955.xml"/><Relationship Id="rId112" Type="http://schemas.openxmlformats.org/officeDocument/2006/relationships/image" Target="../media/image3824.png"/><Relationship Id="rId154" Type="http://schemas.openxmlformats.org/officeDocument/2006/relationships/image" Target="../media/image3845.png"/><Relationship Id="rId361" Type="http://schemas.openxmlformats.org/officeDocument/2006/relationships/customXml" Target="../ink/ink4091.xml"/><Relationship Id="rId557" Type="http://schemas.openxmlformats.org/officeDocument/2006/relationships/image" Target="../media/image4046.png"/><Relationship Id="rId599" Type="http://schemas.openxmlformats.org/officeDocument/2006/relationships/customXml" Target="../ink/ink4211.xml"/><Relationship Id="rId196" Type="http://schemas.openxmlformats.org/officeDocument/2006/relationships/image" Target="../media/image3866.png"/><Relationship Id="rId417" Type="http://schemas.openxmlformats.org/officeDocument/2006/relationships/customXml" Target="../ink/ink4119.xml"/><Relationship Id="rId459" Type="http://schemas.openxmlformats.org/officeDocument/2006/relationships/customXml" Target="../ink/ink4140.xml"/><Relationship Id="rId16" Type="http://schemas.openxmlformats.org/officeDocument/2006/relationships/image" Target="../media/image3776.png"/><Relationship Id="rId221" Type="http://schemas.openxmlformats.org/officeDocument/2006/relationships/customXml" Target="../ink/ink4021.xml"/><Relationship Id="rId263" Type="http://schemas.openxmlformats.org/officeDocument/2006/relationships/customXml" Target="../ink/ink4042.xml"/><Relationship Id="rId319" Type="http://schemas.openxmlformats.org/officeDocument/2006/relationships/customXml" Target="../ink/ink4070.xml"/><Relationship Id="rId470" Type="http://schemas.openxmlformats.org/officeDocument/2006/relationships/image" Target="../media/image4003.png"/><Relationship Id="rId526" Type="http://schemas.openxmlformats.org/officeDocument/2006/relationships/image" Target="../media/image4031.png"/><Relationship Id="rId58" Type="http://schemas.openxmlformats.org/officeDocument/2006/relationships/image" Target="../media/image3797.png"/><Relationship Id="rId123" Type="http://schemas.openxmlformats.org/officeDocument/2006/relationships/customXml" Target="../ink/ink3972.xml"/><Relationship Id="rId330" Type="http://schemas.openxmlformats.org/officeDocument/2006/relationships/image" Target="../media/image3933.png"/><Relationship Id="rId568" Type="http://schemas.openxmlformats.org/officeDocument/2006/relationships/customXml" Target="../ink/ink4195.xml"/><Relationship Id="rId165" Type="http://schemas.openxmlformats.org/officeDocument/2006/relationships/customXml" Target="../ink/ink3993.xml"/><Relationship Id="rId372" Type="http://schemas.openxmlformats.org/officeDocument/2006/relationships/image" Target="../media/image3954.png"/><Relationship Id="rId428" Type="http://schemas.openxmlformats.org/officeDocument/2006/relationships/image" Target="../media/image3982.png"/><Relationship Id="rId232" Type="http://schemas.openxmlformats.org/officeDocument/2006/relationships/image" Target="../media/image3884.png"/><Relationship Id="rId274" Type="http://schemas.openxmlformats.org/officeDocument/2006/relationships/image" Target="../media/image3905.png"/><Relationship Id="rId481" Type="http://schemas.openxmlformats.org/officeDocument/2006/relationships/customXml" Target="../ink/ink4151.xml"/><Relationship Id="rId27" Type="http://schemas.openxmlformats.org/officeDocument/2006/relationships/customXml" Target="../ink/ink3924.xml"/><Relationship Id="rId69" Type="http://schemas.openxmlformats.org/officeDocument/2006/relationships/customXml" Target="../ink/ink3945.xml"/><Relationship Id="rId134" Type="http://schemas.openxmlformats.org/officeDocument/2006/relationships/image" Target="../media/image3835.png"/><Relationship Id="rId537" Type="http://schemas.openxmlformats.org/officeDocument/2006/relationships/customXml" Target="../ink/ink4179.xml"/><Relationship Id="rId579" Type="http://schemas.openxmlformats.org/officeDocument/2006/relationships/image" Target="../media/image4057.png"/><Relationship Id="rId80" Type="http://schemas.openxmlformats.org/officeDocument/2006/relationships/image" Target="../media/image3808.png"/><Relationship Id="rId176" Type="http://schemas.openxmlformats.org/officeDocument/2006/relationships/image" Target="../media/image3856.png"/><Relationship Id="rId341" Type="http://schemas.openxmlformats.org/officeDocument/2006/relationships/customXml" Target="../ink/ink4081.xml"/><Relationship Id="rId383" Type="http://schemas.openxmlformats.org/officeDocument/2006/relationships/customXml" Target="../ink/ink4102.xml"/><Relationship Id="rId439" Type="http://schemas.openxmlformats.org/officeDocument/2006/relationships/customXml" Target="../ink/ink4130.xml"/><Relationship Id="rId590" Type="http://schemas.openxmlformats.org/officeDocument/2006/relationships/customXml" Target="../ink/ink4206.xml"/><Relationship Id="rId201" Type="http://schemas.openxmlformats.org/officeDocument/2006/relationships/customXml" Target="../ink/ink4011.xml"/><Relationship Id="rId243" Type="http://schemas.openxmlformats.org/officeDocument/2006/relationships/customXml" Target="../ink/ink4032.xml"/><Relationship Id="rId285" Type="http://schemas.openxmlformats.org/officeDocument/2006/relationships/customXml" Target="../ink/ink4053.xml"/><Relationship Id="rId450" Type="http://schemas.openxmlformats.org/officeDocument/2006/relationships/image" Target="../media/image3993.png"/><Relationship Id="rId506" Type="http://schemas.openxmlformats.org/officeDocument/2006/relationships/image" Target="../media/image4021.png"/><Relationship Id="rId38" Type="http://schemas.openxmlformats.org/officeDocument/2006/relationships/image" Target="../media/image3787.png"/><Relationship Id="rId103" Type="http://schemas.openxmlformats.org/officeDocument/2006/relationships/customXml" Target="../ink/ink3962.xml"/><Relationship Id="rId310" Type="http://schemas.openxmlformats.org/officeDocument/2006/relationships/image" Target="../media/image3923.png"/><Relationship Id="rId492" Type="http://schemas.openxmlformats.org/officeDocument/2006/relationships/image" Target="../media/image4014.png"/><Relationship Id="rId548" Type="http://schemas.openxmlformats.org/officeDocument/2006/relationships/customXml" Target="../ink/ink4185.xml"/><Relationship Id="rId91" Type="http://schemas.openxmlformats.org/officeDocument/2006/relationships/customXml" Target="../ink/ink3956.xml"/><Relationship Id="rId145" Type="http://schemas.openxmlformats.org/officeDocument/2006/relationships/customXml" Target="../ink/ink3983.xml"/><Relationship Id="rId187" Type="http://schemas.openxmlformats.org/officeDocument/2006/relationships/customXml" Target="../ink/ink4004.xml"/><Relationship Id="rId352" Type="http://schemas.openxmlformats.org/officeDocument/2006/relationships/image" Target="../media/image3944.png"/><Relationship Id="rId394" Type="http://schemas.openxmlformats.org/officeDocument/2006/relationships/image" Target="../media/image3965.png"/><Relationship Id="rId408" Type="http://schemas.openxmlformats.org/officeDocument/2006/relationships/image" Target="../media/image3972.png"/><Relationship Id="rId212" Type="http://schemas.openxmlformats.org/officeDocument/2006/relationships/image" Target="../media/image3874.png"/><Relationship Id="rId254" Type="http://schemas.openxmlformats.org/officeDocument/2006/relationships/image" Target="../media/image3895.png"/><Relationship Id="rId49" Type="http://schemas.openxmlformats.org/officeDocument/2006/relationships/customXml" Target="../ink/ink3935.xml"/><Relationship Id="rId114" Type="http://schemas.openxmlformats.org/officeDocument/2006/relationships/image" Target="../media/image3825.png"/><Relationship Id="rId296" Type="http://schemas.openxmlformats.org/officeDocument/2006/relationships/image" Target="../media/image3916.png"/><Relationship Id="rId461" Type="http://schemas.openxmlformats.org/officeDocument/2006/relationships/customXml" Target="../ink/ink4141.xml"/><Relationship Id="rId517" Type="http://schemas.openxmlformats.org/officeDocument/2006/relationships/customXml" Target="../ink/ink4169.xml"/><Relationship Id="rId559" Type="http://schemas.openxmlformats.org/officeDocument/2006/relationships/image" Target="../media/image4047.png"/><Relationship Id="rId60" Type="http://schemas.openxmlformats.org/officeDocument/2006/relationships/image" Target="../media/image3798.png"/><Relationship Id="rId156" Type="http://schemas.openxmlformats.org/officeDocument/2006/relationships/image" Target="../media/image3846.png"/><Relationship Id="rId198" Type="http://schemas.openxmlformats.org/officeDocument/2006/relationships/image" Target="../media/image3867.png"/><Relationship Id="rId321" Type="http://schemas.openxmlformats.org/officeDocument/2006/relationships/customXml" Target="../ink/ink4071.xml"/><Relationship Id="rId363" Type="http://schemas.openxmlformats.org/officeDocument/2006/relationships/customXml" Target="../ink/ink4092.xml"/><Relationship Id="rId419" Type="http://schemas.openxmlformats.org/officeDocument/2006/relationships/customXml" Target="../ink/ink4120.xml"/><Relationship Id="rId570" Type="http://schemas.openxmlformats.org/officeDocument/2006/relationships/customXml" Target="../ink/ink4196.xml"/><Relationship Id="rId223" Type="http://schemas.openxmlformats.org/officeDocument/2006/relationships/customXml" Target="../ink/ink4022.xml"/><Relationship Id="rId430" Type="http://schemas.openxmlformats.org/officeDocument/2006/relationships/image" Target="../media/image3983.png"/><Relationship Id="rId18" Type="http://schemas.openxmlformats.org/officeDocument/2006/relationships/image" Target="../media/image3777.png"/><Relationship Id="rId265" Type="http://schemas.openxmlformats.org/officeDocument/2006/relationships/customXml" Target="../ink/ink4043.xml"/><Relationship Id="rId472" Type="http://schemas.openxmlformats.org/officeDocument/2006/relationships/image" Target="../media/image4004.png"/><Relationship Id="rId528" Type="http://schemas.openxmlformats.org/officeDocument/2006/relationships/image" Target="../media/image4032.png"/><Relationship Id="rId125" Type="http://schemas.openxmlformats.org/officeDocument/2006/relationships/customXml" Target="../ink/ink3973.xml"/><Relationship Id="rId167" Type="http://schemas.openxmlformats.org/officeDocument/2006/relationships/customXml" Target="../ink/ink3994.xml"/><Relationship Id="rId332" Type="http://schemas.openxmlformats.org/officeDocument/2006/relationships/image" Target="../media/image3934.png"/><Relationship Id="rId374" Type="http://schemas.openxmlformats.org/officeDocument/2006/relationships/image" Target="../media/image3955.png"/><Relationship Id="rId581" Type="http://schemas.openxmlformats.org/officeDocument/2006/relationships/image" Target="../media/image4058.png"/><Relationship Id="rId71" Type="http://schemas.openxmlformats.org/officeDocument/2006/relationships/customXml" Target="../ink/ink3946.xml"/><Relationship Id="rId234" Type="http://schemas.openxmlformats.org/officeDocument/2006/relationships/image" Target="../media/image3885.png"/><Relationship Id="rId2" Type="http://schemas.openxmlformats.org/officeDocument/2006/relationships/image" Target="../media/image1.png"/><Relationship Id="rId29" Type="http://schemas.openxmlformats.org/officeDocument/2006/relationships/customXml" Target="../ink/ink3925.xml"/><Relationship Id="rId276" Type="http://schemas.openxmlformats.org/officeDocument/2006/relationships/image" Target="../media/image3906.png"/><Relationship Id="rId441" Type="http://schemas.openxmlformats.org/officeDocument/2006/relationships/customXml" Target="../ink/ink4131.xml"/><Relationship Id="rId483" Type="http://schemas.openxmlformats.org/officeDocument/2006/relationships/customXml" Target="../ink/ink4152.xml"/><Relationship Id="rId539" Type="http://schemas.openxmlformats.org/officeDocument/2006/relationships/image" Target="../media/image4037.png"/><Relationship Id="rId40" Type="http://schemas.openxmlformats.org/officeDocument/2006/relationships/image" Target="../media/image3788.png"/><Relationship Id="rId136" Type="http://schemas.openxmlformats.org/officeDocument/2006/relationships/image" Target="../media/image3836.png"/><Relationship Id="rId178" Type="http://schemas.openxmlformats.org/officeDocument/2006/relationships/image" Target="../media/image3857.png"/><Relationship Id="rId301" Type="http://schemas.openxmlformats.org/officeDocument/2006/relationships/customXml" Target="../ink/ink4061.xml"/><Relationship Id="rId343" Type="http://schemas.openxmlformats.org/officeDocument/2006/relationships/customXml" Target="../ink/ink4082.xml"/><Relationship Id="rId550" Type="http://schemas.openxmlformats.org/officeDocument/2006/relationships/customXml" Target="../ink/ink4186.xml"/><Relationship Id="rId82" Type="http://schemas.openxmlformats.org/officeDocument/2006/relationships/image" Target="../media/image3809.png"/><Relationship Id="rId203" Type="http://schemas.openxmlformats.org/officeDocument/2006/relationships/customXml" Target="../ink/ink4012.xml"/><Relationship Id="rId385" Type="http://schemas.openxmlformats.org/officeDocument/2006/relationships/customXml" Target="../ink/ink4103.xml"/><Relationship Id="rId592" Type="http://schemas.openxmlformats.org/officeDocument/2006/relationships/customXml" Target="../ink/ink4207.xml"/><Relationship Id="rId245" Type="http://schemas.openxmlformats.org/officeDocument/2006/relationships/customXml" Target="../ink/ink4033.xml"/><Relationship Id="rId287" Type="http://schemas.openxmlformats.org/officeDocument/2006/relationships/customXml" Target="../ink/ink4054.xml"/><Relationship Id="rId410" Type="http://schemas.openxmlformats.org/officeDocument/2006/relationships/image" Target="../media/image3973.png"/><Relationship Id="rId452" Type="http://schemas.openxmlformats.org/officeDocument/2006/relationships/image" Target="../media/image3994.png"/><Relationship Id="rId494" Type="http://schemas.openxmlformats.org/officeDocument/2006/relationships/image" Target="../media/image4015.png"/><Relationship Id="rId508" Type="http://schemas.openxmlformats.org/officeDocument/2006/relationships/image" Target="../media/image4022.png"/><Relationship Id="rId105" Type="http://schemas.openxmlformats.org/officeDocument/2006/relationships/customXml" Target="../ink/ink3963.xml"/><Relationship Id="rId147" Type="http://schemas.openxmlformats.org/officeDocument/2006/relationships/customXml" Target="../ink/ink3984.xml"/><Relationship Id="rId312" Type="http://schemas.openxmlformats.org/officeDocument/2006/relationships/image" Target="../media/image3924.png"/><Relationship Id="rId354" Type="http://schemas.openxmlformats.org/officeDocument/2006/relationships/image" Target="../media/image3945.png"/><Relationship Id="rId51" Type="http://schemas.openxmlformats.org/officeDocument/2006/relationships/customXml" Target="../ink/ink3936.xml"/><Relationship Id="rId93" Type="http://schemas.openxmlformats.org/officeDocument/2006/relationships/customXml" Target="../ink/ink3957.xml"/><Relationship Id="rId189" Type="http://schemas.openxmlformats.org/officeDocument/2006/relationships/customXml" Target="../ink/ink4005.xml"/><Relationship Id="rId396" Type="http://schemas.openxmlformats.org/officeDocument/2006/relationships/image" Target="../media/image3966.png"/><Relationship Id="rId561" Type="http://schemas.openxmlformats.org/officeDocument/2006/relationships/image" Target="../media/image4048.png"/><Relationship Id="rId214" Type="http://schemas.openxmlformats.org/officeDocument/2006/relationships/image" Target="../media/image3875.png"/><Relationship Id="rId256" Type="http://schemas.openxmlformats.org/officeDocument/2006/relationships/image" Target="../media/image3896.png"/><Relationship Id="rId298" Type="http://schemas.openxmlformats.org/officeDocument/2006/relationships/image" Target="../media/image3917.png"/><Relationship Id="rId421" Type="http://schemas.openxmlformats.org/officeDocument/2006/relationships/customXml" Target="../ink/ink4121.xml"/><Relationship Id="rId463" Type="http://schemas.openxmlformats.org/officeDocument/2006/relationships/customXml" Target="../ink/ink4142.xml"/><Relationship Id="rId519" Type="http://schemas.openxmlformats.org/officeDocument/2006/relationships/customXml" Target="../ink/ink4170.xml"/><Relationship Id="rId116" Type="http://schemas.openxmlformats.org/officeDocument/2006/relationships/image" Target="../media/image3826.png"/><Relationship Id="rId158" Type="http://schemas.openxmlformats.org/officeDocument/2006/relationships/image" Target="../media/image3847.png"/><Relationship Id="rId323" Type="http://schemas.openxmlformats.org/officeDocument/2006/relationships/customXml" Target="../ink/ink4072.xml"/><Relationship Id="rId530" Type="http://schemas.openxmlformats.org/officeDocument/2006/relationships/image" Target="../media/image4033.png"/><Relationship Id="rId20" Type="http://schemas.openxmlformats.org/officeDocument/2006/relationships/image" Target="../media/image3778.png"/><Relationship Id="rId62" Type="http://schemas.openxmlformats.org/officeDocument/2006/relationships/image" Target="../media/image3799.png"/><Relationship Id="rId365" Type="http://schemas.openxmlformats.org/officeDocument/2006/relationships/customXml" Target="../ink/ink4093.xml"/><Relationship Id="rId572" Type="http://schemas.openxmlformats.org/officeDocument/2006/relationships/customXml" Target="../ink/ink4197.xml"/><Relationship Id="rId225" Type="http://schemas.openxmlformats.org/officeDocument/2006/relationships/customXml" Target="../ink/ink4023.xml"/><Relationship Id="rId267" Type="http://schemas.openxmlformats.org/officeDocument/2006/relationships/customXml" Target="../ink/ink4044.xml"/><Relationship Id="rId432" Type="http://schemas.openxmlformats.org/officeDocument/2006/relationships/image" Target="../media/image3984.png"/><Relationship Id="rId474" Type="http://schemas.openxmlformats.org/officeDocument/2006/relationships/image" Target="../media/image4005.png"/><Relationship Id="rId127" Type="http://schemas.openxmlformats.org/officeDocument/2006/relationships/customXml" Target="../ink/ink3974.xml"/><Relationship Id="rId31" Type="http://schemas.openxmlformats.org/officeDocument/2006/relationships/customXml" Target="../ink/ink3926.xml"/><Relationship Id="rId73" Type="http://schemas.openxmlformats.org/officeDocument/2006/relationships/customXml" Target="../ink/ink3947.xml"/><Relationship Id="rId169" Type="http://schemas.openxmlformats.org/officeDocument/2006/relationships/customXml" Target="../ink/ink3995.xml"/><Relationship Id="rId334" Type="http://schemas.openxmlformats.org/officeDocument/2006/relationships/image" Target="../media/image3935.png"/><Relationship Id="rId376" Type="http://schemas.openxmlformats.org/officeDocument/2006/relationships/image" Target="../media/image3956.png"/><Relationship Id="rId541" Type="http://schemas.openxmlformats.org/officeDocument/2006/relationships/image" Target="../media/image4038.png"/><Relationship Id="rId583" Type="http://schemas.openxmlformats.org/officeDocument/2006/relationships/image" Target="../media/image4059.png"/><Relationship Id="rId4" Type="http://schemas.openxmlformats.org/officeDocument/2006/relationships/image" Target="../media/image3770.png"/><Relationship Id="rId180" Type="http://schemas.openxmlformats.org/officeDocument/2006/relationships/image" Target="../media/image3858.png"/><Relationship Id="rId236" Type="http://schemas.openxmlformats.org/officeDocument/2006/relationships/image" Target="../media/image3886.png"/><Relationship Id="rId278" Type="http://schemas.openxmlformats.org/officeDocument/2006/relationships/image" Target="../media/image3907.png"/><Relationship Id="rId401" Type="http://schemas.openxmlformats.org/officeDocument/2006/relationships/customXml" Target="../ink/ink4111.xml"/><Relationship Id="rId443" Type="http://schemas.openxmlformats.org/officeDocument/2006/relationships/customXml" Target="../ink/ink4132.xml"/><Relationship Id="rId303" Type="http://schemas.openxmlformats.org/officeDocument/2006/relationships/customXml" Target="../ink/ink4062.xml"/><Relationship Id="rId485" Type="http://schemas.openxmlformats.org/officeDocument/2006/relationships/customXml" Target="../ink/ink4153.xml"/><Relationship Id="rId42" Type="http://schemas.openxmlformats.org/officeDocument/2006/relationships/image" Target="../media/image3789.png"/><Relationship Id="rId84" Type="http://schemas.openxmlformats.org/officeDocument/2006/relationships/image" Target="../media/image3810.png"/><Relationship Id="rId138" Type="http://schemas.openxmlformats.org/officeDocument/2006/relationships/image" Target="../media/image3837.png"/><Relationship Id="rId345" Type="http://schemas.openxmlformats.org/officeDocument/2006/relationships/customXml" Target="../ink/ink4083.xml"/><Relationship Id="rId387" Type="http://schemas.openxmlformats.org/officeDocument/2006/relationships/customXml" Target="../ink/ink4104.xml"/><Relationship Id="rId510" Type="http://schemas.openxmlformats.org/officeDocument/2006/relationships/image" Target="../media/image4023.png"/><Relationship Id="rId552" Type="http://schemas.openxmlformats.org/officeDocument/2006/relationships/customXml" Target="../ink/ink4187.xml"/><Relationship Id="rId594" Type="http://schemas.openxmlformats.org/officeDocument/2006/relationships/customXml" Target="../ink/ink4208.xml"/><Relationship Id="rId191" Type="http://schemas.openxmlformats.org/officeDocument/2006/relationships/customXml" Target="../ink/ink4006.xml"/><Relationship Id="rId205" Type="http://schemas.openxmlformats.org/officeDocument/2006/relationships/customXml" Target="../ink/ink4013.xml"/><Relationship Id="rId247" Type="http://schemas.openxmlformats.org/officeDocument/2006/relationships/customXml" Target="../ink/ink4034.xml"/><Relationship Id="rId412" Type="http://schemas.openxmlformats.org/officeDocument/2006/relationships/image" Target="../media/image3974.png"/><Relationship Id="rId107" Type="http://schemas.openxmlformats.org/officeDocument/2006/relationships/customXml" Target="../ink/ink3964.xml"/><Relationship Id="rId289" Type="http://schemas.openxmlformats.org/officeDocument/2006/relationships/customXml" Target="../ink/ink4055.xml"/><Relationship Id="rId454" Type="http://schemas.openxmlformats.org/officeDocument/2006/relationships/image" Target="../media/image3995.png"/><Relationship Id="rId496" Type="http://schemas.openxmlformats.org/officeDocument/2006/relationships/image" Target="../media/image4016.png"/><Relationship Id="rId11" Type="http://schemas.openxmlformats.org/officeDocument/2006/relationships/customXml" Target="../ink/ink3916.xml"/><Relationship Id="rId53" Type="http://schemas.openxmlformats.org/officeDocument/2006/relationships/customXml" Target="../ink/ink3937.xml"/><Relationship Id="rId149" Type="http://schemas.openxmlformats.org/officeDocument/2006/relationships/customXml" Target="../ink/ink3985.xml"/><Relationship Id="rId314" Type="http://schemas.openxmlformats.org/officeDocument/2006/relationships/image" Target="../media/image3925.png"/><Relationship Id="rId356" Type="http://schemas.openxmlformats.org/officeDocument/2006/relationships/image" Target="../media/image3946.png"/><Relationship Id="rId398" Type="http://schemas.openxmlformats.org/officeDocument/2006/relationships/image" Target="../media/image3967.png"/><Relationship Id="rId521" Type="http://schemas.openxmlformats.org/officeDocument/2006/relationships/customXml" Target="../ink/ink4171.xml"/><Relationship Id="rId563" Type="http://schemas.openxmlformats.org/officeDocument/2006/relationships/image" Target="../media/image4049.png"/><Relationship Id="rId95" Type="http://schemas.openxmlformats.org/officeDocument/2006/relationships/customXml" Target="../ink/ink3958.xml"/><Relationship Id="rId160" Type="http://schemas.openxmlformats.org/officeDocument/2006/relationships/image" Target="../media/image3848.png"/><Relationship Id="rId216" Type="http://schemas.openxmlformats.org/officeDocument/2006/relationships/image" Target="../media/image3876.png"/><Relationship Id="rId423" Type="http://schemas.openxmlformats.org/officeDocument/2006/relationships/customXml" Target="../ink/ink4122.xml"/><Relationship Id="rId258" Type="http://schemas.openxmlformats.org/officeDocument/2006/relationships/image" Target="../media/image3897.png"/><Relationship Id="rId465" Type="http://schemas.openxmlformats.org/officeDocument/2006/relationships/customXml" Target="../ink/ink4143.xml"/><Relationship Id="rId22" Type="http://schemas.openxmlformats.org/officeDocument/2006/relationships/image" Target="../media/image3779.png"/><Relationship Id="rId64" Type="http://schemas.openxmlformats.org/officeDocument/2006/relationships/image" Target="../media/image3800.png"/><Relationship Id="rId118" Type="http://schemas.openxmlformats.org/officeDocument/2006/relationships/image" Target="../media/image3827.png"/><Relationship Id="rId325" Type="http://schemas.openxmlformats.org/officeDocument/2006/relationships/customXml" Target="../ink/ink4073.xml"/><Relationship Id="rId367" Type="http://schemas.openxmlformats.org/officeDocument/2006/relationships/customXml" Target="../ink/ink4094.xml"/><Relationship Id="rId532" Type="http://schemas.openxmlformats.org/officeDocument/2006/relationships/image" Target="../media/image4034.png"/><Relationship Id="rId574" Type="http://schemas.openxmlformats.org/officeDocument/2006/relationships/customXml" Target="../ink/ink4198.xml"/><Relationship Id="rId171" Type="http://schemas.openxmlformats.org/officeDocument/2006/relationships/customXml" Target="../ink/ink3996.xml"/><Relationship Id="rId227" Type="http://schemas.openxmlformats.org/officeDocument/2006/relationships/customXml" Target="../ink/ink4024.xml"/><Relationship Id="rId269" Type="http://schemas.openxmlformats.org/officeDocument/2006/relationships/customXml" Target="../ink/ink4045.xml"/><Relationship Id="rId434" Type="http://schemas.openxmlformats.org/officeDocument/2006/relationships/image" Target="../media/image3985.png"/><Relationship Id="rId476" Type="http://schemas.openxmlformats.org/officeDocument/2006/relationships/image" Target="../media/image4006.png"/><Relationship Id="rId33" Type="http://schemas.openxmlformats.org/officeDocument/2006/relationships/customXml" Target="../ink/ink3927.xml"/><Relationship Id="rId129" Type="http://schemas.openxmlformats.org/officeDocument/2006/relationships/customXml" Target="../ink/ink3975.xml"/><Relationship Id="rId280" Type="http://schemas.openxmlformats.org/officeDocument/2006/relationships/image" Target="../media/image3908.png"/><Relationship Id="rId336" Type="http://schemas.openxmlformats.org/officeDocument/2006/relationships/image" Target="../media/image3936.png"/><Relationship Id="rId501" Type="http://schemas.openxmlformats.org/officeDocument/2006/relationships/customXml" Target="../ink/ink4161.xml"/><Relationship Id="rId543" Type="http://schemas.openxmlformats.org/officeDocument/2006/relationships/image" Target="../media/image4039.png"/><Relationship Id="rId75" Type="http://schemas.openxmlformats.org/officeDocument/2006/relationships/customXml" Target="../ink/ink3948.xml"/><Relationship Id="rId140" Type="http://schemas.openxmlformats.org/officeDocument/2006/relationships/image" Target="../media/image3838.png"/><Relationship Id="rId182" Type="http://schemas.openxmlformats.org/officeDocument/2006/relationships/image" Target="../media/image3859.png"/><Relationship Id="rId378" Type="http://schemas.openxmlformats.org/officeDocument/2006/relationships/image" Target="../media/image3957.png"/><Relationship Id="rId403" Type="http://schemas.openxmlformats.org/officeDocument/2006/relationships/customXml" Target="../ink/ink4112.xml"/><Relationship Id="rId585" Type="http://schemas.openxmlformats.org/officeDocument/2006/relationships/image" Target="../media/image4060.png"/><Relationship Id="rId6" Type="http://schemas.openxmlformats.org/officeDocument/2006/relationships/image" Target="../media/image3771.png"/><Relationship Id="rId238" Type="http://schemas.openxmlformats.org/officeDocument/2006/relationships/image" Target="../media/image3887.png"/><Relationship Id="rId445" Type="http://schemas.openxmlformats.org/officeDocument/2006/relationships/customXml" Target="../ink/ink4133.xml"/><Relationship Id="rId487" Type="http://schemas.openxmlformats.org/officeDocument/2006/relationships/customXml" Target="../ink/ink4154.xml"/><Relationship Id="rId291" Type="http://schemas.openxmlformats.org/officeDocument/2006/relationships/customXml" Target="../ink/ink4056.xml"/><Relationship Id="rId305" Type="http://schemas.openxmlformats.org/officeDocument/2006/relationships/customXml" Target="../ink/ink4063.xml"/><Relationship Id="rId347" Type="http://schemas.openxmlformats.org/officeDocument/2006/relationships/customXml" Target="../ink/ink4084.xml"/><Relationship Id="rId512" Type="http://schemas.openxmlformats.org/officeDocument/2006/relationships/image" Target="../media/image4024.png"/><Relationship Id="rId44" Type="http://schemas.openxmlformats.org/officeDocument/2006/relationships/image" Target="../media/image3790.png"/><Relationship Id="rId86" Type="http://schemas.openxmlformats.org/officeDocument/2006/relationships/image" Target="../media/image3811.png"/><Relationship Id="rId151" Type="http://schemas.openxmlformats.org/officeDocument/2006/relationships/customXml" Target="../ink/ink3986.xml"/><Relationship Id="rId389" Type="http://schemas.openxmlformats.org/officeDocument/2006/relationships/customXml" Target="../ink/ink4105.xml"/><Relationship Id="rId554" Type="http://schemas.openxmlformats.org/officeDocument/2006/relationships/customXml" Target="../ink/ink4188.xml"/><Relationship Id="rId596" Type="http://schemas.openxmlformats.org/officeDocument/2006/relationships/customXml" Target="../ink/ink4209.xml"/><Relationship Id="rId193" Type="http://schemas.openxmlformats.org/officeDocument/2006/relationships/customXml" Target="../ink/ink4007.xml"/><Relationship Id="rId207" Type="http://schemas.openxmlformats.org/officeDocument/2006/relationships/customXml" Target="../ink/ink4014.xml"/><Relationship Id="rId249" Type="http://schemas.openxmlformats.org/officeDocument/2006/relationships/customXml" Target="../ink/ink4035.xml"/><Relationship Id="rId414" Type="http://schemas.openxmlformats.org/officeDocument/2006/relationships/image" Target="../media/image3975.png"/><Relationship Id="rId456" Type="http://schemas.openxmlformats.org/officeDocument/2006/relationships/image" Target="../media/image3996.png"/><Relationship Id="rId498" Type="http://schemas.openxmlformats.org/officeDocument/2006/relationships/image" Target="../media/image4017.png"/><Relationship Id="rId13" Type="http://schemas.openxmlformats.org/officeDocument/2006/relationships/customXml" Target="../ink/ink3917.xml"/><Relationship Id="rId109" Type="http://schemas.openxmlformats.org/officeDocument/2006/relationships/customXml" Target="../ink/ink3965.xml"/><Relationship Id="rId260" Type="http://schemas.openxmlformats.org/officeDocument/2006/relationships/image" Target="../media/image3898.png"/><Relationship Id="rId316" Type="http://schemas.openxmlformats.org/officeDocument/2006/relationships/image" Target="../media/image3926.png"/><Relationship Id="rId523" Type="http://schemas.openxmlformats.org/officeDocument/2006/relationships/customXml" Target="../ink/ink4172.xml"/><Relationship Id="rId55" Type="http://schemas.openxmlformats.org/officeDocument/2006/relationships/customXml" Target="../ink/ink3938.xml"/><Relationship Id="rId97" Type="http://schemas.openxmlformats.org/officeDocument/2006/relationships/customXml" Target="../ink/ink3959.xml"/><Relationship Id="rId120" Type="http://schemas.openxmlformats.org/officeDocument/2006/relationships/image" Target="../media/image3828.png"/><Relationship Id="rId358" Type="http://schemas.openxmlformats.org/officeDocument/2006/relationships/image" Target="../media/image3947.png"/><Relationship Id="rId565" Type="http://schemas.openxmlformats.org/officeDocument/2006/relationships/image" Target="../media/image4050.png"/><Relationship Id="rId162" Type="http://schemas.openxmlformats.org/officeDocument/2006/relationships/image" Target="../media/image3849.png"/><Relationship Id="rId218" Type="http://schemas.openxmlformats.org/officeDocument/2006/relationships/image" Target="../media/image3877.png"/><Relationship Id="rId425" Type="http://schemas.openxmlformats.org/officeDocument/2006/relationships/customXml" Target="../ink/ink4123.xml"/><Relationship Id="rId467" Type="http://schemas.openxmlformats.org/officeDocument/2006/relationships/customXml" Target="../ink/ink4144.xml"/><Relationship Id="rId271" Type="http://schemas.openxmlformats.org/officeDocument/2006/relationships/customXml" Target="../ink/ink4046.xml"/><Relationship Id="rId24" Type="http://schemas.openxmlformats.org/officeDocument/2006/relationships/image" Target="../media/image3780.png"/><Relationship Id="rId66" Type="http://schemas.openxmlformats.org/officeDocument/2006/relationships/image" Target="../media/image3801.png"/><Relationship Id="rId131" Type="http://schemas.openxmlformats.org/officeDocument/2006/relationships/customXml" Target="../ink/ink3976.xml"/><Relationship Id="rId327" Type="http://schemas.openxmlformats.org/officeDocument/2006/relationships/customXml" Target="../ink/ink4074.xml"/><Relationship Id="rId369" Type="http://schemas.openxmlformats.org/officeDocument/2006/relationships/customXml" Target="../ink/ink4095.xml"/><Relationship Id="rId534" Type="http://schemas.openxmlformats.org/officeDocument/2006/relationships/image" Target="../media/image4035.png"/><Relationship Id="rId576" Type="http://schemas.openxmlformats.org/officeDocument/2006/relationships/customXml" Target="../ink/ink4199.xml"/><Relationship Id="rId173" Type="http://schemas.openxmlformats.org/officeDocument/2006/relationships/customXml" Target="../ink/ink3997.xml"/><Relationship Id="rId229" Type="http://schemas.openxmlformats.org/officeDocument/2006/relationships/customXml" Target="../ink/ink4025.xml"/><Relationship Id="rId380" Type="http://schemas.openxmlformats.org/officeDocument/2006/relationships/image" Target="../media/image3958.png"/><Relationship Id="rId436" Type="http://schemas.openxmlformats.org/officeDocument/2006/relationships/image" Target="../media/image3986.png"/><Relationship Id="rId240" Type="http://schemas.openxmlformats.org/officeDocument/2006/relationships/image" Target="../media/image3888.png"/><Relationship Id="rId478" Type="http://schemas.openxmlformats.org/officeDocument/2006/relationships/image" Target="../media/image4007.png"/><Relationship Id="rId35" Type="http://schemas.openxmlformats.org/officeDocument/2006/relationships/customXml" Target="../ink/ink3928.xml"/><Relationship Id="rId77" Type="http://schemas.openxmlformats.org/officeDocument/2006/relationships/customXml" Target="../ink/ink3949.xml"/><Relationship Id="rId100" Type="http://schemas.openxmlformats.org/officeDocument/2006/relationships/image" Target="../media/image3818.png"/><Relationship Id="rId282" Type="http://schemas.openxmlformats.org/officeDocument/2006/relationships/image" Target="../media/image3909.png"/><Relationship Id="rId338" Type="http://schemas.openxmlformats.org/officeDocument/2006/relationships/image" Target="../media/image3937.png"/><Relationship Id="rId503" Type="http://schemas.openxmlformats.org/officeDocument/2006/relationships/customXml" Target="../ink/ink4162.xml"/><Relationship Id="rId545" Type="http://schemas.openxmlformats.org/officeDocument/2006/relationships/image" Target="../media/image4040.png"/><Relationship Id="rId587" Type="http://schemas.openxmlformats.org/officeDocument/2006/relationships/image" Target="../media/image4061.png"/><Relationship Id="rId8" Type="http://schemas.openxmlformats.org/officeDocument/2006/relationships/image" Target="../media/image3772.png"/><Relationship Id="rId142" Type="http://schemas.openxmlformats.org/officeDocument/2006/relationships/image" Target="../media/image3839.png"/><Relationship Id="rId184" Type="http://schemas.openxmlformats.org/officeDocument/2006/relationships/image" Target="../media/image3860.png"/><Relationship Id="rId391" Type="http://schemas.openxmlformats.org/officeDocument/2006/relationships/customXml" Target="../ink/ink4106.xml"/><Relationship Id="rId405" Type="http://schemas.openxmlformats.org/officeDocument/2006/relationships/customXml" Target="../ink/ink4113.xml"/><Relationship Id="rId447" Type="http://schemas.openxmlformats.org/officeDocument/2006/relationships/customXml" Target="../ink/ink4134.xml"/><Relationship Id="rId251" Type="http://schemas.openxmlformats.org/officeDocument/2006/relationships/customXml" Target="../ink/ink4036.xml"/><Relationship Id="rId489" Type="http://schemas.openxmlformats.org/officeDocument/2006/relationships/customXml" Target="../ink/ink4155.xml"/><Relationship Id="rId46" Type="http://schemas.openxmlformats.org/officeDocument/2006/relationships/image" Target="../media/image3791.png"/><Relationship Id="rId293" Type="http://schemas.openxmlformats.org/officeDocument/2006/relationships/customXml" Target="../ink/ink4057.xml"/><Relationship Id="rId307" Type="http://schemas.openxmlformats.org/officeDocument/2006/relationships/customXml" Target="../ink/ink4064.xml"/><Relationship Id="rId349" Type="http://schemas.openxmlformats.org/officeDocument/2006/relationships/customXml" Target="../ink/ink4085.xml"/><Relationship Id="rId514" Type="http://schemas.openxmlformats.org/officeDocument/2006/relationships/image" Target="../media/image4025.png"/><Relationship Id="rId556" Type="http://schemas.openxmlformats.org/officeDocument/2006/relationships/customXml" Target="../ink/ink4189.xml"/><Relationship Id="rId88" Type="http://schemas.openxmlformats.org/officeDocument/2006/relationships/image" Target="../media/image3812.png"/><Relationship Id="rId111" Type="http://schemas.openxmlformats.org/officeDocument/2006/relationships/customXml" Target="../ink/ink3966.xml"/><Relationship Id="rId153" Type="http://schemas.openxmlformats.org/officeDocument/2006/relationships/customXml" Target="../ink/ink3987.xml"/><Relationship Id="rId195" Type="http://schemas.openxmlformats.org/officeDocument/2006/relationships/customXml" Target="../ink/ink4008.xml"/><Relationship Id="rId209" Type="http://schemas.openxmlformats.org/officeDocument/2006/relationships/customXml" Target="../ink/ink4015.xml"/><Relationship Id="rId360" Type="http://schemas.openxmlformats.org/officeDocument/2006/relationships/image" Target="../media/image3948.png"/><Relationship Id="rId416" Type="http://schemas.openxmlformats.org/officeDocument/2006/relationships/image" Target="../media/image3976.png"/><Relationship Id="rId598" Type="http://schemas.openxmlformats.org/officeDocument/2006/relationships/image" Target="../media/image4066.png"/><Relationship Id="rId220" Type="http://schemas.openxmlformats.org/officeDocument/2006/relationships/image" Target="../media/image3878.png"/><Relationship Id="rId458" Type="http://schemas.openxmlformats.org/officeDocument/2006/relationships/image" Target="../media/image3997.png"/><Relationship Id="rId15" Type="http://schemas.openxmlformats.org/officeDocument/2006/relationships/customXml" Target="../ink/ink3918.xml"/><Relationship Id="rId57" Type="http://schemas.openxmlformats.org/officeDocument/2006/relationships/customXml" Target="../ink/ink3939.xml"/><Relationship Id="rId262" Type="http://schemas.openxmlformats.org/officeDocument/2006/relationships/image" Target="../media/image3899.png"/><Relationship Id="rId318" Type="http://schemas.openxmlformats.org/officeDocument/2006/relationships/image" Target="../media/image3927.png"/><Relationship Id="rId525" Type="http://schemas.openxmlformats.org/officeDocument/2006/relationships/customXml" Target="../ink/ink4173.xml"/><Relationship Id="rId567" Type="http://schemas.openxmlformats.org/officeDocument/2006/relationships/image" Target="../media/image4051.png"/><Relationship Id="rId99" Type="http://schemas.openxmlformats.org/officeDocument/2006/relationships/customXml" Target="../ink/ink3960.xml"/><Relationship Id="rId122" Type="http://schemas.openxmlformats.org/officeDocument/2006/relationships/image" Target="../media/image3829.png"/><Relationship Id="rId164" Type="http://schemas.openxmlformats.org/officeDocument/2006/relationships/image" Target="../media/image3850.png"/><Relationship Id="rId371" Type="http://schemas.openxmlformats.org/officeDocument/2006/relationships/customXml" Target="../ink/ink4096.xml"/><Relationship Id="rId427" Type="http://schemas.openxmlformats.org/officeDocument/2006/relationships/customXml" Target="../ink/ink4124.xml"/><Relationship Id="rId469" Type="http://schemas.openxmlformats.org/officeDocument/2006/relationships/customXml" Target="../ink/ink4145.xml"/><Relationship Id="rId26" Type="http://schemas.openxmlformats.org/officeDocument/2006/relationships/image" Target="../media/image3781.png"/><Relationship Id="rId231" Type="http://schemas.openxmlformats.org/officeDocument/2006/relationships/customXml" Target="../ink/ink4026.xml"/><Relationship Id="rId273" Type="http://schemas.openxmlformats.org/officeDocument/2006/relationships/customXml" Target="../ink/ink4047.xml"/><Relationship Id="rId329" Type="http://schemas.openxmlformats.org/officeDocument/2006/relationships/customXml" Target="../ink/ink4075.xml"/><Relationship Id="rId480" Type="http://schemas.openxmlformats.org/officeDocument/2006/relationships/image" Target="../media/image4008.png"/><Relationship Id="rId536" Type="http://schemas.openxmlformats.org/officeDocument/2006/relationships/image" Target="../media/image4036.png"/><Relationship Id="rId68" Type="http://schemas.openxmlformats.org/officeDocument/2006/relationships/image" Target="../media/image3802.png"/><Relationship Id="rId133" Type="http://schemas.openxmlformats.org/officeDocument/2006/relationships/customXml" Target="../ink/ink3977.xml"/><Relationship Id="rId175" Type="http://schemas.openxmlformats.org/officeDocument/2006/relationships/customXml" Target="../ink/ink3998.xml"/><Relationship Id="rId340" Type="http://schemas.openxmlformats.org/officeDocument/2006/relationships/image" Target="../media/image3938.png"/><Relationship Id="rId578" Type="http://schemas.openxmlformats.org/officeDocument/2006/relationships/customXml" Target="../ink/ink4200.xml"/><Relationship Id="rId200" Type="http://schemas.openxmlformats.org/officeDocument/2006/relationships/image" Target="../media/image3868.png"/><Relationship Id="rId382" Type="http://schemas.openxmlformats.org/officeDocument/2006/relationships/image" Target="../media/image3959.png"/><Relationship Id="rId438" Type="http://schemas.openxmlformats.org/officeDocument/2006/relationships/image" Target="../media/image3987.png"/><Relationship Id="rId242" Type="http://schemas.openxmlformats.org/officeDocument/2006/relationships/image" Target="../media/image3889.png"/><Relationship Id="rId284" Type="http://schemas.openxmlformats.org/officeDocument/2006/relationships/image" Target="../media/image3910.png"/><Relationship Id="rId491" Type="http://schemas.openxmlformats.org/officeDocument/2006/relationships/customXml" Target="../ink/ink4156.xml"/><Relationship Id="rId505" Type="http://schemas.openxmlformats.org/officeDocument/2006/relationships/customXml" Target="../ink/ink4163.xml"/><Relationship Id="rId37" Type="http://schemas.openxmlformats.org/officeDocument/2006/relationships/customXml" Target="../ink/ink3929.xml"/><Relationship Id="rId79" Type="http://schemas.openxmlformats.org/officeDocument/2006/relationships/customXml" Target="../ink/ink3950.xml"/><Relationship Id="rId102" Type="http://schemas.openxmlformats.org/officeDocument/2006/relationships/image" Target="../media/image3819.png"/><Relationship Id="rId144" Type="http://schemas.openxmlformats.org/officeDocument/2006/relationships/image" Target="../media/image3840.png"/><Relationship Id="rId547" Type="http://schemas.openxmlformats.org/officeDocument/2006/relationships/image" Target="../media/image4041.png"/><Relationship Id="rId589" Type="http://schemas.openxmlformats.org/officeDocument/2006/relationships/image" Target="../media/image4062.png"/><Relationship Id="rId90" Type="http://schemas.openxmlformats.org/officeDocument/2006/relationships/image" Target="../media/image3813.png"/><Relationship Id="rId186" Type="http://schemas.openxmlformats.org/officeDocument/2006/relationships/image" Target="../media/image3861.png"/><Relationship Id="rId351" Type="http://schemas.openxmlformats.org/officeDocument/2006/relationships/customXml" Target="../ink/ink4086.xml"/><Relationship Id="rId393" Type="http://schemas.openxmlformats.org/officeDocument/2006/relationships/customXml" Target="../ink/ink4107.xml"/><Relationship Id="rId407" Type="http://schemas.openxmlformats.org/officeDocument/2006/relationships/customXml" Target="../ink/ink4114.xml"/><Relationship Id="rId449" Type="http://schemas.openxmlformats.org/officeDocument/2006/relationships/customXml" Target="../ink/ink4135.xml"/><Relationship Id="rId211" Type="http://schemas.openxmlformats.org/officeDocument/2006/relationships/customXml" Target="../ink/ink4016.xml"/><Relationship Id="rId253" Type="http://schemas.openxmlformats.org/officeDocument/2006/relationships/customXml" Target="../ink/ink4037.xml"/><Relationship Id="rId295" Type="http://schemas.openxmlformats.org/officeDocument/2006/relationships/customXml" Target="../ink/ink4058.xml"/><Relationship Id="rId309" Type="http://schemas.openxmlformats.org/officeDocument/2006/relationships/customXml" Target="../ink/ink4065.xml"/><Relationship Id="rId460" Type="http://schemas.openxmlformats.org/officeDocument/2006/relationships/image" Target="../media/image3998.png"/><Relationship Id="rId516" Type="http://schemas.openxmlformats.org/officeDocument/2006/relationships/image" Target="../media/image4026.png"/><Relationship Id="rId48" Type="http://schemas.openxmlformats.org/officeDocument/2006/relationships/image" Target="../media/image3792.png"/><Relationship Id="rId113" Type="http://schemas.openxmlformats.org/officeDocument/2006/relationships/customXml" Target="../ink/ink3967.xml"/><Relationship Id="rId320" Type="http://schemas.openxmlformats.org/officeDocument/2006/relationships/image" Target="../media/image3928.png"/><Relationship Id="rId558" Type="http://schemas.openxmlformats.org/officeDocument/2006/relationships/customXml" Target="../ink/ink4190.xml"/><Relationship Id="rId155" Type="http://schemas.openxmlformats.org/officeDocument/2006/relationships/customXml" Target="../ink/ink3988.xml"/><Relationship Id="rId197" Type="http://schemas.openxmlformats.org/officeDocument/2006/relationships/customXml" Target="../ink/ink4009.xml"/><Relationship Id="rId362" Type="http://schemas.openxmlformats.org/officeDocument/2006/relationships/image" Target="../media/image3949.png"/><Relationship Id="rId418" Type="http://schemas.openxmlformats.org/officeDocument/2006/relationships/image" Target="../media/image3977.png"/><Relationship Id="rId222" Type="http://schemas.openxmlformats.org/officeDocument/2006/relationships/image" Target="../media/image3879.png"/><Relationship Id="rId264" Type="http://schemas.openxmlformats.org/officeDocument/2006/relationships/image" Target="../media/image3900.png"/><Relationship Id="rId471" Type="http://schemas.openxmlformats.org/officeDocument/2006/relationships/customXml" Target="../ink/ink4146.xml"/><Relationship Id="rId17" Type="http://schemas.openxmlformats.org/officeDocument/2006/relationships/customXml" Target="../ink/ink3919.xml"/><Relationship Id="rId59" Type="http://schemas.openxmlformats.org/officeDocument/2006/relationships/customXml" Target="../ink/ink3940.xml"/><Relationship Id="rId124" Type="http://schemas.openxmlformats.org/officeDocument/2006/relationships/image" Target="../media/image3830.png"/><Relationship Id="rId527" Type="http://schemas.openxmlformats.org/officeDocument/2006/relationships/customXml" Target="../ink/ink4174.xml"/><Relationship Id="rId569" Type="http://schemas.openxmlformats.org/officeDocument/2006/relationships/image" Target="../media/image4052.png"/><Relationship Id="rId70" Type="http://schemas.openxmlformats.org/officeDocument/2006/relationships/image" Target="../media/image3803.png"/><Relationship Id="rId166" Type="http://schemas.openxmlformats.org/officeDocument/2006/relationships/image" Target="../media/image3851.png"/><Relationship Id="rId331" Type="http://schemas.openxmlformats.org/officeDocument/2006/relationships/customXml" Target="../ink/ink4076.xml"/><Relationship Id="rId373" Type="http://schemas.openxmlformats.org/officeDocument/2006/relationships/customXml" Target="../ink/ink4097.xml"/><Relationship Id="rId429" Type="http://schemas.openxmlformats.org/officeDocument/2006/relationships/customXml" Target="../ink/ink4125.xml"/><Relationship Id="rId580" Type="http://schemas.openxmlformats.org/officeDocument/2006/relationships/customXml" Target="../ink/ink4201.xml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4027.xml"/><Relationship Id="rId440" Type="http://schemas.openxmlformats.org/officeDocument/2006/relationships/image" Target="../media/image3988.png"/><Relationship Id="rId28" Type="http://schemas.openxmlformats.org/officeDocument/2006/relationships/image" Target="../media/image3782.png"/><Relationship Id="rId275" Type="http://schemas.openxmlformats.org/officeDocument/2006/relationships/customXml" Target="../ink/ink4048.xml"/><Relationship Id="rId300" Type="http://schemas.openxmlformats.org/officeDocument/2006/relationships/image" Target="../media/image3918.png"/><Relationship Id="rId482" Type="http://schemas.openxmlformats.org/officeDocument/2006/relationships/image" Target="../media/image4009.png"/><Relationship Id="rId538" Type="http://schemas.openxmlformats.org/officeDocument/2006/relationships/customXml" Target="../ink/ink4180.xml"/><Relationship Id="rId81" Type="http://schemas.openxmlformats.org/officeDocument/2006/relationships/customXml" Target="../ink/ink3951.xml"/><Relationship Id="rId135" Type="http://schemas.openxmlformats.org/officeDocument/2006/relationships/customXml" Target="../ink/ink3978.xml"/><Relationship Id="rId177" Type="http://schemas.openxmlformats.org/officeDocument/2006/relationships/customXml" Target="../ink/ink3999.xml"/><Relationship Id="rId342" Type="http://schemas.openxmlformats.org/officeDocument/2006/relationships/image" Target="../media/image3939.png"/><Relationship Id="rId384" Type="http://schemas.openxmlformats.org/officeDocument/2006/relationships/image" Target="../media/image3960.png"/><Relationship Id="rId591" Type="http://schemas.openxmlformats.org/officeDocument/2006/relationships/image" Target="../media/image4063.png"/><Relationship Id="rId202" Type="http://schemas.openxmlformats.org/officeDocument/2006/relationships/image" Target="../media/image3869.png"/><Relationship Id="rId244" Type="http://schemas.openxmlformats.org/officeDocument/2006/relationships/image" Target="../media/image3890.png"/><Relationship Id="rId39" Type="http://schemas.openxmlformats.org/officeDocument/2006/relationships/customXml" Target="../ink/ink3930.xml"/><Relationship Id="rId286" Type="http://schemas.openxmlformats.org/officeDocument/2006/relationships/image" Target="../media/image3911.png"/><Relationship Id="rId451" Type="http://schemas.openxmlformats.org/officeDocument/2006/relationships/customXml" Target="../ink/ink4136.xml"/><Relationship Id="rId493" Type="http://schemas.openxmlformats.org/officeDocument/2006/relationships/customXml" Target="../ink/ink4157.xml"/><Relationship Id="rId507" Type="http://schemas.openxmlformats.org/officeDocument/2006/relationships/customXml" Target="../ink/ink4164.xml"/><Relationship Id="rId549" Type="http://schemas.openxmlformats.org/officeDocument/2006/relationships/image" Target="../media/image4042.png"/><Relationship Id="rId50" Type="http://schemas.openxmlformats.org/officeDocument/2006/relationships/image" Target="../media/image3793.png"/><Relationship Id="rId104" Type="http://schemas.openxmlformats.org/officeDocument/2006/relationships/image" Target="../media/image3820.png"/><Relationship Id="rId146" Type="http://schemas.openxmlformats.org/officeDocument/2006/relationships/image" Target="../media/image3841.png"/><Relationship Id="rId188" Type="http://schemas.openxmlformats.org/officeDocument/2006/relationships/image" Target="../media/image3862.png"/><Relationship Id="rId311" Type="http://schemas.openxmlformats.org/officeDocument/2006/relationships/customXml" Target="../ink/ink4066.xml"/><Relationship Id="rId353" Type="http://schemas.openxmlformats.org/officeDocument/2006/relationships/customXml" Target="../ink/ink4087.xml"/><Relationship Id="rId395" Type="http://schemas.openxmlformats.org/officeDocument/2006/relationships/customXml" Target="../ink/ink4108.xml"/><Relationship Id="rId409" Type="http://schemas.openxmlformats.org/officeDocument/2006/relationships/customXml" Target="../ink/ink4115.xml"/><Relationship Id="rId560" Type="http://schemas.openxmlformats.org/officeDocument/2006/relationships/customXml" Target="../ink/ink4191.xml"/><Relationship Id="rId92" Type="http://schemas.openxmlformats.org/officeDocument/2006/relationships/image" Target="../media/image3814.png"/><Relationship Id="rId213" Type="http://schemas.openxmlformats.org/officeDocument/2006/relationships/customXml" Target="../ink/ink4017.xml"/><Relationship Id="rId420" Type="http://schemas.openxmlformats.org/officeDocument/2006/relationships/image" Target="../media/image3978.png"/><Relationship Id="rId255" Type="http://schemas.openxmlformats.org/officeDocument/2006/relationships/customXml" Target="../ink/ink4038.xml"/><Relationship Id="rId297" Type="http://schemas.openxmlformats.org/officeDocument/2006/relationships/customXml" Target="../ink/ink4059.xml"/><Relationship Id="rId462" Type="http://schemas.openxmlformats.org/officeDocument/2006/relationships/image" Target="../media/image3999.png"/><Relationship Id="rId518" Type="http://schemas.openxmlformats.org/officeDocument/2006/relationships/image" Target="../media/image4027.png"/><Relationship Id="rId115" Type="http://schemas.openxmlformats.org/officeDocument/2006/relationships/customXml" Target="../ink/ink3968.xml"/><Relationship Id="rId157" Type="http://schemas.openxmlformats.org/officeDocument/2006/relationships/customXml" Target="../ink/ink3989.xml"/><Relationship Id="rId322" Type="http://schemas.openxmlformats.org/officeDocument/2006/relationships/image" Target="../media/image3929.png"/><Relationship Id="rId364" Type="http://schemas.openxmlformats.org/officeDocument/2006/relationships/image" Target="../media/image3950.png"/><Relationship Id="rId61" Type="http://schemas.openxmlformats.org/officeDocument/2006/relationships/customXml" Target="../ink/ink3941.xml"/><Relationship Id="rId199" Type="http://schemas.openxmlformats.org/officeDocument/2006/relationships/customXml" Target="../ink/ink4010.xml"/><Relationship Id="rId571" Type="http://schemas.openxmlformats.org/officeDocument/2006/relationships/image" Target="../media/image4053.png"/><Relationship Id="rId19" Type="http://schemas.openxmlformats.org/officeDocument/2006/relationships/customXml" Target="../ink/ink3920.xml"/><Relationship Id="rId224" Type="http://schemas.openxmlformats.org/officeDocument/2006/relationships/image" Target="../media/image3880.png"/><Relationship Id="rId266" Type="http://schemas.openxmlformats.org/officeDocument/2006/relationships/image" Target="../media/image3901.png"/><Relationship Id="rId431" Type="http://schemas.openxmlformats.org/officeDocument/2006/relationships/customXml" Target="../ink/ink4126.xml"/><Relationship Id="rId473" Type="http://schemas.openxmlformats.org/officeDocument/2006/relationships/customXml" Target="../ink/ink4147.xml"/><Relationship Id="rId529" Type="http://schemas.openxmlformats.org/officeDocument/2006/relationships/customXml" Target="../ink/ink4175.xml"/><Relationship Id="rId30" Type="http://schemas.openxmlformats.org/officeDocument/2006/relationships/image" Target="../media/image3783.png"/><Relationship Id="rId126" Type="http://schemas.openxmlformats.org/officeDocument/2006/relationships/image" Target="../media/image3831.png"/><Relationship Id="rId168" Type="http://schemas.openxmlformats.org/officeDocument/2006/relationships/image" Target="../media/image3852.png"/><Relationship Id="rId333" Type="http://schemas.openxmlformats.org/officeDocument/2006/relationships/customXml" Target="../ink/ink4077.xml"/><Relationship Id="rId540" Type="http://schemas.openxmlformats.org/officeDocument/2006/relationships/customXml" Target="../ink/ink4181.xml"/><Relationship Id="rId72" Type="http://schemas.openxmlformats.org/officeDocument/2006/relationships/image" Target="../media/image3804.png"/><Relationship Id="rId375" Type="http://schemas.openxmlformats.org/officeDocument/2006/relationships/customXml" Target="../ink/ink4098.xml"/><Relationship Id="rId582" Type="http://schemas.openxmlformats.org/officeDocument/2006/relationships/customXml" Target="../ink/ink4202.xml"/><Relationship Id="rId3" Type="http://schemas.openxmlformats.org/officeDocument/2006/relationships/customXml" Target="../ink/ink3912.xml"/><Relationship Id="rId235" Type="http://schemas.openxmlformats.org/officeDocument/2006/relationships/customXml" Target="../ink/ink4028.xml"/><Relationship Id="rId277" Type="http://schemas.openxmlformats.org/officeDocument/2006/relationships/customXml" Target="../ink/ink4049.xml"/><Relationship Id="rId400" Type="http://schemas.openxmlformats.org/officeDocument/2006/relationships/image" Target="../media/image3968.png"/><Relationship Id="rId442" Type="http://schemas.openxmlformats.org/officeDocument/2006/relationships/image" Target="../media/image3989.png"/><Relationship Id="rId484" Type="http://schemas.openxmlformats.org/officeDocument/2006/relationships/image" Target="../media/image4010.png"/><Relationship Id="rId137" Type="http://schemas.openxmlformats.org/officeDocument/2006/relationships/customXml" Target="../ink/ink3979.xml"/><Relationship Id="rId302" Type="http://schemas.openxmlformats.org/officeDocument/2006/relationships/image" Target="../media/image3919.png"/><Relationship Id="rId344" Type="http://schemas.openxmlformats.org/officeDocument/2006/relationships/image" Target="../media/image3940.png"/><Relationship Id="rId41" Type="http://schemas.openxmlformats.org/officeDocument/2006/relationships/customXml" Target="../ink/ink3931.xml"/><Relationship Id="rId83" Type="http://schemas.openxmlformats.org/officeDocument/2006/relationships/customXml" Target="../ink/ink3952.xml"/><Relationship Id="rId179" Type="http://schemas.openxmlformats.org/officeDocument/2006/relationships/customXml" Target="../ink/ink4000.xml"/><Relationship Id="rId386" Type="http://schemas.openxmlformats.org/officeDocument/2006/relationships/image" Target="../media/image3961.png"/><Relationship Id="rId551" Type="http://schemas.openxmlformats.org/officeDocument/2006/relationships/image" Target="../media/image4043.png"/><Relationship Id="rId593" Type="http://schemas.openxmlformats.org/officeDocument/2006/relationships/image" Target="../media/image4064.png"/><Relationship Id="rId190" Type="http://schemas.openxmlformats.org/officeDocument/2006/relationships/image" Target="../media/image3863.png"/><Relationship Id="rId204" Type="http://schemas.openxmlformats.org/officeDocument/2006/relationships/image" Target="../media/image3870.png"/><Relationship Id="rId246" Type="http://schemas.openxmlformats.org/officeDocument/2006/relationships/image" Target="../media/image3891.png"/><Relationship Id="rId288" Type="http://schemas.openxmlformats.org/officeDocument/2006/relationships/image" Target="../media/image3912.png"/><Relationship Id="rId411" Type="http://schemas.openxmlformats.org/officeDocument/2006/relationships/customXml" Target="../ink/ink4116.xml"/><Relationship Id="rId453" Type="http://schemas.openxmlformats.org/officeDocument/2006/relationships/customXml" Target="../ink/ink4137.xml"/><Relationship Id="rId509" Type="http://schemas.openxmlformats.org/officeDocument/2006/relationships/customXml" Target="../ink/ink4165.xml"/><Relationship Id="rId106" Type="http://schemas.openxmlformats.org/officeDocument/2006/relationships/image" Target="../media/image3821.png"/><Relationship Id="rId313" Type="http://schemas.openxmlformats.org/officeDocument/2006/relationships/customXml" Target="../ink/ink4067.xml"/><Relationship Id="rId495" Type="http://schemas.openxmlformats.org/officeDocument/2006/relationships/customXml" Target="../ink/ink4158.xml"/><Relationship Id="rId10" Type="http://schemas.openxmlformats.org/officeDocument/2006/relationships/image" Target="../media/image3773.png"/><Relationship Id="rId52" Type="http://schemas.openxmlformats.org/officeDocument/2006/relationships/image" Target="../media/image3794.png"/><Relationship Id="rId94" Type="http://schemas.openxmlformats.org/officeDocument/2006/relationships/image" Target="../media/image3815.png"/><Relationship Id="rId148" Type="http://schemas.openxmlformats.org/officeDocument/2006/relationships/image" Target="../media/image3842.png"/><Relationship Id="rId355" Type="http://schemas.openxmlformats.org/officeDocument/2006/relationships/customXml" Target="../ink/ink4088.xml"/><Relationship Id="rId397" Type="http://schemas.openxmlformats.org/officeDocument/2006/relationships/customXml" Target="../ink/ink4109.xml"/><Relationship Id="rId520" Type="http://schemas.openxmlformats.org/officeDocument/2006/relationships/image" Target="../media/image4028.png"/><Relationship Id="rId562" Type="http://schemas.openxmlformats.org/officeDocument/2006/relationships/customXml" Target="../ink/ink4192.xml"/><Relationship Id="rId215" Type="http://schemas.openxmlformats.org/officeDocument/2006/relationships/customXml" Target="../ink/ink4018.xml"/><Relationship Id="rId257" Type="http://schemas.openxmlformats.org/officeDocument/2006/relationships/customXml" Target="../ink/ink4039.xml"/><Relationship Id="rId422" Type="http://schemas.openxmlformats.org/officeDocument/2006/relationships/image" Target="../media/image3979.png"/><Relationship Id="rId464" Type="http://schemas.openxmlformats.org/officeDocument/2006/relationships/image" Target="../media/image4000.png"/><Relationship Id="rId299" Type="http://schemas.openxmlformats.org/officeDocument/2006/relationships/customXml" Target="../ink/ink4060.xml"/><Relationship Id="rId63" Type="http://schemas.openxmlformats.org/officeDocument/2006/relationships/customXml" Target="../ink/ink3942.xml"/><Relationship Id="rId159" Type="http://schemas.openxmlformats.org/officeDocument/2006/relationships/customXml" Target="../ink/ink3990.xml"/><Relationship Id="rId366" Type="http://schemas.openxmlformats.org/officeDocument/2006/relationships/image" Target="../media/image3951.png"/><Relationship Id="rId573" Type="http://schemas.openxmlformats.org/officeDocument/2006/relationships/image" Target="../media/image4054.png"/><Relationship Id="rId226" Type="http://schemas.openxmlformats.org/officeDocument/2006/relationships/image" Target="../media/image3881.png"/><Relationship Id="rId433" Type="http://schemas.openxmlformats.org/officeDocument/2006/relationships/customXml" Target="../ink/ink4127.xml"/><Relationship Id="rId74" Type="http://schemas.openxmlformats.org/officeDocument/2006/relationships/image" Target="../media/image3805.png"/><Relationship Id="rId377" Type="http://schemas.openxmlformats.org/officeDocument/2006/relationships/customXml" Target="../ink/ink4099.xml"/><Relationship Id="rId500" Type="http://schemas.openxmlformats.org/officeDocument/2006/relationships/image" Target="../media/image4018.png"/><Relationship Id="rId584" Type="http://schemas.openxmlformats.org/officeDocument/2006/relationships/customXml" Target="../ink/ink4203.xml"/><Relationship Id="rId5" Type="http://schemas.openxmlformats.org/officeDocument/2006/relationships/customXml" Target="../ink/ink3913.xml"/><Relationship Id="rId237" Type="http://schemas.openxmlformats.org/officeDocument/2006/relationships/customXml" Target="../ink/ink4029.xml"/><Relationship Id="rId444" Type="http://schemas.openxmlformats.org/officeDocument/2006/relationships/image" Target="../media/image3990.png"/><Relationship Id="rId290" Type="http://schemas.openxmlformats.org/officeDocument/2006/relationships/image" Target="../media/image3913.png"/><Relationship Id="rId304" Type="http://schemas.openxmlformats.org/officeDocument/2006/relationships/image" Target="../media/image3920.png"/><Relationship Id="rId388" Type="http://schemas.openxmlformats.org/officeDocument/2006/relationships/image" Target="../media/image3962.png"/><Relationship Id="rId511" Type="http://schemas.openxmlformats.org/officeDocument/2006/relationships/customXml" Target="../ink/ink4166.xml"/><Relationship Id="rId85" Type="http://schemas.openxmlformats.org/officeDocument/2006/relationships/customXml" Target="../ink/ink3953.xml"/><Relationship Id="rId150" Type="http://schemas.openxmlformats.org/officeDocument/2006/relationships/image" Target="../media/image3843.png"/><Relationship Id="rId595" Type="http://schemas.openxmlformats.org/officeDocument/2006/relationships/image" Target="../media/image4065.png"/><Relationship Id="rId248" Type="http://schemas.openxmlformats.org/officeDocument/2006/relationships/image" Target="../media/image3892.png"/><Relationship Id="rId455" Type="http://schemas.openxmlformats.org/officeDocument/2006/relationships/customXml" Target="../ink/ink4138.xml"/><Relationship Id="rId12" Type="http://schemas.openxmlformats.org/officeDocument/2006/relationships/image" Target="../media/image3774.png"/><Relationship Id="rId108" Type="http://schemas.openxmlformats.org/officeDocument/2006/relationships/image" Target="../media/image3822.png"/><Relationship Id="rId315" Type="http://schemas.openxmlformats.org/officeDocument/2006/relationships/customXml" Target="../ink/ink4068.xml"/><Relationship Id="rId522" Type="http://schemas.openxmlformats.org/officeDocument/2006/relationships/image" Target="../media/image4029.png"/><Relationship Id="rId96" Type="http://schemas.openxmlformats.org/officeDocument/2006/relationships/image" Target="../media/image3816.png"/><Relationship Id="rId161" Type="http://schemas.openxmlformats.org/officeDocument/2006/relationships/customXml" Target="../ink/ink3991.xml"/><Relationship Id="rId399" Type="http://schemas.openxmlformats.org/officeDocument/2006/relationships/customXml" Target="../ink/ink4110.xml"/><Relationship Id="rId259" Type="http://schemas.openxmlformats.org/officeDocument/2006/relationships/customXml" Target="../ink/ink4040.xml"/><Relationship Id="rId466" Type="http://schemas.openxmlformats.org/officeDocument/2006/relationships/image" Target="../media/image4001.png"/><Relationship Id="rId23" Type="http://schemas.openxmlformats.org/officeDocument/2006/relationships/customXml" Target="../ink/ink3922.xml"/><Relationship Id="rId119" Type="http://schemas.openxmlformats.org/officeDocument/2006/relationships/customXml" Target="../ink/ink3970.xml"/><Relationship Id="rId326" Type="http://schemas.openxmlformats.org/officeDocument/2006/relationships/image" Target="../media/image3931.png"/><Relationship Id="rId533" Type="http://schemas.openxmlformats.org/officeDocument/2006/relationships/customXml" Target="../ink/ink4177.xml"/><Relationship Id="rId172" Type="http://schemas.openxmlformats.org/officeDocument/2006/relationships/image" Target="../media/image3854.png"/><Relationship Id="rId477" Type="http://schemas.openxmlformats.org/officeDocument/2006/relationships/customXml" Target="../ink/ink4149.xml"/><Relationship Id="rId600" Type="http://schemas.openxmlformats.org/officeDocument/2006/relationships/image" Target="../media/image4067.png"/><Relationship Id="rId337" Type="http://schemas.openxmlformats.org/officeDocument/2006/relationships/customXml" Target="../ink/ink4079.xml"/><Relationship Id="rId34" Type="http://schemas.openxmlformats.org/officeDocument/2006/relationships/image" Target="../media/image3785.png"/><Relationship Id="rId544" Type="http://schemas.openxmlformats.org/officeDocument/2006/relationships/customXml" Target="../ink/ink4183.xml"/><Relationship Id="rId183" Type="http://schemas.openxmlformats.org/officeDocument/2006/relationships/customXml" Target="../ink/ink4002.xml"/><Relationship Id="rId390" Type="http://schemas.openxmlformats.org/officeDocument/2006/relationships/image" Target="../media/image3963.png"/><Relationship Id="rId404" Type="http://schemas.openxmlformats.org/officeDocument/2006/relationships/image" Target="../media/image3970.png"/><Relationship Id="rId250" Type="http://schemas.openxmlformats.org/officeDocument/2006/relationships/image" Target="../media/image3893.png"/><Relationship Id="rId488" Type="http://schemas.openxmlformats.org/officeDocument/2006/relationships/image" Target="../media/image4012.png"/><Relationship Id="rId45" Type="http://schemas.openxmlformats.org/officeDocument/2006/relationships/customXml" Target="../ink/ink3933.xml"/><Relationship Id="rId110" Type="http://schemas.openxmlformats.org/officeDocument/2006/relationships/image" Target="../media/image3823.png"/><Relationship Id="rId348" Type="http://schemas.openxmlformats.org/officeDocument/2006/relationships/image" Target="../media/image3942.png"/><Relationship Id="rId555" Type="http://schemas.openxmlformats.org/officeDocument/2006/relationships/image" Target="../media/image4045.png"/><Relationship Id="rId194" Type="http://schemas.openxmlformats.org/officeDocument/2006/relationships/image" Target="../media/image3865.png"/><Relationship Id="rId208" Type="http://schemas.openxmlformats.org/officeDocument/2006/relationships/image" Target="../media/image3872.png"/><Relationship Id="rId415" Type="http://schemas.openxmlformats.org/officeDocument/2006/relationships/customXml" Target="../ink/ink4118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125.png"/><Relationship Id="rId671" Type="http://schemas.openxmlformats.org/officeDocument/2006/relationships/customXml" Target="../ink/ink4549.xml"/><Relationship Id="rId21" Type="http://schemas.openxmlformats.org/officeDocument/2006/relationships/image" Target="../media/image4077.png"/><Relationship Id="rId324" Type="http://schemas.openxmlformats.org/officeDocument/2006/relationships/image" Target="../media/image4227.png"/><Relationship Id="rId531" Type="http://schemas.openxmlformats.org/officeDocument/2006/relationships/image" Target="../media/image4329.png"/><Relationship Id="rId629" Type="http://schemas.openxmlformats.org/officeDocument/2006/relationships/image" Target="../media/image4378.png"/><Relationship Id="rId170" Type="http://schemas.openxmlformats.org/officeDocument/2006/relationships/customXml" Target="../ink/ink4296.xml"/><Relationship Id="rId268" Type="http://schemas.openxmlformats.org/officeDocument/2006/relationships/image" Target="../media/image4199.png"/><Relationship Id="rId475" Type="http://schemas.openxmlformats.org/officeDocument/2006/relationships/customXml" Target="../ink/ink4450.xml"/><Relationship Id="rId682" Type="http://schemas.openxmlformats.org/officeDocument/2006/relationships/image" Target="../media/image4404.png"/><Relationship Id="rId32" Type="http://schemas.openxmlformats.org/officeDocument/2006/relationships/customXml" Target="../ink/ink4227.xml"/><Relationship Id="rId128" Type="http://schemas.openxmlformats.org/officeDocument/2006/relationships/customXml" Target="../ink/ink4275.xml"/><Relationship Id="rId335" Type="http://schemas.openxmlformats.org/officeDocument/2006/relationships/customXml" Target="../ink/ink4379.xml"/><Relationship Id="rId542" Type="http://schemas.openxmlformats.org/officeDocument/2006/relationships/customXml" Target="../ink/ink4484.xml"/><Relationship Id="rId181" Type="http://schemas.openxmlformats.org/officeDocument/2006/relationships/image" Target="../media/image4157.png"/><Relationship Id="rId402" Type="http://schemas.openxmlformats.org/officeDocument/2006/relationships/image" Target="../media/image4265.png"/><Relationship Id="rId279" Type="http://schemas.openxmlformats.org/officeDocument/2006/relationships/customXml" Target="../ink/ink4351.xml"/><Relationship Id="rId486" Type="http://schemas.openxmlformats.org/officeDocument/2006/relationships/customXml" Target="../ink/ink4456.xml"/><Relationship Id="rId43" Type="http://schemas.openxmlformats.org/officeDocument/2006/relationships/image" Target="../media/image4088.png"/><Relationship Id="rId139" Type="http://schemas.openxmlformats.org/officeDocument/2006/relationships/image" Target="../media/image4136.png"/><Relationship Id="rId346" Type="http://schemas.openxmlformats.org/officeDocument/2006/relationships/image" Target="../media/image4238.png"/><Relationship Id="rId553" Type="http://schemas.openxmlformats.org/officeDocument/2006/relationships/image" Target="../media/image4340.png"/><Relationship Id="rId192" Type="http://schemas.openxmlformats.org/officeDocument/2006/relationships/customXml" Target="../ink/ink4307.xml"/><Relationship Id="rId206" Type="http://schemas.openxmlformats.org/officeDocument/2006/relationships/customXml" Target="../ink/ink4314.xml"/><Relationship Id="rId413" Type="http://schemas.openxmlformats.org/officeDocument/2006/relationships/customXml" Target="../ink/ink4419.xml"/><Relationship Id="rId497" Type="http://schemas.openxmlformats.org/officeDocument/2006/relationships/image" Target="../media/image4312.png"/><Relationship Id="rId620" Type="http://schemas.openxmlformats.org/officeDocument/2006/relationships/customXml" Target="../ink/ink4523.xml"/><Relationship Id="rId357" Type="http://schemas.openxmlformats.org/officeDocument/2006/relationships/customXml" Target="../ink/ink4390.xml"/><Relationship Id="rId54" Type="http://schemas.openxmlformats.org/officeDocument/2006/relationships/customXml" Target="../ink/ink4238.xml"/><Relationship Id="rId217" Type="http://schemas.openxmlformats.org/officeDocument/2006/relationships/image" Target="../media/image4174.png"/><Relationship Id="rId564" Type="http://schemas.openxmlformats.org/officeDocument/2006/relationships/customXml" Target="../ink/ink4495.xml"/><Relationship Id="rId424" Type="http://schemas.openxmlformats.org/officeDocument/2006/relationships/image" Target="../media/image4276.png"/><Relationship Id="rId631" Type="http://schemas.openxmlformats.org/officeDocument/2006/relationships/image" Target="../media/image4379.png"/><Relationship Id="rId270" Type="http://schemas.openxmlformats.org/officeDocument/2006/relationships/image" Target="../media/image4200.png"/><Relationship Id="rId65" Type="http://schemas.openxmlformats.org/officeDocument/2006/relationships/image" Target="../media/image4099.png"/><Relationship Id="rId130" Type="http://schemas.openxmlformats.org/officeDocument/2006/relationships/customXml" Target="../ink/ink4276.xml"/><Relationship Id="rId368" Type="http://schemas.openxmlformats.org/officeDocument/2006/relationships/image" Target="../media/image4249.png"/><Relationship Id="rId575" Type="http://schemas.openxmlformats.org/officeDocument/2006/relationships/image" Target="../media/image4351.png"/><Relationship Id="rId228" Type="http://schemas.openxmlformats.org/officeDocument/2006/relationships/customXml" Target="../ink/ink4325.xml"/><Relationship Id="rId435" Type="http://schemas.openxmlformats.org/officeDocument/2006/relationships/customXml" Target="../ink/ink4430.xml"/><Relationship Id="rId642" Type="http://schemas.openxmlformats.org/officeDocument/2006/relationships/image" Target="../media/image4384.png"/><Relationship Id="rId281" Type="http://schemas.openxmlformats.org/officeDocument/2006/relationships/customXml" Target="../ink/ink4352.xml"/><Relationship Id="rId502" Type="http://schemas.openxmlformats.org/officeDocument/2006/relationships/customXml" Target="../ink/ink4464.xml"/><Relationship Id="rId76" Type="http://schemas.openxmlformats.org/officeDocument/2006/relationships/customXml" Target="../ink/ink4249.xml"/><Relationship Id="rId141" Type="http://schemas.openxmlformats.org/officeDocument/2006/relationships/image" Target="../media/image4137.png"/><Relationship Id="rId379" Type="http://schemas.openxmlformats.org/officeDocument/2006/relationships/customXml" Target="../ink/ink4401.xml"/><Relationship Id="rId586" Type="http://schemas.openxmlformats.org/officeDocument/2006/relationships/customXml" Target="../ink/ink4506.xml"/><Relationship Id="rId7" Type="http://schemas.openxmlformats.org/officeDocument/2006/relationships/image" Target="../media/image4070.png"/><Relationship Id="rId239" Type="http://schemas.openxmlformats.org/officeDocument/2006/relationships/image" Target="../media/image4185.png"/><Relationship Id="rId446" Type="http://schemas.openxmlformats.org/officeDocument/2006/relationships/image" Target="../media/image4287.png"/><Relationship Id="rId653" Type="http://schemas.openxmlformats.org/officeDocument/2006/relationships/customXml" Target="../ink/ink4540.xml"/><Relationship Id="rId292" Type="http://schemas.openxmlformats.org/officeDocument/2006/relationships/image" Target="../media/image4211.png"/><Relationship Id="rId306" Type="http://schemas.openxmlformats.org/officeDocument/2006/relationships/image" Target="../media/image4218.png"/><Relationship Id="rId87" Type="http://schemas.openxmlformats.org/officeDocument/2006/relationships/image" Target="../media/image4110.png"/><Relationship Id="rId513" Type="http://schemas.openxmlformats.org/officeDocument/2006/relationships/image" Target="../media/image4320.png"/><Relationship Id="rId597" Type="http://schemas.openxmlformats.org/officeDocument/2006/relationships/image" Target="../media/image4362.png"/><Relationship Id="rId152" Type="http://schemas.openxmlformats.org/officeDocument/2006/relationships/customXml" Target="../ink/ink4287.xml"/><Relationship Id="rId457" Type="http://schemas.openxmlformats.org/officeDocument/2006/relationships/customXml" Target="../ink/ink4441.xml"/><Relationship Id="rId664" Type="http://schemas.openxmlformats.org/officeDocument/2006/relationships/image" Target="../media/image4395.png"/><Relationship Id="rId14" Type="http://schemas.openxmlformats.org/officeDocument/2006/relationships/customXml" Target="../ink/ink4218.xml"/><Relationship Id="rId317" Type="http://schemas.openxmlformats.org/officeDocument/2006/relationships/customXml" Target="../ink/ink4370.xml"/><Relationship Id="rId524" Type="http://schemas.openxmlformats.org/officeDocument/2006/relationships/customXml" Target="../ink/ink4475.xml"/><Relationship Id="rId98" Type="http://schemas.openxmlformats.org/officeDocument/2006/relationships/customXml" Target="../ink/ink4260.xml"/><Relationship Id="rId163" Type="http://schemas.openxmlformats.org/officeDocument/2006/relationships/image" Target="../media/image4148.png"/><Relationship Id="rId370" Type="http://schemas.openxmlformats.org/officeDocument/2006/relationships/image" Target="../media/image4250.png"/><Relationship Id="rId230" Type="http://schemas.openxmlformats.org/officeDocument/2006/relationships/customXml" Target="../ink/ink4326.xml"/><Relationship Id="rId468" Type="http://schemas.openxmlformats.org/officeDocument/2006/relationships/image" Target="../media/image4298.png"/><Relationship Id="rId675" Type="http://schemas.openxmlformats.org/officeDocument/2006/relationships/customXml" Target="../ink/ink4551.xml"/><Relationship Id="rId25" Type="http://schemas.openxmlformats.org/officeDocument/2006/relationships/image" Target="../media/image4079.png"/><Relationship Id="rId328" Type="http://schemas.openxmlformats.org/officeDocument/2006/relationships/image" Target="../media/image4229.png"/><Relationship Id="rId535" Type="http://schemas.openxmlformats.org/officeDocument/2006/relationships/image" Target="../media/image4331.png"/><Relationship Id="rId174" Type="http://schemas.openxmlformats.org/officeDocument/2006/relationships/customXml" Target="../ink/ink4298.xml"/><Relationship Id="rId381" Type="http://schemas.openxmlformats.org/officeDocument/2006/relationships/customXml" Target="../ink/ink4402.xml"/><Relationship Id="rId602" Type="http://schemas.openxmlformats.org/officeDocument/2006/relationships/customXml" Target="../ink/ink4514.xml"/><Relationship Id="rId241" Type="http://schemas.openxmlformats.org/officeDocument/2006/relationships/image" Target="../media/image4186.png"/><Relationship Id="rId479" Type="http://schemas.openxmlformats.org/officeDocument/2006/relationships/image" Target="../media/image4303.png"/><Relationship Id="rId686" Type="http://schemas.openxmlformats.org/officeDocument/2006/relationships/image" Target="../media/image4406.png"/><Relationship Id="rId36" Type="http://schemas.openxmlformats.org/officeDocument/2006/relationships/customXml" Target="../ink/ink4229.xml"/><Relationship Id="rId339" Type="http://schemas.openxmlformats.org/officeDocument/2006/relationships/customXml" Target="../ink/ink4381.xml"/><Relationship Id="rId546" Type="http://schemas.openxmlformats.org/officeDocument/2006/relationships/customXml" Target="../ink/ink4486.xml"/><Relationship Id="rId101" Type="http://schemas.openxmlformats.org/officeDocument/2006/relationships/image" Target="../media/image4117.png"/><Relationship Id="rId185" Type="http://schemas.openxmlformats.org/officeDocument/2006/relationships/image" Target="../media/image4159.png"/><Relationship Id="rId406" Type="http://schemas.openxmlformats.org/officeDocument/2006/relationships/image" Target="../media/image4267.png"/><Relationship Id="rId392" Type="http://schemas.openxmlformats.org/officeDocument/2006/relationships/customXml" Target="../ink/ink4408.xml"/><Relationship Id="rId613" Type="http://schemas.openxmlformats.org/officeDocument/2006/relationships/image" Target="../media/image4370.png"/><Relationship Id="rId252" Type="http://schemas.openxmlformats.org/officeDocument/2006/relationships/image" Target="../media/image4191.png"/><Relationship Id="rId47" Type="http://schemas.openxmlformats.org/officeDocument/2006/relationships/image" Target="../media/image4090.png"/><Relationship Id="rId112" Type="http://schemas.openxmlformats.org/officeDocument/2006/relationships/customXml" Target="../ink/ink4267.xml"/><Relationship Id="rId557" Type="http://schemas.openxmlformats.org/officeDocument/2006/relationships/image" Target="../media/image4342.png"/><Relationship Id="rId196" Type="http://schemas.openxmlformats.org/officeDocument/2006/relationships/customXml" Target="../ink/ink4309.xml"/><Relationship Id="rId417" Type="http://schemas.openxmlformats.org/officeDocument/2006/relationships/customXml" Target="../ink/ink4421.xml"/><Relationship Id="rId624" Type="http://schemas.openxmlformats.org/officeDocument/2006/relationships/customXml" Target="../ink/ink4525.xml"/><Relationship Id="rId263" Type="http://schemas.openxmlformats.org/officeDocument/2006/relationships/customXml" Target="../ink/ink4343.xml"/><Relationship Id="rId470" Type="http://schemas.openxmlformats.org/officeDocument/2006/relationships/image" Target="../media/image4299.png"/><Relationship Id="rId58" Type="http://schemas.openxmlformats.org/officeDocument/2006/relationships/customXml" Target="../ink/ink4240.xml"/><Relationship Id="rId123" Type="http://schemas.openxmlformats.org/officeDocument/2006/relationships/image" Target="../media/image4128.png"/><Relationship Id="rId330" Type="http://schemas.openxmlformats.org/officeDocument/2006/relationships/image" Target="../media/image4230.png"/><Relationship Id="rId568" Type="http://schemas.openxmlformats.org/officeDocument/2006/relationships/customXml" Target="../ink/ink4497.xml"/><Relationship Id="rId428" Type="http://schemas.openxmlformats.org/officeDocument/2006/relationships/image" Target="../media/image4278.png"/><Relationship Id="rId635" Type="http://schemas.openxmlformats.org/officeDocument/2006/relationships/image" Target="../media/image4381.png"/><Relationship Id="rId274" Type="http://schemas.openxmlformats.org/officeDocument/2006/relationships/image" Target="../media/image4202.png"/><Relationship Id="rId481" Type="http://schemas.openxmlformats.org/officeDocument/2006/relationships/image" Target="../media/image4304.png"/><Relationship Id="rId69" Type="http://schemas.openxmlformats.org/officeDocument/2006/relationships/image" Target="../media/image4101.png"/><Relationship Id="rId134" Type="http://schemas.openxmlformats.org/officeDocument/2006/relationships/customXml" Target="../ink/ink4278.xml"/><Relationship Id="rId579" Type="http://schemas.openxmlformats.org/officeDocument/2006/relationships/image" Target="../media/image4353.png"/><Relationship Id="rId341" Type="http://schemas.openxmlformats.org/officeDocument/2006/relationships/customXml" Target="../ink/ink4382.xml"/><Relationship Id="rId439" Type="http://schemas.openxmlformats.org/officeDocument/2006/relationships/customXml" Target="../ink/ink4432.xml"/><Relationship Id="rId646" Type="http://schemas.openxmlformats.org/officeDocument/2006/relationships/image" Target="../media/image4386.png"/><Relationship Id="rId201" Type="http://schemas.openxmlformats.org/officeDocument/2006/relationships/image" Target="../media/image4167.png"/><Relationship Id="rId285" Type="http://schemas.openxmlformats.org/officeDocument/2006/relationships/customXml" Target="../ink/ink4354.xml"/><Relationship Id="rId506" Type="http://schemas.openxmlformats.org/officeDocument/2006/relationships/customXml" Target="../ink/ink4466.xml"/><Relationship Id="rId492" Type="http://schemas.openxmlformats.org/officeDocument/2006/relationships/customXml" Target="../ink/ink4459.xml"/><Relationship Id="rId145" Type="http://schemas.openxmlformats.org/officeDocument/2006/relationships/image" Target="../media/image4139.png"/><Relationship Id="rId352" Type="http://schemas.openxmlformats.org/officeDocument/2006/relationships/image" Target="../media/image4241.png"/><Relationship Id="rId212" Type="http://schemas.openxmlformats.org/officeDocument/2006/relationships/customXml" Target="../ink/ink4317.xml"/><Relationship Id="rId254" Type="http://schemas.openxmlformats.org/officeDocument/2006/relationships/image" Target="../media/image4192.png"/><Relationship Id="rId657" Type="http://schemas.openxmlformats.org/officeDocument/2006/relationships/customXml" Target="../ink/ink4542.xml"/><Relationship Id="rId49" Type="http://schemas.openxmlformats.org/officeDocument/2006/relationships/image" Target="../media/image4091.png"/><Relationship Id="rId114" Type="http://schemas.openxmlformats.org/officeDocument/2006/relationships/customXml" Target="../ink/ink4268.xml"/><Relationship Id="rId296" Type="http://schemas.openxmlformats.org/officeDocument/2006/relationships/image" Target="../media/image4213.png"/><Relationship Id="rId461" Type="http://schemas.openxmlformats.org/officeDocument/2006/relationships/customXml" Target="../ink/ink4443.xml"/><Relationship Id="rId517" Type="http://schemas.openxmlformats.org/officeDocument/2006/relationships/image" Target="../media/image4322.png"/><Relationship Id="rId559" Type="http://schemas.openxmlformats.org/officeDocument/2006/relationships/image" Target="../media/image4343.png"/><Relationship Id="rId60" Type="http://schemas.openxmlformats.org/officeDocument/2006/relationships/customXml" Target="../ink/ink4241.xml"/><Relationship Id="rId156" Type="http://schemas.openxmlformats.org/officeDocument/2006/relationships/customXml" Target="../ink/ink4289.xml"/><Relationship Id="rId198" Type="http://schemas.openxmlformats.org/officeDocument/2006/relationships/customXml" Target="../ink/ink4310.xml"/><Relationship Id="rId321" Type="http://schemas.openxmlformats.org/officeDocument/2006/relationships/customXml" Target="../ink/ink4372.xml"/><Relationship Id="rId363" Type="http://schemas.openxmlformats.org/officeDocument/2006/relationships/customXml" Target="../ink/ink4393.xml"/><Relationship Id="rId419" Type="http://schemas.openxmlformats.org/officeDocument/2006/relationships/customXml" Target="../ink/ink4422.xml"/><Relationship Id="rId570" Type="http://schemas.openxmlformats.org/officeDocument/2006/relationships/customXml" Target="../ink/ink4498.xml"/><Relationship Id="rId626" Type="http://schemas.openxmlformats.org/officeDocument/2006/relationships/customXml" Target="../ink/ink4526.xml"/><Relationship Id="rId223" Type="http://schemas.openxmlformats.org/officeDocument/2006/relationships/image" Target="../media/image4177.png"/><Relationship Id="rId430" Type="http://schemas.openxmlformats.org/officeDocument/2006/relationships/image" Target="../media/image4279.png"/><Relationship Id="rId668" Type="http://schemas.openxmlformats.org/officeDocument/2006/relationships/image" Target="../media/image4397.png"/><Relationship Id="rId18" Type="http://schemas.openxmlformats.org/officeDocument/2006/relationships/customXml" Target="../ink/ink4220.xml"/><Relationship Id="rId265" Type="http://schemas.openxmlformats.org/officeDocument/2006/relationships/customXml" Target="../ink/ink4344.xml"/><Relationship Id="rId472" Type="http://schemas.openxmlformats.org/officeDocument/2006/relationships/image" Target="../media/image4300.png"/><Relationship Id="rId528" Type="http://schemas.openxmlformats.org/officeDocument/2006/relationships/customXml" Target="../ink/ink4477.xml"/><Relationship Id="rId125" Type="http://schemas.openxmlformats.org/officeDocument/2006/relationships/image" Target="../media/image4129.png"/><Relationship Id="rId167" Type="http://schemas.openxmlformats.org/officeDocument/2006/relationships/image" Target="../media/image4150.png"/><Relationship Id="rId332" Type="http://schemas.openxmlformats.org/officeDocument/2006/relationships/image" Target="../media/image4231.png"/><Relationship Id="rId374" Type="http://schemas.openxmlformats.org/officeDocument/2006/relationships/image" Target="../media/image4252.png"/><Relationship Id="rId581" Type="http://schemas.openxmlformats.org/officeDocument/2006/relationships/image" Target="../media/image4354.png"/><Relationship Id="rId71" Type="http://schemas.openxmlformats.org/officeDocument/2006/relationships/image" Target="../media/image4102.png"/><Relationship Id="rId234" Type="http://schemas.openxmlformats.org/officeDocument/2006/relationships/customXml" Target="../ink/ink4328.xml"/><Relationship Id="rId637" Type="http://schemas.openxmlformats.org/officeDocument/2006/relationships/image" Target="../media/image4382.png"/><Relationship Id="rId679" Type="http://schemas.openxmlformats.org/officeDocument/2006/relationships/customXml" Target="../ink/ink4553.xml"/><Relationship Id="rId2" Type="http://schemas.openxmlformats.org/officeDocument/2006/relationships/customXml" Target="../ink/ink4212.xml"/><Relationship Id="rId29" Type="http://schemas.openxmlformats.org/officeDocument/2006/relationships/image" Target="../media/image4081.png"/><Relationship Id="rId276" Type="http://schemas.openxmlformats.org/officeDocument/2006/relationships/image" Target="../media/image4203.png"/><Relationship Id="rId441" Type="http://schemas.openxmlformats.org/officeDocument/2006/relationships/customXml" Target="../ink/ink4433.xml"/><Relationship Id="rId483" Type="http://schemas.openxmlformats.org/officeDocument/2006/relationships/image" Target="../media/image4305.png"/><Relationship Id="rId539" Type="http://schemas.openxmlformats.org/officeDocument/2006/relationships/image" Target="../media/image4333.png"/><Relationship Id="rId40" Type="http://schemas.openxmlformats.org/officeDocument/2006/relationships/customXml" Target="../ink/ink4231.xml"/><Relationship Id="rId136" Type="http://schemas.openxmlformats.org/officeDocument/2006/relationships/customXml" Target="../ink/ink4279.xml"/><Relationship Id="rId178" Type="http://schemas.openxmlformats.org/officeDocument/2006/relationships/customXml" Target="../ink/ink4300.xml"/><Relationship Id="rId301" Type="http://schemas.openxmlformats.org/officeDocument/2006/relationships/customXml" Target="../ink/ink4362.xml"/><Relationship Id="rId343" Type="http://schemas.openxmlformats.org/officeDocument/2006/relationships/customXml" Target="../ink/ink4383.xml"/><Relationship Id="rId550" Type="http://schemas.openxmlformats.org/officeDocument/2006/relationships/customXml" Target="../ink/ink4488.xml"/><Relationship Id="rId82" Type="http://schemas.openxmlformats.org/officeDocument/2006/relationships/customXml" Target="../ink/ink4252.xml"/><Relationship Id="rId203" Type="http://schemas.openxmlformats.org/officeDocument/2006/relationships/image" Target="../media/image4168.png"/><Relationship Id="rId385" Type="http://schemas.openxmlformats.org/officeDocument/2006/relationships/image" Target="../media/image4257.png"/><Relationship Id="rId592" Type="http://schemas.openxmlformats.org/officeDocument/2006/relationships/customXml" Target="../ink/ink4509.xml"/><Relationship Id="rId606" Type="http://schemas.openxmlformats.org/officeDocument/2006/relationships/customXml" Target="../ink/ink4516.xml"/><Relationship Id="rId648" Type="http://schemas.openxmlformats.org/officeDocument/2006/relationships/image" Target="../media/image4387.png"/><Relationship Id="rId245" Type="http://schemas.openxmlformats.org/officeDocument/2006/relationships/customXml" Target="../ink/ink4334.xml"/><Relationship Id="rId287" Type="http://schemas.openxmlformats.org/officeDocument/2006/relationships/customXml" Target="../ink/ink4355.xml"/><Relationship Id="rId410" Type="http://schemas.openxmlformats.org/officeDocument/2006/relationships/image" Target="../media/image4269.png"/><Relationship Id="rId452" Type="http://schemas.openxmlformats.org/officeDocument/2006/relationships/image" Target="../media/image4290.png"/><Relationship Id="rId494" Type="http://schemas.openxmlformats.org/officeDocument/2006/relationships/customXml" Target="../ink/ink4460.xml"/><Relationship Id="rId508" Type="http://schemas.openxmlformats.org/officeDocument/2006/relationships/customXml" Target="../ink/ink4467.xml"/><Relationship Id="rId105" Type="http://schemas.openxmlformats.org/officeDocument/2006/relationships/image" Target="../media/image4119.png"/><Relationship Id="rId147" Type="http://schemas.openxmlformats.org/officeDocument/2006/relationships/image" Target="../media/image4140.png"/><Relationship Id="rId312" Type="http://schemas.openxmlformats.org/officeDocument/2006/relationships/image" Target="../media/image4221.png"/><Relationship Id="rId354" Type="http://schemas.openxmlformats.org/officeDocument/2006/relationships/image" Target="../media/image4242.png"/><Relationship Id="rId51" Type="http://schemas.openxmlformats.org/officeDocument/2006/relationships/image" Target="../media/image4092.png"/><Relationship Id="rId93" Type="http://schemas.openxmlformats.org/officeDocument/2006/relationships/image" Target="../media/image4113.png"/><Relationship Id="rId189" Type="http://schemas.openxmlformats.org/officeDocument/2006/relationships/image" Target="../media/image4161.png"/><Relationship Id="rId396" Type="http://schemas.openxmlformats.org/officeDocument/2006/relationships/image" Target="../media/image4262.png"/><Relationship Id="rId561" Type="http://schemas.openxmlformats.org/officeDocument/2006/relationships/image" Target="../media/image4344.png"/><Relationship Id="rId617" Type="http://schemas.openxmlformats.org/officeDocument/2006/relationships/image" Target="../media/image4372.png"/><Relationship Id="rId659" Type="http://schemas.openxmlformats.org/officeDocument/2006/relationships/customXml" Target="../ink/ink4543.xml"/><Relationship Id="rId214" Type="http://schemas.openxmlformats.org/officeDocument/2006/relationships/customXml" Target="../ink/ink4318.xml"/><Relationship Id="rId256" Type="http://schemas.openxmlformats.org/officeDocument/2006/relationships/image" Target="../media/image4193.png"/><Relationship Id="rId298" Type="http://schemas.openxmlformats.org/officeDocument/2006/relationships/image" Target="../media/image4214.png"/><Relationship Id="rId421" Type="http://schemas.openxmlformats.org/officeDocument/2006/relationships/customXml" Target="../ink/ink4423.xml"/><Relationship Id="rId463" Type="http://schemas.openxmlformats.org/officeDocument/2006/relationships/customXml" Target="../ink/ink4444.xml"/><Relationship Id="rId519" Type="http://schemas.openxmlformats.org/officeDocument/2006/relationships/image" Target="../media/image4323.png"/><Relationship Id="rId670" Type="http://schemas.openxmlformats.org/officeDocument/2006/relationships/image" Target="../media/image4398.png"/><Relationship Id="rId116" Type="http://schemas.openxmlformats.org/officeDocument/2006/relationships/customXml" Target="../ink/ink4269.xml"/><Relationship Id="rId158" Type="http://schemas.openxmlformats.org/officeDocument/2006/relationships/customXml" Target="../ink/ink4290.xml"/><Relationship Id="rId323" Type="http://schemas.openxmlformats.org/officeDocument/2006/relationships/customXml" Target="../ink/ink4373.xml"/><Relationship Id="rId530" Type="http://schemas.openxmlformats.org/officeDocument/2006/relationships/customXml" Target="../ink/ink4478.xml"/><Relationship Id="rId20" Type="http://schemas.openxmlformats.org/officeDocument/2006/relationships/customXml" Target="../ink/ink4221.xml"/><Relationship Id="rId62" Type="http://schemas.openxmlformats.org/officeDocument/2006/relationships/customXml" Target="../ink/ink4242.xml"/><Relationship Id="rId365" Type="http://schemas.openxmlformats.org/officeDocument/2006/relationships/customXml" Target="../ink/ink4394.xml"/><Relationship Id="rId572" Type="http://schemas.openxmlformats.org/officeDocument/2006/relationships/customXml" Target="../ink/ink4499.xml"/><Relationship Id="rId628" Type="http://schemas.openxmlformats.org/officeDocument/2006/relationships/customXml" Target="../ink/ink4527.xml"/><Relationship Id="rId225" Type="http://schemas.openxmlformats.org/officeDocument/2006/relationships/image" Target="../media/image4178.png"/><Relationship Id="rId267" Type="http://schemas.openxmlformats.org/officeDocument/2006/relationships/customXml" Target="../ink/ink4345.xml"/><Relationship Id="rId432" Type="http://schemas.openxmlformats.org/officeDocument/2006/relationships/image" Target="../media/image4280.png"/><Relationship Id="rId474" Type="http://schemas.openxmlformats.org/officeDocument/2006/relationships/image" Target="../media/image4301.png"/><Relationship Id="rId127" Type="http://schemas.openxmlformats.org/officeDocument/2006/relationships/image" Target="../media/image4130.png"/><Relationship Id="rId681" Type="http://schemas.openxmlformats.org/officeDocument/2006/relationships/customXml" Target="../ink/ink4554.xml"/><Relationship Id="rId31" Type="http://schemas.openxmlformats.org/officeDocument/2006/relationships/image" Target="../media/image4082.png"/><Relationship Id="rId73" Type="http://schemas.openxmlformats.org/officeDocument/2006/relationships/image" Target="../media/image4103.png"/><Relationship Id="rId169" Type="http://schemas.openxmlformats.org/officeDocument/2006/relationships/image" Target="../media/image4151.png"/><Relationship Id="rId334" Type="http://schemas.openxmlformats.org/officeDocument/2006/relationships/image" Target="../media/image4232.png"/><Relationship Id="rId376" Type="http://schemas.openxmlformats.org/officeDocument/2006/relationships/image" Target="../media/image4253.png"/><Relationship Id="rId541" Type="http://schemas.openxmlformats.org/officeDocument/2006/relationships/image" Target="../media/image4334.png"/><Relationship Id="rId583" Type="http://schemas.openxmlformats.org/officeDocument/2006/relationships/image" Target="../media/image4355.png"/><Relationship Id="rId639" Type="http://schemas.openxmlformats.org/officeDocument/2006/relationships/image" Target="../media/image4383.png"/><Relationship Id="rId4" Type="http://schemas.openxmlformats.org/officeDocument/2006/relationships/customXml" Target="../ink/ink4213.xml"/><Relationship Id="rId180" Type="http://schemas.openxmlformats.org/officeDocument/2006/relationships/customXml" Target="../ink/ink4301.xml"/><Relationship Id="rId236" Type="http://schemas.openxmlformats.org/officeDocument/2006/relationships/customXml" Target="../ink/ink4329.xml"/><Relationship Id="rId278" Type="http://schemas.openxmlformats.org/officeDocument/2006/relationships/image" Target="../media/image4204.png"/><Relationship Id="rId401" Type="http://schemas.openxmlformats.org/officeDocument/2006/relationships/customXml" Target="../ink/ink4413.xml"/><Relationship Id="rId443" Type="http://schemas.openxmlformats.org/officeDocument/2006/relationships/customXml" Target="../ink/ink4434.xml"/><Relationship Id="rId650" Type="http://schemas.openxmlformats.org/officeDocument/2006/relationships/image" Target="../media/image4388.png"/><Relationship Id="rId303" Type="http://schemas.openxmlformats.org/officeDocument/2006/relationships/customXml" Target="../ink/ink4363.xml"/><Relationship Id="rId485" Type="http://schemas.openxmlformats.org/officeDocument/2006/relationships/image" Target="../media/image4306.png"/><Relationship Id="rId42" Type="http://schemas.openxmlformats.org/officeDocument/2006/relationships/customXml" Target="../ink/ink4232.xml"/><Relationship Id="rId84" Type="http://schemas.openxmlformats.org/officeDocument/2006/relationships/customXml" Target="../ink/ink4253.xml"/><Relationship Id="rId138" Type="http://schemas.openxmlformats.org/officeDocument/2006/relationships/customXml" Target="../ink/ink4280.xml"/><Relationship Id="rId345" Type="http://schemas.openxmlformats.org/officeDocument/2006/relationships/customXml" Target="../ink/ink4384.xml"/><Relationship Id="rId387" Type="http://schemas.openxmlformats.org/officeDocument/2006/relationships/image" Target="../media/image4258.png"/><Relationship Id="rId510" Type="http://schemas.openxmlformats.org/officeDocument/2006/relationships/customXml" Target="../ink/ink4468.xml"/><Relationship Id="rId552" Type="http://schemas.openxmlformats.org/officeDocument/2006/relationships/customXml" Target="../ink/ink4489.xml"/><Relationship Id="rId594" Type="http://schemas.openxmlformats.org/officeDocument/2006/relationships/customXml" Target="../ink/ink4510.xml"/><Relationship Id="rId608" Type="http://schemas.openxmlformats.org/officeDocument/2006/relationships/customXml" Target="../ink/ink4517.xml"/><Relationship Id="rId191" Type="http://schemas.openxmlformats.org/officeDocument/2006/relationships/image" Target="../media/image4162.png"/><Relationship Id="rId205" Type="http://schemas.openxmlformats.org/officeDocument/2006/relationships/image" Target="../media/image4169.png"/><Relationship Id="rId247" Type="http://schemas.openxmlformats.org/officeDocument/2006/relationships/customXml" Target="../ink/ink4335.xml"/><Relationship Id="rId412" Type="http://schemas.openxmlformats.org/officeDocument/2006/relationships/image" Target="../media/image4270.png"/><Relationship Id="rId107" Type="http://schemas.openxmlformats.org/officeDocument/2006/relationships/image" Target="../media/image4120.png"/><Relationship Id="rId289" Type="http://schemas.openxmlformats.org/officeDocument/2006/relationships/customXml" Target="../ink/ink4356.xml"/><Relationship Id="rId454" Type="http://schemas.openxmlformats.org/officeDocument/2006/relationships/image" Target="../media/image4291.png"/><Relationship Id="rId496" Type="http://schemas.openxmlformats.org/officeDocument/2006/relationships/customXml" Target="../ink/ink4461.xml"/><Relationship Id="rId661" Type="http://schemas.openxmlformats.org/officeDocument/2006/relationships/customXml" Target="../ink/ink4544.xml"/><Relationship Id="rId11" Type="http://schemas.openxmlformats.org/officeDocument/2006/relationships/image" Target="../media/image4072.png"/><Relationship Id="rId53" Type="http://schemas.openxmlformats.org/officeDocument/2006/relationships/image" Target="../media/image4093.png"/><Relationship Id="rId149" Type="http://schemas.openxmlformats.org/officeDocument/2006/relationships/image" Target="../media/image4141.png"/><Relationship Id="rId314" Type="http://schemas.openxmlformats.org/officeDocument/2006/relationships/image" Target="../media/image4222.png"/><Relationship Id="rId356" Type="http://schemas.openxmlformats.org/officeDocument/2006/relationships/image" Target="../media/image4243.png"/><Relationship Id="rId398" Type="http://schemas.openxmlformats.org/officeDocument/2006/relationships/image" Target="../media/image4263.png"/><Relationship Id="rId521" Type="http://schemas.openxmlformats.org/officeDocument/2006/relationships/image" Target="../media/image4324.png"/><Relationship Id="rId563" Type="http://schemas.openxmlformats.org/officeDocument/2006/relationships/image" Target="../media/image4345.png"/><Relationship Id="rId619" Type="http://schemas.openxmlformats.org/officeDocument/2006/relationships/image" Target="../media/image4373.png"/><Relationship Id="rId95" Type="http://schemas.openxmlformats.org/officeDocument/2006/relationships/image" Target="../media/image4114.png"/><Relationship Id="rId160" Type="http://schemas.openxmlformats.org/officeDocument/2006/relationships/customXml" Target="../ink/ink4291.xml"/><Relationship Id="rId216" Type="http://schemas.openxmlformats.org/officeDocument/2006/relationships/customXml" Target="../ink/ink4319.xml"/><Relationship Id="rId423" Type="http://schemas.openxmlformats.org/officeDocument/2006/relationships/customXml" Target="../ink/ink4424.xml"/><Relationship Id="rId258" Type="http://schemas.openxmlformats.org/officeDocument/2006/relationships/image" Target="../media/image4194.png"/><Relationship Id="rId465" Type="http://schemas.openxmlformats.org/officeDocument/2006/relationships/customXml" Target="../ink/ink4445.xml"/><Relationship Id="rId630" Type="http://schemas.openxmlformats.org/officeDocument/2006/relationships/customXml" Target="../ink/ink4528.xml"/><Relationship Id="rId672" Type="http://schemas.openxmlformats.org/officeDocument/2006/relationships/image" Target="../media/image4399.png"/><Relationship Id="rId22" Type="http://schemas.openxmlformats.org/officeDocument/2006/relationships/customXml" Target="../ink/ink4222.xml"/><Relationship Id="rId64" Type="http://schemas.openxmlformats.org/officeDocument/2006/relationships/customXml" Target="../ink/ink4243.xml"/><Relationship Id="rId118" Type="http://schemas.openxmlformats.org/officeDocument/2006/relationships/customXml" Target="../ink/ink4270.xml"/><Relationship Id="rId325" Type="http://schemas.openxmlformats.org/officeDocument/2006/relationships/customXml" Target="../ink/ink4374.xml"/><Relationship Id="rId367" Type="http://schemas.openxmlformats.org/officeDocument/2006/relationships/customXml" Target="../ink/ink4395.xml"/><Relationship Id="rId532" Type="http://schemas.openxmlformats.org/officeDocument/2006/relationships/customXml" Target="../ink/ink4479.xml"/><Relationship Id="rId574" Type="http://schemas.openxmlformats.org/officeDocument/2006/relationships/customXml" Target="../ink/ink4500.xml"/><Relationship Id="rId171" Type="http://schemas.openxmlformats.org/officeDocument/2006/relationships/image" Target="../media/image4152.png"/><Relationship Id="rId227" Type="http://schemas.openxmlformats.org/officeDocument/2006/relationships/image" Target="../media/image4179.png"/><Relationship Id="rId269" Type="http://schemas.openxmlformats.org/officeDocument/2006/relationships/customXml" Target="../ink/ink4346.xml"/><Relationship Id="rId434" Type="http://schemas.openxmlformats.org/officeDocument/2006/relationships/image" Target="../media/image4281.png"/><Relationship Id="rId476" Type="http://schemas.openxmlformats.org/officeDocument/2006/relationships/customXml" Target="../ink/ink4451.xml"/><Relationship Id="rId641" Type="http://schemas.openxmlformats.org/officeDocument/2006/relationships/customXml" Target="../ink/ink4534.xml"/><Relationship Id="rId683" Type="http://schemas.openxmlformats.org/officeDocument/2006/relationships/customXml" Target="../ink/ink4555.xml"/><Relationship Id="rId33" Type="http://schemas.openxmlformats.org/officeDocument/2006/relationships/image" Target="../media/image4083.png"/><Relationship Id="rId129" Type="http://schemas.openxmlformats.org/officeDocument/2006/relationships/image" Target="../media/image4131.png"/><Relationship Id="rId280" Type="http://schemas.openxmlformats.org/officeDocument/2006/relationships/image" Target="../media/image4205.png"/><Relationship Id="rId336" Type="http://schemas.openxmlformats.org/officeDocument/2006/relationships/image" Target="../media/image4233.png"/><Relationship Id="rId501" Type="http://schemas.openxmlformats.org/officeDocument/2006/relationships/image" Target="../media/image4314.png"/><Relationship Id="rId543" Type="http://schemas.openxmlformats.org/officeDocument/2006/relationships/image" Target="../media/image4335.png"/><Relationship Id="rId75" Type="http://schemas.openxmlformats.org/officeDocument/2006/relationships/image" Target="../media/image4104.png"/><Relationship Id="rId140" Type="http://schemas.openxmlformats.org/officeDocument/2006/relationships/customXml" Target="../ink/ink4281.xml"/><Relationship Id="rId182" Type="http://schemas.openxmlformats.org/officeDocument/2006/relationships/customXml" Target="../ink/ink4302.xml"/><Relationship Id="rId378" Type="http://schemas.openxmlformats.org/officeDocument/2006/relationships/image" Target="../media/image4254.png"/><Relationship Id="rId403" Type="http://schemas.openxmlformats.org/officeDocument/2006/relationships/customXml" Target="../ink/ink4414.xml"/><Relationship Id="rId585" Type="http://schemas.openxmlformats.org/officeDocument/2006/relationships/image" Target="../media/image4356.png"/><Relationship Id="rId6" Type="http://schemas.openxmlformats.org/officeDocument/2006/relationships/customXml" Target="../ink/ink4214.xml"/><Relationship Id="rId238" Type="http://schemas.openxmlformats.org/officeDocument/2006/relationships/customXml" Target="../ink/ink4330.xml"/><Relationship Id="rId445" Type="http://schemas.openxmlformats.org/officeDocument/2006/relationships/customXml" Target="../ink/ink4435.xml"/><Relationship Id="rId487" Type="http://schemas.openxmlformats.org/officeDocument/2006/relationships/image" Target="../media/image4307.png"/><Relationship Id="rId610" Type="http://schemas.openxmlformats.org/officeDocument/2006/relationships/customXml" Target="../ink/ink4518.xml"/><Relationship Id="rId652" Type="http://schemas.openxmlformats.org/officeDocument/2006/relationships/image" Target="../media/image4389.png"/><Relationship Id="rId291" Type="http://schemas.openxmlformats.org/officeDocument/2006/relationships/customXml" Target="../ink/ink4357.xml"/><Relationship Id="rId305" Type="http://schemas.openxmlformats.org/officeDocument/2006/relationships/customXml" Target="../ink/ink4364.xml"/><Relationship Id="rId347" Type="http://schemas.openxmlformats.org/officeDocument/2006/relationships/customXml" Target="../ink/ink4385.xml"/><Relationship Id="rId512" Type="http://schemas.openxmlformats.org/officeDocument/2006/relationships/customXml" Target="../ink/ink4469.xml"/><Relationship Id="rId44" Type="http://schemas.openxmlformats.org/officeDocument/2006/relationships/customXml" Target="../ink/ink4233.xml"/><Relationship Id="rId86" Type="http://schemas.openxmlformats.org/officeDocument/2006/relationships/customXml" Target="../ink/ink4254.xml"/><Relationship Id="rId151" Type="http://schemas.openxmlformats.org/officeDocument/2006/relationships/image" Target="../media/image4142.png"/><Relationship Id="rId389" Type="http://schemas.openxmlformats.org/officeDocument/2006/relationships/image" Target="../media/image4259.png"/><Relationship Id="rId554" Type="http://schemas.openxmlformats.org/officeDocument/2006/relationships/customXml" Target="../ink/ink4490.xml"/><Relationship Id="rId596" Type="http://schemas.openxmlformats.org/officeDocument/2006/relationships/customXml" Target="../ink/ink4511.xml"/><Relationship Id="rId193" Type="http://schemas.openxmlformats.org/officeDocument/2006/relationships/image" Target="../media/image4163.png"/><Relationship Id="rId207" Type="http://schemas.openxmlformats.org/officeDocument/2006/relationships/image" Target="../media/image3488.png"/><Relationship Id="rId249" Type="http://schemas.openxmlformats.org/officeDocument/2006/relationships/customXml" Target="../ink/ink4336.xml"/><Relationship Id="rId414" Type="http://schemas.openxmlformats.org/officeDocument/2006/relationships/image" Target="../media/image4271.png"/><Relationship Id="rId456" Type="http://schemas.openxmlformats.org/officeDocument/2006/relationships/image" Target="../media/image4292.png"/><Relationship Id="rId498" Type="http://schemas.openxmlformats.org/officeDocument/2006/relationships/customXml" Target="../ink/ink4462.xml"/><Relationship Id="rId621" Type="http://schemas.openxmlformats.org/officeDocument/2006/relationships/image" Target="../media/image4374.png"/><Relationship Id="rId663" Type="http://schemas.openxmlformats.org/officeDocument/2006/relationships/customXml" Target="../ink/ink4545.xml"/><Relationship Id="rId13" Type="http://schemas.openxmlformats.org/officeDocument/2006/relationships/image" Target="../media/image4073.png"/><Relationship Id="rId109" Type="http://schemas.openxmlformats.org/officeDocument/2006/relationships/image" Target="../media/image4121.png"/><Relationship Id="rId260" Type="http://schemas.openxmlformats.org/officeDocument/2006/relationships/image" Target="../media/image4195.png"/><Relationship Id="rId316" Type="http://schemas.openxmlformats.org/officeDocument/2006/relationships/image" Target="../media/image4223.png"/><Relationship Id="rId523" Type="http://schemas.openxmlformats.org/officeDocument/2006/relationships/image" Target="../media/image4325.png"/><Relationship Id="rId55" Type="http://schemas.openxmlformats.org/officeDocument/2006/relationships/image" Target="../media/image4094.png"/><Relationship Id="rId97" Type="http://schemas.openxmlformats.org/officeDocument/2006/relationships/image" Target="../media/image4115.png"/><Relationship Id="rId120" Type="http://schemas.openxmlformats.org/officeDocument/2006/relationships/customXml" Target="../ink/ink4271.xml"/><Relationship Id="rId358" Type="http://schemas.openxmlformats.org/officeDocument/2006/relationships/image" Target="../media/image4244.png"/><Relationship Id="rId565" Type="http://schemas.openxmlformats.org/officeDocument/2006/relationships/image" Target="../media/image4346.png"/><Relationship Id="rId162" Type="http://schemas.openxmlformats.org/officeDocument/2006/relationships/customXml" Target="../ink/ink4292.xml"/><Relationship Id="rId218" Type="http://schemas.openxmlformats.org/officeDocument/2006/relationships/customXml" Target="../ink/ink4320.xml"/><Relationship Id="rId425" Type="http://schemas.openxmlformats.org/officeDocument/2006/relationships/customXml" Target="../ink/ink4425.xml"/><Relationship Id="rId467" Type="http://schemas.openxmlformats.org/officeDocument/2006/relationships/customXml" Target="../ink/ink4446.xml"/><Relationship Id="rId632" Type="http://schemas.openxmlformats.org/officeDocument/2006/relationships/customXml" Target="../ink/ink4529.xml"/><Relationship Id="rId271" Type="http://schemas.openxmlformats.org/officeDocument/2006/relationships/customXml" Target="../ink/ink4347.xml"/><Relationship Id="rId674" Type="http://schemas.openxmlformats.org/officeDocument/2006/relationships/image" Target="../media/image4400.png"/><Relationship Id="rId24" Type="http://schemas.openxmlformats.org/officeDocument/2006/relationships/customXml" Target="../ink/ink4223.xml"/><Relationship Id="rId66" Type="http://schemas.openxmlformats.org/officeDocument/2006/relationships/customXml" Target="../ink/ink4244.xml"/><Relationship Id="rId131" Type="http://schemas.openxmlformats.org/officeDocument/2006/relationships/image" Target="../media/image4132.png"/><Relationship Id="rId327" Type="http://schemas.openxmlformats.org/officeDocument/2006/relationships/customXml" Target="../ink/ink4375.xml"/><Relationship Id="rId369" Type="http://schemas.openxmlformats.org/officeDocument/2006/relationships/customXml" Target="../ink/ink4396.xml"/><Relationship Id="rId534" Type="http://schemas.openxmlformats.org/officeDocument/2006/relationships/customXml" Target="../ink/ink4480.xml"/><Relationship Id="rId576" Type="http://schemas.openxmlformats.org/officeDocument/2006/relationships/customXml" Target="../ink/ink4501.xml"/><Relationship Id="rId173" Type="http://schemas.openxmlformats.org/officeDocument/2006/relationships/image" Target="../media/image4153.png"/><Relationship Id="rId229" Type="http://schemas.openxmlformats.org/officeDocument/2006/relationships/image" Target="../media/image4180.png"/><Relationship Id="rId380" Type="http://schemas.openxmlformats.org/officeDocument/2006/relationships/image" Target="../media/image4255.png"/><Relationship Id="rId436" Type="http://schemas.openxmlformats.org/officeDocument/2006/relationships/image" Target="../media/image4282.png"/><Relationship Id="rId601" Type="http://schemas.openxmlformats.org/officeDocument/2006/relationships/image" Target="../media/image4364.png"/><Relationship Id="rId643" Type="http://schemas.openxmlformats.org/officeDocument/2006/relationships/customXml" Target="../ink/ink4535.xml"/><Relationship Id="rId240" Type="http://schemas.openxmlformats.org/officeDocument/2006/relationships/customXml" Target="../ink/ink4331.xml"/><Relationship Id="rId478" Type="http://schemas.openxmlformats.org/officeDocument/2006/relationships/customXml" Target="../ink/ink4452.xml"/><Relationship Id="rId685" Type="http://schemas.openxmlformats.org/officeDocument/2006/relationships/customXml" Target="../ink/ink4556.xml"/><Relationship Id="rId35" Type="http://schemas.openxmlformats.org/officeDocument/2006/relationships/image" Target="../media/image4084.png"/><Relationship Id="rId77" Type="http://schemas.openxmlformats.org/officeDocument/2006/relationships/image" Target="../media/image4105.png"/><Relationship Id="rId100" Type="http://schemas.openxmlformats.org/officeDocument/2006/relationships/customXml" Target="../ink/ink4261.xml"/><Relationship Id="rId282" Type="http://schemas.openxmlformats.org/officeDocument/2006/relationships/image" Target="../media/image4206.png"/><Relationship Id="rId338" Type="http://schemas.openxmlformats.org/officeDocument/2006/relationships/image" Target="../media/image4234.png"/><Relationship Id="rId503" Type="http://schemas.openxmlformats.org/officeDocument/2006/relationships/image" Target="../media/image4315.png"/><Relationship Id="rId545" Type="http://schemas.openxmlformats.org/officeDocument/2006/relationships/image" Target="../media/image4336.png"/><Relationship Id="rId587" Type="http://schemas.openxmlformats.org/officeDocument/2006/relationships/image" Target="../media/image4357.png"/><Relationship Id="rId8" Type="http://schemas.openxmlformats.org/officeDocument/2006/relationships/customXml" Target="../ink/ink4215.xml"/><Relationship Id="rId142" Type="http://schemas.openxmlformats.org/officeDocument/2006/relationships/customXml" Target="../ink/ink4282.xml"/><Relationship Id="rId184" Type="http://schemas.openxmlformats.org/officeDocument/2006/relationships/customXml" Target="../ink/ink4303.xml"/><Relationship Id="rId391" Type="http://schemas.openxmlformats.org/officeDocument/2006/relationships/image" Target="../media/image4260.png"/><Relationship Id="rId405" Type="http://schemas.openxmlformats.org/officeDocument/2006/relationships/customXml" Target="../ink/ink4415.xml"/><Relationship Id="rId447" Type="http://schemas.openxmlformats.org/officeDocument/2006/relationships/customXml" Target="../ink/ink4436.xml"/><Relationship Id="rId612" Type="http://schemas.openxmlformats.org/officeDocument/2006/relationships/customXml" Target="../ink/ink4519.xml"/><Relationship Id="rId251" Type="http://schemas.openxmlformats.org/officeDocument/2006/relationships/customXml" Target="../ink/ink4337.xml"/><Relationship Id="rId489" Type="http://schemas.openxmlformats.org/officeDocument/2006/relationships/image" Target="../media/image4308.png"/><Relationship Id="rId654" Type="http://schemas.openxmlformats.org/officeDocument/2006/relationships/image" Target="../media/image4390.png"/><Relationship Id="rId46" Type="http://schemas.openxmlformats.org/officeDocument/2006/relationships/customXml" Target="../ink/ink4234.xml"/><Relationship Id="rId293" Type="http://schemas.openxmlformats.org/officeDocument/2006/relationships/customXml" Target="../ink/ink4358.xml"/><Relationship Id="rId307" Type="http://schemas.openxmlformats.org/officeDocument/2006/relationships/customXml" Target="../ink/ink4365.xml"/><Relationship Id="rId349" Type="http://schemas.openxmlformats.org/officeDocument/2006/relationships/customXml" Target="../ink/ink4386.xml"/><Relationship Id="rId514" Type="http://schemas.openxmlformats.org/officeDocument/2006/relationships/customXml" Target="../ink/ink4470.xml"/><Relationship Id="rId556" Type="http://schemas.openxmlformats.org/officeDocument/2006/relationships/customXml" Target="../ink/ink4491.xml"/><Relationship Id="rId88" Type="http://schemas.openxmlformats.org/officeDocument/2006/relationships/customXml" Target="../ink/ink4255.xml"/><Relationship Id="rId111" Type="http://schemas.openxmlformats.org/officeDocument/2006/relationships/image" Target="../media/image4122.png"/><Relationship Id="rId153" Type="http://schemas.openxmlformats.org/officeDocument/2006/relationships/image" Target="../media/image4143.png"/><Relationship Id="rId195" Type="http://schemas.openxmlformats.org/officeDocument/2006/relationships/image" Target="../media/image4164.png"/><Relationship Id="rId209" Type="http://schemas.openxmlformats.org/officeDocument/2006/relationships/image" Target="../media/image4170.png"/><Relationship Id="rId360" Type="http://schemas.openxmlformats.org/officeDocument/2006/relationships/image" Target="../media/image4245.png"/><Relationship Id="rId416" Type="http://schemas.openxmlformats.org/officeDocument/2006/relationships/image" Target="../media/image4272.png"/><Relationship Id="rId598" Type="http://schemas.openxmlformats.org/officeDocument/2006/relationships/customXml" Target="../ink/ink4512.xml"/><Relationship Id="rId220" Type="http://schemas.openxmlformats.org/officeDocument/2006/relationships/customXml" Target="../ink/ink4321.xml"/><Relationship Id="rId458" Type="http://schemas.openxmlformats.org/officeDocument/2006/relationships/image" Target="../media/image4293.png"/><Relationship Id="rId623" Type="http://schemas.openxmlformats.org/officeDocument/2006/relationships/image" Target="../media/image4375.png"/><Relationship Id="rId665" Type="http://schemas.openxmlformats.org/officeDocument/2006/relationships/customXml" Target="../ink/ink4546.xml"/><Relationship Id="rId15" Type="http://schemas.openxmlformats.org/officeDocument/2006/relationships/image" Target="../media/image4074.png"/><Relationship Id="rId57" Type="http://schemas.openxmlformats.org/officeDocument/2006/relationships/image" Target="../media/image4095.png"/><Relationship Id="rId262" Type="http://schemas.openxmlformats.org/officeDocument/2006/relationships/image" Target="../media/image4196.png"/><Relationship Id="rId318" Type="http://schemas.openxmlformats.org/officeDocument/2006/relationships/image" Target="../media/image4224.png"/><Relationship Id="rId525" Type="http://schemas.openxmlformats.org/officeDocument/2006/relationships/image" Target="../media/image4326.png"/><Relationship Id="rId567" Type="http://schemas.openxmlformats.org/officeDocument/2006/relationships/image" Target="../media/image4347.png"/><Relationship Id="rId99" Type="http://schemas.openxmlformats.org/officeDocument/2006/relationships/image" Target="../media/image4116.png"/><Relationship Id="rId122" Type="http://schemas.openxmlformats.org/officeDocument/2006/relationships/customXml" Target="../ink/ink4272.xml"/><Relationship Id="rId164" Type="http://schemas.openxmlformats.org/officeDocument/2006/relationships/customXml" Target="../ink/ink4293.xml"/><Relationship Id="rId371" Type="http://schemas.openxmlformats.org/officeDocument/2006/relationships/customXml" Target="../ink/ink4397.xml"/><Relationship Id="rId427" Type="http://schemas.openxmlformats.org/officeDocument/2006/relationships/customXml" Target="../ink/ink4426.xml"/><Relationship Id="rId469" Type="http://schemas.openxmlformats.org/officeDocument/2006/relationships/customXml" Target="../ink/ink4447.xml"/><Relationship Id="rId634" Type="http://schemas.openxmlformats.org/officeDocument/2006/relationships/customXml" Target="../ink/ink4530.xml"/><Relationship Id="rId676" Type="http://schemas.openxmlformats.org/officeDocument/2006/relationships/image" Target="../media/image4401.png"/><Relationship Id="rId26" Type="http://schemas.openxmlformats.org/officeDocument/2006/relationships/customXml" Target="../ink/ink4224.xml"/><Relationship Id="rId231" Type="http://schemas.openxmlformats.org/officeDocument/2006/relationships/image" Target="../media/image4181.png"/><Relationship Id="rId273" Type="http://schemas.openxmlformats.org/officeDocument/2006/relationships/customXml" Target="../ink/ink4348.xml"/><Relationship Id="rId329" Type="http://schemas.openxmlformats.org/officeDocument/2006/relationships/customXml" Target="../ink/ink4376.xml"/><Relationship Id="rId480" Type="http://schemas.openxmlformats.org/officeDocument/2006/relationships/customXml" Target="../ink/ink4453.xml"/><Relationship Id="rId536" Type="http://schemas.openxmlformats.org/officeDocument/2006/relationships/customXml" Target="../ink/ink4481.xml"/><Relationship Id="rId68" Type="http://schemas.openxmlformats.org/officeDocument/2006/relationships/customXml" Target="../ink/ink4245.xml"/><Relationship Id="rId133" Type="http://schemas.openxmlformats.org/officeDocument/2006/relationships/image" Target="../media/image4133.png"/><Relationship Id="rId175" Type="http://schemas.openxmlformats.org/officeDocument/2006/relationships/image" Target="../media/image4154.png"/><Relationship Id="rId340" Type="http://schemas.openxmlformats.org/officeDocument/2006/relationships/image" Target="../media/image4235.png"/><Relationship Id="rId578" Type="http://schemas.openxmlformats.org/officeDocument/2006/relationships/customXml" Target="../ink/ink4502.xml"/><Relationship Id="rId200" Type="http://schemas.openxmlformats.org/officeDocument/2006/relationships/customXml" Target="../ink/ink4311.xml"/><Relationship Id="rId382" Type="http://schemas.openxmlformats.org/officeDocument/2006/relationships/image" Target="../media/image4256.png"/><Relationship Id="rId438" Type="http://schemas.openxmlformats.org/officeDocument/2006/relationships/image" Target="../media/image4283.png"/><Relationship Id="rId603" Type="http://schemas.openxmlformats.org/officeDocument/2006/relationships/image" Target="../media/image4365.png"/><Relationship Id="rId645" Type="http://schemas.openxmlformats.org/officeDocument/2006/relationships/customXml" Target="../ink/ink4536.xml"/><Relationship Id="rId242" Type="http://schemas.openxmlformats.org/officeDocument/2006/relationships/customXml" Target="../ink/ink4332.xml"/><Relationship Id="rId284" Type="http://schemas.openxmlformats.org/officeDocument/2006/relationships/image" Target="../media/image4207.png"/><Relationship Id="rId491" Type="http://schemas.openxmlformats.org/officeDocument/2006/relationships/image" Target="../media/image4309.png"/><Relationship Id="rId505" Type="http://schemas.openxmlformats.org/officeDocument/2006/relationships/image" Target="../media/image4316.png"/><Relationship Id="rId37" Type="http://schemas.openxmlformats.org/officeDocument/2006/relationships/image" Target="../media/image4085.png"/><Relationship Id="rId79" Type="http://schemas.openxmlformats.org/officeDocument/2006/relationships/image" Target="../media/image4106.png"/><Relationship Id="rId102" Type="http://schemas.openxmlformats.org/officeDocument/2006/relationships/customXml" Target="../ink/ink4262.xml"/><Relationship Id="rId144" Type="http://schemas.openxmlformats.org/officeDocument/2006/relationships/customXml" Target="../ink/ink4283.xml"/><Relationship Id="rId547" Type="http://schemas.openxmlformats.org/officeDocument/2006/relationships/image" Target="../media/image4337.png"/><Relationship Id="rId589" Type="http://schemas.openxmlformats.org/officeDocument/2006/relationships/image" Target="../media/image4358.png"/><Relationship Id="rId90" Type="http://schemas.openxmlformats.org/officeDocument/2006/relationships/customXml" Target="../ink/ink4256.xml"/><Relationship Id="rId186" Type="http://schemas.openxmlformats.org/officeDocument/2006/relationships/customXml" Target="../ink/ink4304.xml"/><Relationship Id="rId351" Type="http://schemas.openxmlformats.org/officeDocument/2006/relationships/customXml" Target="../ink/ink4387.xml"/><Relationship Id="rId393" Type="http://schemas.openxmlformats.org/officeDocument/2006/relationships/customXml" Target="../ink/ink4409.xml"/><Relationship Id="rId407" Type="http://schemas.openxmlformats.org/officeDocument/2006/relationships/customXml" Target="../ink/ink4416.xml"/><Relationship Id="rId449" Type="http://schemas.openxmlformats.org/officeDocument/2006/relationships/customXml" Target="../ink/ink4437.xml"/><Relationship Id="rId614" Type="http://schemas.openxmlformats.org/officeDocument/2006/relationships/customXml" Target="../ink/ink4520.xml"/><Relationship Id="rId656" Type="http://schemas.openxmlformats.org/officeDocument/2006/relationships/image" Target="../media/image4391.png"/><Relationship Id="rId211" Type="http://schemas.openxmlformats.org/officeDocument/2006/relationships/image" Target="../media/image4171.png"/><Relationship Id="rId253" Type="http://schemas.openxmlformats.org/officeDocument/2006/relationships/customXml" Target="../ink/ink4338.xml"/><Relationship Id="rId295" Type="http://schemas.openxmlformats.org/officeDocument/2006/relationships/customXml" Target="../ink/ink4359.xml"/><Relationship Id="rId309" Type="http://schemas.openxmlformats.org/officeDocument/2006/relationships/customXml" Target="../ink/ink4366.xml"/><Relationship Id="rId460" Type="http://schemas.openxmlformats.org/officeDocument/2006/relationships/image" Target="../media/image4294.png"/><Relationship Id="rId516" Type="http://schemas.openxmlformats.org/officeDocument/2006/relationships/customXml" Target="../ink/ink4471.xml"/><Relationship Id="rId48" Type="http://schemas.openxmlformats.org/officeDocument/2006/relationships/customXml" Target="../ink/ink4235.xml"/><Relationship Id="rId113" Type="http://schemas.openxmlformats.org/officeDocument/2006/relationships/image" Target="../media/image4123.png"/><Relationship Id="rId320" Type="http://schemas.openxmlformats.org/officeDocument/2006/relationships/image" Target="../media/image4225.png"/><Relationship Id="rId558" Type="http://schemas.openxmlformats.org/officeDocument/2006/relationships/customXml" Target="../ink/ink4492.xml"/><Relationship Id="rId155" Type="http://schemas.openxmlformats.org/officeDocument/2006/relationships/image" Target="../media/image4144.png"/><Relationship Id="rId197" Type="http://schemas.openxmlformats.org/officeDocument/2006/relationships/image" Target="../media/image4165.png"/><Relationship Id="rId362" Type="http://schemas.openxmlformats.org/officeDocument/2006/relationships/image" Target="../media/image4246.png"/><Relationship Id="rId418" Type="http://schemas.openxmlformats.org/officeDocument/2006/relationships/image" Target="../media/image4273.png"/><Relationship Id="rId625" Type="http://schemas.openxmlformats.org/officeDocument/2006/relationships/image" Target="../media/image4376.png"/><Relationship Id="rId222" Type="http://schemas.openxmlformats.org/officeDocument/2006/relationships/customXml" Target="../ink/ink4322.xml"/><Relationship Id="rId264" Type="http://schemas.openxmlformats.org/officeDocument/2006/relationships/image" Target="../media/image4197.png"/><Relationship Id="rId471" Type="http://schemas.openxmlformats.org/officeDocument/2006/relationships/customXml" Target="../ink/ink4448.xml"/><Relationship Id="rId667" Type="http://schemas.openxmlformats.org/officeDocument/2006/relationships/customXml" Target="../ink/ink4547.xml"/><Relationship Id="rId17" Type="http://schemas.openxmlformats.org/officeDocument/2006/relationships/image" Target="../media/image4075.png"/><Relationship Id="rId59" Type="http://schemas.openxmlformats.org/officeDocument/2006/relationships/image" Target="../media/image4096.png"/><Relationship Id="rId124" Type="http://schemas.openxmlformats.org/officeDocument/2006/relationships/customXml" Target="../ink/ink4273.xml"/><Relationship Id="rId527" Type="http://schemas.openxmlformats.org/officeDocument/2006/relationships/image" Target="../media/image4327.png"/><Relationship Id="rId569" Type="http://schemas.openxmlformats.org/officeDocument/2006/relationships/image" Target="../media/image4348.png"/><Relationship Id="rId70" Type="http://schemas.openxmlformats.org/officeDocument/2006/relationships/customXml" Target="../ink/ink4246.xml"/><Relationship Id="rId166" Type="http://schemas.openxmlformats.org/officeDocument/2006/relationships/customXml" Target="../ink/ink4294.xml"/><Relationship Id="rId331" Type="http://schemas.openxmlformats.org/officeDocument/2006/relationships/customXml" Target="../ink/ink4377.xml"/><Relationship Id="rId373" Type="http://schemas.openxmlformats.org/officeDocument/2006/relationships/customXml" Target="../ink/ink4398.xml"/><Relationship Id="rId429" Type="http://schemas.openxmlformats.org/officeDocument/2006/relationships/customXml" Target="../ink/ink4427.xml"/><Relationship Id="rId580" Type="http://schemas.openxmlformats.org/officeDocument/2006/relationships/customXml" Target="../ink/ink4503.xml"/><Relationship Id="rId636" Type="http://schemas.openxmlformats.org/officeDocument/2006/relationships/customXml" Target="../ink/ink4531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4182.png"/><Relationship Id="rId440" Type="http://schemas.openxmlformats.org/officeDocument/2006/relationships/image" Target="../media/image4284.png"/><Relationship Id="rId678" Type="http://schemas.openxmlformats.org/officeDocument/2006/relationships/image" Target="../media/image4402.png"/><Relationship Id="rId28" Type="http://schemas.openxmlformats.org/officeDocument/2006/relationships/customXml" Target="../ink/ink4225.xml"/><Relationship Id="rId275" Type="http://schemas.openxmlformats.org/officeDocument/2006/relationships/customXml" Target="../ink/ink4349.xml"/><Relationship Id="rId300" Type="http://schemas.openxmlformats.org/officeDocument/2006/relationships/image" Target="../media/image4215.png"/><Relationship Id="rId482" Type="http://schemas.openxmlformats.org/officeDocument/2006/relationships/customXml" Target="../ink/ink4454.xml"/><Relationship Id="rId538" Type="http://schemas.openxmlformats.org/officeDocument/2006/relationships/customXml" Target="../ink/ink4482.xml"/><Relationship Id="rId81" Type="http://schemas.openxmlformats.org/officeDocument/2006/relationships/image" Target="../media/image4107.png"/><Relationship Id="rId135" Type="http://schemas.openxmlformats.org/officeDocument/2006/relationships/image" Target="../media/image4134.png"/><Relationship Id="rId177" Type="http://schemas.openxmlformats.org/officeDocument/2006/relationships/image" Target="../media/image4155.png"/><Relationship Id="rId342" Type="http://schemas.openxmlformats.org/officeDocument/2006/relationships/image" Target="../media/image4236.png"/><Relationship Id="rId384" Type="http://schemas.openxmlformats.org/officeDocument/2006/relationships/customXml" Target="../ink/ink4404.xml"/><Relationship Id="rId591" Type="http://schemas.openxmlformats.org/officeDocument/2006/relationships/image" Target="../media/image4359.png"/><Relationship Id="rId605" Type="http://schemas.openxmlformats.org/officeDocument/2006/relationships/image" Target="../media/image4366.png"/><Relationship Id="rId202" Type="http://schemas.openxmlformats.org/officeDocument/2006/relationships/customXml" Target="../ink/ink4312.xml"/><Relationship Id="rId244" Type="http://schemas.openxmlformats.org/officeDocument/2006/relationships/image" Target="../media/image4187.png"/><Relationship Id="rId647" Type="http://schemas.openxmlformats.org/officeDocument/2006/relationships/customXml" Target="../ink/ink4537.xml"/><Relationship Id="rId39" Type="http://schemas.openxmlformats.org/officeDocument/2006/relationships/image" Target="../media/image4086.png"/><Relationship Id="rId286" Type="http://schemas.openxmlformats.org/officeDocument/2006/relationships/image" Target="../media/image4208.png"/><Relationship Id="rId451" Type="http://schemas.openxmlformats.org/officeDocument/2006/relationships/customXml" Target="../ink/ink4438.xml"/><Relationship Id="rId493" Type="http://schemas.openxmlformats.org/officeDocument/2006/relationships/image" Target="../media/image4310.png"/><Relationship Id="rId507" Type="http://schemas.openxmlformats.org/officeDocument/2006/relationships/image" Target="../media/image4317.png"/><Relationship Id="rId549" Type="http://schemas.openxmlformats.org/officeDocument/2006/relationships/image" Target="../media/image4338.png"/><Relationship Id="rId50" Type="http://schemas.openxmlformats.org/officeDocument/2006/relationships/customXml" Target="../ink/ink4236.xml"/><Relationship Id="rId104" Type="http://schemas.openxmlformats.org/officeDocument/2006/relationships/customXml" Target="../ink/ink4263.xml"/><Relationship Id="rId146" Type="http://schemas.openxmlformats.org/officeDocument/2006/relationships/customXml" Target="../ink/ink4284.xml"/><Relationship Id="rId188" Type="http://schemas.openxmlformats.org/officeDocument/2006/relationships/customXml" Target="../ink/ink4305.xml"/><Relationship Id="rId311" Type="http://schemas.openxmlformats.org/officeDocument/2006/relationships/customXml" Target="../ink/ink4367.xml"/><Relationship Id="rId353" Type="http://schemas.openxmlformats.org/officeDocument/2006/relationships/customXml" Target="../ink/ink4388.xml"/><Relationship Id="rId395" Type="http://schemas.openxmlformats.org/officeDocument/2006/relationships/customXml" Target="../ink/ink4410.xml"/><Relationship Id="rId409" Type="http://schemas.openxmlformats.org/officeDocument/2006/relationships/customXml" Target="../ink/ink4417.xml"/><Relationship Id="rId560" Type="http://schemas.openxmlformats.org/officeDocument/2006/relationships/customXml" Target="../ink/ink4493.xml"/><Relationship Id="rId92" Type="http://schemas.openxmlformats.org/officeDocument/2006/relationships/customXml" Target="../ink/ink4257.xml"/><Relationship Id="rId213" Type="http://schemas.openxmlformats.org/officeDocument/2006/relationships/image" Target="../media/image4172.png"/><Relationship Id="rId420" Type="http://schemas.openxmlformats.org/officeDocument/2006/relationships/image" Target="../media/image4274.png"/><Relationship Id="rId616" Type="http://schemas.openxmlformats.org/officeDocument/2006/relationships/customXml" Target="../ink/ink4521.xml"/><Relationship Id="rId658" Type="http://schemas.openxmlformats.org/officeDocument/2006/relationships/image" Target="../media/image4392.png"/><Relationship Id="rId255" Type="http://schemas.openxmlformats.org/officeDocument/2006/relationships/customXml" Target="../ink/ink4339.xml"/><Relationship Id="rId297" Type="http://schemas.openxmlformats.org/officeDocument/2006/relationships/customXml" Target="../ink/ink4360.xml"/><Relationship Id="rId462" Type="http://schemas.openxmlformats.org/officeDocument/2006/relationships/image" Target="../media/image4295.png"/><Relationship Id="rId518" Type="http://schemas.openxmlformats.org/officeDocument/2006/relationships/customXml" Target="../ink/ink4472.xml"/><Relationship Id="rId115" Type="http://schemas.openxmlformats.org/officeDocument/2006/relationships/image" Target="../media/image4124.png"/><Relationship Id="rId157" Type="http://schemas.openxmlformats.org/officeDocument/2006/relationships/image" Target="../media/image4145.png"/><Relationship Id="rId322" Type="http://schemas.openxmlformats.org/officeDocument/2006/relationships/image" Target="../media/image4226.png"/><Relationship Id="rId364" Type="http://schemas.openxmlformats.org/officeDocument/2006/relationships/image" Target="../media/image4247.png"/><Relationship Id="rId61" Type="http://schemas.openxmlformats.org/officeDocument/2006/relationships/image" Target="../media/image4097.png"/><Relationship Id="rId199" Type="http://schemas.openxmlformats.org/officeDocument/2006/relationships/image" Target="../media/image4166.png"/><Relationship Id="rId571" Type="http://schemas.openxmlformats.org/officeDocument/2006/relationships/image" Target="../media/image4349.png"/><Relationship Id="rId627" Type="http://schemas.openxmlformats.org/officeDocument/2006/relationships/image" Target="../media/image4377.png"/><Relationship Id="rId669" Type="http://schemas.openxmlformats.org/officeDocument/2006/relationships/customXml" Target="../ink/ink4548.xml"/><Relationship Id="rId19" Type="http://schemas.openxmlformats.org/officeDocument/2006/relationships/image" Target="../media/image4076.png"/><Relationship Id="rId224" Type="http://schemas.openxmlformats.org/officeDocument/2006/relationships/customXml" Target="../ink/ink4323.xml"/><Relationship Id="rId266" Type="http://schemas.openxmlformats.org/officeDocument/2006/relationships/image" Target="../media/image4198.png"/><Relationship Id="rId431" Type="http://schemas.openxmlformats.org/officeDocument/2006/relationships/customXml" Target="../ink/ink4428.xml"/><Relationship Id="rId473" Type="http://schemas.openxmlformats.org/officeDocument/2006/relationships/customXml" Target="../ink/ink4449.xml"/><Relationship Id="rId529" Type="http://schemas.openxmlformats.org/officeDocument/2006/relationships/image" Target="../media/image4328.png"/><Relationship Id="rId680" Type="http://schemas.openxmlformats.org/officeDocument/2006/relationships/image" Target="../media/image4403.png"/><Relationship Id="rId30" Type="http://schemas.openxmlformats.org/officeDocument/2006/relationships/customXml" Target="../ink/ink4226.xml"/><Relationship Id="rId126" Type="http://schemas.openxmlformats.org/officeDocument/2006/relationships/customXml" Target="../ink/ink4274.xml"/><Relationship Id="rId168" Type="http://schemas.openxmlformats.org/officeDocument/2006/relationships/customXml" Target="../ink/ink4295.xml"/><Relationship Id="rId333" Type="http://schemas.openxmlformats.org/officeDocument/2006/relationships/customXml" Target="../ink/ink4378.xml"/><Relationship Id="rId540" Type="http://schemas.openxmlformats.org/officeDocument/2006/relationships/customXml" Target="../ink/ink4483.xml"/><Relationship Id="rId72" Type="http://schemas.openxmlformats.org/officeDocument/2006/relationships/customXml" Target="../ink/ink4247.xml"/><Relationship Id="rId375" Type="http://schemas.openxmlformats.org/officeDocument/2006/relationships/customXml" Target="../ink/ink4399.xml"/><Relationship Id="rId582" Type="http://schemas.openxmlformats.org/officeDocument/2006/relationships/customXml" Target="../ink/ink4504.xml"/><Relationship Id="rId638" Type="http://schemas.openxmlformats.org/officeDocument/2006/relationships/customXml" Target="../ink/ink4532.xml"/><Relationship Id="rId3" Type="http://schemas.openxmlformats.org/officeDocument/2006/relationships/image" Target="../media/image4068.png"/><Relationship Id="rId235" Type="http://schemas.openxmlformats.org/officeDocument/2006/relationships/image" Target="../media/image4183.png"/><Relationship Id="rId277" Type="http://schemas.openxmlformats.org/officeDocument/2006/relationships/customXml" Target="../ink/ink4350.xml"/><Relationship Id="rId400" Type="http://schemas.openxmlformats.org/officeDocument/2006/relationships/image" Target="../media/image4264.png"/><Relationship Id="rId442" Type="http://schemas.openxmlformats.org/officeDocument/2006/relationships/image" Target="../media/image4285.png"/><Relationship Id="rId484" Type="http://schemas.openxmlformats.org/officeDocument/2006/relationships/customXml" Target="../ink/ink4455.xml"/><Relationship Id="rId137" Type="http://schemas.openxmlformats.org/officeDocument/2006/relationships/image" Target="../media/image4135.png"/><Relationship Id="rId302" Type="http://schemas.openxmlformats.org/officeDocument/2006/relationships/image" Target="../media/image4216.png"/><Relationship Id="rId344" Type="http://schemas.openxmlformats.org/officeDocument/2006/relationships/image" Target="../media/image4237.png"/><Relationship Id="rId41" Type="http://schemas.openxmlformats.org/officeDocument/2006/relationships/image" Target="../media/image4087.png"/><Relationship Id="rId83" Type="http://schemas.openxmlformats.org/officeDocument/2006/relationships/image" Target="../media/image4108.png"/><Relationship Id="rId179" Type="http://schemas.openxmlformats.org/officeDocument/2006/relationships/image" Target="../media/image4156.png"/><Relationship Id="rId386" Type="http://schemas.openxmlformats.org/officeDocument/2006/relationships/customXml" Target="../ink/ink4405.xml"/><Relationship Id="rId551" Type="http://schemas.openxmlformats.org/officeDocument/2006/relationships/image" Target="../media/image4339.png"/><Relationship Id="rId593" Type="http://schemas.openxmlformats.org/officeDocument/2006/relationships/image" Target="../media/image4360.png"/><Relationship Id="rId607" Type="http://schemas.openxmlformats.org/officeDocument/2006/relationships/image" Target="../media/image4367.png"/><Relationship Id="rId649" Type="http://schemas.openxmlformats.org/officeDocument/2006/relationships/customXml" Target="../ink/ink4538.xml"/><Relationship Id="rId190" Type="http://schemas.openxmlformats.org/officeDocument/2006/relationships/customXml" Target="../ink/ink4306.xml"/><Relationship Id="rId204" Type="http://schemas.openxmlformats.org/officeDocument/2006/relationships/customXml" Target="../ink/ink4313.xml"/><Relationship Id="rId246" Type="http://schemas.openxmlformats.org/officeDocument/2006/relationships/image" Target="../media/image4188.png"/><Relationship Id="rId288" Type="http://schemas.openxmlformats.org/officeDocument/2006/relationships/image" Target="../media/image4209.png"/><Relationship Id="rId411" Type="http://schemas.openxmlformats.org/officeDocument/2006/relationships/customXml" Target="../ink/ink4418.xml"/><Relationship Id="rId453" Type="http://schemas.openxmlformats.org/officeDocument/2006/relationships/customXml" Target="../ink/ink4439.xml"/><Relationship Id="rId509" Type="http://schemas.openxmlformats.org/officeDocument/2006/relationships/image" Target="../media/image4318.png"/><Relationship Id="rId660" Type="http://schemas.openxmlformats.org/officeDocument/2006/relationships/image" Target="../media/image4393.png"/><Relationship Id="rId106" Type="http://schemas.openxmlformats.org/officeDocument/2006/relationships/customXml" Target="../ink/ink4264.xml"/><Relationship Id="rId313" Type="http://schemas.openxmlformats.org/officeDocument/2006/relationships/customXml" Target="../ink/ink4368.xml"/><Relationship Id="rId495" Type="http://schemas.openxmlformats.org/officeDocument/2006/relationships/image" Target="../media/image4311.png"/><Relationship Id="rId10" Type="http://schemas.openxmlformats.org/officeDocument/2006/relationships/customXml" Target="../ink/ink4216.xml"/><Relationship Id="rId52" Type="http://schemas.openxmlformats.org/officeDocument/2006/relationships/customXml" Target="../ink/ink4237.xml"/><Relationship Id="rId94" Type="http://schemas.openxmlformats.org/officeDocument/2006/relationships/customXml" Target="../ink/ink4258.xml"/><Relationship Id="rId148" Type="http://schemas.openxmlformats.org/officeDocument/2006/relationships/customXml" Target="../ink/ink4285.xml"/><Relationship Id="rId355" Type="http://schemas.openxmlformats.org/officeDocument/2006/relationships/customXml" Target="../ink/ink4389.xml"/><Relationship Id="rId397" Type="http://schemas.openxmlformats.org/officeDocument/2006/relationships/customXml" Target="../ink/ink4411.xml"/><Relationship Id="rId520" Type="http://schemas.openxmlformats.org/officeDocument/2006/relationships/customXml" Target="../ink/ink4473.xml"/><Relationship Id="rId562" Type="http://schemas.openxmlformats.org/officeDocument/2006/relationships/customXml" Target="../ink/ink4494.xml"/><Relationship Id="rId618" Type="http://schemas.openxmlformats.org/officeDocument/2006/relationships/customXml" Target="../ink/ink4522.xml"/><Relationship Id="rId215" Type="http://schemas.openxmlformats.org/officeDocument/2006/relationships/image" Target="../media/image4173.png"/><Relationship Id="rId257" Type="http://schemas.openxmlformats.org/officeDocument/2006/relationships/customXml" Target="../ink/ink4340.xml"/><Relationship Id="rId422" Type="http://schemas.openxmlformats.org/officeDocument/2006/relationships/image" Target="../media/image4275.png"/><Relationship Id="rId464" Type="http://schemas.openxmlformats.org/officeDocument/2006/relationships/image" Target="../media/image4296.png"/><Relationship Id="rId299" Type="http://schemas.openxmlformats.org/officeDocument/2006/relationships/customXml" Target="../ink/ink4361.xml"/><Relationship Id="rId63" Type="http://schemas.openxmlformats.org/officeDocument/2006/relationships/image" Target="../media/image4098.png"/><Relationship Id="rId159" Type="http://schemas.openxmlformats.org/officeDocument/2006/relationships/image" Target="../media/image4146.png"/><Relationship Id="rId366" Type="http://schemas.openxmlformats.org/officeDocument/2006/relationships/image" Target="../media/image4248.png"/><Relationship Id="rId573" Type="http://schemas.openxmlformats.org/officeDocument/2006/relationships/image" Target="../media/image4350.png"/><Relationship Id="rId226" Type="http://schemas.openxmlformats.org/officeDocument/2006/relationships/customXml" Target="../ink/ink4324.xml"/><Relationship Id="rId433" Type="http://schemas.openxmlformats.org/officeDocument/2006/relationships/customXml" Target="../ink/ink4429.xml"/><Relationship Id="rId640" Type="http://schemas.openxmlformats.org/officeDocument/2006/relationships/customXml" Target="../ink/ink4533.xml"/><Relationship Id="rId74" Type="http://schemas.openxmlformats.org/officeDocument/2006/relationships/customXml" Target="../ink/ink4248.xml"/><Relationship Id="rId377" Type="http://schemas.openxmlformats.org/officeDocument/2006/relationships/customXml" Target="../ink/ink4400.xml"/><Relationship Id="rId500" Type="http://schemas.openxmlformats.org/officeDocument/2006/relationships/customXml" Target="../ink/ink4463.xml"/><Relationship Id="rId584" Type="http://schemas.openxmlformats.org/officeDocument/2006/relationships/customXml" Target="../ink/ink4505.xml"/><Relationship Id="rId5" Type="http://schemas.openxmlformats.org/officeDocument/2006/relationships/image" Target="../media/image4069.png"/><Relationship Id="rId237" Type="http://schemas.openxmlformats.org/officeDocument/2006/relationships/image" Target="../media/image4184.png"/><Relationship Id="rId444" Type="http://schemas.openxmlformats.org/officeDocument/2006/relationships/image" Target="../media/image4286.png"/><Relationship Id="rId651" Type="http://schemas.openxmlformats.org/officeDocument/2006/relationships/customXml" Target="../ink/ink4539.xml"/><Relationship Id="rId290" Type="http://schemas.openxmlformats.org/officeDocument/2006/relationships/image" Target="../media/image4210.png"/><Relationship Id="rId304" Type="http://schemas.openxmlformats.org/officeDocument/2006/relationships/image" Target="../media/image4217.png"/><Relationship Id="rId388" Type="http://schemas.openxmlformats.org/officeDocument/2006/relationships/customXml" Target="../ink/ink4406.xml"/><Relationship Id="rId511" Type="http://schemas.openxmlformats.org/officeDocument/2006/relationships/image" Target="../media/image4319.png"/><Relationship Id="rId609" Type="http://schemas.openxmlformats.org/officeDocument/2006/relationships/image" Target="../media/image4368.png"/><Relationship Id="rId85" Type="http://schemas.openxmlformats.org/officeDocument/2006/relationships/image" Target="../media/image4109.png"/><Relationship Id="rId150" Type="http://schemas.openxmlformats.org/officeDocument/2006/relationships/customXml" Target="../ink/ink4286.xml"/><Relationship Id="rId595" Type="http://schemas.openxmlformats.org/officeDocument/2006/relationships/image" Target="../media/image4361.png"/><Relationship Id="rId248" Type="http://schemas.openxmlformats.org/officeDocument/2006/relationships/image" Target="../media/image4189.png"/><Relationship Id="rId455" Type="http://schemas.openxmlformats.org/officeDocument/2006/relationships/customXml" Target="../ink/ink4440.xml"/><Relationship Id="rId662" Type="http://schemas.openxmlformats.org/officeDocument/2006/relationships/image" Target="../media/image4394.png"/><Relationship Id="rId12" Type="http://schemas.openxmlformats.org/officeDocument/2006/relationships/customXml" Target="../ink/ink4217.xml"/><Relationship Id="rId108" Type="http://schemas.openxmlformats.org/officeDocument/2006/relationships/customXml" Target="../ink/ink4265.xml"/><Relationship Id="rId315" Type="http://schemas.openxmlformats.org/officeDocument/2006/relationships/customXml" Target="../ink/ink4369.xml"/><Relationship Id="rId522" Type="http://schemas.openxmlformats.org/officeDocument/2006/relationships/customXml" Target="../ink/ink4474.xml"/><Relationship Id="rId96" Type="http://schemas.openxmlformats.org/officeDocument/2006/relationships/customXml" Target="../ink/ink4259.xml"/><Relationship Id="rId161" Type="http://schemas.openxmlformats.org/officeDocument/2006/relationships/image" Target="../media/image4147.png"/><Relationship Id="rId399" Type="http://schemas.openxmlformats.org/officeDocument/2006/relationships/customXml" Target="../ink/ink4412.xml"/><Relationship Id="rId259" Type="http://schemas.openxmlformats.org/officeDocument/2006/relationships/customXml" Target="../ink/ink4341.xml"/><Relationship Id="rId466" Type="http://schemas.openxmlformats.org/officeDocument/2006/relationships/image" Target="../media/image4297.png"/><Relationship Id="rId673" Type="http://schemas.openxmlformats.org/officeDocument/2006/relationships/customXml" Target="../ink/ink4550.xml"/><Relationship Id="rId23" Type="http://schemas.openxmlformats.org/officeDocument/2006/relationships/image" Target="../media/image4078.png"/><Relationship Id="rId119" Type="http://schemas.openxmlformats.org/officeDocument/2006/relationships/image" Target="../media/image4126.png"/><Relationship Id="rId326" Type="http://schemas.openxmlformats.org/officeDocument/2006/relationships/image" Target="../media/image4228.png"/><Relationship Id="rId533" Type="http://schemas.openxmlformats.org/officeDocument/2006/relationships/image" Target="../media/image4330.png"/><Relationship Id="rId172" Type="http://schemas.openxmlformats.org/officeDocument/2006/relationships/customXml" Target="../ink/ink4297.xml"/><Relationship Id="rId477" Type="http://schemas.openxmlformats.org/officeDocument/2006/relationships/image" Target="../media/image4302.png"/><Relationship Id="rId600" Type="http://schemas.openxmlformats.org/officeDocument/2006/relationships/customXml" Target="../ink/ink4513.xml"/><Relationship Id="rId684" Type="http://schemas.openxmlformats.org/officeDocument/2006/relationships/image" Target="../media/image4405.png"/><Relationship Id="rId337" Type="http://schemas.openxmlformats.org/officeDocument/2006/relationships/customXml" Target="../ink/ink4380.xml"/><Relationship Id="rId34" Type="http://schemas.openxmlformats.org/officeDocument/2006/relationships/customXml" Target="../ink/ink4228.xml"/><Relationship Id="rId544" Type="http://schemas.openxmlformats.org/officeDocument/2006/relationships/customXml" Target="../ink/ink4485.xml"/><Relationship Id="rId183" Type="http://schemas.openxmlformats.org/officeDocument/2006/relationships/image" Target="../media/image4158.png"/><Relationship Id="rId390" Type="http://schemas.openxmlformats.org/officeDocument/2006/relationships/customXml" Target="../ink/ink4407.xml"/><Relationship Id="rId404" Type="http://schemas.openxmlformats.org/officeDocument/2006/relationships/image" Target="../media/image4266.png"/><Relationship Id="rId611" Type="http://schemas.openxmlformats.org/officeDocument/2006/relationships/image" Target="../media/image4369.png"/><Relationship Id="rId250" Type="http://schemas.openxmlformats.org/officeDocument/2006/relationships/image" Target="../media/image4190.png"/><Relationship Id="rId488" Type="http://schemas.openxmlformats.org/officeDocument/2006/relationships/customXml" Target="../ink/ink4457.xml"/><Relationship Id="rId45" Type="http://schemas.openxmlformats.org/officeDocument/2006/relationships/image" Target="../media/image4089.png"/><Relationship Id="rId110" Type="http://schemas.openxmlformats.org/officeDocument/2006/relationships/customXml" Target="../ink/ink4266.xml"/><Relationship Id="rId348" Type="http://schemas.openxmlformats.org/officeDocument/2006/relationships/image" Target="../media/image4239.png"/><Relationship Id="rId555" Type="http://schemas.openxmlformats.org/officeDocument/2006/relationships/image" Target="../media/image4341.png"/><Relationship Id="rId194" Type="http://schemas.openxmlformats.org/officeDocument/2006/relationships/customXml" Target="../ink/ink4308.xml"/><Relationship Id="rId208" Type="http://schemas.openxmlformats.org/officeDocument/2006/relationships/customXml" Target="../ink/ink4315.xml"/><Relationship Id="rId415" Type="http://schemas.openxmlformats.org/officeDocument/2006/relationships/customXml" Target="../ink/ink4420.xml"/><Relationship Id="rId622" Type="http://schemas.openxmlformats.org/officeDocument/2006/relationships/customXml" Target="../ink/ink4524.xml"/><Relationship Id="rId261" Type="http://schemas.openxmlformats.org/officeDocument/2006/relationships/customXml" Target="../ink/ink4342.xml"/><Relationship Id="rId499" Type="http://schemas.openxmlformats.org/officeDocument/2006/relationships/image" Target="../media/image4313.png"/><Relationship Id="rId56" Type="http://schemas.openxmlformats.org/officeDocument/2006/relationships/customXml" Target="../ink/ink4239.xml"/><Relationship Id="rId359" Type="http://schemas.openxmlformats.org/officeDocument/2006/relationships/customXml" Target="../ink/ink4391.xml"/><Relationship Id="rId566" Type="http://schemas.openxmlformats.org/officeDocument/2006/relationships/customXml" Target="../ink/ink4496.xml"/><Relationship Id="rId121" Type="http://schemas.openxmlformats.org/officeDocument/2006/relationships/image" Target="../media/image4127.png"/><Relationship Id="rId219" Type="http://schemas.openxmlformats.org/officeDocument/2006/relationships/image" Target="../media/image4175.png"/><Relationship Id="rId426" Type="http://schemas.openxmlformats.org/officeDocument/2006/relationships/image" Target="../media/image4277.png"/><Relationship Id="rId633" Type="http://schemas.openxmlformats.org/officeDocument/2006/relationships/image" Target="../media/image4380.png"/><Relationship Id="rId67" Type="http://schemas.openxmlformats.org/officeDocument/2006/relationships/image" Target="../media/image4100.png"/><Relationship Id="rId272" Type="http://schemas.openxmlformats.org/officeDocument/2006/relationships/image" Target="../media/image4201.png"/><Relationship Id="rId577" Type="http://schemas.openxmlformats.org/officeDocument/2006/relationships/image" Target="../media/image4352.png"/><Relationship Id="rId132" Type="http://schemas.openxmlformats.org/officeDocument/2006/relationships/customXml" Target="../ink/ink4277.xml"/><Relationship Id="rId437" Type="http://schemas.openxmlformats.org/officeDocument/2006/relationships/customXml" Target="../ink/ink4431.xml"/><Relationship Id="rId644" Type="http://schemas.openxmlformats.org/officeDocument/2006/relationships/image" Target="../media/image4385.png"/><Relationship Id="rId283" Type="http://schemas.openxmlformats.org/officeDocument/2006/relationships/customXml" Target="../ink/ink4353.xml"/><Relationship Id="rId490" Type="http://schemas.openxmlformats.org/officeDocument/2006/relationships/customXml" Target="../ink/ink4458.xml"/><Relationship Id="rId504" Type="http://schemas.openxmlformats.org/officeDocument/2006/relationships/customXml" Target="../ink/ink4465.xml"/><Relationship Id="rId78" Type="http://schemas.openxmlformats.org/officeDocument/2006/relationships/customXml" Target="../ink/ink4250.xml"/><Relationship Id="rId143" Type="http://schemas.openxmlformats.org/officeDocument/2006/relationships/image" Target="../media/image4138.png"/><Relationship Id="rId350" Type="http://schemas.openxmlformats.org/officeDocument/2006/relationships/image" Target="../media/image4240.png"/><Relationship Id="rId588" Type="http://schemas.openxmlformats.org/officeDocument/2006/relationships/customXml" Target="../ink/ink4507.xml"/><Relationship Id="rId9" Type="http://schemas.openxmlformats.org/officeDocument/2006/relationships/image" Target="../media/image4071.png"/><Relationship Id="rId210" Type="http://schemas.openxmlformats.org/officeDocument/2006/relationships/customXml" Target="../ink/ink4316.xml"/><Relationship Id="rId448" Type="http://schemas.openxmlformats.org/officeDocument/2006/relationships/image" Target="../media/image4288.png"/><Relationship Id="rId655" Type="http://schemas.openxmlformats.org/officeDocument/2006/relationships/customXml" Target="../ink/ink4541.xml"/><Relationship Id="rId294" Type="http://schemas.openxmlformats.org/officeDocument/2006/relationships/image" Target="../media/image4212.png"/><Relationship Id="rId308" Type="http://schemas.openxmlformats.org/officeDocument/2006/relationships/image" Target="../media/image4219.png"/><Relationship Id="rId515" Type="http://schemas.openxmlformats.org/officeDocument/2006/relationships/image" Target="../media/image4321.png"/><Relationship Id="rId89" Type="http://schemas.openxmlformats.org/officeDocument/2006/relationships/image" Target="../media/image4111.png"/><Relationship Id="rId154" Type="http://schemas.openxmlformats.org/officeDocument/2006/relationships/customXml" Target="../ink/ink4288.xml"/><Relationship Id="rId361" Type="http://schemas.openxmlformats.org/officeDocument/2006/relationships/customXml" Target="../ink/ink4392.xml"/><Relationship Id="rId599" Type="http://schemas.openxmlformats.org/officeDocument/2006/relationships/image" Target="../media/image4363.png"/><Relationship Id="rId459" Type="http://schemas.openxmlformats.org/officeDocument/2006/relationships/customXml" Target="../ink/ink4442.xml"/><Relationship Id="rId666" Type="http://schemas.openxmlformats.org/officeDocument/2006/relationships/image" Target="../media/image4396.png"/><Relationship Id="rId16" Type="http://schemas.openxmlformats.org/officeDocument/2006/relationships/customXml" Target="../ink/ink4219.xml"/><Relationship Id="rId221" Type="http://schemas.openxmlformats.org/officeDocument/2006/relationships/image" Target="../media/image4176.png"/><Relationship Id="rId319" Type="http://schemas.openxmlformats.org/officeDocument/2006/relationships/customXml" Target="../ink/ink4371.xml"/><Relationship Id="rId526" Type="http://schemas.openxmlformats.org/officeDocument/2006/relationships/customXml" Target="../ink/ink4476.xml"/><Relationship Id="rId165" Type="http://schemas.openxmlformats.org/officeDocument/2006/relationships/image" Target="../media/image4149.png"/><Relationship Id="rId372" Type="http://schemas.openxmlformats.org/officeDocument/2006/relationships/image" Target="../media/image4251.png"/><Relationship Id="rId677" Type="http://schemas.openxmlformats.org/officeDocument/2006/relationships/customXml" Target="../ink/ink4552.xml"/><Relationship Id="rId232" Type="http://schemas.openxmlformats.org/officeDocument/2006/relationships/customXml" Target="../ink/ink4327.xml"/><Relationship Id="rId27" Type="http://schemas.openxmlformats.org/officeDocument/2006/relationships/image" Target="../media/image4080.png"/><Relationship Id="rId537" Type="http://schemas.openxmlformats.org/officeDocument/2006/relationships/image" Target="../media/image4332.png"/><Relationship Id="rId80" Type="http://schemas.openxmlformats.org/officeDocument/2006/relationships/customXml" Target="../ink/ink4251.xml"/><Relationship Id="rId176" Type="http://schemas.openxmlformats.org/officeDocument/2006/relationships/customXml" Target="../ink/ink4299.xml"/><Relationship Id="rId383" Type="http://schemas.openxmlformats.org/officeDocument/2006/relationships/customXml" Target="../ink/ink4403.xml"/><Relationship Id="rId590" Type="http://schemas.openxmlformats.org/officeDocument/2006/relationships/customXml" Target="../ink/ink4508.xml"/><Relationship Id="rId604" Type="http://schemas.openxmlformats.org/officeDocument/2006/relationships/customXml" Target="../ink/ink4515.xml"/><Relationship Id="rId243" Type="http://schemas.openxmlformats.org/officeDocument/2006/relationships/customXml" Target="../ink/ink4333.xml"/><Relationship Id="rId450" Type="http://schemas.openxmlformats.org/officeDocument/2006/relationships/image" Target="../media/image4289.png"/><Relationship Id="rId38" Type="http://schemas.openxmlformats.org/officeDocument/2006/relationships/customXml" Target="../ink/ink4230.xml"/><Relationship Id="rId103" Type="http://schemas.openxmlformats.org/officeDocument/2006/relationships/image" Target="../media/image4118.png"/><Relationship Id="rId310" Type="http://schemas.openxmlformats.org/officeDocument/2006/relationships/image" Target="../media/image4220.png"/><Relationship Id="rId548" Type="http://schemas.openxmlformats.org/officeDocument/2006/relationships/customXml" Target="../ink/ink4487.xml"/><Relationship Id="rId91" Type="http://schemas.openxmlformats.org/officeDocument/2006/relationships/image" Target="../media/image4112.png"/><Relationship Id="rId187" Type="http://schemas.openxmlformats.org/officeDocument/2006/relationships/image" Target="../media/image4160.png"/><Relationship Id="rId394" Type="http://schemas.openxmlformats.org/officeDocument/2006/relationships/image" Target="../media/image4261.png"/><Relationship Id="rId408" Type="http://schemas.openxmlformats.org/officeDocument/2006/relationships/image" Target="../media/image4268.png"/><Relationship Id="rId615" Type="http://schemas.openxmlformats.org/officeDocument/2006/relationships/image" Target="../media/image4371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464.png"/><Relationship Id="rId299" Type="http://schemas.openxmlformats.org/officeDocument/2006/relationships/image" Target="../media/image4554.png"/><Relationship Id="rId21" Type="http://schemas.openxmlformats.org/officeDocument/2006/relationships/image" Target="../media/image4416.png"/><Relationship Id="rId63" Type="http://schemas.openxmlformats.org/officeDocument/2006/relationships/image" Target="../media/image4437.png"/><Relationship Id="rId159" Type="http://schemas.openxmlformats.org/officeDocument/2006/relationships/image" Target="../media/image4485.png"/><Relationship Id="rId324" Type="http://schemas.openxmlformats.org/officeDocument/2006/relationships/customXml" Target="../ink/ink4718.xml"/><Relationship Id="rId366" Type="http://schemas.openxmlformats.org/officeDocument/2006/relationships/customXml" Target="../ink/ink4739.xml"/><Relationship Id="rId170" Type="http://schemas.openxmlformats.org/officeDocument/2006/relationships/customXml" Target="../ink/ink4641.xml"/><Relationship Id="rId226" Type="http://schemas.openxmlformats.org/officeDocument/2006/relationships/customXml" Target="../ink/ink4669.xml"/><Relationship Id="rId433" Type="http://schemas.openxmlformats.org/officeDocument/2006/relationships/image" Target="../media/image4621.png"/><Relationship Id="rId268" Type="http://schemas.openxmlformats.org/officeDocument/2006/relationships/customXml" Target="../ink/ink4690.xml"/><Relationship Id="rId32" Type="http://schemas.openxmlformats.org/officeDocument/2006/relationships/customXml" Target="../ink/ink4572.xml"/><Relationship Id="rId74" Type="http://schemas.openxmlformats.org/officeDocument/2006/relationships/customXml" Target="../ink/ink4593.xml"/><Relationship Id="rId128" Type="http://schemas.openxmlformats.org/officeDocument/2006/relationships/customXml" Target="../ink/ink4620.xml"/><Relationship Id="rId335" Type="http://schemas.openxmlformats.org/officeDocument/2006/relationships/image" Target="../media/image4572.png"/><Relationship Id="rId377" Type="http://schemas.openxmlformats.org/officeDocument/2006/relationships/image" Target="../media/image4593.png"/><Relationship Id="rId5" Type="http://schemas.openxmlformats.org/officeDocument/2006/relationships/image" Target="../media/image4408.png"/><Relationship Id="rId181" Type="http://schemas.openxmlformats.org/officeDocument/2006/relationships/image" Target="../media/image4496.png"/><Relationship Id="rId237" Type="http://schemas.openxmlformats.org/officeDocument/2006/relationships/image" Target="../media/image4523.png"/><Relationship Id="rId402" Type="http://schemas.openxmlformats.org/officeDocument/2006/relationships/customXml" Target="../ink/ink4757.xml"/><Relationship Id="rId279" Type="http://schemas.openxmlformats.org/officeDocument/2006/relationships/image" Target="../media/image4544.png"/><Relationship Id="rId444" Type="http://schemas.openxmlformats.org/officeDocument/2006/relationships/customXml" Target="../ink/ink4778.xml"/><Relationship Id="rId43" Type="http://schemas.openxmlformats.org/officeDocument/2006/relationships/image" Target="../media/image4427.png"/><Relationship Id="rId139" Type="http://schemas.openxmlformats.org/officeDocument/2006/relationships/image" Target="../media/image4475.png"/><Relationship Id="rId290" Type="http://schemas.openxmlformats.org/officeDocument/2006/relationships/customXml" Target="../ink/ink4701.xml"/><Relationship Id="rId304" Type="http://schemas.openxmlformats.org/officeDocument/2006/relationships/customXml" Target="../ink/ink4708.xml"/><Relationship Id="rId346" Type="http://schemas.openxmlformats.org/officeDocument/2006/relationships/customXml" Target="../ink/ink4729.xml"/><Relationship Id="rId388" Type="http://schemas.openxmlformats.org/officeDocument/2006/relationships/customXml" Target="../ink/ink4750.xml"/><Relationship Id="rId85" Type="http://schemas.openxmlformats.org/officeDocument/2006/relationships/image" Target="../media/image4448.png"/><Relationship Id="rId150" Type="http://schemas.openxmlformats.org/officeDocument/2006/relationships/customXml" Target="../ink/ink4631.xml"/><Relationship Id="rId192" Type="http://schemas.openxmlformats.org/officeDocument/2006/relationships/customXml" Target="../ink/ink4652.xml"/><Relationship Id="rId206" Type="http://schemas.openxmlformats.org/officeDocument/2006/relationships/customXml" Target="../ink/ink4659.xml"/><Relationship Id="rId413" Type="http://schemas.openxmlformats.org/officeDocument/2006/relationships/image" Target="../media/image4611.png"/><Relationship Id="rId248" Type="http://schemas.openxmlformats.org/officeDocument/2006/relationships/customXml" Target="../ink/ink4680.xml"/><Relationship Id="rId455" Type="http://schemas.openxmlformats.org/officeDocument/2006/relationships/image" Target="../media/image4632.png"/><Relationship Id="rId12" Type="http://schemas.openxmlformats.org/officeDocument/2006/relationships/customXml" Target="../ink/ink4562.xml"/><Relationship Id="rId108" Type="http://schemas.openxmlformats.org/officeDocument/2006/relationships/customXml" Target="../ink/ink4610.xml"/><Relationship Id="rId315" Type="http://schemas.openxmlformats.org/officeDocument/2006/relationships/image" Target="../media/image4562.png"/><Relationship Id="rId357" Type="http://schemas.openxmlformats.org/officeDocument/2006/relationships/image" Target="../media/image4583.png"/><Relationship Id="rId54" Type="http://schemas.openxmlformats.org/officeDocument/2006/relationships/customXml" Target="../ink/ink4583.xml"/><Relationship Id="rId96" Type="http://schemas.openxmlformats.org/officeDocument/2006/relationships/customXml" Target="../ink/ink4604.xml"/><Relationship Id="rId161" Type="http://schemas.openxmlformats.org/officeDocument/2006/relationships/image" Target="../media/image4486.png"/><Relationship Id="rId217" Type="http://schemas.openxmlformats.org/officeDocument/2006/relationships/image" Target="../media/image4514.png"/><Relationship Id="rId399" Type="http://schemas.openxmlformats.org/officeDocument/2006/relationships/image" Target="../media/image4604.png"/><Relationship Id="rId259" Type="http://schemas.openxmlformats.org/officeDocument/2006/relationships/image" Target="../media/image4534.png"/><Relationship Id="rId424" Type="http://schemas.openxmlformats.org/officeDocument/2006/relationships/customXml" Target="../ink/ink4768.xml"/><Relationship Id="rId466" Type="http://schemas.openxmlformats.org/officeDocument/2006/relationships/customXml" Target="../ink/ink4789.xml"/><Relationship Id="rId23" Type="http://schemas.openxmlformats.org/officeDocument/2006/relationships/image" Target="../media/image4417.png"/><Relationship Id="rId119" Type="http://schemas.openxmlformats.org/officeDocument/2006/relationships/image" Target="../media/image4465.png"/><Relationship Id="rId270" Type="http://schemas.openxmlformats.org/officeDocument/2006/relationships/customXml" Target="../ink/ink4691.xml"/><Relationship Id="rId326" Type="http://schemas.openxmlformats.org/officeDocument/2006/relationships/customXml" Target="../ink/ink4719.xml"/><Relationship Id="rId65" Type="http://schemas.openxmlformats.org/officeDocument/2006/relationships/image" Target="../media/image4438.png"/><Relationship Id="rId130" Type="http://schemas.openxmlformats.org/officeDocument/2006/relationships/customXml" Target="../ink/ink4621.xml"/><Relationship Id="rId368" Type="http://schemas.openxmlformats.org/officeDocument/2006/relationships/customXml" Target="../ink/ink4740.xml"/><Relationship Id="rId172" Type="http://schemas.openxmlformats.org/officeDocument/2006/relationships/customXml" Target="../ink/ink4642.xml"/><Relationship Id="rId228" Type="http://schemas.openxmlformats.org/officeDocument/2006/relationships/customXml" Target="../ink/ink4670.xml"/><Relationship Id="rId435" Type="http://schemas.openxmlformats.org/officeDocument/2006/relationships/image" Target="../media/image4622.png"/><Relationship Id="rId281" Type="http://schemas.openxmlformats.org/officeDocument/2006/relationships/image" Target="../media/image4545.png"/><Relationship Id="rId337" Type="http://schemas.openxmlformats.org/officeDocument/2006/relationships/image" Target="../media/image4573.png"/><Relationship Id="rId34" Type="http://schemas.openxmlformats.org/officeDocument/2006/relationships/customXml" Target="../ink/ink4573.xml"/><Relationship Id="rId76" Type="http://schemas.openxmlformats.org/officeDocument/2006/relationships/customXml" Target="../ink/ink4594.xml"/><Relationship Id="rId141" Type="http://schemas.openxmlformats.org/officeDocument/2006/relationships/image" Target="../media/image4476.png"/><Relationship Id="rId379" Type="http://schemas.openxmlformats.org/officeDocument/2006/relationships/image" Target="../media/image4594.png"/><Relationship Id="rId7" Type="http://schemas.openxmlformats.org/officeDocument/2006/relationships/image" Target="../media/image4409.png"/><Relationship Id="rId183" Type="http://schemas.openxmlformats.org/officeDocument/2006/relationships/image" Target="../media/image4497.png"/><Relationship Id="rId239" Type="http://schemas.openxmlformats.org/officeDocument/2006/relationships/image" Target="../media/image4524.png"/><Relationship Id="rId390" Type="http://schemas.openxmlformats.org/officeDocument/2006/relationships/customXml" Target="../ink/ink4751.xml"/><Relationship Id="rId404" Type="http://schemas.openxmlformats.org/officeDocument/2006/relationships/customXml" Target="../ink/ink4758.xml"/><Relationship Id="rId446" Type="http://schemas.openxmlformats.org/officeDocument/2006/relationships/customXml" Target="../ink/ink4779.xml"/><Relationship Id="rId250" Type="http://schemas.openxmlformats.org/officeDocument/2006/relationships/customXml" Target="../ink/ink4681.xml"/><Relationship Id="rId292" Type="http://schemas.openxmlformats.org/officeDocument/2006/relationships/customXml" Target="../ink/ink4702.xml"/><Relationship Id="rId306" Type="http://schemas.openxmlformats.org/officeDocument/2006/relationships/customXml" Target="../ink/ink4709.xml"/><Relationship Id="rId45" Type="http://schemas.openxmlformats.org/officeDocument/2006/relationships/image" Target="../media/image4428.png"/><Relationship Id="rId87" Type="http://schemas.openxmlformats.org/officeDocument/2006/relationships/image" Target="../media/image4449.png"/><Relationship Id="rId110" Type="http://schemas.openxmlformats.org/officeDocument/2006/relationships/customXml" Target="../ink/ink4611.xml"/><Relationship Id="rId348" Type="http://schemas.openxmlformats.org/officeDocument/2006/relationships/customXml" Target="../ink/ink4730.xml"/><Relationship Id="rId152" Type="http://schemas.openxmlformats.org/officeDocument/2006/relationships/customXml" Target="../ink/ink4632.xml"/><Relationship Id="rId194" Type="http://schemas.openxmlformats.org/officeDocument/2006/relationships/customXml" Target="../ink/ink4653.xml"/><Relationship Id="rId208" Type="http://schemas.openxmlformats.org/officeDocument/2006/relationships/customXml" Target="../ink/ink4660.xml"/><Relationship Id="rId415" Type="http://schemas.openxmlformats.org/officeDocument/2006/relationships/image" Target="../media/image4612.png"/><Relationship Id="rId457" Type="http://schemas.openxmlformats.org/officeDocument/2006/relationships/image" Target="../media/image4633.png"/><Relationship Id="rId261" Type="http://schemas.openxmlformats.org/officeDocument/2006/relationships/image" Target="../media/image4535.png"/><Relationship Id="rId14" Type="http://schemas.openxmlformats.org/officeDocument/2006/relationships/customXml" Target="../ink/ink4563.xml"/><Relationship Id="rId56" Type="http://schemas.openxmlformats.org/officeDocument/2006/relationships/customXml" Target="../ink/ink4584.xml"/><Relationship Id="rId317" Type="http://schemas.openxmlformats.org/officeDocument/2006/relationships/image" Target="../media/image4563.png"/><Relationship Id="rId359" Type="http://schemas.openxmlformats.org/officeDocument/2006/relationships/image" Target="../media/image4584.png"/><Relationship Id="rId98" Type="http://schemas.openxmlformats.org/officeDocument/2006/relationships/customXml" Target="../ink/ink4605.xml"/><Relationship Id="rId121" Type="http://schemas.openxmlformats.org/officeDocument/2006/relationships/image" Target="../media/image4466.png"/><Relationship Id="rId163" Type="http://schemas.openxmlformats.org/officeDocument/2006/relationships/image" Target="../media/image4487.png"/><Relationship Id="rId219" Type="http://schemas.openxmlformats.org/officeDocument/2006/relationships/image" Target="../media/image4515.png"/><Relationship Id="rId370" Type="http://schemas.openxmlformats.org/officeDocument/2006/relationships/customXml" Target="../ink/ink4741.xml"/><Relationship Id="rId426" Type="http://schemas.openxmlformats.org/officeDocument/2006/relationships/customXml" Target="../ink/ink4769.xml"/><Relationship Id="rId230" Type="http://schemas.openxmlformats.org/officeDocument/2006/relationships/customXml" Target="../ink/ink4671.xml"/><Relationship Id="rId468" Type="http://schemas.openxmlformats.org/officeDocument/2006/relationships/customXml" Target="../ink/ink4790.xml"/><Relationship Id="rId25" Type="http://schemas.openxmlformats.org/officeDocument/2006/relationships/image" Target="../media/image4418.png"/><Relationship Id="rId67" Type="http://schemas.openxmlformats.org/officeDocument/2006/relationships/image" Target="../media/image4439.png"/><Relationship Id="rId272" Type="http://schemas.openxmlformats.org/officeDocument/2006/relationships/customXml" Target="../ink/ink4692.xml"/><Relationship Id="rId328" Type="http://schemas.openxmlformats.org/officeDocument/2006/relationships/customXml" Target="../ink/ink4720.xml"/><Relationship Id="rId132" Type="http://schemas.openxmlformats.org/officeDocument/2006/relationships/customXml" Target="../ink/ink4622.xml"/><Relationship Id="rId174" Type="http://schemas.openxmlformats.org/officeDocument/2006/relationships/customXml" Target="../ink/ink4643.xml"/><Relationship Id="rId381" Type="http://schemas.openxmlformats.org/officeDocument/2006/relationships/image" Target="../media/image4595.png"/><Relationship Id="rId241" Type="http://schemas.openxmlformats.org/officeDocument/2006/relationships/image" Target="../media/image4525.png"/><Relationship Id="rId437" Type="http://schemas.openxmlformats.org/officeDocument/2006/relationships/image" Target="../media/image4623.png"/><Relationship Id="rId36" Type="http://schemas.openxmlformats.org/officeDocument/2006/relationships/customXml" Target="../ink/ink4574.xml"/><Relationship Id="rId283" Type="http://schemas.openxmlformats.org/officeDocument/2006/relationships/image" Target="../media/image4546.png"/><Relationship Id="rId339" Type="http://schemas.openxmlformats.org/officeDocument/2006/relationships/image" Target="../media/image4574.png"/><Relationship Id="rId78" Type="http://schemas.openxmlformats.org/officeDocument/2006/relationships/customXml" Target="../ink/ink4595.xml"/><Relationship Id="rId101" Type="http://schemas.openxmlformats.org/officeDocument/2006/relationships/image" Target="../media/image4456.png"/><Relationship Id="rId143" Type="http://schemas.openxmlformats.org/officeDocument/2006/relationships/image" Target="../media/image4477.png"/><Relationship Id="rId185" Type="http://schemas.openxmlformats.org/officeDocument/2006/relationships/image" Target="../media/image4498.png"/><Relationship Id="rId350" Type="http://schemas.openxmlformats.org/officeDocument/2006/relationships/customXml" Target="../ink/ink4731.xml"/><Relationship Id="rId406" Type="http://schemas.openxmlformats.org/officeDocument/2006/relationships/customXml" Target="../ink/ink4759.xml"/><Relationship Id="rId9" Type="http://schemas.openxmlformats.org/officeDocument/2006/relationships/image" Target="../media/image4410.png"/><Relationship Id="rId210" Type="http://schemas.openxmlformats.org/officeDocument/2006/relationships/customXml" Target="../ink/ink4661.xml"/><Relationship Id="rId392" Type="http://schemas.openxmlformats.org/officeDocument/2006/relationships/customXml" Target="../ink/ink4752.xml"/><Relationship Id="rId448" Type="http://schemas.openxmlformats.org/officeDocument/2006/relationships/customXml" Target="../ink/ink4780.xml"/><Relationship Id="rId252" Type="http://schemas.openxmlformats.org/officeDocument/2006/relationships/customXml" Target="../ink/ink4682.xml"/><Relationship Id="rId294" Type="http://schemas.openxmlformats.org/officeDocument/2006/relationships/customXml" Target="../ink/ink4703.xml"/><Relationship Id="rId308" Type="http://schemas.openxmlformats.org/officeDocument/2006/relationships/customXml" Target="../ink/ink4710.xml"/><Relationship Id="rId47" Type="http://schemas.openxmlformats.org/officeDocument/2006/relationships/image" Target="../media/image4429.png"/><Relationship Id="rId89" Type="http://schemas.openxmlformats.org/officeDocument/2006/relationships/image" Target="../media/image4450.png"/><Relationship Id="rId112" Type="http://schemas.openxmlformats.org/officeDocument/2006/relationships/customXml" Target="../ink/ink4612.xml"/><Relationship Id="rId154" Type="http://schemas.openxmlformats.org/officeDocument/2006/relationships/customXml" Target="../ink/ink4633.xml"/><Relationship Id="rId361" Type="http://schemas.openxmlformats.org/officeDocument/2006/relationships/image" Target="../media/image4585.png"/><Relationship Id="rId196" Type="http://schemas.openxmlformats.org/officeDocument/2006/relationships/customXml" Target="../ink/ink4654.xml"/><Relationship Id="rId417" Type="http://schemas.openxmlformats.org/officeDocument/2006/relationships/image" Target="../media/image4613.png"/><Relationship Id="rId459" Type="http://schemas.openxmlformats.org/officeDocument/2006/relationships/image" Target="../media/image4634.png"/><Relationship Id="rId16" Type="http://schemas.openxmlformats.org/officeDocument/2006/relationships/customXml" Target="../ink/ink4564.xml"/><Relationship Id="rId221" Type="http://schemas.openxmlformats.org/officeDocument/2006/relationships/image" Target="../media/image4516.png"/><Relationship Id="rId263" Type="http://schemas.openxmlformats.org/officeDocument/2006/relationships/image" Target="../media/image4536.png"/><Relationship Id="rId319" Type="http://schemas.openxmlformats.org/officeDocument/2006/relationships/image" Target="../media/image4564.png"/><Relationship Id="rId470" Type="http://schemas.openxmlformats.org/officeDocument/2006/relationships/customXml" Target="../ink/ink4791.xml"/><Relationship Id="rId58" Type="http://schemas.openxmlformats.org/officeDocument/2006/relationships/customXml" Target="../ink/ink4585.xml"/><Relationship Id="rId123" Type="http://schemas.openxmlformats.org/officeDocument/2006/relationships/image" Target="../media/image4467.png"/><Relationship Id="rId330" Type="http://schemas.openxmlformats.org/officeDocument/2006/relationships/customXml" Target="../ink/ink4721.xml"/><Relationship Id="rId165" Type="http://schemas.openxmlformats.org/officeDocument/2006/relationships/image" Target="../media/image4488.png"/><Relationship Id="rId372" Type="http://schemas.openxmlformats.org/officeDocument/2006/relationships/customXml" Target="../ink/ink4742.xml"/><Relationship Id="rId428" Type="http://schemas.openxmlformats.org/officeDocument/2006/relationships/customXml" Target="../ink/ink4770.xml"/><Relationship Id="rId232" Type="http://schemas.openxmlformats.org/officeDocument/2006/relationships/customXml" Target="../ink/ink4672.xml"/><Relationship Id="rId274" Type="http://schemas.openxmlformats.org/officeDocument/2006/relationships/customXml" Target="../ink/ink4693.xml"/><Relationship Id="rId27" Type="http://schemas.openxmlformats.org/officeDocument/2006/relationships/image" Target="../media/image4419.png"/><Relationship Id="rId69" Type="http://schemas.openxmlformats.org/officeDocument/2006/relationships/image" Target="../media/image4440.png"/><Relationship Id="rId134" Type="http://schemas.openxmlformats.org/officeDocument/2006/relationships/customXml" Target="../ink/ink4623.xml"/><Relationship Id="rId80" Type="http://schemas.openxmlformats.org/officeDocument/2006/relationships/customXml" Target="../ink/ink4596.xml"/><Relationship Id="rId176" Type="http://schemas.openxmlformats.org/officeDocument/2006/relationships/customXml" Target="../ink/ink4644.xml"/><Relationship Id="rId341" Type="http://schemas.openxmlformats.org/officeDocument/2006/relationships/image" Target="../media/image4575.png"/><Relationship Id="rId383" Type="http://schemas.openxmlformats.org/officeDocument/2006/relationships/image" Target="../media/image4596.png"/><Relationship Id="rId439" Type="http://schemas.openxmlformats.org/officeDocument/2006/relationships/image" Target="../media/image4624.png"/><Relationship Id="rId201" Type="http://schemas.openxmlformats.org/officeDocument/2006/relationships/image" Target="../media/image4506.png"/><Relationship Id="rId243" Type="http://schemas.openxmlformats.org/officeDocument/2006/relationships/image" Target="../media/image4526.png"/><Relationship Id="rId285" Type="http://schemas.openxmlformats.org/officeDocument/2006/relationships/image" Target="../media/image4547.png"/><Relationship Id="rId450" Type="http://schemas.openxmlformats.org/officeDocument/2006/relationships/customXml" Target="../ink/ink4781.xml"/><Relationship Id="rId38" Type="http://schemas.openxmlformats.org/officeDocument/2006/relationships/customXml" Target="../ink/ink4575.xml"/><Relationship Id="rId103" Type="http://schemas.openxmlformats.org/officeDocument/2006/relationships/image" Target="../media/image4457.png"/><Relationship Id="rId310" Type="http://schemas.openxmlformats.org/officeDocument/2006/relationships/customXml" Target="../ink/ink4711.xml"/><Relationship Id="rId91" Type="http://schemas.openxmlformats.org/officeDocument/2006/relationships/image" Target="../media/image4451.png"/><Relationship Id="rId145" Type="http://schemas.openxmlformats.org/officeDocument/2006/relationships/image" Target="../media/image4478.png"/><Relationship Id="rId187" Type="http://schemas.openxmlformats.org/officeDocument/2006/relationships/image" Target="../media/image4499.png"/><Relationship Id="rId352" Type="http://schemas.openxmlformats.org/officeDocument/2006/relationships/customXml" Target="../ink/ink4732.xml"/><Relationship Id="rId394" Type="http://schemas.openxmlformats.org/officeDocument/2006/relationships/customXml" Target="../ink/ink4753.xml"/><Relationship Id="rId408" Type="http://schemas.openxmlformats.org/officeDocument/2006/relationships/customXml" Target="../ink/ink4760.xml"/><Relationship Id="rId212" Type="http://schemas.openxmlformats.org/officeDocument/2006/relationships/customXml" Target="../ink/ink4662.xml"/><Relationship Id="rId254" Type="http://schemas.openxmlformats.org/officeDocument/2006/relationships/customXml" Target="../ink/ink4683.xml"/><Relationship Id="rId49" Type="http://schemas.openxmlformats.org/officeDocument/2006/relationships/image" Target="../media/image4430.png"/><Relationship Id="rId114" Type="http://schemas.openxmlformats.org/officeDocument/2006/relationships/customXml" Target="../ink/ink4613.xml"/><Relationship Id="rId296" Type="http://schemas.openxmlformats.org/officeDocument/2006/relationships/customXml" Target="../ink/ink4704.xml"/><Relationship Id="rId461" Type="http://schemas.openxmlformats.org/officeDocument/2006/relationships/image" Target="../media/image4635.png"/><Relationship Id="rId60" Type="http://schemas.openxmlformats.org/officeDocument/2006/relationships/customXml" Target="../ink/ink4586.xml"/><Relationship Id="rId156" Type="http://schemas.openxmlformats.org/officeDocument/2006/relationships/customXml" Target="../ink/ink4634.xml"/><Relationship Id="rId198" Type="http://schemas.openxmlformats.org/officeDocument/2006/relationships/customXml" Target="../ink/ink4655.xml"/><Relationship Id="rId321" Type="http://schemas.openxmlformats.org/officeDocument/2006/relationships/image" Target="../media/image4565.png"/><Relationship Id="rId363" Type="http://schemas.openxmlformats.org/officeDocument/2006/relationships/image" Target="../media/image4586.png"/><Relationship Id="rId419" Type="http://schemas.openxmlformats.org/officeDocument/2006/relationships/image" Target="../media/image4614.png"/><Relationship Id="rId223" Type="http://schemas.openxmlformats.org/officeDocument/2006/relationships/image" Target="../media/image4517.png"/><Relationship Id="rId430" Type="http://schemas.openxmlformats.org/officeDocument/2006/relationships/customXml" Target="../ink/ink4771.xml"/><Relationship Id="rId18" Type="http://schemas.openxmlformats.org/officeDocument/2006/relationships/customXml" Target="../ink/ink4565.xml"/><Relationship Id="rId265" Type="http://schemas.openxmlformats.org/officeDocument/2006/relationships/image" Target="../media/image4537.png"/><Relationship Id="rId472" Type="http://schemas.openxmlformats.org/officeDocument/2006/relationships/customXml" Target="../ink/ink4792.xml"/><Relationship Id="rId125" Type="http://schemas.openxmlformats.org/officeDocument/2006/relationships/image" Target="../media/image4468.png"/><Relationship Id="rId167" Type="http://schemas.openxmlformats.org/officeDocument/2006/relationships/image" Target="../media/image4489.png"/><Relationship Id="rId332" Type="http://schemas.openxmlformats.org/officeDocument/2006/relationships/customXml" Target="../ink/ink4722.xml"/><Relationship Id="rId374" Type="http://schemas.openxmlformats.org/officeDocument/2006/relationships/customXml" Target="../ink/ink4743.xml"/><Relationship Id="rId71" Type="http://schemas.openxmlformats.org/officeDocument/2006/relationships/image" Target="../media/image4441.png"/><Relationship Id="rId234" Type="http://schemas.openxmlformats.org/officeDocument/2006/relationships/customXml" Target="../ink/ink4673.xml"/><Relationship Id="rId2" Type="http://schemas.openxmlformats.org/officeDocument/2006/relationships/customXml" Target="../ink/ink4557.xml"/><Relationship Id="rId29" Type="http://schemas.openxmlformats.org/officeDocument/2006/relationships/image" Target="../media/image4420.png"/><Relationship Id="rId276" Type="http://schemas.openxmlformats.org/officeDocument/2006/relationships/customXml" Target="../ink/ink4694.xml"/><Relationship Id="rId441" Type="http://schemas.openxmlformats.org/officeDocument/2006/relationships/image" Target="../media/image4625.png"/><Relationship Id="rId40" Type="http://schemas.openxmlformats.org/officeDocument/2006/relationships/customXml" Target="../ink/ink4576.xml"/><Relationship Id="rId136" Type="http://schemas.openxmlformats.org/officeDocument/2006/relationships/customXml" Target="../ink/ink4624.xml"/><Relationship Id="rId178" Type="http://schemas.openxmlformats.org/officeDocument/2006/relationships/customXml" Target="../ink/ink4645.xml"/><Relationship Id="rId301" Type="http://schemas.openxmlformats.org/officeDocument/2006/relationships/image" Target="../media/image4555.png"/><Relationship Id="rId343" Type="http://schemas.openxmlformats.org/officeDocument/2006/relationships/image" Target="../media/image4576.png"/><Relationship Id="rId82" Type="http://schemas.openxmlformats.org/officeDocument/2006/relationships/customXml" Target="../ink/ink4597.xml"/><Relationship Id="rId203" Type="http://schemas.openxmlformats.org/officeDocument/2006/relationships/image" Target="../media/image4507.png"/><Relationship Id="rId385" Type="http://schemas.openxmlformats.org/officeDocument/2006/relationships/image" Target="../media/image4597.png"/><Relationship Id="rId245" Type="http://schemas.openxmlformats.org/officeDocument/2006/relationships/image" Target="../media/image4527.png"/><Relationship Id="rId287" Type="http://schemas.openxmlformats.org/officeDocument/2006/relationships/image" Target="../media/image4548.png"/><Relationship Id="rId410" Type="http://schemas.openxmlformats.org/officeDocument/2006/relationships/customXml" Target="../ink/ink4761.xml"/><Relationship Id="rId452" Type="http://schemas.openxmlformats.org/officeDocument/2006/relationships/customXml" Target="../ink/ink4782.xml"/><Relationship Id="rId30" Type="http://schemas.openxmlformats.org/officeDocument/2006/relationships/customXml" Target="../ink/ink4571.xml"/><Relationship Id="rId105" Type="http://schemas.openxmlformats.org/officeDocument/2006/relationships/image" Target="../media/image4458.png"/><Relationship Id="rId126" Type="http://schemas.openxmlformats.org/officeDocument/2006/relationships/customXml" Target="../ink/ink4619.xml"/><Relationship Id="rId147" Type="http://schemas.openxmlformats.org/officeDocument/2006/relationships/image" Target="../media/image4479.png"/><Relationship Id="rId168" Type="http://schemas.openxmlformats.org/officeDocument/2006/relationships/customXml" Target="../ink/ink4640.xml"/><Relationship Id="rId312" Type="http://schemas.openxmlformats.org/officeDocument/2006/relationships/customXml" Target="../ink/ink4712.xml"/><Relationship Id="rId333" Type="http://schemas.openxmlformats.org/officeDocument/2006/relationships/image" Target="../media/image4571.png"/><Relationship Id="rId354" Type="http://schemas.openxmlformats.org/officeDocument/2006/relationships/customXml" Target="../ink/ink4733.xml"/><Relationship Id="rId51" Type="http://schemas.openxmlformats.org/officeDocument/2006/relationships/image" Target="../media/image4431.png"/><Relationship Id="rId72" Type="http://schemas.openxmlformats.org/officeDocument/2006/relationships/customXml" Target="../ink/ink4592.xml"/><Relationship Id="rId93" Type="http://schemas.openxmlformats.org/officeDocument/2006/relationships/image" Target="../media/image4452.png"/><Relationship Id="rId189" Type="http://schemas.openxmlformats.org/officeDocument/2006/relationships/image" Target="../media/image4500.png"/><Relationship Id="rId375" Type="http://schemas.openxmlformats.org/officeDocument/2006/relationships/image" Target="../media/image4592.png"/><Relationship Id="rId396" Type="http://schemas.openxmlformats.org/officeDocument/2006/relationships/customXml" Target="../ink/ink4754.xml"/><Relationship Id="rId3" Type="http://schemas.openxmlformats.org/officeDocument/2006/relationships/image" Target="../media/image4407.png"/><Relationship Id="rId214" Type="http://schemas.openxmlformats.org/officeDocument/2006/relationships/customXml" Target="../ink/ink4663.xml"/><Relationship Id="rId235" Type="http://schemas.openxmlformats.org/officeDocument/2006/relationships/image" Target="../media/image4522.png"/><Relationship Id="rId256" Type="http://schemas.openxmlformats.org/officeDocument/2006/relationships/customXml" Target="../ink/ink4684.xml"/><Relationship Id="rId277" Type="http://schemas.openxmlformats.org/officeDocument/2006/relationships/image" Target="../media/image4543.png"/><Relationship Id="rId298" Type="http://schemas.openxmlformats.org/officeDocument/2006/relationships/customXml" Target="../ink/ink4705.xml"/><Relationship Id="rId400" Type="http://schemas.openxmlformats.org/officeDocument/2006/relationships/customXml" Target="../ink/ink4756.xml"/><Relationship Id="rId421" Type="http://schemas.openxmlformats.org/officeDocument/2006/relationships/image" Target="../media/image4615.png"/><Relationship Id="rId442" Type="http://schemas.openxmlformats.org/officeDocument/2006/relationships/customXml" Target="../ink/ink4777.xml"/><Relationship Id="rId463" Type="http://schemas.openxmlformats.org/officeDocument/2006/relationships/image" Target="../media/image4636.png"/><Relationship Id="rId116" Type="http://schemas.openxmlformats.org/officeDocument/2006/relationships/customXml" Target="../ink/ink4614.xml"/><Relationship Id="rId137" Type="http://schemas.openxmlformats.org/officeDocument/2006/relationships/image" Target="../media/image4474.png"/><Relationship Id="rId158" Type="http://schemas.openxmlformats.org/officeDocument/2006/relationships/customXml" Target="../ink/ink4635.xml"/><Relationship Id="rId302" Type="http://schemas.openxmlformats.org/officeDocument/2006/relationships/customXml" Target="../ink/ink4707.xml"/><Relationship Id="rId323" Type="http://schemas.openxmlformats.org/officeDocument/2006/relationships/image" Target="../media/image4566.png"/><Relationship Id="rId344" Type="http://schemas.openxmlformats.org/officeDocument/2006/relationships/customXml" Target="../ink/ink4728.xml"/><Relationship Id="rId20" Type="http://schemas.openxmlformats.org/officeDocument/2006/relationships/customXml" Target="../ink/ink4566.xml"/><Relationship Id="rId41" Type="http://schemas.openxmlformats.org/officeDocument/2006/relationships/image" Target="../media/image4426.png"/><Relationship Id="rId62" Type="http://schemas.openxmlformats.org/officeDocument/2006/relationships/customXml" Target="../ink/ink4587.xml"/><Relationship Id="rId83" Type="http://schemas.openxmlformats.org/officeDocument/2006/relationships/image" Target="../media/image4447.png"/><Relationship Id="rId179" Type="http://schemas.openxmlformats.org/officeDocument/2006/relationships/image" Target="../media/image4495.png"/><Relationship Id="rId365" Type="http://schemas.openxmlformats.org/officeDocument/2006/relationships/image" Target="../media/image4587.png"/><Relationship Id="rId386" Type="http://schemas.openxmlformats.org/officeDocument/2006/relationships/customXml" Target="../ink/ink4749.xml"/><Relationship Id="rId190" Type="http://schemas.openxmlformats.org/officeDocument/2006/relationships/customXml" Target="../ink/ink4651.xml"/><Relationship Id="rId204" Type="http://schemas.openxmlformats.org/officeDocument/2006/relationships/customXml" Target="../ink/ink4658.xml"/><Relationship Id="rId225" Type="http://schemas.openxmlformats.org/officeDocument/2006/relationships/image" Target="../media/image3488.png"/><Relationship Id="rId246" Type="http://schemas.openxmlformats.org/officeDocument/2006/relationships/customXml" Target="../ink/ink4679.xml"/><Relationship Id="rId267" Type="http://schemas.openxmlformats.org/officeDocument/2006/relationships/image" Target="../media/image4538.png"/><Relationship Id="rId288" Type="http://schemas.openxmlformats.org/officeDocument/2006/relationships/customXml" Target="../ink/ink4700.xml"/><Relationship Id="rId411" Type="http://schemas.openxmlformats.org/officeDocument/2006/relationships/image" Target="../media/image4610.png"/><Relationship Id="rId432" Type="http://schemas.openxmlformats.org/officeDocument/2006/relationships/customXml" Target="../ink/ink4772.xml"/><Relationship Id="rId453" Type="http://schemas.openxmlformats.org/officeDocument/2006/relationships/image" Target="../media/image4631.png"/><Relationship Id="rId106" Type="http://schemas.openxmlformats.org/officeDocument/2006/relationships/customXml" Target="../ink/ink4609.xml"/><Relationship Id="rId127" Type="http://schemas.openxmlformats.org/officeDocument/2006/relationships/image" Target="../media/image4469.png"/><Relationship Id="rId313" Type="http://schemas.openxmlformats.org/officeDocument/2006/relationships/image" Target="../media/image4561.png"/><Relationship Id="rId10" Type="http://schemas.openxmlformats.org/officeDocument/2006/relationships/customXml" Target="../ink/ink4561.xml"/><Relationship Id="rId31" Type="http://schemas.openxmlformats.org/officeDocument/2006/relationships/image" Target="../media/image4421.png"/><Relationship Id="rId52" Type="http://schemas.openxmlformats.org/officeDocument/2006/relationships/customXml" Target="../ink/ink4582.xml"/><Relationship Id="rId73" Type="http://schemas.openxmlformats.org/officeDocument/2006/relationships/image" Target="../media/image4442.png"/><Relationship Id="rId94" Type="http://schemas.openxmlformats.org/officeDocument/2006/relationships/customXml" Target="../ink/ink4603.xml"/><Relationship Id="rId148" Type="http://schemas.openxmlformats.org/officeDocument/2006/relationships/customXml" Target="../ink/ink4630.xml"/><Relationship Id="rId169" Type="http://schemas.openxmlformats.org/officeDocument/2006/relationships/image" Target="../media/image4490.png"/><Relationship Id="rId334" Type="http://schemas.openxmlformats.org/officeDocument/2006/relationships/customXml" Target="../ink/ink4723.xml"/><Relationship Id="rId355" Type="http://schemas.openxmlformats.org/officeDocument/2006/relationships/image" Target="../media/image4582.png"/><Relationship Id="rId376" Type="http://schemas.openxmlformats.org/officeDocument/2006/relationships/customXml" Target="../ink/ink4744.xml"/><Relationship Id="rId397" Type="http://schemas.openxmlformats.org/officeDocument/2006/relationships/image" Target="../media/image4603.png"/><Relationship Id="rId4" Type="http://schemas.openxmlformats.org/officeDocument/2006/relationships/customXml" Target="../ink/ink4558.xml"/><Relationship Id="rId180" Type="http://schemas.openxmlformats.org/officeDocument/2006/relationships/customXml" Target="../ink/ink4646.xml"/><Relationship Id="rId215" Type="http://schemas.openxmlformats.org/officeDocument/2006/relationships/image" Target="../media/image4513.png"/><Relationship Id="rId236" Type="http://schemas.openxmlformats.org/officeDocument/2006/relationships/customXml" Target="../ink/ink4674.xml"/><Relationship Id="rId257" Type="http://schemas.openxmlformats.org/officeDocument/2006/relationships/image" Target="../media/image4533.png"/><Relationship Id="rId278" Type="http://schemas.openxmlformats.org/officeDocument/2006/relationships/customXml" Target="../ink/ink4695.xml"/><Relationship Id="rId401" Type="http://schemas.openxmlformats.org/officeDocument/2006/relationships/image" Target="../media/image4605.png"/><Relationship Id="rId422" Type="http://schemas.openxmlformats.org/officeDocument/2006/relationships/customXml" Target="../ink/ink4767.xml"/><Relationship Id="rId443" Type="http://schemas.openxmlformats.org/officeDocument/2006/relationships/image" Target="../media/image4626.png"/><Relationship Id="rId464" Type="http://schemas.openxmlformats.org/officeDocument/2006/relationships/customXml" Target="../ink/ink4788.xml"/><Relationship Id="rId303" Type="http://schemas.openxmlformats.org/officeDocument/2006/relationships/image" Target="../media/image4556.png"/><Relationship Id="rId42" Type="http://schemas.openxmlformats.org/officeDocument/2006/relationships/customXml" Target="../ink/ink4577.xml"/><Relationship Id="rId84" Type="http://schemas.openxmlformats.org/officeDocument/2006/relationships/customXml" Target="../ink/ink4598.xml"/><Relationship Id="rId138" Type="http://schemas.openxmlformats.org/officeDocument/2006/relationships/customXml" Target="../ink/ink4625.xml"/><Relationship Id="rId345" Type="http://schemas.openxmlformats.org/officeDocument/2006/relationships/image" Target="../media/image4577.png"/><Relationship Id="rId387" Type="http://schemas.openxmlformats.org/officeDocument/2006/relationships/image" Target="../media/image4598.png"/><Relationship Id="rId191" Type="http://schemas.openxmlformats.org/officeDocument/2006/relationships/image" Target="../media/image4501.png"/><Relationship Id="rId205" Type="http://schemas.openxmlformats.org/officeDocument/2006/relationships/image" Target="../media/image4508.png"/><Relationship Id="rId247" Type="http://schemas.openxmlformats.org/officeDocument/2006/relationships/image" Target="../media/image4528.png"/><Relationship Id="rId412" Type="http://schemas.openxmlformats.org/officeDocument/2006/relationships/customXml" Target="../ink/ink4762.xml"/><Relationship Id="rId107" Type="http://schemas.openxmlformats.org/officeDocument/2006/relationships/image" Target="../media/image4459.png"/><Relationship Id="rId289" Type="http://schemas.openxmlformats.org/officeDocument/2006/relationships/image" Target="../media/image4549.png"/><Relationship Id="rId454" Type="http://schemas.openxmlformats.org/officeDocument/2006/relationships/customXml" Target="../ink/ink4783.xml"/><Relationship Id="rId11" Type="http://schemas.openxmlformats.org/officeDocument/2006/relationships/image" Target="../media/image4411.png"/><Relationship Id="rId53" Type="http://schemas.openxmlformats.org/officeDocument/2006/relationships/image" Target="../media/image4432.png"/><Relationship Id="rId149" Type="http://schemas.openxmlformats.org/officeDocument/2006/relationships/image" Target="../media/image4480.png"/><Relationship Id="rId314" Type="http://schemas.openxmlformats.org/officeDocument/2006/relationships/customXml" Target="../ink/ink4713.xml"/><Relationship Id="rId356" Type="http://schemas.openxmlformats.org/officeDocument/2006/relationships/customXml" Target="../ink/ink4734.xml"/><Relationship Id="rId398" Type="http://schemas.openxmlformats.org/officeDocument/2006/relationships/customXml" Target="../ink/ink4755.xml"/><Relationship Id="rId95" Type="http://schemas.openxmlformats.org/officeDocument/2006/relationships/image" Target="../media/image4453.png"/><Relationship Id="rId160" Type="http://schemas.openxmlformats.org/officeDocument/2006/relationships/customXml" Target="../ink/ink4636.xml"/><Relationship Id="rId216" Type="http://schemas.openxmlformats.org/officeDocument/2006/relationships/customXml" Target="../ink/ink4664.xml"/><Relationship Id="rId423" Type="http://schemas.openxmlformats.org/officeDocument/2006/relationships/image" Target="../media/image4616.png"/><Relationship Id="rId258" Type="http://schemas.openxmlformats.org/officeDocument/2006/relationships/customXml" Target="../ink/ink4685.xml"/><Relationship Id="rId465" Type="http://schemas.openxmlformats.org/officeDocument/2006/relationships/image" Target="../media/image4637.png"/><Relationship Id="rId22" Type="http://schemas.openxmlformats.org/officeDocument/2006/relationships/customXml" Target="../ink/ink4567.xml"/><Relationship Id="rId64" Type="http://schemas.openxmlformats.org/officeDocument/2006/relationships/customXml" Target="../ink/ink4588.xml"/><Relationship Id="rId118" Type="http://schemas.openxmlformats.org/officeDocument/2006/relationships/customXml" Target="../ink/ink4615.xml"/><Relationship Id="rId325" Type="http://schemas.openxmlformats.org/officeDocument/2006/relationships/image" Target="../media/image4567.png"/><Relationship Id="rId367" Type="http://schemas.openxmlformats.org/officeDocument/2006/relationships/image" Target="../media/image4588.png"/><Relationship Id="rId171" Type="http://schemas.openxmlformats.org/officeDocument/2006/relationships/image" Target="../media/image4491.png"/><Relationship Id="rId227" Type="http://schemas.openxmlformats.org/officeDocument/2006/relationships/image" Target="../media/image4518.png"/><Relationship Id="rId269" Type="http://schemas.openxmlformats.org/officeDocument/2006/relationships/image" Target="../media/image4539.png"/><Relationship Id="rId434" Type="http://schemas.openxmlformats.org/officeDocument/2006/relationships/customXml" Target="../ink/ink4773.xml"/><Relationship Id="rId33" Type="http://schemas.openxmlformats.org/officeDocument/2006/relationships/image" Target="../media/image4422.png"/><Relationship Id="rId129" Type="http://schemas.openxmlformats.org/officeDocument/2006/relationships/image" Target="../media/image4470.png"/><Relationship Id="rId280" Type="http://schemas.openxmlformats.org/officeDocument/2006/relationships/customXml" Target="../ink/ink4696.xml"/><Relationship Id="rId336" Type="http://schemas.openxmlformats.org/officeDocument/2006/relationships/customXml" Target="../ink/ink4724.xml"/><Relationship Id="rId75" Type="http://schemas.openxmlformats.org/officeDocument/2006/relationships/image" Target="../media/image4443.png"/><Relationship Id="rId140" Type="http://schemas.openxmlformats.org/officeDocument/2006/relationships/customXml" Target="../ink/ink4626.xml"/><Relationship Id="rId182" Type="http://schemas.openxmlformats.org/officeDocument/2006/relationships/customXml" Target="../ink/ink4647.xml"/><Relationship Id="rId378" Type="http://schemas.openxmlformats.org/officeDocument/2006/relationships/customXml" Target="../ink/ink4745.xml"/><Relationship Id="rId403" Type="http://schemas.openxmlformats.org/officeDocument/2006/relationships/image" Target="../media/image4606.png"/><Relationship Id="rId6" Type="http://schemas.openxmlformats.org/officeDocument/2006/relationships/customXml" Target="../ink/ink4559.xml"/><Relationship Id="rId238" Type="http://schemas.openxmlformats.org/officeDocument/2006/relationships/customXml" Target="../ink/ink4675.xml"/><Relationship Id="rId445" Type="http://schemas.openxmlformats.org/officeDocument/2006/relationships/image" Target="../media/image4627.png"/><Relationship Id="rId291" Type="http://schemas.openxmlformats.org/officeDocument/2006/relationships/image" Target="../media/image4550.png"/><Relationship Id="rId305" Type="http://schemas.openxmlformats.org/officeDocument/2006/relationships/image" Target="../media/image4557.png"/><Relationship Id="rId347" Type="http://schemas.openxmlformats.org/officeDocument/2006/relationships/image" Target="../media/image4578.png"/><Relationship Id="rId44" Type="http://schemas.openxmlformats.org/officeDocument/2006/relationships/customXml" Target="../ink/ink4578.xml"/><Relationship Id="rId86" Type="http://schemas.openxmlformats.org/officeDocument/2006/relationships/customXml" Target="../ink/ink4599.xml"/><Relationship Id="rId151" Type="http://schemas.openxmlformats.org/officeDocument/2006/relationships/image" Target="../media/image4481.png"/><Relationship Id="rId389" Type="http://schemas.openxmlformats.org/officeDocument/2006/relationships/image" Target="../media/image4599.png"/><Relationship Id="rId193" Type="http://schemas.openxmlformats.org/officeDocument/2006/relationships/image" Target="../media/image4502.png"/><Relationship Id="rId207" Type="http://schemas.openxmlformats.org/officeDocument/2006/relationships/image" Target="../media/image4509.png"/><Relationship Id="rId249" Type="http://schemas.openxmlformats.org/officeDocument/2006/relationships/image" Target="../media/image4529.png"/><Relationship Id="rId414" Type="http://schemas.openxmlformats.org/officeDocument/2006/relationships/customXml" Target="../ink/ink4763.xml"/><Relationship Id="rId456" Type="http://schemas.openxmlformats.org/officeDocument/2006/relationships/customXml" Target="../ink/ink4784.xml"/><Relationship Id="rId13" Type="http://schemas.openxmlformats.org/officeDocument/2006/relationships/image" Target="../media/image4412.png"/><Relationship Id="rId109" Type="http://schemas.openxmlformats.org/officeDocument/2006/relationships/image" Target="../media/image4460.png"/><Relationship Id="rId260" Type="http://schemas.openxmlformats.org/officeDocument/2006/relationships/customXml" Target="../ink/ink4686.xml"/><Relationship Id="rId316" Type="http://schemas.openxmlformats.org/officeDocument/2006/relationships/customXml" Target="../ink/ink4714.xml"/><Relationship Id="rId55" Type="http://schemas.openxmlformats.org/officeDocument/2006/relationships/image" Target="../media/image4433.png"/><Relationship Id="rId97" Type="http://schemas.openxmlformats.org/officeDocument/2006/relationships/image" Target="../media/image4454.png"/><Relationship Id="rId120" Type="http://schemas.openxmlformats.org/officeDocument/2006/relationships/customXml" Target="../ink/ink4616.xml"/><Relationship Id="rId358" Type="http://schemas.openxmlformats.org/officeDocument/2006/relationships/customXml" Target="../ink/ink4735.xml"/><Relationship Id="rId162" Type="http://schemas.openxmlformats.org/officeDocument/2006/relationships/customXml" Target="../ink/ink4637.xml"/><Relationship Id="rId218" Type="http://schemas.openxmlformats.org/officeDocument/2006/relationships/customXml" Target="../ink/ink4665.xml"/><Relationship Id="rId425" Type="http://schemas.openxmlformats.org/officeDocument/2006/relationships/image" Target="../media/image4617.png"/><Relationship Id="rId467" Type="http://schemas.openxmlformats.org/officeDocument/2006/relationships/image" Target="../media/image4638.png"/><Relationship Id="rId271" Type="http://schemas.openxmlformats.org/officeDocument/2006/relationships/image" Target="../media/image4540.png"/><Relationship Id="rId24" Type="http://schemas.openxmlformats.org/officeDocument/2006/relationships/customXml" Target="../ink/ink4568.xml"/><Relationship Id="rId66" Type="http://schemas.openxmlformats.org/officeDocument/2006/relationships/customXml" Target="../ink/ink4589.xml"/><Relationship Id="rId131" Type="http://schemas.openxmlformats.org/officeDocument/2006/relationships/image" Target="../media/image4471.png"/><Relationship Id="rId327" Type="http://schemas.openxmlformats.org/officeDocument/2006/relationships/image" Target="../media/image4568.png"/><Relationship Id="rId369" Type="http://schemas.openxmlformats.org/officeDocument/2006/relationships/image" Target="../media/image4589.png"/><Relationship Id="rId173" Type="http://schemas.openxmlformats.org/officeDocument/2006/relationships/image" Target="../media/image4492.png"/><Relationship Id="rId229" Type="http://schemas.openxmlformats.org/officeDocument/2006/relationships/image" Target="../media/image4519.png"/><Relationship Id="rId380" Type="http://schemas.openxmlformats.org/officeDocument/2006/relationships/customXml" Target="../ink/ink4746.xml"/><Relationship Id="rId436" Type="http://schemas.openxmlformats.org/officeDocument/2006/relationships/customXml" Target="../ink/ink4774.xml"/><Relationship Id="rId240" Type="http://schemas.openxmlformats.org/officeDocument/2006/relationships/customXml" Target="../ink/ink4676.xml"/><Relationship Id="rId35" Type="http://schemas.openxmlformats.org/officeDocument/2006/relationships/image" Target="../media/image4423.png"/><Relationship Id="rId77" Type="http://schemas.openxmlformats.org/officeDocument/2006/relationships/image" Target="../media/image4444.png"/><Relationship Id="rId100" Type="http://schemas.openxmlformats.org/officeDocument/2006/relationships/customXml" Target="../ink/ink4606.xml"/><Relationship Id="rId282" Type="http://schemas.openxmlformats.org/officeDocument/2006/relationships/customXml" Target="../ink/ink4697.xml"/><Relationship Id="rId338" Type="http://schemas.openxmlformats.org/officeDocument/2006/relationships/customXml" Target="../ink/ink4725.xml"/><Relationship Id="rId8" Type="http://schemas.openxmlformats.org/officeDocument/2006/relationships/customXml" Target="../ink/ink4560.xml"/><Relationship Id="rId142" Type="http://schemas.openxmlformats.org/officeDocument/2006/relationships/customXml" Target="../ink/ink4627.xml"/><Relationship Id="rId184" Type="http://schemas.openxmlformats.org/officeDocument/2006/relationships/customXml" Target="../ink/ink4648.xml"/><Relationship Id="rId391" Type="http://schemas.openxmlformats.org/officeDocument/2006/relationships/image" Target="../media/image4600.png"/><Relationship Id="rId405" Type="http://schemas.openxmlformats.org/officeDocument/2006/relationships/image" Target="../media/image4607.png"/><Relationship Id="rId447" Type="http://schemas.openxmlformats.org/officeDocument/2006/relationships/image" Target="../media/image4628.png"/><Relationship Id="rId251" Type="http://schemas.openxmlformats.org/officeDocument/2006/relationships/image" Target="../media/image4530.png"/><Relationship Id="rId46" Type="http://schemas.openxmlformats.org/officeDocument/2006/relationships/customXml" Target="../ink/ink4579.xml"/><Relationship Id="rId293" Type="http://schemas.openxmlformats.org/officeDocument/2006/relationships/image" Target="../media/image4551.png"/><Relationship Id="rId307" Type="http://schemas.openxmlformats.org/officeDocument/2006/relationships/image" Target="../media/image4558.png"/><Relationship Id="rId349" Type="http://schemas.openxmlformats.org/officeDocument/2006/relationships/image" Target="../media/image4579.png"/><Relationship Id="rId88" Type="http://schemas.openxmlformats.org/officeDocument/2006/relationships/customXml" Target="../ink/ink4600.xml"/><Relationship Id="rId111" Type="http://schemas.openxmlformats.org/officeDocument/2006/relationships/image" Target="../media/image4461.png"/><Relationship Id="rId153" Type="http://schemas.openxmlformats.org/officeDocument/2006/relationships/image" Target="../media/image4482.png"/><Relationship Id="rId195" Type="http://schemas.openxmlformats.org/officeDocument/2006/relationships/image" Target="../media/image4503.png"/><Relationship Id="rId209" Type="http://schemas.openxmlformats.org/officeDocument/2006/relationships/image" Target="../media/image4510.png"/><Relationship Id="rId360" Type="http://schemas.openxmlformats.org/officeDocument/2006/relationships/customXml" Target="../ink/ink4736.xml"/><Relationship Id="rId416" Type="http://schemas.openxmlformats.org/officeDocument/2006/relationships/customXml" Target="../ink/ink4764.xml"/><Relationship Id="rId220" Type="http://schemas.openxmlformats.org/officeDocument/2006/relationships/customXml" Target="../ink/ink4666.xml"/><Relationship Id="rId458" Type="http://schemas.openxmlformats.org/officeDocument/2006/relationships/customXml" Target="../ink/ink4785.xml"/><Relationship Id="rId15" Type="http://schemas.openxmlformats.org/officeDocument/2006/relationships/image" Target="../media/image4413.png"/><Relationship Id="rId57" Type="http://schemas.openxmlformats.org/officeDocument/2006/relationships/image" Target="../media/image4434.png"/><Relationship Id="rId262" Type="http://schemas.openxmlformats.org/officeDocument/2006/relationships/customXml" Target="../ink/ink4687.xml"/><Relationship Id="rId318" Type="http://schemas.openxmlformats.org/officeDocument/2006/relationships/customXml" Target="../ink/ink4715.xml"/><Relationship Id="rId99" Type="http://schemas.openxmlformats.org/officeDocument/2006/relationships/image" Target="../media/image4455.png"/><Relationship Id="rId122" Type="http://schemas.openxmlformats.org/officeDocument/2006/relationships/customXml" Target="../ink/ink4617.xml"/><Relationship Id="rId164" Type="http://schemas.openxmlformats.org/officeDocument/2006/relationships/customXml" Target="../ink/ink4638.xml"/><Relationship Id="rId371" Type="http://schemas.openxmlformats.org/officeDocument/2006/relationships/image" Target="../media/image4590.png"/><Relationship Id="rId427" Type="http://schemas.openxmlformats.org/officeDocument/2006/relationships/image" Target="../media/image4618.png"/><Relationship Id="rId469" Type="http://schemas.openxmlformats.org/officeDocument/2006/relationships/image" Target="../media/image4639.png"/><Relationship Id="rId26" Type="http://schemas.openxmlformats.org/officeDocument/2006/relationships/customXml" Target="../ink/ink4569.xml"/><Relationship Id="rId231" Type="http://schemas.openxmlformats.org/officeDocument/2006/relationships/image" Target="../media/image4520.png"/><Relationship Id="rId273" Type="http://schemas.openxmlformats.org/officeDocument/2006/relationships/image" Target="../media/image4541.png"/><Relationship Id="rId329" Type="http://schemas.openxmlformats.org/officeDocument/2006/relationships/image" Target="../media/image4569.png"/><Relationship Id="rId68" Type="http://schemas.openxmlformats.org/officeDocument/2006/relationships/customXml" Target="../ink/ink4590.xml"/><Relationship Id="rId133" Type="http://schemas.openxmlformats.org/officeDocument/2006/relationships/image" Target="../media/image4472.png"/><Relationship Id="rId175" Type="http://schemas.openxmlformats.org/officeDocument/2006/relationships/image" Target="../media/image4493.png"/><Relationship Id="rId340" Type="http://schemas.openxmlformats.org/officeDocument/2006/relationships/customXml" Target="../ink/ink4726.xml"/><Relationship Id="rId200" Type="http://schemas.openxmlformats.org/officeDocument/2006/relationships/customXml" Target="../ink/ink4656.xml"/><Relationship Id="rId382" Type="http://schemas.openxmlformats.org/officeDocument/2006/relationships/customXml" Target="../ink/ink4747.xml"/><Relationship Id="rId438" Type="http://schemas.openxmlformats.org/officeDocument/2006/relationships/customXml" Target="../ink/ink4775.xml"/><Relationship Id="rId242" Type="http://schemas.openxmlformats.org/officeDocument/2006/relationships/customXml" Target="../ink/ink4677.xml"/><Relationship Id="rId284" Type="http://schemas.openxmlformats.org/officeDocument/2006/relationships/customXml" Target="../ink/ink4698.xml"/><Relationship Id="rId37" Type="http://schemas.openxmlformats.org/officeDocument/2006/relationships/image" Target="../media/image4424.png"/><Relationship Id="rId79" Type="http://schemas.openxmlformats.org/officeDocument/2006/relationships/image" Target="../media/image4445.png"/><Relationship Id="rId102" Type="http://schemas.openxmlformats.org/officeDocument/2006/relationships/customXml" Target="../ink/ink4607.xml"/><Relationship Id="rId144" Type="http://schemas.openxmlformats.org/officeDocument/2006/relationships/customXml" Target="../ink/ink4628.xml"/><Relationship Id="rId90" Type="http://schemas.openxmlformats.org/officeDocument/2006/relationships/customXml" Target="../ink/ink4601.xml"/><Relationship Id="rId186" Type="http://schemas.openxmlformats.org/officeDocument/2006/relationships/customXml" Target="../ink/ink4649.xml"/><Relationship Id="rId351" Type="http://schemas.openxmlformats.org/officeDocument/2006/relationships/image" Target="../media/image4580.png"/><Relationship Id="rId393" Type="http://schemas.openxmlformats.org/officeDocument/2006/relationships/image" Target="../media/image4601.png"/><Relationship Id="rId407" Type="http://schemas.openxmlformats.org/officeDocument/2006/relationships/image" Target="../media/image4608.png"/><Relationship Id="rId449" Type="http://schemas.openxmlformats.org/officeDocument/2006/relationships/image" Target="../media/image4629.png"/><Relationship Id="rId211" Type="http://schemas.openxmlformats.org/officeDocument/2006/relationships/image" Target="../media/image4511.png"/><Relationship Id="rId253" Type="http://schemas.openxmlformats.org/officeDocument/2006/relationships/image" Target="../media/image4531.png"/><Relationship Id="rId295" Type="http://schemas.openxmlformats.org/officeDocument/2006/relationships/image" Target="../media/image4552.png"/><Relationship Id="rId309" Type="http://schemas.openxmlformats.org/officeDocument/2006/relationships/image" Target="../media/image4559.png"/><Relationship Id="rId460" Type="http://schemas.openxmlformats.org/officeDocument/2006/relationships/customXml" Target="../ink/ink4786.xml"/><Relationship Id="rId48" Type="http://schemas.openxmlformats.org/officeDocument/2006/relationships/customXml" Target="../ink/ink4580.xml"/><Relationship Id="rId113" Type="http://schemas.openxmlformats.org/officeDocument/2006/relationships/image" Target="../media/image4462.png"/><Relationship Id="rId320" Type="http://schemas.openxmlformats.org/officeDocument/2006/relationships/customXml" Target="../ink/ink4716.xml"/><Relationship Id="rId155" Type="http://schemas.openxmlformats.org/officeDocument/2006/relationships/image" Target="../media/image4483.png"/><Relationship Id="rId197" Type="http://schemas.openxmlformats.org/officeDocument/2006/relationships/image" Target="../media/image4504.png"/><Relationship Id="rId362" Type="http://schemas.openxmlformats.org/officeDocument/2006/relationships/customXml" Target="../ink/ink4737.xml"/><Relationship Id="rId418" Type="http://schemas.openxmlformats.org/officeDocument/2006/relationships/customXml" Target="../ink/ink4765.xml"/><Relationship Id="rId222" Type="http://schemas.openxmlformats.org/officeDocument/2006/relationships/customXml" Target="../ink/ink4667.xml"/><Relationship Id="rId264" Type="http://schemas.openxmlformats.org/officeDocument/2006/relationships/customXml" Target="../ink/ink4688.xml"/><Relationship Id="rId471" Type="http://schemas.openxmlformats.org/officeDocument/2006/relationships/image" Target="../media/image4640.png"/><Relationship Id="rId17" Type="http://schemas.openxmlformats.org/officeDocument/2006/relationships/image" Target="../media/image4414.png"/><Relationship Id="rId59" Type="http://schemas.openxmlformats.org/officeDocument/2006/relationships/image" Target="../media/image4435.png"/><Relationship Id="rId124" Type="http://schemas.openxmlformats.org/officeDocument/2006/relationships/customXml" Target="../ink/ink4618.xml"/><Relationship Id="rId70" Type="http://schemas.openxmlformats.org/officeDocument/2006/relationships/customXml" Target="../ink/ink4591.xml"/><Relationship Id="rId166" Type="http://schemas.openxmlformats.org/officeDocument/2006/relationships/customXml" Target="../ink/ink4639.xml"/><Relationship Id="rId331" Type="http://schemas.openxmlformats.org/officeDocument/2006/relationships/image" Target="../media/image4570.png"/><Relationship Id="rId373" Type="http://schemas.openxmlformats.org/officeDocument/2006/relationships/image" Target="../media/image4591.png"/><Relationship Id="rId429" Type="http://schemas.openxmlformats.org/officeDocument/2006/relationships/image" Target="../media/image4619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4521.png"/><Relationship Id="rId440" Type="http://schemas.openxmlformats.org/officeDocument/2006/relationships/customXml" Target="../ink/ink4776.xml"/><Relationship Id="rId28" Type="http://schemas.openxmlformats.org/officeDocument/2006/relationships/customXml" Target="../ink/ink4570.xml"/><Relationship Id="rId275" Type="http://schemas.openxmlformats.org/officeDocument/2006/relationships/image" Target="../media/image4542.png"/><Relationship Id="rId300" Type="http://schemas.openxmlformats.org/officeDocument/2006/relationships/customXml" Target="../ink/ink4706.xml"/><Relationship Id="rId81" Type="http://schemas.openxmlformats.org/officeDocument/2006/relationships/image" Target="../media/image4446.png"/><Relationship Id="rId135" Type="http://schemas.openxmlformats.org/officeDocument/2006/relationships/image" Target="../media/image4473.png"/><Relationship Id="rId177" Type="http://schemas.openxmlformats.org/officeDocument/2006/relationships/image" Target="../media/image4494.png"/><Relationship Id="rId342" Type="http://schemas.openxmlformats.org/officeDocument/2006/relationships/customXml" Target="../ink/ink4727.xml"/><Relationship Id="rId384" Type="http://schemas.openxmlformats.org/officeDocument/2006/relationships/customXml" Target="../ink/ink4748.xml"/><Relationship Id="rId202" Type="http://schemas.openxmlformats.org/officeDocument/2006/relationships/customXml" Target="../ink/ink4657.xml"/><Relationship Id="rId244" Type="http://schemas.openxmlformats.org/officeDocument/2006/relationships/customXml" Target="../ink/ink4678.xml"/><Relationship Id="rId39" Type="http://schemas.openxmlformats.org/officeDocument/2006/relationships/image" Target="../media/image4425.png"/><Relationship Id="rId286" Type="http://schemas.openxmlformats.org/officeDocument/2006/relationships/customXml" Target="../ink/ink4699.xml"/><Relationship Id="rId451" Type="http://schemas.openxmlformats.org/officeDocument/2006/relationships/image" Target="../media/image4630.png"/><Relationship Id="rId50" Type="http://schemas.openxmlformats.org/officeDocument/2006/relationships/customXml" Target="../ink/ink4581.xml"/><Relationship Id="rId104" Type="http://schemas.openxmlformats.org/officeDocument/2006/relationships/customXml" Target="../ink/ink4608.xml"/><Relationship Id="rId146" Type="http://schemas.openxmlformats.org/officeDocument/2006/relationships/customXml" Target="../ink/ink4629.xml"/><Relationship Id="rId188" Type="http://schemas.openxmlformats.org/officeDocument/2006/relationships/customXml" Target="../ink/ink4650.xml"/><Relationship Id="rId311" Type="http://schemas.openxmlformats.org/officeDocument/2006/relationships/image" Target="../media/image4560.png"/><Relationship Id="rId353" Type="http://schemas.openxmlformats.org/officeDocument/2006/relationships/image" Target="../media/image4581.png"/><Relationship Id="rId395" Type="http://schemas.openxmlformats.org/officeDocument/2006/relationships/image" Target="../media/image4602.png"/><Relationship Id="rId409" Type="http://schemas.openxmlformats.org/officeDocument/2006/relationships/image" Target="../media/image4609.png"/><Relationship Id="rId92" Type="http://schemas.openxmlformats.org/officeDocument/2006/relationships/customXml" Target="../ink/ink4602.xml"/><Relationship Id="rId213" Type="http://schemas.openxmlformats.org/officeDocument/2006/relationships/image" Target="../media/image4512.png"/><Relationship Id="rId420" Type="http://schemas.openxmlformats.org/officeDocument/2006/relationships/customXml" Target="../ink/ink4766.xml"/><Relationship Id="rId255" Type="http://schemas.openxmlformats.org/officeDocument/2006/relationships/image" Target="../media/image4532.png"/><Relationship Id="rId297" Type="http://schemas.openxmlformats.org/officeDocument/2006/relationships/image" Target="../media/image4553.png"/><Relationship Id="rId462" Type="http://schemas.openxmlformats.org/officeDocument/2006/relationships/customXml" Target="../ink/ink4787.xml"/><Relationship Id="rId115" Type="http://schemas.openxmlformats.org/officeDocument/2006/relationships/image" Target="../media/image4463.png"/><Relationship Id="rId157" Type="http://schemas.openxmlformats.org/officeDocument/2006/relationships/image" Target="../media/image4484.png"/><Relationship Id="rId322" Type="http://schemas.openxmlformats.org/officeDocument/2006/relationships/customXml" Target="../ink/ink4717.xml"/><Relationship Id="rId364" Type="http://schemas.openxmlformats.org/officeDocument/2006/relationships/customXml" Target="../ink/ink4738.xml"/><Relationship Id="rId61" Type="http://schemas.openxmlformats.org/officeDocument/2006/relationships/image" Target="../media/image4436.png"/><Relationship Id="rId199" Type="http://schemas.openxmlformats.org/officeDocument/2006/relationships/image" Target="../media/image4505.png"/><Relationship Id="rId19" Type="http://schemas.openxmlformats.org/officeDocument/2006/relationships/image" Target="../media/image4415.png"/><Relationship Id="rId224" Type="http://schemas.openxmlformats.org/officeDocument/2006/relationships/customXml" Target="../ink/ink4668.xml"/><Relationship Id="rId266" Type="http://schemas.openxmlformats.org/officeDocument/2006/relationships/customXml" Target="../ink/ink4689.xml"/><Relationship Id="rId431" Type="http://schemas.openxmlformats.org/officeDocument/2006/relationships/image" Target="../media/image4620.png"/><Relationship Id="rId473" Type="http://schemas.openxmlformats.org/officeDocument/2006/relationships/image" Target="../media/image4641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697.png"/><Relationship Id="rId21" Type="http://schemas.openxmlformats.org/officeDocument/2006/relationships/image" Target="../media/image4650.png"/><Relationship Id="rId324" Type="http://schemas.openxmlformats.org/officeDocument/2006/relationships/image" Target="../media/image4798.png"/><Relationship Id="rId531" Type="http://schemas.openxmlformats.org/officeDocument/2006/relationships/image" Target="../media/image4900.png"/><Relationship Id="rId629" Type="http://schemas.openxmlformats.org/officeDocument/2006/relationships/image" Target="../media/image4948.png"/><Relationship Id="rId170" Type="http://schemas.openxmlformats.org/officeDocument/2006/relationships/image" Target="../media/image4723.png"/><Relationship Id="rId268" Type="http://schemas.openxmlformats.org/officeDocument/2006/relationships/customXml" Target="../ink/ink4928.xml"/><Relationship Id="rId475" Type="http://schemas.openxmlformats.org/officeDocument/2006/relationships/image" Target="../media/image4872.png"/><Relationship Id="rId32" Type="http://schemas.openxmlformats.org/officeDocument/2006/relationships/customXml" Target="../ink/ink4808.xml"/><Relationship Id="rId128" Type="http://schemas.openxmlformats.org/officeDocument/2006/relationships/customXml" Target="../ink/ink4857.xml"/><Relationship Id="rId335" Type="http://schemas.openxmlformats.org/officeDocument/2006/relationships/image" Target="../media/image4803.png"/><Relationship Id="rId542" Type="http://schemas.openxmlformats.org/officeDocument/2006/relationships/customXml" Target="../ink/ink5066.xml"/><Relationship Id="rId181" Type="http://schemas.openxmlformats.org/officeDocument/2006/relationships/customXml" Target="../ink/ink4884.xml"/><Relationship Id="rId402" Type="http://schemas.openxmlformats.org/officeDocument/2006/relationships/customXml" Target="../ink/ink4996.xml"/><Relationship Id="rId279" Type="http://schemas.openxmlformats.org/officeDocument/2006/relationships/image" Target="../media/image4777.png"/><Relationship Id="rId486" Type="http://schemas.openxmlformats.org/officeDocument/2006/relationships/customXml" Target="../ink/ink5038.xml"/><Relationship Id="rId43" Type="http://schemas.openxmlformats.org/officeDocument/2006/relationships/image" Target="../media/image4661.png"/><Relationship Id="rId139" Type="http://schemas.openxmlformats.org/officeDocument/2006/relationships/customXml" Target="../ink/ink4863.xml"/><Relationship Id="rId346" Type="http://schemas.openxmlformats.org/officeDocument/2006/relationships/customXml" Target="../ink/ink4968.xml"/><Relationship Id="rId553" Type="http://schemas.openxmlformats.org/officeDocument/2006/relationships/image" Target="../media/image4911.png"/><Relationship Id="rId192" Type="http://schemas.openxmlformats.org/officeDocument/2006/relationships/image" Target="../media/image4734.png"/><Relationship Id="rId206" Type="http://schemas.openxmlformats.org/officeDocument/2006/relationships/image" Target="../media/image4741.png"/><Relationship Id="rId413" Type="http://schemas.openxmlformats.org/officeDocument/2006/relationships/image" Target="../media/image4842.png"/><Relationship Id="rId497" Type="http://schemas.openxmlformats.org/officeDocument/2006/relationships/image" Target="../media/image4883.png"/><Relationship Id="rId620" Type="http://schemas.openxmlformats.org/officeDocument/2006/relationships/customXml" Target="../ink/ink5105.xml"/><Relationship Id="rId357" Type="http://schemas.openxmlformats.org/officeDocument/2006/relationships/image" Target="../media/image4814.png"/><Relationship Id="rId54" Type="http://schemas.openxmlformats.org/officeDocument/2006/relationships/customXml" Target="../ink/ink4819.xml"/><Relationship Id="rId217" Type="http://schemas.openxmlformats.org/officeDocument/2006/relationships/image" Target="../media/image4746.png"/><Relationship Id="rId564" Type="http://schemas.openxmlformats.org/officeDocument/2006/relationships/customXml" Target="../ink/ink5077.xml"/><Relationship Id="rId424" Type="http://schemas.openxmlformats.org/officeDocument/2006/relationships/customXml" Target="../ink/ink5007.xml"/><Relationship Id="rId270" Type="http://schemas.openxmlformats.org/officeDocument/2006/relationships/customXml" Target="../ink/ink4929.xml"/><Relationship Id="rId65" Type="http://schemas.openxmlformats.org/officeDocument/2006/relationships/customXml" Target="../ink/ink4825.xml"/><Relationship Id="rId130" Type="http://schemas.openxmlformats.org/officeDocument/2006/relationships/image" Target="../media/image4703.png"/><Relationship Id="rId368" Type="http://schemas.openxmlformats.org/officeDocument/2006/relationships/customXml" Target="../ink/ink4979.xml"/><Relationship Id="rId575" Type="http://schemas.openxmlformats.org/officeDocument/2006/relationships/image" Target="../media/image4921.png"/><Relationship Id="rId228" Type="http://schemas.openxmlformats.org/officeDocument/2006/relationships/customXml" Target="../ink/ink4908.xml"/><Relationship Id="rId435" Type="http://schemas.openxmlformats.org/officeDocument/2006/relationships/image" Target="../media/image4852.png"/><Relationship Id="rId281" Type="http://schemas.openxmlformats.org/officeDocument/2006/relationships/image" Target="../media/image4778.png"/><Relationship Id="rId502" Type="http://schemas.openxmlformats.org/officeDocument/2006/relationships/customXml" Target="../ink/ink5046.xml"/><Relationship Id="rId76" Type="http://schemas.openxmlformats.org/officeDocument/2006/relationships/customXml" Target="../ink/ink4831.xml"/><Relationship Id="rId141" Type="http://schemas.openxmlformats.org/officeDocument/2006/relationships/customXml" Target="../ink/ink4864.xml"/><Relationship Id="rId379" Type="http://schemas.openxmlformats.org/officeDocument/2006/relationships/image" Target="../media/image4825.png"/><Relationship Id="rId586" Type="http://schemas.openxmlformats.org/officeDocument/2006/relationships/customXml" Target="../ink/ink5088.xml"/><Relationship Id="rId7" Type="http://schemas.openxmlformats.org/officeDocument/2006/relationships/image" Target="../media/image4644.png"/><Relationship Id="rId239" Type="http://schemas.openxmlformats.org/officeDocument/2006/relationships/image" Target="../media/image4757.png"/><Relationship Id="rId446" Type="http://schemas.openxmlformats.org/officeDocument/2006/relationships/customXml" Target="../ink/ink5018.xml"/><Relationship Id="rId292" Type="http://schemas.openxmlformats.org/officeDocument/2006/relationships/customXml" Target="../ink/ink4940.xml"/><Relationship Id="rId306" Type="http://schemas.openxmlformats.org/officeDocument/2006/relationships/customXml" Target="../ink/ink4947.xml"/><Relationship Id="rId87" Type="http://schemas.openxmlformats.org/officeDocument/2006/relationships/image" Target="../media/image4682.png"/><Relationship Id="rId513" Type="http://schemas.openxmlformats.org/officeDocument/2006/relationships/image" Target="../media/image4891.png"/><Relationship Id="rId597" Type="http://schemas.openxmlformats.org/officeDocument/2006/relationships/image" Target="../media/image4932.png"/><Relationship Id="rId152" Type="http://schemas.openxmlformats.org/officeDocument/2006/relationships/image" Target="../media/image4714.png"/><Relationship Id="rId457" Type="http://schemas.openxmlformats.org/officeDocument/2006/relationships/image" Target="../media/image4863.png"/><Relationship Id="rId14" Type="http://schemas.openxmlformats.org/officeDocument/2006/relationships/customXml" Target="../ink/ink4799.xml"/><Relationship Id="rId317" Type="http://schemas.openxmlformats.org/officeDocument/2006/relationships/customXml" Target="../ink/ink4953.xml"/><Relationship Id="rId524" Type="http://schemas.openxmlformats.org/officeDocument/2006/relationships/customXml" Target="../ink/ink5057.xml"/><Relationship Id="rId98" Type="http://schemas.openxmlformats.org/officeDocument/2006/relationships/customXml" Target="../ink/ink4842.xml"/><Relationship Id="rId163" Type="http://schemas.openxmlformats.org/officeDocument/2006/relationships/customXml" Target="../ink/ink4875.xml"/><Relationship Id="rId370" Type="http://schemas.openxmlformats.org/officeDocument/2006/relationships/customXml" Target="../ink/ink4980.xml"/><Relationship Id="rId230" Type="http://schemas.openxmlformats.org/officeDocument/2006/relationships/customXml" Target="../ink/ink4909.xml"/><Relationship Id="rId468" Type="http://schemas.openxmlformats.org/officeDocument/2006/relationships/customXml" Target="../ink/ink5029.xml"/><Relationship Id="rId25" Type="http://schemas.openxmlformats.org/officeDocument/2006/relationships/image" Target="../media/image4652.png"/><Relationship Id="rId328" Type="http://schemas.openxmlformats.org/officeDocument/2006/relationships/customXml" Target="../ink/ink4959.xml"/><Relationship Id="rId535" Type="http://schemas.openxmlformats.org/officeDocument/2006/relationships/image" Target="../media/image4902.png"/><Relationship Id="rId174" Type="http://schemas.openxmlformats.org/officeDocument/2006/relationships/image" Target="../media/image4725.png"/><Relationship Id="rId381" Type="http://schemas.openxmlformats.org/officeDocument/2006/relationships/image" Target="../media/image4826.png"/><Relationship Id="rId602" Type="http://schemas.openxmlformats.org/officeDocument/2006/relationships/customXml" Target="../ink/ink5096.xml"/><Relationship Id="rId241" Type="http://schemas.openxmlformats.org/officeDocument/2006/relationships/image" Target="../media/image4758.png"/><Relationship Id="rId479" Type="http://schemas.openxmlformats.org/officeDocument/2006/relationships/image" Target="../media/image4874.png"/><Relationship Id="rId36" Type="http://schemas.openxmlformats.org/officeDocument/2006/relationships/customXml" Target="../ink/ink4810.xml"/><Relationship Id="rId339" Type="http://schemas.openxmlformats.org/officeDocument/2006/relationships/image" Target="../media/image4805.png"/><Relationship Id="rId546" Type="http://schemas.openxmlformats.org/officeDocument/2006/relationships/customXml" Target="../ink/ink5068.xml"/><Relationship Id="rId78" Type="http://schemas.openxmlformats.org/officeDocument/2006/relationships/customXml" Target="../ink/ink4832.xml"/><Relationship Id="rId101" Type="http://schemas.openxmlformats.org/officeDocument/2006/relationships/image" Target="../media/image4689.png"/><Relationship Id="rId143" Type="http://schemas.openxmlformats.org/officeDocument/2006/relationships/customXml" Target="../ink/ink4865.xml"/><Relationship Id="rId185" Type="http://schemas.openxmlformats.org/officeDocument/2006/relationships/customXml" Target="../ink/ink4886.xml"/><Relationship Id="rId350" Type="http://schemas.openxmlformats.org/officeDocument/2006/relationships/customXml" Target="../ink/ink4970.xml"/><Relationship Id="rId406" Type="http://schemas.openxmlformats.org/officeDocument/2006/relationships/customXml" Target="../ink/ink4998.xml"/><Relationship Id="rId588" Type="http://schemas.openxmlformats.org/officeDocument/2006/relationships/customXml" Target="../ink/ink5089.xml"/><Relationship Id="rId9" Type="http://schemas.openxmlformats.org/officeDocument/2006/relationships/image" Target="../media/image4645.png"/><Relationship Id="rId210" Type="http://schemas.openxmlformats.org/officeDocument/2006/relationships/image" Target="../media/image4743.png"/><Relationship Id="rId392" Type="http://schemas.openxmlformats.org/officeDocument/2006/relationships/customXml" Target="../ink/ink4991.xml"/><Relationship Id="rId448" Type="http://schemas.openxmlformats.org/officeDocument/2006/relationships/customXml" Target="../ink/ink5019.xml"/><Relationship Id="rId613" Type="http://schemas.openxmlformats.org/officeDocument/2006/relationships/image" Target="../media/image4940.png"/><Relationship Id="rId252" Type="http://schemas.openxmlformats.org/officeDocument/2006/relationships/customXml" Target="../ink/ink4920.xml"/><Relationship Id="rId294" Type="http://schemas.openxmlformats.org/officeDocument/2006/relationships/customXml" Target="../ink/ink4941.xml"/><Relationship Id="rId308" Type="http://schemas.openxmlformats.org/officeDocument/2006/relationships/customXml" Target="../ink/ink4948.xml"/><Relationship Id="rId515" Type="http://schemas.openxmlformats.org/officeDocument/2006/relationships/image" Target="../media/image4892.png"/><Relationship Id="rId47" Type="http://schemas.openxmlformats.org/officeDocument/2006/relationships/image" Target="../media/image4663.png"/><Relationship Id="rId89" Type="http://schemas.openxmlformats.org/officeDocument/2006/relationships/image" Target="../media/image4683.png"/><Relationship Id="rId112" Type="http://schemas.openxmlformats.org/officeDocument/2006/relationships/customXml" Target="../ink/ink4849.xml"/><Relationship Id="rId154" Type="http://schemas.openxmlformats.org/officeDocument/2006/relationships/image" Target="../media/image4715.png"/><Relationship Id="rId361" Type="http://schemas.openxmlformats.org/officeDocument/2006/relationships/image" Target="../media/image4816.png"/><Relationship Id="rId557" Type="http://schemas.openxmlformats.org/officeDocument/2006/relationships/image" Target="../media/image4913.png"/><Relationship Id="rId599" Type="http://schemas.openxmlformats.org/officeDocument/2006/relationships/image" Target="../media/image4933.png"/><Relationship Id="rId196" Type="http://schemas.openxmlformats.org/officeDocument/2006/relationships/image" Target="../media/image4736.png"/><Relationship Id="rId417" Type="http://schemas.openxmlformats.org/officeDocument/2006/relationships/image" Target="../media/image4844.png"/><Relationship Id="rId459" Type="http://schemas.openxmlformats.org/officeDocument/2006/relationships/image" Target="../media/image4864.png"/><Relationship Id="rId624" Type="http://schemas.openxmlformats.org/officeDocument/2006/relationships/customXml" Target="../ink/ink5107.xml"/><Relationship Id="rId16" Type="http://schemas.openxmlformats.org/officeDocument/2006/relationships/customXml" Target="../ink/ink4800.xml"/><Relationship Id="rId221" Type="http://schemas.openxmlformats.org/officeDocument/2006/relationships/image" Target="../media/image4748.png"/><Relationship Id="rId263" Type="http://schemas.openxmlformats.org/officeDocument/2006/relationships/image" Target="../media/image4769.png"/><Relationship Id="rId319" Type="http://schemas.openxmlformats.org/officeDocument/2006/relationships/customXml" Target="../ink/ink4954.xml"/><Relationship Id="rId470" Type="http://schemas.openxmlformats.org/officeDocument/2006/relationships/customXml" Target="../ink/ink5030.xml"/><Relationship Id="rId526" Type="http://schemas.openxmlformats.org/officeDocument/2006/relationships/customXml" Target="../ink/ink5058.xml"/><Relationship Id="rId58" Type="http://schemas.openxmlformats.org/officeDocument/2006/relationships/image" Target="../media/image4668.png"/><Relationship Id="rId123" Type="http://schemas.openxmlformats.org/officeDocument/2006/relationships/image" Target="../media/image4700.png"/><Relationship Id="rId330" Type="http://schemas.openxmlformats.org/officeDocument/2006/relationships/customXml" Target="../ink/ink4960.xml"/><Relationship Id="rId568" Type="http://schemas.openxmlformats.org/officeDocument/2006/relationships/customXml" Target="../ink/ink5079.xml"/><Relationship Id="rId165" Type="http://schemas.openxmlformats.org/officeDocument/2006/relationships/customXml" Target="../ink/ink4876.xml"/><Relationship Id="rId372" Type="http://schemas.openxmlformats.org/officeDocument/2006/relationships/customXml" Target="../ink/ink4981.xml"/><Relationship Id="rId428" Type="http://schemas.openxmlformats.org/officeDocument/2006/relationships/customXml" Target="../ink/ink5009.xml"/><Relationship Id="rId232" Type="http://schemas.openxmlformats.org/officeDocument/2006/relationships/customXml" Target="../ink/ink4910.xml"/><Relationship Id="rId274" Type="http://schemas.openxmlformats.org/officeDocument/2006/relationships/customXml" Target="../ink/ink4931.xml"/><Relationship Id="rId481" Type="http://schemas.openxmlformats.org/officeDocument/2006/relationships/image" Target="../media/image4875.png"/><Relationship Id="rId27" Type="http://schemas.openxmlformats.org/officeDocument/2006/relationships/image" Target="../media/image4653.png"/><Relationship Id="rId69" Type="http://schemas.openxmlformats.org/officeDocument/2006/relationships/image" Target="../media/image4673.png"/><Relationship Id="rId134" Type="http://schemas.openxmlformats.org/officeDocument/2006/relationships/image" Target="../media/image4705.png"/><Relationship Id="rId537" Type="http://schemas.openxmlformats.org/officeDocument/2006/relationships/image" Target="../media/image4903.png"/><Relationship Id="rId579" Type="http://schemas.openxmlformats.org/officeDocument/2006/relationships/image" Target="../media/image4923.png"/><Relationship Id="rId80" Type="http://schemas.openxmlformats.org/officeDocument/2006/relationships/customXml" Target="../ink/ink4833.xml"/><Relationship Id="rId176" Type="http://schemas.openxmlformats.org/officeDocument/2006/relationships/image" Target="../media/image4726.png"/><Relationship Id="rId341" Type="http://schemas.openxmlformats.org/officeDocument/2006/relationships/image" Target="../media/image4806.png"/><Relationship Id="rId383" Type="http://schemas.openxmlformats.org/officeDocument/2006/relationships/image" Target="../media/image4827.png"/><Relationship Id="rId439" Type="http://schemas.openxmlformats.org/officeDocument/2006/relationships/image" Target="../media/image4854.png"/><Relationship Id="rId590" Type="http://schemas.openxmlformats.org/officeDocument/2006/relationships/customXml" Target="../ink/ink5090.xml"/><Relationship Id="rId604" Type="http://schemas.openxmlformats.org/officeDocument/2006/relationships/customXml" Target="../ink/ink5097.xml"/><Relationship Id="rId201" Type="http://schemas.openxmlformats.org/officeDocument/2006/relationships/customXml" Target="../ink/ink4894.xml"/><Relationship Id="rId243" Type="http://schemas.openxmlformats.org/officeDocument/2006/relationships/image" Target="../media/image4759.png"/><Relationship Id="rId285" Type="http://schemas.openxmlformats.org/officeDocument/2006/relationships/image" Target="../media/image4779.png"/><Relationship Id="rId450" Type="http://schemas.openxmlformats.org/officeDocument/2006/relationships/customXml" Target="../ink/ink5020.xml"/><Relationship Id="rId506" Type="http://schemas.openxmlformats.org/officeDocument/2006/relationships/customXml" Target="../ink/ink5048.xml"/><Relationship Id="rId38" Type="http://schemas.openxmlformats.org/officeDocument/2006/relationships/customXml" Target="../ink/ink4811.xml"/><Relationship Id="rId103" Type="http://schemas.openxmlformats.org/officeDocument/2006/relationships/image" Target="../media/image4690.png"/><Relationship Id="rId310" Type="http://schemas.openxmlformats.org/officeDocument/2006/relationships/customXml" Target="../ink/ink4949.xml"/><Relationship Id="rId492" Type="http://schemas.openxmlformats.org/officeDocument/2006/relationships/customXml" Target="../ink/ink5041.xml"/><Relationship Id="rId548" Type="http://schemas.openxmlformats.org/officeDocument/2006/relationships/customXml" Target="../ink/ink5069.xml"/><Relationship Id="rId91" Type="http://schemas.openxmlformats.org/officeDocument/2006/relationships/image" Target="../media/image4684.png"/><Relationship Id="rId145" Type="http://schemas.openxmlformats.org/officeDocument/2006/relationships/customXml" Target="../ink/ink4866.xml"/><Relationship Id="rId187" Type="http://schemas.openxmlformats.org/officeDocument/2006/relationships/customXml" Target="../ink/ink4887.xml"/><Relationship Id="rId352" Type="http://schemas.openxmlformats.org/officeDocument/2006/relationships/customXml" Target="../ink/ink4971.xml"/><Relationship Id="rId394" Type="http://schemas.openxmlformats.org/officeDocument/2006/relationships/customXml" Target="../ink/ink4992.xml"/><Relationship Id="rId408" Type="http://schemas.openxmlformats.org/officeDocument/2006/relationships/customXml" Target="../ink/ink4999.xml"/><Relationship Id="rId615" Type="http://schemas.openxmlformats.org/officeDocument/2006/relationships/image" Target="../media/image4941.png"/><Relationship Id="rId212" Type="http://schemas.openxmlformats.org/officeDocument/2006/relationships/image" Target="../media/image4744.png"/><Relationship Id="rId254" Type="http://schemas.openxmlformats.org/officeDocument/2006/relationships/customXml" Target="../ink/ink4921.xml"/><Relationship Id="rId49" Type="http://schemas.openxmlformats.org/officeDocument/2006/relationships/image" Target="../media/image4664.png"/><Relationship Id="rId114" Type="http://schemas.openxmlformats.org/officeDocument/2006/relationships/customXml" Target="../ink/ink4850.xml"/><Relationship Id="rId296" Type="http://schemas.openxmlformats.org/officeDocument/2006/relationships/customXml" Target="../ink/ink4942.xml"/><Relationship Id="rId461" Type="http://schemas.openxmlformats.org/officeDocument/2006/relationships/image" Target="../media/image4865.png"/><Relationship Id="rId517" Type="http://schemas.openxmlformats.org/officeDocument/2006/relationships/image" Target="../media/image4893.png"/><Relationship Id="rId559" Type="http://schemas.openxmlformats.org/officeDocument/2006/relationships/image" Target="../media/image4914.png"/><Relationship Id="rId60" Type="http://schemas.openxmlformats.org/officeDocument/2006/relationships/image" Target="../media/image4669.png"/><Relationship Id="rId156" Type="http://schemas.openxmlformats.org/officeDocument/2006/relationships/image" Target="../media/image4716.png"/><Relationship Id="rId198" Type="http://schemas.openxmlformats.org/officeDocument/2006/relationships/image" Target="../media/image4737.png"/><Relationship Id="rId321" Type="http://schemas.openxmlformats.org/officeDocument/2006/relationships/customXml" Target="../ink/ink4955.xml"/><Relationship Id="rId363" Type="http://schemas.openxmlformats.org/officeDocument/2006/relationships/image" Target="../media/image4817.png"/><Relationship Id="rId419" Type="http://schemas.openxmlformats.org/officeDocument/2006/relationships/image" Target="../media/image4845.png"/><Relationship Id="rId570" Type="http://schemas.openxmlformats.org/officeDocument/2006/relationships/customXml" Target="../ink/ink5080.xml"/><Relationship Id="rId626" Type="http://schemas.openxmlformats.org/officeDocument/2006/relationships/customXml" Target="../ink/ink5108.xml"/><Relationship Id="rId223" Type="http://schemas.openxmlformats.org/officeDocument/2006/relationships/image" Target="../media/image4749.png"/><Relationship Id="rId430" Type="http://schemas.openxmlformats.org/officeDocument/2006/relationships/customXml" Target="../ink/ink5010.xml"/><Relationship Id="rId18" Type="http://schemas.openxmlformats.org/officeDocument/2006/relationships/customXml" Target="../ink/ink4801.xml"/><Relationship Id="rId265" Type="http://schemas.openxmlformats.org/officeDocument/2006/relationships/image" Target="../media/image4770.png"/><Relationship Id="rId472" Type="http://schemas.openxmlformats.org/officeDocument/2006/relationships/customXml" Target="../ink/ink5031.xml"/><Relationship Id="rId528" Type="http://schemas.openxmlformats.org/officeDocument/2006/relationships/customXml" Target="../ink/ink5059.xml"/><Relationship Id="rId125" Type="http://schemas.openxmlformats.org/officeDocument/2006/relationships/image" Target="../media/image4701.png"/><Relationship Id="rId167" Type="http://schemas.openxmlformats.org/officeDocument/2006/relationships/customXml" Target="../ink/ink4877.xml"/><Relationship Id="rId332" Type="http://schemas.openxmlformats.org/officeDocument/2006/relationships/customXml" Target="../ink/ink4961.xml"/><Relationship Id="rId374" Type="http://schemas.openxmlformats.org/officeDocument/2006/relationships/customXml" Target="../ink/ink4982.xml"/><Relationship Id="rId581" Type="http://schemas.openxmlformats.org/officeDocument/2006/relationships/image" Target="../media/image4924.png"/><Relationship Id="rId71" Type="http://schemas.openxmlformats.org/officeDocument/2006/relationships/image" Target="../media/image4674.png"/><Relationship Id="rId234" Type="http://schemas.openxmlformats.org/officeDocument/2006/relationships/customXml" Target="../ink/ink4911.xml"/><Relationship Id="rId2" Type="http://schemas.openxmlformats.org/officeDocument/2006/relationships/customXml" Target="../ink/ink4793.xml"/><Relationship Id="rId29" Type="http://schemas.openxmlformats.org/officeDocument/2006/relationships/image" Target="../media/image4654.png"/><Relationship Id="rId276" Type="http://schemas.openxmlformats.org/officeDocument/2006/relationships/customXml" Target="../ink/ink4932.xml"/><Relationship Id="rId441" Type="http://schemas.openxmlformats.org/officeDocument/2006/relationships/image" Target="../media/image4855.png"/><Relationship Id="rId483" Type="http://schemas.openxmlformats.org/officeDocument/2006/relationships/image" Target="../media/image4876.png"/><Relationship Id="rId539" Type="http://schemas.openxmlformats.org/officeDocument/2006/relationships/image" Target="../media/image4904.png"/><Relationship Id="rId40" Type="http://schemas.openxmlformats.org/officeDocument/2006/relationships/customXml" Target="../ink/ink4812.xml"/><Relationship Id="rId136" Type="http://schemas.openxmlformats.org/officeDocument/2006/relationships/image" Target="../media/image4706.png"/><Relationship Id="rId178" Type="http://schemas.openxmlformats.org/officeDocument/2006/relationships/image" Target="../media/image4727.png"/><Relationship Id="rId301" Type="http://schemas.openxmlformats.org/officeDocument/2006/relationships/image" Target="../media/image4787.png"/><Relationship Id="rId343" Type="http://schemas.openxmlformats.org/officeDocument/2006/relationships/image" Target="../media/image4807.png"/><Relationship Id="rId550" Type="http://schemas.openxmlformats.org/officeDocument/2006/relationships/customXml" Target="../ink/ink5070.xml"/><Relationship Id="rId82" Type="http://schemas.openxmlformats.org/officeDocument/2006/relationships/customXml" Target="../ink/ink4834.xml"/><Relationship Id="rId203" Type="http://schemas.openxmlformats.org/officeDocument/2006/relationships/customXml" Target="../ink/ink4895.xml"/><Relationship Id="rId385" Type="http://schemas.openxmlformats.org/officeDocument/2006/relationships/image" Target="../media/image4828.png"/><Relationship Id="rId592" Type="http://schemas.openxmlformats.org/officeDocument/2006/relationships/customXml" Target="../ink/ink5091.xml"/><Relationship Id="rId606" Type="http://schemas.openxmlformats.org/officeDocument/2006/relationships/customXml" Target="../ink/ink5098.xml"/><Relationship Id="rId245" Type="http://schemas.openxmlformats.org/officeDocument/2006/relationships/image" Target="../media/image4760.png"/><Relationship Id="rId287" Type="http://schemas.openxmlformats.org/officeDocument/2006/relationships/image" Target="../media/image4780.png"/><Relationship Id="rId410" Type="http://schemas.openxmlformats.org/officeDocument/2006/relationships/customXml" Target="../ink/ink5000.xml"/><Relationship Id="rId452" Type="http://schemas.openxmlformats.org/officeDocument/2006/relationships/customXml" Target="../ink/ink5021.xml"/><Relationship Id="rId494" Type="http://schemas.openxmlformats.org/officeDocument/2006/relationships/customXml" Target="../ink/ink5042.xml"/><Relationship Id="rId508" Type="http://schemas.openxmlformats.org/officeDocument/2006/relationships/customXml" Target="../ink/ink5049.xml"/><Relationship Id="rId105" Type="http://schemas.openxmlformats.org/officeDocument/2006/relationships/image" Target="../media/image4691.png"/><Relationship Id="rId147" Type="http://schemas.openxmlformats.org/officeDocument/2006/relationships/customXml" Target="../ink/ink4867.xml"/><Relationship Id="rId312" Type="http://schemas.openxmlformats.org/officeDocument/2006/relationships/image" Target="../media/image4792.png"/><Relationship Id="rId354" Type="http://schemas.openxmlformats.org/officeDocument/2006/relationships/customXml" Target="../ink/ink4972.xml"/><Relationship Id="rId51" Type="http://schemas.openxmlformats.org/officeDocument/2006/relationships/image" Target="../media/image4665.png"/><Relationship Id="rId93" Type="http://schemas.openxmlformats.org/officeDocument/2006/relationships/image" Target="../media/image4685.png"/><Relationship Id="rId189" Type="http://schemas.openxmlformats.org/officeDocument/2006/relationships/customXml" Target="../ink/ink4888.xml"/><Relationship Id="rId396" Type="http://schemas.openxmlformats.org/officeDocument/2006/relationships/customXml" Target="../ink/ink4993.xml"/><Relationship Id="rId561" Type="http://schemas.openxmlformats.org/officeDocument/2006/relationships/image" Target="../media/image4915.png"/><Relationship Id="rId617" Type="http://schemas.openxmlformats.org/officeDocument/2006/relationships/image" Target="../media/image4942.png"/><Relationship Id="rId214" Type="http://schemas.openxmlformats.org/officeDocument/2006/relationships/image" Target="../media/image4745.png"/><Relationship Id="rId256" Type="http://schemas.openxmlformats.org/officeDocument/2006/relationships/customXml" Target="../ink/ink4922.xml"/><Relationship Id="rId298" Type="http://schemas.openxmlformats.org/officeDocument/2006/relationships/customXml" Target="../ink/ink4943.xml"/><Relationship Id="rId421" Type="http://schemas.openxmlformats.org/officeDocument/2006/relationships/image" Target="../media/image4846.png"/><Relationship Id="rId463" Type="http://schemas.openxmlformats.org/officeDocument/2006/relationships/image" Target="../media/image4866.png"/><Relationship Id="rId519" Type="http://schemas.openxmlformats.org/officeDocument/2006/relationships/image" Target="../media/image4894.png"/><Relationship Id="rId116" Type="http://schemas.openxmlformats.org/officeDocument/2006/relationships/customXml" Target="../ink/ink4851.xml"/><Relationship Id="rId158" Type="http://schemas.openxmlformats.org/officeDocument/2006/relationships/image" Target="../media/image4717.png"/><Relationship Id="rId323" Type="http://schemas.openxmlformats.org/officeDocument/2006/relationships/customXml" Target="../ink/ink4956.xml"/><Relationship Id="rId530" Type="http://schemas.openxmlformats.org/officeDocument/2006/relationships/customXml" Target="../ink/ink5060.xml"/><Relationship Id="rId20" Type="http://schemas.openxmlformats.org/officeDocument/2006/relationships/customXml" Target="../ink/ink4802.xml"/><Relationship Id="rId62" Type="http://schemas.openxmlformats.org/officeDocument/2006/relationships/image" Target="../media/image4670.png"/><Relationship Id="rId365" Type="http://schemas.openxmlformats.org/officeDocument/2006/relationships/image" Target="../media/image4818.png"/><Relationship Id="rId572" Type="http://schemas.openxmlformats.org/officeDocument/2006/relationships/customXml" Target="../ink/ink5081.xml"/><Relationship Id="rId628" Type="http://schemas.openxmlformats.org/officeDocument/2006/relationships/customXml" Target="../ink/ink5109.xml"/><Relationship Id="rId225" Type="http://schemas.openxmlformats.org/officeDocument/2006/relationships/image" Target="../media/image4750.png"/><Relationship Id="rId267" Type="http://schemas.openxmlformats.org/officeDocument/2006/relationships/image" Target="../media/image4771.png"/><Relationship Id="rId432" Type="http://schemas.openxmlformats.org/officeDocument/2006/relationships/customXml" Target="../ink/ink5011.xml"/><Relationship Id="rId474" Type="http://schemas.openxmlformats.org/officeDocument/2006/relationships/customXml" Target="../ink/ink5032.xml"/><Relationship Id="rId127" Type="http://schemas.openxmlformats.org/officeDocument/2006/relationships/image" Target="../media/image4702.png"/><Relationship Id="rId31" Type="http://schemas.openxmlformats.org/officeDocument/2006/relationships/image" Target="../media/image4655.png"/><Relationship Id="rId73" Type="http://schemas.openxmlformats.org/officeDocument/2006/relationships/image" Target="../media/image4675.png"/><Relationship Id="rId169" Type="http://schemas.openxmlformats.org/officeDocument/2006/relationships/customXml" Target="../ink/ink4878.xml"/><Relationship Id="rId334" Type="http://schemas.openxmlformats.org/officeDocument/2006/relationships/customXml" Target="../ink/ink4962.xml"/><Relationship Id="rId376" Type="http://schemas.openxmlformats.org/officeDocument/2006/relationships/customXml" Target="../ink/ink4983.xml"/><Relationship Id="rId541" Type="http://schemas.openxmlformats.org/officeDocument/2006/relationships/image" Target="../media/image4905.png"/><Relationship Id="rId583" Type="http://schemas.openxmlformats.org/officeDocument/2006/relationships/image" Target="../media/image4925.png"/><Relationship Id="rId4" Type="http://schemas.openxmlformats.org/officeDocument/2006/relationships/customXml" Target="../ink/ink4794.xml"/><Relationship Id="rId180" Type="http://schemas.openxmlformats.org/officeDocument/2006/relationships/image" Target="../media/image4728.png"/><Relationship Id="rId236" Type="http://schemas.openxmlformats.org/officeDocument/2006/relationships/customXml" Target="../ink/ink4912.xml"/><Relationship Id="rId278" Type="http://schemas.openxmlformats.org/officeDocument/2006/relationships/customXml" Target="../ink/ink4933.xml"/><Relationship Id="rId401" Type="http://schemas.openxmlformats.org/officeDocument/2006/relationships/image" Target="../media/image4836.png"/><Relationship Id="rId443" Type="http://schemas.openxmlformats.org/officeDocument/2006/relationships/image" Target="../media/image4856.png"/><Relationship Id="rId303" Type="http://schemas.openxmlformats.org/officeDocument/2006/relationships/image" Target="../media/image4788.png"/><Relationship Id="rId485" Type="http://schemas.openxmlformats.org/officeDocument/2006/relationships/image" Target="../media/image4877.png"/><Relationship Id="rId42" Type="http://schemas.openxmlformats.org/officeDocument/2006/relationships/customXml" Target="../ink/ink4813.xml"/><Relationship Id="rId84" Type="http://schemas.openxmlformats.org/officeDocument/2006/relationships/customXml" Target="../ink/ink4835.xml"/><Relationship Id="rId138" Type="http://schemas.openxmlformats.org/officeDocument/2006/relationships/image" Target="../media/image4707.png"/><Relationship Id="rId345" Type="http://schemas.openxmlformats.org/officeDocument/2006/relationships/image" Target="../media/image4808.png"/><Relationship Id="rId387" Type="http://schemas.openxmlformats.org/officeDocument/2006/relationships/image" Target="../media/image4829.png"/><Relationship Id="rId510" Type="http://schemas.openxmlformats.org/officeDocument/2006/relationships/customXml" Target="../ink/ink5050.xml"/><Relationship Id="rId552" Type="http://schemas.openxmlformats.org/officeDocument/2006/relationships/customXml" Target="../ink/ink5071.xml"/><Relationship Id="rId594" Type="http://schemas.openxmlformats.org/officeDocument/2006/relationships/customXml" Target="../ink/ink5092.xml"/><Relationship Id="rId608" Type="http://schemas.openxmlformats.org/officeDocument/2006/relationships/customXml" Target="../ink/ink5099.xml"/><Relationship Id="rId191" Type="http://schemas.openxmlformats.org/officeDocument/2006/relationships/customXml" Target="../ink/ink4889.xml"/><Relationship Id="rId205" Type="http://schemas.openxmlformats.org/officeDocument/2006/relationships/customXml" Target="../ink/ink4896.xml"/><Relationship Id="rId247" Type="http://schemas.openxmlformats.org/officeDocument/2006/relationships/image" Target="../media/image4761.png"/><Relationship Id="rId412" Type="http://schemas.openxmlformats.org/officeDocument/2006/relationships/customXml" Target="../ink/ink5001.xml"/><Relationship Id="rId107" Type="http://schemas.openxmlformats.org/officeDocument/2006/relationships/image" Target="../media/image4692.png"/><Relationship Id="rId289" Type="http://schemas.openxmlformats.org/officeDocument/2006/relationships/image" Target="../media/image4781.png"/><Relationship Id="rId454" Type="http://schemas.openxmlformats.org/officeDocument/2006/relationships/customXml" Target="../ink/ink5022.xml"/><Relationship Id="rId496" Type="http://schemas.openxmlformats.org/officeDocument/2006/relationships/customXml" Target="../ink/ink5043.xml"/><Relationship Id="rId11" Type="http://schemas.openxmlformats.org/officeDocument/2006/relationships/image" Target="../media/image4646.png"/><Relationship Id="rId53" Type="http://schemas.openxmlformats.org/officeDocument/2006/relationships/image" Target="../media/image4666.png"/><Relationship Id="rId149" Type="http://schemas.openxmlformats.org/officeDocument/2006/relationships/customXml" Target="../ink/ink4868.xml"/><Relationship Id="rId314" Type="http://schemas.openxmlformats.org/officeDocument/2006/relationships/image" Target="../media/image4793.png"/><Relationship Id="rId356" Type="http://schemas.openxmlformats.org/officeDocument/2006/relationships/customXml" Target="../ink/ink4973.xml"/><Relationship Id="rId398" Type="http://schemas.openxmlformats.org/officeDocument/2006/relationships/customXml" Target="../ink/ink4994.xml"/><Relationship Id="rId521" Type="http://schemas.openxmlformats.org/officeDocument/2006/relationships/image" Target="../media/image4895.png"/><Relationship Id="rId563" Type="http://schemas.openxmlformats.org/officeDocument/2006/relationships/image" Target="../media/image4916.png"/><Relationship Id="rId619" Type="http://schemas.openxmlformats.org/officeDocument/2006/relationships/image" Target="../media/image4943.png"/><Relationship Id="rId95" Type="http://schemas.openxmlformats.org/officeDocument/2006/relationships/image" Target="../media/image4686.png"/><Relationship Id="rId160" Type="http://schemas.openxmlformats.org/officeDocument/2006/relationships/image" Target="../media/image4718.png"/><Relationship Id="rId216" Type="http://schemas.openxmlformats.org/officeDocument/2006/relationships/customXml" Target="../ink/ink4902.xml"/><Relationship Id="rId423" Type="http://schemas.openxmlformats.org/officeDocument/2006/relationships/image" Target="../media/image4847.png"/><Relationship Id="rId258" Type="http://schemas.openxmlformats.org/officeDocument/2006/relationships/customXml" Target="../ink/ink4923.xml"/><Relationship Id="rId465" Type="http://schemas.openxmlformats.org/officeDocument/2006/relationships/image" Target="../media/image4867.png"/><Relationship Id="rId22" Type="http://schemas.openxmlformats.org/officeDocument/2006/relationships/customXml" Target="../ink/ink4803.xml"/><Relationship Id="rId64" Type="http://schemas.openxmlformats.org/officeDocument/2006/relationships/image" Target="../media/image4671.png"/><Relationship Id="rId118" Type="http://schemas.openxmlformats.org/officeDocument/2006/relationships/customXml" Target="../ink/ink4852.xml"/><Relationship Id="rId325" Type="http://schemas.openxmlformats.org/officeDocument/2006/relationships/customXml" Target="../ink/ink4957.xml"/><Relationship Id="rId367" Type="http://schemas.openxmlformats.org/officeDocument/2006/relationships/image" Target="../media/image4819.png"/><Relationship Id="rId532" Type="http://schemas.openxmlformats.org/officeDocument/2006/relationships/customXml" Target="../ink/ink5061.xml"/><Relationship Id="rId574" Type="http://schemas.openxmlformats.org/officeDocument/2006/relationships/customXml" Target="../ink/ink5082.xml"/><Relationship Id="rId171" Type="http://schemas.openxmlformats.org/officeDocument/2006/relationships/customXml" Target="../ink/ink4879.xml"/><Relationship Id="rId227" Type="http://schemas.openxmlformats.org/officeDocument/2006/relationships/image" Target="../media/image4751.png"/><Relationship Id="rId269" Type="http://schemas.openxmlformats.org/officeDocument/2006/relationships/image" Target="../media/image4772.png"/><Relationship Id="rId434" Type="http://schemas.openxmlformats.org/officeDocument/2006/relationships/customXml" Target="../ink/ink5012.xml"/><Relationship Id="rId476" Type="http://schemas.openxmlformats.org/officeDocument/2006/relationships/customXml" Target="../ink/ink5033.xml"/><Relationship Id="rId33" Type="http://schemas.openxmlformats.org/officeDocument/2006/relationships/image" Target="../media/image4656.png"/><Relationship Id="rId129" Type="http://schemas.openxmlformats.org/officeDocument/2006/relationships/customXml" Target="../ink/ink4858.xml"/><Relationship Id="rId280" Type="http://schemas.openxmlformats.org/officeDocument/2006/relationships/customXml" Target="../ink/ink4934.xml"/><Relationship Id="rId336" Type="http://schemas.openxmlformats.org/officeDocument/2006/relationships/customXml" Target="../ink/ink4963.xml"/><Relationship Id="rId501" Type="http://schemas.openxmlformats.org/officeDocument/2006/relationships/image" Target="../media/image4885.png"/><Relationship Id="rId543" Type="http://schemas.openxmlformats.org/officeDocument/2006/relationships/image" Target="../media/image4906.png"/><Relationship Id="rId75" Type="http://schemas.openxmlformats.org/officeDocument/2006/relationships/image" Target="../media/image4676.png"/><Relationship Id="rId140" Type="http://schemas.openxmlformats.org/officeDocument/2006/relationships/image" Target="../media/image4708.png"/><Relationship Id="rId182" Type="http://schemas.openxmlformats.org/officeDocument/2006/relationships/image" Target="../media/image4729.png"/><Relationship Id="rId378" Type="http://schemas.openxmlformats.org/officeDocument/2006/relationships/customXml" Target="../ink/ink4984.xml"/><Relationship Id="rId403" Type="http://schemas.openxmlformats.org/officeDocument/2006/relationships/image" Target="../media/image4837.png"/><Relationship Id="rId585" Type="http://schemas.openxmlformats.org/officeDocument/2006/relationships/image" Target="../media/image4926.png"/><Relationship Id="rId6" Type="http://schemas.openxmlformats.org/officeDocument/2006/relationships/customXml" Target="../ink/ink4795.xml"/><Relationship Id="rId238" Type="http://schemas.openxmlformats.org/officeDocument/2006/relationships/customXml" Target="../ink/ink4913.xml"/><Relationship Id="rId445" Type="http://schemas.openxmlformats.org/officeDocument/2006/relationships/image" Target="../media/image4857.png"/><Relationship Id="rId487" Type="http://schemas.openxmlformats.org/officeDocument/2006/relationships/image" Target="../media/image4878.png"/><Relationship Id="rId610" Type="http://schemas.openxmlformats.org/officeDocument/2006/relationships/customXml" Target="../ink/ink5100.xml"/><Relationship Id="rId291" Type="http://schemas.openxmlformats.org/officeDocument/2006/relationships/image" Target="../media/image4782.png"/><Relationship Id="rId305" Type="http://schemas.openxmlformats.org/officeDocument/2006/relationships/image" Target="../media/image4789.png"/><Relationship Id="rId347" Type="http://schemas.openxmlformats.org/officeDocument/2006/relationships/image" Target="../media/image4809.png"/><Relationship Id="rId512" Type="http://schemas.openxmlformats.org/officeDocument/2006/relationships/customXml" Target="../ink/ink5051.xml"/><Relationship Id="rId44" Type="http://schemas.openxmlformats.org/officeDocument/2006/relationships/customXml" Target="../ink/ink4814.xml"/><Relationship Id="rId86" Type="http://schemas.openxmlformats.org/officeDocument/2006/relationships/customXml" Target="../ink/ink4836.xml"/><Relationship Id="rId151" Type="http://schemas.openxmlformats.org/officeDocument/2006/relationships/customXml" Target="../ink/ink4869.xml"/><Relationship Id="rId389" Type="http://schemas.openxmlformats.org/officeDocument/2006/relationships/image" Target="../media/image4830.png"/><Relationship Id="rId554" Type="http://schemas.openxmlformats.org/officeDocument/2006/relationships/customXml" Target="../ink/ink5072.xml"/><Relationship Id="rId596" Type="http://schemas.openxmlformats.org/officeDocument/2006/relationships/customXml" Target="../ink/ink5093.xml"/><Relationship Id="rId193" Type="http://schemas.openxmlformats.org/officeDocument/2006/relationships/customXml" Target="../ink/ink4890.xml"/><Relationship Id="rId207" Type="http://schemas.openxmlformats.org/officeDocument/2006/relationships/customXml" Target="../ink/ink4897.xml"/><Relationship Id="rId249" Type="http://schemas.openxmlformats.org/officeDocument/2006/relationships/image" Target="../media/image4762.png"/><Relationship Id="rId414" Type="http://schemas.openxmlformats.org/officeDocument/2006/relationships/customXml" Target="../ink/ink5002.xml"/><Relationship Id="rId456" Type="http://schemas.openxmlformats.org/officeDocument/2006/relationships/customXml" Target="../ink/ink5023.xml"/><Relationship Id="rId498" Type="http://schemas.openxmlformats.org/officeDocument/2006/relationships/customXml" Target="../ink/ink5044.xml"/><Relationship Id="rId621" Type="http://schemas.openxmlformats.org/officeDocument/2006/relationships/image" Target="../media/image4944.png"/><Relationship Id="rId13" Type="http://schemas.openxmlformats.org/officeDocument/2006/relationships/image" Target="../media/image4647.png"/><Relationship Id="rId109" Type="http://schemas.openxmlformats.org/officeDocument/2006/relationships/image" Target="../media/image4693.png"/><Relationship Id="rId260" Type="http://schemas.openxmlformats.org/officeDocument/2006/relationships/customXml" Target="../ink/ink4924.xml"/><Relationship Id="rId316" Type="http://schemas.openxmlformats.org/officeDocument/2006/relationships/image" Target="../media/image4794.png"/><Relationship Id="rId523" Type="http://schemas.openxmlformats.org/officeDocument/2006/relationships/image" Target="../media/image4896.png"/><Relationship Id="rId55" Type="http://schemas.openxmlformats.org/officeDocument/2006/relationships/image" Target="../media/image4667.png"/><Relationship Id="rId97" Type="http://schemas.openxmlformats.org/officeDocument/2006/relationships/image" Target="../media/image4687.png"/><Relationship Id="rId120" Type="http://schemas.openxmlformats.org/officeDocument/2006/relationships/customXml" Target="../ink/ink4853.xml"/><Relationship Id="rId358" Type="http://schemas.openxmlformats.org/officeDocument/2006/relationships/customXml" Target="../ink/ink4974.xml"/><Relationship Id="rId565" Type="http://schemas.openxmlformats.org/officeDocument/2006/relationships/image" Target="../media/image4558.png"/><Relationship Id="rId162" Type="http://schemas.openxmlformats.org/officeDocument/2006/relationships/image" Target="../media/image4719.png"/><Relationship Id="rId218" Type="http://schemas.openxmlformats.org/officeDocument/2006/relationships/customXml" Target="../ink/ink4903.xml"/><Relationship Id="rId425" Type="http://schemas.openxmlformats.org/officeDocument/2006/relationships/image" Target="../media/image4848.png"/><Relationship Id="rId467" Type="http://schemas.openxmlformats.org/officeDocument/2006/relationships/image" Target="../media/image4868.png"/><Relationship Id="rId271" Type="http://schemas.openxmlformats.org/officeDocument/2006/relationships/image" Target="../media/image4773.png"/><Relationship Id="rId24" Type="http://schemas.openxmlformats.org/officeDocument/2006/relationships/customXml" Target="../ink/ink4804.xml"/><Relationship Id="rId66" Type="http://schemas.openxmlformats.org/officeDocument/2006/relationships/image" Target="../media/image4672.png"/><Relationship Id="rId131" Type="http://schemas.openxmlformats.org/officeDocument/2006/relationships/customXml" Target="../ink/ink4859.xml"/><Relationship Id="rId327" Type="http://schemas.openxmlformats.org/officeDocument/2006/relationships/image" Target="../media/image4799.png"/><Relationship Id="rId369" Type="http://schemas.openxmlformats.org/officeDocument/2006/relationships/image" Target="../media/image4820.png"/><Relationship Id="rId534" Type="http://schemas.openxmlformats.org/officeDocument/2006/relationships/customXml" Target="../ink/ink5062.xml"/><Relationship Id="rId576" Type="http://schemas.openxmlformats.org/officeDocument/2006/relationships/customXml" Target="../ink/ink5083.xml"/><Relationship Id="rId173" Type="http://schemas.openxmlformats.org/officeDocument/2006/relationships/customXml" Target="../ink/ink4880.xml"/><Relationship Id="rId229" Type="http://schemas.openxmlformats.org/officeDocument/2006/relationships/image" Target="../media/image4752.png"/><Relationship Id="rId380" Type="http://schemas.openxmlformats.org/officeDocument/2006/relationships/customXml" Target="../ink/ink4985.xml"/><Relationship Id="rId436" Type="http://schemas.openxmlformats.org/officeDocument/2006/relationships/customXml" Target="../ink/ink5013.xml"/><Relationship Id="rId601" Type="http://schemas.openxmlformats.org/officeDocument/2006/relationships/image" Target="../media/image4934.png"/><Relationship Id="rId240" Type="http://schemas.openxmlformats.org/officeDocument/2006/relationships/customXml" Target="../ink/ink4914.xml"/><Relationship Id="rId478" Type="http://schemas.openxmlformats.org/officeDocument/2006/relationships/customXml" Target="../ink/ink5034.xml"/><Relationship Id="rId35" Type="http://schemas.openxmlformats.org/officeDocument/2006/relationships/image" Target="../media/image4657.png"/><Relationship Id="rId77" Type="http://schemas.openxmlformats.org/officeDocument/2006/relationships/image" Target="../media/image4677.png"/><Relationship Id="rId100" Type="http://schemas.openxmlformats.org/officeDocument/2006/relationships/customXml" Target="../ink/ink4843.xml"/><Relationship Id="rId282" Type="http://schemas.openxmlformats.org/officeDocument/2006/relationships/customXml" Target="../ink/ink4935.xml"/><Relationship Id="rId338" Type="http://schemas.openxmlformats.org/officeDocument/2006/relationships/customXml" Target="../ink/ink4964.xml"/><Relationship Id="rId503" Type="http://schemas.openxmlformats.org/officeDocument/2006/relationships/image" Target="../media/image4886.png"/><Relationship Id="rId545" Type="http://schemas.openxmlformats.org/officeDocument/2006/relationships/image" Target="../media/image4907.png"/><Relationship Id="rId587" Type="http://schemas.openxmlformats.org/officeDocument/2006/relationships/image" Target="../media/image4927.png"/><Relationship Id="rId8" Type="http://schemas.openxmlformats.org/officeDocument/2006/relationships/customXml" Target="../ink/ink4796.xml"/><Relationship Id="rId142" Type="http://schemas.openxmlformats.org/officeDocument/2006/relationships/image" Target="../media/image4709.png"/><Relationship Id="rId184" Type="http://schemas.openxmlformats.org/officeDocument/2006/relationships/image" Target="../media/image4730.png"/><Relationship Id="rId391" Type="http://schemas.openxmlformats.org/officeDocument/2006/relationships/image" Target="../media/image4831.png"/><Relationship Id="rId405" Type="http://schemas.openxmlformats.org/officeDocument/2006/relationships/image" Target="../media/image4838.png"/><Relationship Id="rId447" Type="http://schemas.openxmlformats.org/officeDocument/2006/relationships/image" Target="../media/image4858.png"/><Relationship Id="rId612" Type="http://schemas.openxmlformats.org/officeDocument/2006/relationships/customXml" Target="../ink/ink5101.xml"/><Relationship Id="rId251" Type="http://schemas.openxmlformats.org/officeDocument/2006/relationships/image" Target="../media/image4763.png"/><Relationship Id="rId489" Type="http://schemas.openxmlformats.org/officeDocument/2006/relationships/image" Target="../media/image4879.png"/><Relationship Id="rId46" Type="http://schemas.openxmlformats.org/officeDocument/2006/relationships/customXml" Target="../ink/ink4815.xml"/><Relationship Id="rId293" Type="http://schemas.openxmlformats.org/officeDocument/2006/relationships/image" Target="../media/image4783.png"/><Relationship Id="rId307" Type="http://schemas.openxmlformats.org/officeDocument/2006/relationships/image" Target="../media/image4790.png"/><Relationship Id="rId349" Type="http://schemas.openxmlformats.org/officeDocument/2006/relationships/image" Target="../media/image4810.png"/><Relationship Id="rId514" Type="http://schemas.openxmlformats.org/officeDocument/2006/relationships/customXml" Target="../ink/ink5052.xml"/><Relationship Id="rId556" Type="http://schemas.openxmlformats.org/officeDocument/2006/relationships/customXml" Target="../ink/ink5073.xml"/><Relationship Id="rId88" Type="http://schemas.openxmlformats.org/officeDocument/2006/relationships/customXml" Target="../ink/ink4837.xml"/><Relationship Id="rId111" Type="http://schemas.openxmlformats.org/officeDocument/2006/relationships/image" Target="../media/image4694.png"/><Relationship Id="rId153" Type="http://schemas.openxmlformats.org/officeDocument/2006/relationships/customXml" Target="../ink/ink4870.xml"/><Relationship Id="rId195" Type="http://schemas.openxmlformats.org/officeDocument/2006/relationships/customXml" Target="../ink/ink4891.xml"/><Relationship Id="rId209" Type="http://schemas.openxmlformats.org/officeDocument/2006/relationships/customXml" Target="../ink/ink4898.xml"/><Relationship Id="rId360" Type="http://schemas.openxmlformats.org/officeDocument/2006/relationships/customXml" Target="../ink/ink4975.xml"/><Relationship Id="rId416" Type="http://schemas.openxmlformats.org/officeDocument/2006/relationships/customXml" Target="../ink/ink5003.xml"/><Relationship Id="rId598" Type="http://schemas.openxmlformats.org/officeDocument/2006/relationships/customXml" Target="../ink/ink5094.xml"/><Relationship Id="rId220" Type="http://schemas.openxmlformats.org/officeDocument/2006/relationships/customXml" Target="../ink/ink4904.xml"/><Relationship Id="rId458" Type="http://schemas.openxmlformats.org/officeDocument/2006/relationships/customXml" Target="../ink/ink5024.xml"/><Relationship Id="rId623" Type="http://schemas.openxmlformats.org/officeDocument/2006/relationships/image" Target="../media/image4945.png"/><Relationship Id="rId15" Type="http://schemas.openxmlformats.org/officeDocument/2006/relationships/image" Target="../media/image4648.png"/><Relationship Id="rId57" Type="http://schemas.openxmlformats.org/officeDocument/2006/relationships/customXml" Target="../ink/ink4821.xml"/><Relationship Id="rId262" Type="http://schemas.openxmlformats.org/officeDocument/2006/relationships/customXml" Target="../ink/ink4925.xml"/><Relationship Id="rId318" Type="http://schemas.openxmlformats.org/officeDocument/2006/relationships/image" Target="../media/image4795.png"/><Relationship Id="rId525" Type="http://schemas.openxmlformats.org/officeDocument/2006/relationships/image" Target="../media/image4897.png"/><Relationship Id="rId567" Type="http://schemas.openxmlformats.org/officeDocument/2006/relationships/image" Target="../media/image4917.png"/><Relationship Id="rId99" Type="http://schemas.openxmlformats.org/officeDocument/2006/relationships/image" Target="../media/image4688.png"/><Relationship Id="rId122" Type="http://schemas.openxmlformats.org/officeDocument/2006/relationships/customXml" Target="../ink/ink4854.xml"/><Relationship Id="rId164" Type="http://schemas.openxmlformats.org/officeDocument/2006/relationships/image" Target="../media/image4720.png"/><Relationship Id="rId371" Type="http://schemas.openxmlformats.org/officeDocument/2006/relationships/image" Target="../media/image4821.png"/><Relationship Id="rId427" Type="http://schemas.openxmlformats.org/officeDocument/2006/relationships/image" Target="../media/image3488.png"/><Relationship Id="rId469" Type="http://schemas.openxmlformats.org/officeDocument/2006/relationships/image" Target="../media/image4869.png"/><Relationship Id="rId26" Type="http://schemas.openxmlformats.org/officeDocument/2006/relationships/customXml" Target="../ink/ink4805.xml"/><Relationship Id="rId231" Type="http://schemas.openxmlformats.org/officeDocument/2006/relationships/image" Target="../media/image4753.png"/><Relationship Id="rId273" Type="http://schemas.openxmlformats.org/officeDocument/2006/relationships/image" Target="../media/image4774.png"/><Relationship Id="rId329" Type="http://schemas.openxmlformats.org/officeDocument/2006/relationships/image" Target="../media/image4800.png"/><Relationship Id="rId480" Type="http://schemas.openxmlformats.org/officeDocument/2006/relationships/customXml" Target="../ink/ink5035.xml"/><Relationship Id="rId536" Type="http://schemas.openxmlformats.org/officeDocument/2006/relationships/customXml" Target="../ink/ink5063.xml"/><Relationship Id="rId68" Type="http://schemas.openxmlformats.org/officeDocument/2006/relationships/customXml" Target="../ink/ink4827.xml"/><Relationship Id="rId133" Type="http://schemas.openxmlformats.org/officeDocument/2006/relationships/customXml" Target="../ink/ink4860.xml"/><Relationship Id="rId175" Type="http://schemas.openxmlformats.org/officeDocument/2006/relationships/customXml" Target="../ink/ink4881.xml"/><Relationship Id="rId340" Type="http://schemas.openxmlformats.org/officeDocument/2006/relationships/customXml" Target="../ink/ink4965.xml"/><Relationship Id="rId578" Type="http://schemas.openxmlformats.org/officeDocument/2006/relationships/customXml" Target="../ink/ink5084.xml"/><Relationship Id="rId200" Type="http://schemas.openxmlformats.org/officeDocument/2006/relationships/image" Target="../media/image4738.png"/><Relationship Id="rId382" Type="http://schemas.openxmlformats.org/officeDocument/2006/relationships/customXml" Target="../ink/ink4986.xml"/><Relationship Id="rId438" Type="http://schemas.openxmlformats.org/officeDocument/2006/relationships/customXml" Target="../ink/ink5014.xml"/><Relationship Id="rId603" Type="http://schemas.openxmlformats.org/officeDocument/2006/relationships/image" Target="../media/image4935.png"/><Relationship Id="rId242" Type="http://schemas.openxmlformats.org/officeDocument/2006/relationships/customXml" Target="../ink/ink4915.xml"/><Relationship Id="rId284" Type="http://schemas.openxmlformats.org/officeDocument/2006/relationships/customXml" Target="../ink/ink4936.xml"/><Relationship Id="rId491" Type="http://schemas.openxmlformats.org/officeDocument/2006/relationships/image" Target="../media/image4880.png"/><Relationship Id="rId505" Type="http://schemas.openxmlformats.org/officeDocument/2006/relationships/image" Target="../media/image4887.png"/><Relationship Id="rId37" Type="http://schemas.openxmlformats.org/officeDocument/2006/relationships/image" Target="../media/image4658.png"/><Relationship Id="rId79" Type="http://schemas.openxmlformats.org/officeDocument/2006/relationships/image" Target="../media/image4678.png"/><Relationship Id="rId102" Type="http://schemas.openxmlformats.org/officeDocument/2006/relationships/customXml" Target="../ink/ink4844.xml"/><Relationship Id="rId144" Type="http://schemas.openxmlformats.org/officeDocument/2006/relationships/image" Target="../media/image4710.png"/><Relationship Id="rId547" Type="http://schemas.openxmlformats.org/officeDocument/2006/relationships/image" Target="../media/image4908.png"/><Relationship Id="rId589" Type="http://schemas.openxmlformats.org/officeDocument/2006/relationships/image" Target="../media/image4928.png"/><Relationship Id="rId90" Type="http://schemas.openxmlformats.org/officeDocument/2006/relationships/customXml" Target="../ink/ink4838.xml"/><Relationship Id="rId186" Type="http://schemas.openxmlformats.org/officeDocument/2006/relationships/image" Target="../media/image4731.png"/><Relationship Id="rId351" Type="http://schemas.openxmlformats.org/officeDocument/2006/relationships/image" Target="../media/image4811.png"/><Relationship Id="rId393" Type="http://schemas.openxmlformats.org/officeDocument/2006/relationships/image" Target="../media/image4832.png"/><Relationship Id="rId407" Type="http://schemas.openxmlformats.org/officeDocument/2006/relationships/image" Target="../media/image4839.png"/><Relationship Id="rId449" Type="http://schemas.openxmlformats.org/officeDocument/2006/relationships/image" Target="../media/image4859.png"/><Relationship Id="rId614" Type="http://schemas.openxmlformats.org/officeDocument/2006/relationships/customXml" Target="../ink/ink5102.xml"/><Relationship Id="rId211" Type="http://schemas.openxmlformats.org/officeDocument/2006/relationships/customXml" Target="../ink/ink4899.xml"/><Relationship Id="rId253" Type="http://schemas.openxmlformats.org/officeDocument/2006/relationships/image" Target="../media/image4764.png"/><Relationship Id="rId295" Type="http://schemas.openxmlformats.org/officeDocument/2006/relationships/image" Target="../media/image4784.png"/><Relationship Id="rId309" Type="http://schemas.openxmlformats.org/officeDocument/2006/relationships/image" Target="../media/image4791.png"/><Relationship Id="rId460" Type="http://schemas.openxmlformats.org/officeDocument/2006/relationships/customXml" Target="../ink/ink5025.xml"/><Relationship Id="rId516" Type="http://schemas.openxmlformats.org/officeDocument/2006/relationships/customXml" Target="../ink/ink5053.xml"/><Relationship Id="rId48" Type="http://schemas.openxmlformats.org/officeDocument/2006/relationships/customXml" Target="../ink/ink4816.xml"/><Relationship Id="rId113" Type="http://schemas.openxmlformats.org/officeDocument/2006/relationships/image" Target="../media/image4695.png"/><Relationship Id="rId320" Type="http://schemas.openxmlformats.org/officeDocument/2006/relationships/image" Target="../media/image4796.png"/><Relationship Id="rId558" Type="http://schemas.openxmlformats.org/officeDocument/2006/relationships/customXml" Target="../ink/ink5074.xml"/><Relationship Id="rId155" Type="http://schemas.openxmlformats.org/officeDocument/2006/relationships/customXml" Target="../ink/ink4871.xml"/><Relationship Id="rId197" Type="http://schemas.openxmlformats.org/officeDocument/2006/relationships/customXml" Target="../ink/ink4892.xml"/><Relationship Id="rId362" Type="http://schemas.openxmlformats.org/officeDocument/2006/relationships/customXml" Target="../ink/ink4976.xml"/><Relationship Id="rId418" Type="http://schemas.openxmlformats.org/officeDocument/2006/relationships/customXml" Target="../ink/ink5004.xml"/><Relationship Id="rId625" Type="http://schemas.openxmlformats.org/officeDocument/2006/relationships/image" Target="../media/image4946.png"/><Relationship Id="rId222" Type="http://schemas.openxmlformats.org/officeDocument/2006/relationships/customXml" Target="../ink/ink4905.xml"/><Relationship Id="rId264" Type="http://schemas.openxmlformats.org/officeDocument/2006/relationships/customXml" Target="../ink/ink4926.xml"/><Relationship Id="rId471" Type="http://schemas.openxmlformats.org/officeDocument/2006/relationships/image" Target="../media/image4870.png"/><Relationship Id="rId17" Type="http://schemas.openxmlformats.org/officeDocument/2006/relationships/image" Target="../media/image4630.png"/><Relationship Id="rId59" Type="http://schemas.openxmlformats.org/officeDocument/2006/relationships/customXml" Target="../ink/ink4822.xml"/><Relationship Id="rId124" Type="http://schemas.openxmlformats.org/officeDocument/2006/relationships/customXml" Target="../ink/ink4855.xml"/><Relationship Id="rId527" Type="http://schemas.openxmlformats.org/officeDocument/2006/relationships/image" Target="../media/image4898.png"/><Relationship Id="rId569" Type="http://schemas.openxmlformats.org/officeDocument/2006/relationships/image" Target="../media/image4918.png"/><Relationship Id="rId70" Type="http://schemas.openxmlformats.org/officeDocument/2006/relationships/customXml" Target="../ink/ink4828.xml"/><Relationship Id="rId166" Type="http://schemas.openxmlformats.org/officeDocument/2006/relationships/image" Target="../media/image4721.png"/><Relationship Id="rId331" Type="http://schemas.openxmlformats.org/officeDocument/2006/relationships/image" Target="../media/image4801.png"/><Relationship Id="rId373" Type="http://schemas.openxmlformats.org/officeDocument/2006/relationships/image" Target="../media/image4822.png"/><Relationship Id="rId429" Type="http://schemas.openxmlformats.org/officeDocument/2006/relationships/image" Target="../media/image4849.png"/><Relationship Id="rId580" Type="http://schemas.openxmlformats.org/officeDocument/2006/relationships/customXml" Target="../ink/ink5085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4754.png"/><Relationship Id="rId440" Type="http://schemas.openxmlformats.org/officeDocument/2006/relationships/customXml" Target="../ink/ink5015.xml"/><Relationship Id="rId28" Type="http://schemas.openxmlformats.org/officeDocument/2006/relationships/customXml" Target="../ink/ink4806.xml"/><Relationship Id="rId275" Type="http://schemas.openxmlformats.org/officeDocument/2006/relationships/image" Target="../media/image4775.png"/><Relationship Id="rId300" Type="http://schemas.openxmlformats.org/officeDocument/2006/relationships/customXml" Target="../ink/ink4944.xml"/><Relationship Id="rId482" Type="http://schemas.openxmlformats.org/officeDocument/2006/relationships/customXml" Target="../ink/ink5036.xml"/><Relationship Id="rId538" Type="http://schemas.openxmlformats.org/officeDocument/2006/relationships/customXml" Target="../ink/ink5064.xml"/><Relationship Id="rId81" Type="http://schemas.openxmlformats.org/officeDocument/2006/relationships/image" Target="../media/image4679.png"/><Relationship Id="rId135" Type="http://schemas.openxmlformats.org/officeDocument/2006/relationships/customXml" Target="../ink/ink4861.xml"/><Relationship Id="rId177" Type="http://schemas.openxmlformats.org/officeDocument/2006/relationships/customXml" Target="../ink/ink4882.xml"/><Relationship Id="rId342" Type="http://schemas.openxmlformats.org/officeDocument/2006/relationships/customXml" Target="../ink/ink4966.xml"/><Relationship Id="rId384" Type="http://schemas.openxmlformats.org/officeDocument/2006/relationships/customXml" Target="../ink/ink4987.xml"/><Relationship Id="rId591" Type="http://schemas.openxmlformats.org/officeDocument/2006/relationships/image" Target="../media/image4929.png"/><Relationship Id="rId605" Type="http://schemas.openxmlformats.org/officeDocument/2006/relationships/image" Target="../media/image4936.png"/><Relationship Id="rId202" Type="http://schemas.openxmlformats.org/officeDocument/2006/relationships/image" Target="../media/image4739.png"/><Relationship Id="rId244" Type="http://schemas.openxmlformats.org/officeDocument/2006/relationships/customXml" Target="../ink/ink4916.xml"/><Relationship Id="rId39" Type="http://schemas.openxmlformats.org/officeDocument/2006/relationships/image" Target="../media/image4659.png"/><Relationship Id="rId286" Type="http://schemas.openxmlformats.org/officeDocument/2006/relationships/customXml" Target="../ink/ink4937.xml"/><Relationship Id="rId451" Type="http://schemas.openxmlformats.org/officeDocument/2006/relationships/image" Target="../media/image4860.png"/><Relationship Id="rId493" Type="http://schemas.openxmlformats.org/officeDocument/2006/relationships/image" Target="../media/image4881.png"/><Relationship Id="rId507" Type="http://schemas.openxmlformats.org/officeDocument/2006/relationships/image" Target="../media/image4888.png"/><Relationship Id="rId549" Type="http://schemas.openxmlformats.org/officeDocument/2006/relationships/image" Target="../media/image4909.png"/><Relationship Id="rId50" Type="http://schemas.openxmlformats.org/officeDocument/2006/relationships/customXml" Target="../ink/ink4817.xml"/><Relationship Id="rId104" Type="http://schemas.openxmlformats.org/officeDocument/2006/relationships/customXml" Target="../ink/ink4845.xml"/><Relationship Id="rId146" Type="http://schemas.openxmlformats.org/officeDocument/2006/relationships/image" Target="../media/image4711.png"/><Relationship Id="rId188" Type="http://schemas.openxmlformats.org/officeDocument/2006/relationships/image" Target="../media/image4732.png"/><Relationship Id="rId311" Type="http://schemas.openxmlformats.org/officeDocument/2006/relationships/customXml" Target="../ink/ink4950.xml"/><Relationship Id="rId353" Type="http://schemas.openxmlformats.org/officeDocument/2006/relationships/image" Target="../media/image4812.png"/><Relationship Id="rId395" Type="http://schemas.openxmlformats.org/officeDocument/2006/relationships/image" Target="../media/image4833.png"/><Relationship Id="rId409" Type="http://schemas.openxmlformats.org/officeDocument/2006/relationships/image" Target="../media/image4840.png"/><Relationship Id="rId560" Type="http://schemas.openxmlformats.org/officeDocument/2006/relationships/customXml" Target="../ink/ink5075.xml"/><Relationship Id="rId92" Type="http://schemas.openxmlformats.org/officeDocument/2006/relationships/customXml" Target="../ink/ink4839.xml"/><Relationship Id="rId213" Type="http://schemas.openxmlformats.org/officeDocument/2006/relationships/customXml" Target="../ink/ink4900.xml"/><Relationship Id="rId420" Type="http://schemas.openxmlformats.org/officeDocument/2006/relationships/customXml" Target="../ink/ink5005.xml"/><Relationship Id="rId616" Type="http://schemas.openxmlformats.org/officeDocument/2006/relationships/customXml" Target="../ink/ink5103.xml"/><Relationship Id="rId255" Type="http://schemas.openxmlformats.org/officeDocument/2006/relationships/image" Target="../media/image4765.png"/><Relationship Id="rId297" Type="http://schemas.openxmlformats.org/officeDocument/2006/relationships/image" Target="../media/image4785.png"/><Relationship Id="rId462" Type="http://schemas.openxmlformats.org/officeDocument/2006/relationships/customXml" Target="../ink/ink5026.xml"/><Relationship Id="rId518" Type="http://schemas.openxmlformats.org/officeDocument/2006/relationships/customXml" Target="../ink/ink5054.xml"/><Relationship Id="rId115" Type="http://schemas.openxmlformats.org/officeDocument/2006/relationships/image" Target="../media/image4696.png"/><Relationship Id="rId157" Type="http://schemas.openxmlformats.org/officeDocument/2006/relationships/customXml" Target="../ink/ink4872.xml"/><Relationship Id="rId322" Type="http://schemas.openxmlformats.org/officeDocument/2006/relationships/image" Target="../media/image4797.png"/><Relationship Id="rId364" Type="http://schemas.openxmlformats.org/officeDocument/2006/relationships/customXml" Target="../ink/ink4977.xml"/><Relationship Id="rId61" Type="http://schemas.openxmlformats.org/officeDocument/2006/relationships/customXml" Target="../ink/ink4823.xml"/><Relationship Id="rId199" Type="http://schemas.openxmlformats.org/officeDocument/2006/relationships/customXml" Target="../ink/ink4893.xml"/><Relationship Id="rId571" Type="http://schemas.openxmlformats.org/officeDocument/2006/relationships/image" Target="../media/image4919.png"/><Relationship Id="rId627" Type="http://schemas.openxmlformats.org/officeDocument/2006/relationships/image" Target="../media/image4947.png"/><Relationship Id="rId19" Type="http://schemas.openxmlformats.org/officeDocument/2006/relationships/image" Target="../media/image4649.png"/><Relationship Id="rId224" Type="http://schemas.openxmlformats.org/officeDocument/2006/relationships/customXml" Target="../ink/ink4906.xml"/><Relationship Id="rId266" Type="http://schemas.openxmlformats.org/officeDocument/2006/relationships/customXml" Target="../ink/ink4927.xml"/><Relationship Id="rId431" Type="http://schemas.openxmlformats.org/officeDocument/2006/relationships/image" Target="../media/image4850.png"/><Relationship Id="rId473" Type="http://schemas.openxmlformats.org/officeDocument/2006/relationships/image" Target="../media/image4871.png"/><Relationship Id="rId529" Type="http://schemas.openxmlformats.org/officeDocument/2006/relationships/image" Target="../media/image4899.png"/><Relationship Id="rId30" Type="http://schemas.openxmlformats.org/officeDocument/2006/relationships/customXml" Target="../ink/ink4807.xml"/><Relationship Id="rId126" Type="http://schemas.openxmlformats.org/officeDocument/2006/relationships/customXml" Target="../ink/ink4856.xml"/><Relationship Id="rId168" Type="http://schemas.openxmlformats.org/officeDocument/2006/relationships/image" Target="../media/image4722.png"/><Relationship Id="rId333" Type="http://schemas.openxmlformats.org/officeDocument/2006/relationships/image" Target="../media/image4802.png"/><Relationship Id="rId540" Type="http://schemas.openxmlformats.org/officeDocument/2006/relationships/customXml" Target="../ink/ink5065.xml"/><Relationship Id="rId72" Type="http://schemas.openxmlformats.org/officeDocument/2006/relationships/customXml" Target="../ink/ink4829.xml"/><Relationship Id="rId375" Type="http://schemas.openxmlformats.org/officeDocument/2006/relationships/image" Target="../media/image4823.png"/><Relationship Id="rId582" Type="http://schemas.openxmlformats.org/officeDocument/2006/relationships/customXml" Target="../ink/ink5086.xml"/><Relationship Id="rId3" Type="http://schemas.openxmlformats.org/officeDocument/2006/relationships/image" Target="../media/image4642.png"/><Relationship Id="rId235" Type="http://schemas.openxmlformats.org/officeDocument/2006/relationships/image" Target="../media/image4755.png"/><Relationship Id="rId277" Type="http://schemas.openxmlformats.org/officeDocument/2006/relationships/image" Target="../media/image4776.png"/><Relationship Id="rId400" Type="http://schemas.openxmlformats.org/officeDocument/2006/relationships/customXml" Target="../ink/ink4995.xml"/><Relationship Id="rId442" Type="http://schemas.openxmlformats.org/officeDocument/2006/relationships/customXml" Target="../ink/ink5016.xml"/><Relationship Id="rId484" Type="http://schemas.openxmlformats.org/officeDocument/2006/relationships/customXml" Target="../ink/ink5037.xml"/><Relationship Id="rId137" Type="http://schemas.openxmlformats.org/officeDocument/2006/relationships/customXml" Target="../ink/ink4862.xml"/><Relationship Id="rId302" Type="http://schemas.openxmlformats.org/officeDocument/2006/relationships/customXml" Target="../ink/ink4945.xml"/><Relationship Id="rId344" Type="http://schemas.openxmlformats.org/officeDocument/2006/relationships/customXml" Target="../ink/ink4967.xml"/><Relationship Id="rId41" Type="http://schemas.openxmlformats.org/officeDocument/2006/relationships/image" Target="../media/image4660.png"/><Relationship Id="rId83" Type="http://schemas.openxmlformats.org/officeDocument/2006/relationships/image" Target="../media/image4680.png"/><Relationship Id="rId179" Type="http://schemas.openxmlformats.org/officeDocument/2006/relationships/customXml" Target="../ink/ink4883.xml"/><Relationship Id="rId386" Type="http://schemas.openxmlformats.org/officeDocument/2006/relationships/customXml" Target="../ink/ink4988.xml"/><Relationship Id="rId551" Type="http://schemas.openxmlformats.org/officeDocument/2006/relationships/image" Target="../media/image4910.png"/><Relationship Id="rId593" Type="http://schemas.openxmlformats.org/officeDocument/2006/relationships/image" Target="../media/image4930.png"/><Relationship Id="rId607" Type="http://schemas.openxmlformats.org/officeDocument/2006/relationships/image" Target="../media/image4937.png"/><Relationship Id="rId190" Type="http://schemas.openxmlformats.org/officeDocument/2006/relationships/image" Target="../media/image4733.png"/><Relationship Id="rId204" Type="http://schemas.openxmlformats.org/officeDocument/2006/relationships/image" Target="../media/image4740.png"/><Relationship Id="rId246" Type="http://schemas.openxmlformats.org/officeDocument/2006/relationships/customXml" Target="../ink/ink4917.xml"/><Relationship Id="rId288" Type="http://schemas.openxmlformats.org/officeDocument/2006/relationships/customXml" Target="../ink/ink4938.xml"/><Relationship Id="rId411" Type="http://schemas.openxmlformats.org/officeDocument/2006/relationships/image" Target="../media/image4841.png"/><Relationship Id="rId453" Type="http://schemas.openxmlformats.org/officeDocument/2006/relationships/image" Target="../media/image4861.png"/><Relationship Id="rId509" Type="http://schemas.openxmlformats.org/officeDocument/2006/relationships/image" Target="../media/image4889.png"/><Relationship Id="rId106" Type="http://schemas.openxmlformats.org/officeDocument/2006/relationships/customXml" Target="../ink/ink4846.xml"/><Relationship Id="rId313" Type="http://schemas.openxmlformats.org/officeDocument/2006/relationships/customXml" Target="../ink/ink4951.xml"/><Relationship Id="rId495" Type="http://schemas.openxmlformats.org/officeDocument/2006/relationships/image" Target="../media/image4882.png"/><Relationship Id="rId10" Type="http://schemas.openxmlformats.org/officeDocument/2006/relationships/customXml" Target="../ink/ink4797.xml"/><Relationship Id="rId52" Type="http://schemas.openxmlformats.org/officeDocument/2006/relationships/customXml" Target="../ink/ink4818.xml"/><Relationship Id="rId94" Type="http://schemas.openxmlformats.org/officeDocument/2006/relationships/customXml" Target="../ink/ink4840.xml"/><Relationship Id="rId148" Type="http://schemas.openxmlformats.org/officeDocument/2006/relationships/image" Target="../media/image4712.png"/><Relationship Id="rId355" Type="http://schemas.openxmlformats.org/officeDocument/2006/relationships/image" Target="../media/image4813.png"/><Relationship Id="rId397" Type="http://schemas.openxmlformats.org/officeDocument/2006/relationships/image" Target="../media/image4834.png"/><Relationship Id="rId520" Type="http://schemas.openxmlformats.org/officeDocument/2006/relationships/customXml" Target="../ink/ink5055.xml"/><Relationship Id="rId562" Type="http://schemas.openxmlformats.org/officeDocument/2006/relationships/customXml" Target="../ink/ink5076.xml"/><Relationship Id="rId618" Type="http://schemas.openxmlformats.org/officeDocument/2006/relationships/customXml" Target="../ink/ink5104.xml"/><Relationship Id="rId215" Type="http://schemas.openxmlformats.org/officeDocument/2006/relationships/customXml" Target="../ink/ink4901.xml"/><Relationship Id="rId257" Type="http://schemas.openxmlformats.org/officeDocument/2006/relationships/image" Target="../media/image4766.png"/><Relationship Id="rId422" Type="http://schemas.openxmlformats.org/officeDocument/2006/relationships/customXml" Target="../ink/ink5006.xml"/><Relationship Id="rId464" Type="http://schemas.openxmlformats.org/officeDocument/2006/relationships/customXml" Target="../ink/ink5027.xml"/><Relationship Id="rId299" Type="http://schemas.openxmlformats.org/officeDocument/2006/relationships/image" Target="../media/image4786.png"/><Relationship Id="rId63" Type="http://schemas.openxmlformats.org/officeDocument/2006/relationships/customXml" Target="../ink/ink4824.xml"/><Relationship Id="rId159" Type="http://schemas.openxmlformats.org/officeDocument/2006/relationships/customXml" Target="../ink/ink4873.xml"/><Relationship Id="rId366" Type="http://schemas.openxmlformats.org/officeDocument/2006/relationships/customXml" Target="../ink/ink4978.xml"/><Relationship Id="rId573" Type="http://schemas.openxmlformats.org/officeDocument/2006/relationships/image" Target="../media/image4920.png"/><Relationship Id="rId226" Type="http://schemas.openxmlformats.org/officeDocument/2006/relationships/customXml" Target="../ink/ink4907.xml"/><Relationship Id="rId433" Type="http://schemas.openxmlformats.org/officeDocument/2006/relationships/image" Target="../media/image4851.png"/><Relationship Id="rId74" Type="http://schemas.openxmlformats.org/officeDocument/2006/relationships/customXml" Target="../ink/ink4830.xml"/><Relationship Id="rId377" Type="http://schemas.openxmlformats.org/officeDocument/2006/relationships/image" Target="../media/image4824.png"/><Relationship Id="rId500" Type="http://schemas.openxmlformats.org/officeDocument/2006/relationships/customXml" Target="../ink/ink5045.xml"/><Relationship Id="rId584" Type="http://schemas.openxmlformats.org/officeDocument/2006/relationships/customXml" Target="../ink/ink5087.xml"/><Relationship Id="rId5" Type="http://schemas.openxmlformats.org/officeDocument/2006/relationships/image" Target="../media/image4643.png"/><Relationship Id="rId237" Type="http://schemas.openxmlformats.org/officeDocument/2006/relationships/image" Target="../media/image4756.png"/><Relationship Id="rId444" Type="http://schemas.openxmlformats.org/officeDocument/2006/relationships/customXml" Target="../ink/ink5017.xml"/><Relationship Id="rId290" Type="http://schemas.openxmlformats.org/officeDocument/2006/relationships/customXml" Target="../ink/ink4939.xml"/><Relationship Id="rId304" Type="http://schemas.openxmlformats.org/officeDocument/2006/relationships/customXml" Target="../ink/ink4946.xml"/><Relationship Id="rId388" Type="http://schemas.openxmlformats.org/officeDocument/2006/relationships/customXml" Target="../ink/ink4989.xml"/><Relationship Id="rId511" Type="http://schemas.openxmlformats.org/officeDocument/2006/relationships/image" Target="../media/image4890.png"/><Relationship Id="rId609" Type="http://schemas.openxmlformats.org/officeDocument/2006/relationships/image" Target="../media/image4938.png"/><Relationship Id="rId85" Type="http://schemas.openxmlformats.org/officeDocument/2006/relationships/image" Target="../media/image4681.png"/><Relationship Id="rId150" Type="http://schemas.openxmlformats.org/officeDocument/2006/relationships/image" Target="../media/image4713.png"/><Relationship Id="rId595" Type="http://schemas.openxmlformats.org/officeDocument/2006/relationships/image" Target="../media/image4931.png"/><Relationship Id="rId248" Type="http://schemas.openxmlformats.org/officeDocument/2006/relationships/customXml" Target="../ink/ink4918.xml"/><Relationship Id="rId455" Type="http://schemas.openxmlformats.org/officeDocument/2006/relationships/image" Target="../media/image4862.png"/><Relationship Id="rId12" Type="http://schemas.openxmlformats.org/officeDocument/2006/relationships/customXml" Target="../ink/ink4798.xml"/><Relationship Id="rId108" Type="http://schemas.openxmlformats.org/officeDocument/2006/relationships/customXml" Target="../ink/ink4847.xml"/><Relationship Id="rId315" Type="http://schemas.openxmlformats.org/officeDocument/2006/relationships/customXml" Target="../ink/ink4952.xml"/><Relationship Id="rId522" Type="http://schemas.openxmlformats.org/officeDocument/2006/relationships/customXml" Target="../ink/ink5056.xml"/><Relationship Id="rId96" Type="http://schemas.openxmlformats.org/officeDocument/2006/relationships/customXml" Target="../ink/ink4841.xml"/><Relationship Id="rId161" Type="http://schemas.openxmlformats.org/officeDocument/2006/relationships/customXml" Target="../ink/ink4874.xml"/><Relationship Id="rId399" Type="http://schemas.openxmlformats.org/officeDocument/2006/relationships/image" Target="../media/image4835.png"/><Relationship Id="rId259" Type="http://schemas.openxmlformats.org/officeDocument/2006/relationships/image" Target="../media/image4767.png"/><Relationship Id="rId466" Type="http://schemas.openxmlformats.org/officeDocument/2006/relationships/customXml" Target="../ink/ink5028.xml"/><Relationship Id="rId23" Type="http://schemas.openxmlformats.org/officeDocument/2006/relationships/image" Target="../media/image4651.png"/><Relationship Id="rId119" Type="http://schemas.openxmlformats.org/officeDocument/2006/relationships/image" Target="../media/image4698.png"/><Relationship Id="rId326" Type="http://schemas.openxmlformats.org/officeDocument/2006/relationships/customXml" Target="../ink/ink4958.xml"/><Relationship Id="rId533" Type="http://schemas.openxmlformats.org/officeDocument/2006/relationships/image" Target="../media/image4901.png"/><Relationship Id="rId172" Type="http://schemas.openxmlformats.org/officeDocument/2006/relationships/image" Target="../media/image4724.png"/><Relationship Id="rId477" Type="http://schemas.openxmlformats.org/officeDocument/2006/relationships/image" Target="../media/image4873.png"/><Relationship Id="rId600" Type="http://schemas.openxmlformats.org/officeDocument/2006/relationships/customXml" Target="../ink/ink5095.xml"/><Relationship Id="rId337" Type="http://schemas.openxmlformats.org/officeDocument/2006/relationships/image" Target="../media/image4804.png"/><Relationship Id="rId34" Type="http://schemas.openxmlformats.org/officeDocument/2006/relationships/customXml" Target="../ink/ink4809.xml"/><Relationship Id="rId544" Type="http://schemas.openxmlformats.org/officeDocument/2006/relationships/customXml" Target="../ink/ink5067.xml"/><Relationship Id="rId183" Type="http://schemas.openxmlformats.org/officeDocument/2006/relationships/customXml" Target="../ink/ink4885.xml"/><Relationship Id="rId390" Type="http://schemas.openxmlformats.org/officeDocument/2006/relationships/customXml" Target="../ink/ink4990.xml"/><Relationship Id="rId404" Type="http://schemas.openxmlformats.org/officeDocument/2006/relationships/customXml" Target="../ink/ink4997.xml"/><Relationship Id="rId611" Type="http://schemas.openxmlformats.org/officeDocument/2006/relationships/image" Target="../media/image4939.png"/><Relationship Id="rId250" Type="http://schemas.openxmlformats.org/officeDocument/2006/relationships/customXml" Target="../ink/ink4919.xml"/><Relationship Id="rId488" Type="http://schemas.openxmlformats.org/officeDocument/2006/relationships/customXml" Target="../ink/ink5039.xml"/><Relationship Id="rId45" Type="http://schemas.openxmlformats.org/officeDocument/2006/relationships/image" Target="../media/image4662.png"/><Relationship Id="rId110" Type="http://schemas.openxmlformats.org/officeDocument/2006/relationships/customXml" Target="../ink/ink4848.xml"/><Relationship Id="rId348" Type="http://schemas.openxmlformats.org/officeDocument/2006/relationships/customXml" Target="../ink/ink4969.xml"/><Relationship Id="rId555" Type="http://schemas.openxmlformats.org/officeDocument/2006/relationships/image" Target="../media/image4912.png"/><Relationship Id="rId194" Type="http://schemas.openxmlformats.org/officeDocument/2006/relationships/image" Target="../media/image4735.png"/><Relationship Id="rId208" Type="http://schemas.openxmlformats.org/officeDocument/2006/relationships/image" Target="../media/image4742.png"/><Relationship Id="rId415" Type="http://schemas.openxmlformats.org/officeDocument/2006/relationships/image" Target="../media/image4843.png"/><Relationship Id="rId622" Type="http://schemas.openxmlformats.org/officeDocument/2006/relationships/customXml" Target="../ink/ink5106.xml"/><Relationship Id="rId261" Type="http://schemas.openxmlformats.org/officeDocument/2006/relationships/image" Target="../media/image4768.png"/><Relationship Id="rId499" Type="http://schemas.openxmlformats.org/officeDocument/2006/relationships/image" Target="../media/image4884.png"/><Relationship Id="rId56" Type="http://schemas.openxmlformats.org/officeDocument/2006/relationships/customXml" Target="../ink/ink4820.xml"/><Relationship Id="rId359" Type="http://schemas.openxmlformats.org/officeDocument/2006/relationships/image" Target="../media/image4815.png"/><Relationship Id="rId566" Type="http://schemas.openxmlformats.org/officeDocument/2006/relationships/customXml" Target="../ink/ink5078.xml"/><Relationship Id="rId121" Type="http://schemas.openxmlformats.org/officeDocument/2006/relationships/image" Target="../media/image4699.png"/><Relationship Id="rId219" Type="http://schemas.openxmlformats.org/officeDocument/2006/relationships/image" Target="../media/image4747.png"/><Relationship Id="rId426" Type="http://schemas.openxmlformats.org/officeDocument/2006/relationships/customXml" Target="../ink/ink5008.xml"/><Relationship Id="rId67" Type="http://schemas.openxmlformats.org/officeDocument/2006/relationships/customXml" Target="../ink/ink4826.xml"/><Relationship Id="rId272" Type="http://schemas.openxmlformats.org/officeDocument/2006/relationships/customXml" Target="../ink/ink4930.xml"/><Relationship Id="rId577" Type="http://schemas.openxmlformats.org/officeDocument/2006/relationships/image" Target="../media/image4922.png"/><Relationship Id="rId132" Type="http://schemas.openxmlformats.org/officeDocument/2006/relationships/image" Target="../media/image4704.png"/><Relationship Id="rId437" Type="http://schemas.openxmlformats.org/officeDocument/2006/relationships/image" Target="../media/image4853.png"/><Relationship Id="rId283" Type="http://schemas.openxmlformats.org/officeDocument/2006/relationships/image" Target="../media/image4021.png"/><Relationship Id="rId490" Type="http://schemas.openxmlformats.org/officeDocument/2006/relationships/customXml" Target="../ink/ink5040.xml"/><Relationship Id="rId504" Type="http://schemas.openxmlformats.org/officeDocument/2006/relationships/customXml" Target="../ink/ink5047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999.png"/><Relationship Id="rId299" Type="http://schemas.openxmlformats.org/officeDocument/2006/relationships/image" Target="../media/image5079.png"/><Relationship Id="rId21" Type="http://schemas.openxmlformats.org/officeDocument/2006/relationships/image" Target="../media/image4957.png"/><Relationship Id="rId63" Type="http://schemas.openxmlformats.org/officeDocument/2006/relationships/image" Target="../media/image4852.png"/><Relationship Id="rId159" Type="http://schemas.openxmlformats.org/officeDocument/2006/relationships/image" Target="../media/image5015.png"/><Relationship Id="rId170" Type="http://schemas.openxmlformats.org/officeDocument/2006/relationships/customXml" Target="../ink/ink5194.xml"/><Relationship Id="rId226" Type="http://schemas.openxmlformats.org/officeDocument/2006/relationships/customXml" Target="../ink/ink5222.xml"/><Relationship Id="rId268" Type="http://schemas.openxmlformats.org/officeDocument/2006/relationships/customXml" Target="../ink/ink5243.xml"/><Relationship Id="rId32" Type="http://schemas.openxmlformats.org/officeDocument/2006/relationships/customXml" Target="../ink/ink5125.xml"/><Relationship Id="rId74" Type="http://schemas.openxmlformats.org/officeDocument/2006/relationships/customXml" Target="../ink/ink5146.xml"/><Relationship Id="rId128" Type="http://schemas.openxmlformats.org/officeDocument/2006/relationships/customXml" Target="../ink/ink5173.xml"/><Relationship Id="rId5" Type="http://schemas.openxmlformats.org/officeDocument/2006/relationships/image" Target="../media/image4950.png"/><Relationship Id="rId181" Type="http://schemas.openxmlformats.org/officeDocument/2006/relationships/image" Target="../media/image5024.png"/><Relationship Id="rId237" Type="http://schemas.openxmlformats.org/officeDocument/2006/relationships/image" Target="../media/image5048.png"/><Relationship Id="rId279" Type="http://schemas.openxmlformats.org/officeDocument/2006/relationships/image" Target="../media/image5069.png"/><Relationship Id="rId43" Type="http://schemas.openxmlformats.org/officeDocument/2006/relationships/image" Target="../media/image4968.png"/><Relationship Id="rId139" Type="http://schemas.openxmlformats.org/officeDocument/2006/relationships/image" Target="../media/image5009.png"/><Relationship Id="rId290" Type="http://schemas.openxmlformats.org/officeDocument/2006/relationships/customXml" Target="../ink/ink5254.xml"/><Relationship Id="rId304" Type="http://schemas.openxmlformats.org/officeDocument/2006/relationships/customXml" Target="../ink/ink5261.xml"/><Relationship Id="rId85" Type="http://schemas.openxmlformats.org/officeDocument/2006/relationships/image" Target="../media/image4983.png"/><Relationship Id="rId150" Type="http://schemas.openxmlformats.org/officeDocument/2006/relationships/customXml" Target="../ink/ink5184.xml"/><Relationship Id="rId192" Type="http://schemas.openxmlformats.org/officeDocument/2006/relationships/customXml" Target="../ink/ink5205.xml"/><Relationship Id="rId206" Type="http://schemas.openxmlformats.org/officeDocument/2006/relationships/customXml" Target="../ink/ink5212.xml"/><Relationship Id="rId248" Type="http://schemas.openxmlformats.org/officeDocument/2006/relationships/customXml" Target="../ink/ink5233.xml"/><Relationship Id="rId12" Type="http://schemas.openxmlformats.org/officeDocument/2006/relationships/customXml" Target="../ink/ink5115.xml"/><Relationship Id="rId108" Type="http://schemas.openxmlformats.org/officeDocument/2006/relationships/customXml" Target="../ink/ink5163.xml"/><Relationship Id="rId54" Type="http://schemas.openxmlformats.org/officeDocument/2006/relationships/customXml" Target="../ink/ink5136.xml"/><Relationship Id="rId96" Type="http://schemas.openxmlformats.org/officeDocument/2006/relationships/customXml" Target="../ink/ink5157.xml"/><Relationship Id="rId161" Type="http://schemas.openxmlformats.org/officeDocument/2006/relationships/image" Target="../media/image5016.png"/><Relationship Id="rId217" Type="http://schemas.openxmlformats.org/officeDocument/2006/relationships/image" Target="../media/image5039.png"/><Relationship Id="rId259" Type="http://schemas.openxmlformats.org/officeDocument/2006/relationships/image" Target="../media/image5059.png"/><Relationship Id="rId23" Type="http://schemas.openxmlformats.org/officeDocument/2006/relationships/image" Target="../media/image4958.png"/><Relationship Id="rId119" Type="http://schemas.openxmlformats.org/officeDocument/2006/relationships/image" Target="../media/image5000.png"/><Relationship Id="rId270" Type="http://schemas.openxmlformats.org/officeDocument/2006/relationships/customXml" Target="../ink/ink5244.xml"/><Relationship Id="rId44" Type="http://schemas.openxmlformats.org/officeDocument/2006/relationships/customXml" Target="../ink/ink5131.xml"/><Relationship Id="rId65" Type="http://schemas.openxmlformats.org/officeDocument/2006/relationships/image" Target="../media/image4974.png"/><Relationship Id="rId86" Type="http://schemas.openxmlformats.org/officeDocument/2006/relationships/customXml" Target="../ink/ink5152.xml"/><Relationship Id="rId130" Type="http://schemas.openxmlformats.org/officeDocument/2006/relationships/customXml" Target="../ink/ink5174.xml"/><Relationship Id="rId151" Type="http://schemas.openxmlformats.org/officeDocument/2006/relationships/image" Target="../media/image5013.png"/><Relationship Id="rId172" Type="http://schemas.openxmlformats.org/officeDocument/2006/relationships/customXml" Target="../ink/ink5195.xml"/><Relationship Id="rId193" Type="http://schemas.openxmlformats.org/officeDocument/2006/relationships/image" Target="../media/image4558.png"/><Relationship Id="rId207" Type="http://schemas.openxmlformats.org/officeDocument/2006/relationships/image" Target="../media/image5034.png"/><Relationship Id="rId228" Type="http://schemas.openxmlformats.org/officeDocument/2006/relationships/customXml" Target="../ink/ink5223.xml"/><Relationship Id="rId249" Type="http://schemas.openxmlformats.org/officeDocument/2006/relationships/image" Target="../media/image5054.png"/><Relationship Id="rId13" Type="http://schemas.openxmlformats.org/officeDocument/2006/relationships/image" Target="../media/image4757.png"/><Relationship Id="rId109" Type="http://schemas.openxmlformats.org/officeDocument/2006/relationships/image" Target="../media/image4995.png"/><Relationship Id="rId260" Type="http://schemas.openxmlformats.org/officeDocument/2006/relationships/customXml" Target="../ink/ink5239.xml"/><Relationship Id="rId281" Type="http://schemas.openxmlformats.org/officeDocument/2006/relationships/image" Target="../media/image5070.png"/><Relationship Id="rId34" Type="http://schemas.openxmlformats.org/officeDocument/2006/relationships/customXml" Target="../ink/ink5126.xml"/><Relationship Id="rId55" Type="http://schemas.openxmlformats.org/officeDocument/2006/relationships/image" Target="../media/image3488.png"/><Relationship Id="rId76" Type="http://schemas.openxmlformats.org/officeDocument/2006/relationships/customXml" Target="../ink/ink5147.xml"/><Relationship Id="rId97" Type="http://schemas.openxmlformats.org/officeDocument/2006/relationships/image" Target="../media/image4989.png"/><Relationship Id="rId120" Type="http://schemas.openxmlformats.org/officeDocument/2006/relationships/customXml" Target="../ink/ink5169.xml"/><Relationship Id="rId141" Type="http://schemas.openxmlformats.org/officeDocument/2006/relationships/image" Target="../media/image4891.png"/><Relationship Id="rId7" Type="http://schemas.openxmlformats.org/officeDocument/2006/relationships/image" Target="../media/image4951.png"/><Relationship Id="rId162" Type="http://schemas.openxmlformats.org/officeDocument/2006/relationships/customXml" Target="../ink/ink5190.xml"/><Relationship Id="rId183" Type="http://schemas.openxmlformats.org/officeDocument/2006/relationships/image" Target="../media/image5025.png"/><Relationship Id="rId218" Type="http://schemas.openxmlformats.org/officeDocument/2006/relationships/customXml" Target="../ink/ink5218.xml"/><Relationship Id="rId239" Type="http://schemas.openxmlformats.org/officeDocument/2006/relationships/image" Target="../media/image5049.png"/><Relationship Id="rId250" Type="http://schemas.openxmlformats.org/officeDocument/2006/relationships/customXml" Target="../ink/ink5234.xml"/><Relationship Id="rId271" Type="http://schemas.openxmlformats.org/officeDocument/2006/relationships/image" Target="../media/image5065.png"/><Relationship Id="rId292" Type="http://schemas.openxmlformats.org/officeDocument/2006/relationships/customXml" Target="../ink/ink5255.xml"/><Relationship Id="rId306" Type="http://schemas.openxmlformats.org/officeDocument/2006/relationships/customXml" Target="../ink/ink5262.xml"/><Relationship Id="rId24" Type="http://schemas.openxmlformats.org/officeDocument/2006/relationships/customXml" Target="../ink/ink5121.xml"/><Relationship Id="rId45" Type="http://schemas.openxmlformats.org/officeDocument/2006/relationships/image" Target="../media/image4844.png"/><Relationship Id="rId66" Type="http://schemas.openxmlformats.org/officeDocument/2006/relationships/customXml" Target="../ink/ink5142.xml"/><Relationship Id="rId87" Type="http://schemas.openxmlformats.org/officeDocument/2006/relationships/image" Target="../media/image4984.png"/><Relationship Id="rId110" Type="http://schemas.openxmlformats.org/officeDocument/2006/relationships/customXml" Target="../ink/ink5164.xml"/><Relationship Id="rId131" Type="http://schemas.openxmlformats.org/officeDocument/2006/relationships/image" Target="../media/image5006.png"/><Relationship Id="rId152" Type="http://schemas.openxmlformats.org/officeDocument/2006/relationships/customXml" Target="../ink/ink5185.xml"/><Relationship Id="rId173" Type="http://schemas.openxmlformats.org/officeDocument/2006/relationships/image" Target="../media/image5020.png"/><Relationship Id="rId194" Type="http://schemas.openxmlformats.org/officeDocument/2006/relationships/customXml" Target="../ink/ink5206.xml"/><Relationship Id="rId208" Type="http://schemas.openxmlformats.org/officeDocument/2006/relationships/customXml" Target="../ink/ink5213.xml"/><Relationship Id="rId229" Type="http://schemas.openxmlformats.org/officeDocument/2006/relationships/image" Target="../media/image5045.png"/><Relationship Id="rId240" Type="http://schemas.openxmlformats.org/officeDocument/2006/relationships/customXml" Target="../ink/ink5229.xml"/><Relationship Id="rId261" Type="http://schemas.openxmlformats.org/officeDocument/2006/relationships/image" Target="../media/image5060.png"/><Relationship Id="rId14" Type="http://schemas.openxmlformats.org/officeDocument/2006/relationships/customXml" Target="../ink/ink5116.xml"/><Relationship Id="rId35" Type="http://schemas.openxmlformats.org/officeDocument/2006/relationships/image" Target="../media/image4964.png"/><Relationship Id="rId56" Type="http://schemas.openxmlformats.org/officeDocument/2006/relationships/customXml" Target="../ink/ink5137.xml"/><Relationship Id="rId77" Type="http://schemas.openxmlformats.org/officeDocument/2006/relationships/image" Target="../media/image4979.png"/><Relationship Id="rId100" Type="http://schemas.openxmlformats.org/officeDocument/2006/relationships/customXml" Target="../ink/ink5159.xml"/><Relationship Id="rId282" Type="http://schemas.openxmlformats.org/officeDocument/2006/relationships/customXml" Target="../ink/ink5250.xml"/><Relationship Id="rId8" Type="http://schemas.openxmlformats.org/officeDocument/2006/relationships/customXml" Target="../ink/ink5113.xml"/><Relationship Id="rId98" Type="http://schemas.openxmlformats.org/officeDocument/2006/relationships/customXml" Target="../ink/ink5158.xml"/><Relationship Id="rId121" Type="http://schemas.openxmlformats.org/officeDocument/2006/relationships/image" Target="../media/image5001.png"/><Relationship Id="rId142" Type="http://schemas.openxmlformats.org/officeDocument/2006/relationships/customXml" Target="../ink/ink5180.xml"/><Relationship Id="rId163" Type="http://schemas.openxmlformats.org/officeDocument/2006/relationships/image" Target="../media/image5017.png"/><Relationship Id="rId184" Type="http://schemas.openxmlformats.org/officeDocument/2006/relationships/customXml" Target="../ink/ink5201.xml"/><Relationship Id="rId219" Type="http://schemas.openxmlformats.org/officeDocument/2006/relationships/image" Target="../media/image5040.png"/><Relationship Id="rId230" Type="http://schemas.openxmlformats.org/officeDocument/2006/relationships/customXml" Target="../ink/ink5224.xml"/><Relationship Id="rId251" Type="http://schemas.openxmlformats.org/officeDocument/2006/relationships/image" Target="../media/image5055.png"/><Relationship Id="rId25" Type="http://schemas.openxmlformats.org/officeDocument/2006/relationships/image" Target="../media/image4959.png"/><Relationship Id="rId46" Type="http://schemas.openxmlformats.org/officeDocument/2006/relationships/customXml" Target="../ink/ink5132.xml"/><Relationship Id="rId67" Type="http://schemas.openxmlformats.org/officeDocument/2006/relationships/image" Target="../media/image4975.png"/><Relationship Id="rId272" Type="http://schemas.openxmlformats.org/officeDocument/2006/relationships/customXml" Target="../ink/ink5245.xml"/><Relationship Id="rId293" Type="http://schemas.openxmlformats.org/officeDocument/2006/relationships/image" Target="../media/image5076.png"/><Relationship Id="rId307" Type="http://schemas.openxmlformats.org/officeDocument/2006/relationships/image" Target="../media/image5083.png"/><Relationship Id="rId88" Type="http://schemas.openxmlformats.org/officeDocument/2006/relationships/customXml" Target="../ink/ink5153.xml"/><Relationship Id="rId111" Type="http://schemas.openxmlformats.org/officeDocument/2006/relationships/image" Target="../media/image4996.png"/><Relationship Id="rId132" Type="http://schemas.openxmlformats.org/officeDocument/2006/relationships/customXml" Target="../ink/ink5175.xml"/><Relationship Id="rId153" Type="http://schemas.openxmlformats.org/officeDocument/2006/relationships/image" Target="../media/image5014.png"/><Relationship Id="rId174" Type="http://schemas.openxmlformats.org/officeDocument/2006/relationships/customXml" Target="../ink/ink5196.xml"/><Relationship Id="rId195" Type="http://schemas.openxmlformats.org/officeDocument/2006/relationships/image" Target="../media/image5028.png"/><Relationship Id="rId209" Type="http://schemas.openxmlformats.org/officeDocument/2006/relationships/image" Target="../media/image5035.png"/><Relationship Id="rId220" Type="http://schemas.openxmlformats.org/officeDocument/2006/relationships/customXml" Target="../ink/ink5219.xml"/><Relationship Id="rId241" Type="http://schemas.openxmlformats.org/officeDocument/2006/relationships/image" Target="../media/image5050.png"/><Relationship Id="rId15" Type="http://schemas.openxmlformats.org/officeDocument/2006/relationships/image" Target="../media/image4954.png"/><Relationship Id="rId36" Type="http://schemas.openxmlformats.org/officeDocument/2006/relationships/customXml" Target="../ink/ink5127.xml"/><Relationship Id="rId57" Type="http://schemas.openxmlformats.org/officeDocument/2006/relationships/image" Target="../media/image4971.png"/><Relationship Id="rId262" Type="http://schemas.openxmlformats.org/officeDocument/2006/relationships/customXml" Target="../ink/ink5240.xml"/><Relationship Id="rId283" Type="http://schemas.openxmlformats.org/officeDocument/2006/relationships/image" Target="../media/image5071.png"/><Relationship Id="rId78" Type="http://schemas.openxmlformats.org/officeDocument/2006/relationships/customXml" Target="../ink/ink5148.xml"/><Relationship Id="rId99" Type="http://schemas.openxmlformats.org/officeDocument/2006/relationships/image" Target="../media/image4990.png"/><Relationship Id="rId101" Type="http://schemas.openxmlformats.org/officeDocument/2006/relationships/image" Target="../media/image4991.png"/><Relationship Id="rId122" Type="http://schemas.openxmlformats.org/officeDocument/2006/relationships/customXml" Target="../ink/ink5170.xml"/><Relationship Id="rId143" Type="http://schemas.openxmlformats.org/officeDocument/2006/relationships/image" Target="../media/image5010.png"/><Relationship Id="rId164" Type="http://schemas.openxmlformats.org/officeDocument/2006/relationships/customXml" Target="../ink/ink5191.xml"/><Relationship Id="rId185" Type="http://schemas.openxmlformats.org/officeDocument/2006/relationships/image" Target="../media/image4913.png"/><Relationship Id="rId9" Type="http://schemas.openxmlformats.org/officeDocument/2006/relationships/image" Target="../media/image4952.png"/><Relationship Id="rId210" Type="http://schemas.openxmlformats.org/officeDocument/2006/relationships/customXml" Target="../ink/ink5214.xml"/><Relationship Id="rId26" Type="http://schemas.openxmlformats.org/officeDocument/2006/relationships/customXml" Target="../ink/ink5122.xml"/><Relationship Id="rId231" Type="http://schemas.openxmlformats.org/officeDocument/2006/relationships/image" Target="../media/image5046.png"/><Relationship Id="rId252" Type="http://schemas.openxmlformats.org/officeDocument/2006/relationships/customXml" Target="../ink/ink5235.xml"/><Relationship Id="rId273" Type="http://schemas.openxmlformats.org/officeDocument/2006/relationships/image" Target="../media/image5066.png"/><Relationship Id="rId294" Type="http://schemas.openxmlformats.org/officeDocument/2006/relationships/customXml" Target="../ink/ink5256.xml"/><Relationship Id="rId308" Type="http://schemas.openxmlformats.org/officeDocument/2006/relationships/customXml" Target="../ink/ink5263.xml"/><Relationship Id="rId47" Type="http://schemas.openxmlformats.org/officeDocument/2006/relationships/image" Target="../media/image4845.png"/><Relationship Id="rId68" Type="http://schemas.openxmlformats.org/officeDocument/2006/relationships/customXml" Target="../ink/ink5143.xml"/><Relationship Id="rId89" Type="http://schemas.openxmlformats.org/officeDocument/2006/relationships/image" Target="../media/image4985.png"/><Relationship Id="rId112" Type="http://schemas.openxmlformats.org/officeDocument/2006/relationships/customXml" Target="../ink/ink5165.xml"/><Relationship Id="rId133" Type="http://schemas.openxmlformats.org/officeDocument/2006/relationships/image" Target="../media/image5007.png"/><Relationship Id="rId154" Type="http://schemas.openxmlformats.org/officeDocument/2006/relationships/customXml" Target="../ink/ink5186.xml"/><Relationship Id="rId175" Type="http://schemas.openxmlformats.org/officeDocument/2006/relationships/image" Target="../media/image5021.png"/><Relationship Id="rId196" Type="http://schemas.openxmlformats.org/officeDocument/2006/relationships/customXml" Target="../ink/ink5207.xml"/><Relationship Id="rId200" Type="http://schemas.openxmlformats.org/officeDocument/2006/relationships/customXml" Target="../ink/ink5209.xml"/><Relationship Id="rId16" Type="http://schemas.openxmlformats.org/officeDocument/2006/relationships/customXml" Target="../ink/ink5117.xml"/><Relationship Id="rId221" Type="http://schemas.openxmlformats.org/officeDocument/2006/relationships/image" Target="../media/image5041.png"/><Relationship Id="rId242" Type="http://schemas.openxmlformats.org/officeDocument/2006/relationships/customXml" Target="../ink/ink5230.xml"/><Relationship Id="rId263" Type="http://schemas.openxmlformats.org/officeDocument/2006/relationships/image" Target="../media/image5061.png"/><Relationship Id="rId284" Type="http://schemas.openxmlformats.org/officeDocument/2006/relationships/customXml" Target="../ink/ink5251.xml"/><Relationship Id="rId37" Type="http://schemas.openxmlformats.org/officeDocument/2006/relationships/image" Target="../media/image4965.png"/><Relationship Id="rId58" Type="http://schemas.openxmlformats.org/officeDocument/2006/relationships/customXml" Target="../ink/ink5138.xml"/><Relationship Id="rId79" Type="http://schemas.openxmlformats.org/officeDocument/2006/relationships/image" Target="../media/image4980.png"/><Relationship Id="rId102" Type="http://schemas.openxmlformats.org/officeDocument/2006/relationships/customXml" Target="../ink/ink5160.xml"/><Relationship Id="rId123" Type="http://schemas.openxmlformats.org/officeDocument/2006/relationships/image" Target="../media/image5002.png"/><Relationship Id="rId144" Type="http://schemas.openxmlformats.org/officeDocument/2006/relationships/customXml" Target="../ink/ink5181.xml"/><Relationship Id="rId90" Type="http://schemas.openxmlformats.org/officeDocument/2006/relationships/customXml" Target="../ink/ink5154.xml"/><Relationship Id="rId165" Type="http://schemas.openxmlformats.org/officeDocument/2006/relationships/image" Target="../media/image5018.png"/><Relationship Id="rId186" Type="http://schemas.openxmlformats.org/officeDocument/2006/relationships/customXml" Target="../ink/ink5202.xml"/><Relationship Id="rId211" Type="http://schemas.openxmlformats.org/officeDocument/2006/relationships/image" Target="../media/image5036.png"/><Relationship Id="rId232" Type="http://schemas.openxmlformats.org/officeDocument/2006/relationships/customXml" Target="../ink/ink5225.xml"/><Relationship Id="rId253" Type="http://schemas.openxmlformats.org/officeDocument/2006/relationships/image" Target="../media/image5056.png"/><Relationship Id="rId274" Type="http://schemas.openxmlformats.org/officeDocument/2006/relationships/customXml" Target="../ink/ink5246.xml"/><Relationship Id="rId295" Type="http://schemas.openxmlformats.org/officeDocument/2006/relationships/image" Target="../media/image5077.png"/><Relationship Id="rId309" Type="http://schemas.openxmlformats.org/officeDocument/2006/relationships/image" Target="../media/image5084.png"/><Relationship Id="rId27" Type="http://schemas.openxmlformats.org/officeDocument/2006/relationships/image" Target="../media/image4960.png"/><Relationship Id="rId48" Type="http://schemas.openxmlformats.org/officeDocument/2006/relationships/customXml" Target="../ink/ink5133.xml"/><Relationship Id="rId69" Type="http://schemas.openxmlformats.org/officeDocument/2006/relationships/image" Target="../media/image4976.png"/><Relationship Id="rId113" Type="http://schemas.openxmlformats.org/officeDocument/2006/relationships/image" Target="../media/image4997.png"/><Relationship Id="rId134" Type="http://schemas.openxmlformats.org/officeDocument/2006/relationships/customXml" Target="../ink/ink5176.xml"/><Relationship Id="rId80" Type="http://schemas.openxmlformats.org/officeDocument/2006/relationships/customXml" Target="../ink/ink5149.xml"/><Relationship Id="rId155" Type="http://schemas.openxmlformats.org/officeDocument/2006/relationships/image" Target="../media/image4898.png"/><Relationship Id="rId176" Type="http://schemas.openxmlformats.org/officeDocument/2006/relationships/customXml" Target="../ink/ink5197.xml"/><Relationship Id="rId197" Type="http://schemas.openxmlformats.org/officeDocument/2006/relationships/image" Target="../media/image5029.png"/><Relationship Id="rId201" Type="http://schemas.openxmlformats.org/officeDocument/2006/relationships/image" Target="../media/image5031.png"/><Relationship Id="rId222" Type="http://schemas.openxmlformats.org/officeDocument/2006/relationships/customXml" Target="../ink/ink5220.xml"/><Relationship Id="rId243" Type="http://schemas.openxmlformats.org/officeDocument/2006/relationships/image" Target="../media/image5051.png"/><Relationship Id="rId264" Type="http://schemas.openxmlformats.org/officeDocument/2006/relationships/customXml" Target="../ink/ink5241.xml"/><Relationship Id="rId285" Type="http://schemas.openxmlformats.org/officeDocument/2006/relationships/image" Target="../media/image5072.png"/><Relationship Id="rId17" Type="http://schemas.openxmlformats.org/officeDocument/2006/relationships/image" Target="../media/image4955.png"/><Relationship Id="rId38" Type="http://schemas.openxmlformats.org/officeDocument/2006/relationships/customXml" Target="../ink/ink5128.xml"/><Relationship Id="rId59" Type="http://schemas.openxmlformats.org/officeDocument/2006/relationships/image" Target="../media/image4972.png"/><Relationship Id="rId103" Type="http://schemas.openxmlformats.org/officeDocument/2006/relationships/image" Target="../media/image4992.png"/><Relationship Id="rId124" Type="http://schemas.openxmlformats.org/officeDocument/2006/relationships/customXml" Target="../ink/ink5171.xml"/><Relationship Id="rId310" Type="http://schemas.openxmlformats.org/officeDocument/2006/relationships/customXml" Target="../ink/ink5264.xml"/><Relationship Id="rId70" Type="http://schemas.openxmlformats.org/officeDocument/2006/relationships/customXml" Target="../ink/ink5144.xml"/><Relationship Id="rId91" Type="http://schemas.openxmlformats.org/officeDocument/2006/relationships/image" Target="../media/image4986.png"/><Relationship Id="rId145" Type="http://schemas.openxmlformats.org/officeDocument/2006/relationships/image" Target="../media/image5011.png"/><Relationship Id="rId166" Type="http://schemas.openxmlformats.org/officeDocument/2006/relationships/customXml" Target="../ink/ink5192.xml"/><Relationship Id="rId187" Type="http://schemas.openxmlformats.org/officeDocument/2006/relationships/image" Target="../media/image5026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5215.xml"/><Relationship Id="rId233" Type="http://schemas.openxmlformats.org/officeDocument/2006/relationships/image" Target="../media/image4936.png"/><Relationship Id="rId254" Type="http://schemas.openxmlformats.org/officeDocument/2006/relationships/customXml" Target="../ink/ink5236.xml"/><Relationship Id="rId28" Type="http://schemas.openxmlformats.org/officeDocument/2006/relationships/customXml" Target="../ink/ink5123.xml"/><Relationship Id="rId49" Type="http://schemas.openxmlformats.org/officeDocument/2006/relationships/image" Target="../media/image4969.png"/><Relationship Id="rId114" Type="http://schemas.openxmlformats.org/officeDocument/2006/relationships/customXml" Target="../ink/ink5166.xml"/><Relationship Id="rId275" Type="http://schemas.openxmlformats.org/officeDocument/2006/relationships/image" Target="../media/image5067.png"/><Relationship Id="rId296" Type="http://schemas.openxmlformats.org/officeDocument/2006/relationships/customXml" Target="../ink/ink5257.xml"/><Relationship Id="rId300" Type="http://schemas.openxmlformats.org/officeDocument/2006/relationships/customXml" Target="../ink/ink5259.xml"/><Relationship Id="rId60" Type="http://schemas.openxmlformats.org/officeDocument/2006/relationships/customXml" Target="../ink/ink5139.xml"/><Relationship Id="rId81" Type="http://schemas.openxmlformats.org/officeDocument/2006/relationships/image" Target="../media/image4981.png"/><Relationship Id="rId135" Type="http://schemas.openxmlformats.org/officeDocument/2006/relationships/image" Target="../media/image4888.png"/><Relationship Id="rId156" Type="http://schemas.openxmlformats.org/officeDocument/2006/relationships/customXml" Target="../ink/ink5187.xml"/><Relationship Id="rId177" Type="http://schemas.openxmlformats.org/officeDocument/2006/relationships/image" Target="../media/image5022.png"/><Relationship Id="rId198" Type="http://schemas.openxmlformats.org/officeDocument/2006/relationships/customXml" Target="../ink/ink5208.xml"/><Relationship Id="rId202" Type="http://schemas.openxmlformats.org/officeDocument/2006/relationships/customXml" Target="../ink/ink5210.xml"/><Relationship Id="rId223" Type="http://schemas.openxmlformats.org/officeDocument/2006/relationships/image" Target="../media/image5042.png"/><Relationship Id="rId244" Type="http://schemas.openxmlformats.org/officeDocument/2006/relationships/customXml" Target="../ink/ink5231.xml"/><Relationship Id="rId18" Type="http://schemas.openxmlformats.org/officeDocument/2006/relationships/customXml" Target="../ink/ink5118.xml"/><Relationship Id="rId39" Type="http://schemas.openxmlformats.org/officeDocument/2006/relationships/image" Target="../media/image4966.png"/><Relationship Id="rId265" Type="http://schemas.openxmlformats.org/officeDocument/2006/relationships/image" Target="../media/image5062.png"/><Relationship Id="rId286" Type="http://schemas.openxmlformats.org/officeDocument/2006/relationships/customXml" Target="../ink/ink5252.xml"/><Relationship Id="rId50" Type="http://schemas.openxmlformats.org/officeDocument/2006/relationships/customXml" Target="../ink/ink5134.xml"/><Relationship Id="rId104" Type="http://schemas.openxmlformats.org/officeDocument/2006/relationships/customXml" Target="../ink/ink5161.xml"/><Relationship Id="rId125" Type="http://schemas.openxmlformats.org/officeDocument/2006/relationships/image" Target="../media/image5003.png"/><Relationship Id="rId146" Type="http://schemas.openxmlformats.org/officeDocument/2006/relationships/customXml" Target="../ink/ink5182.xml"/><Relationship Id="rId167" Type="http://schemas.openxmlformats.org/officeDocument/2006/relationships/image" Target="../media/image4904.png"/><Relationship Id="rId188" Type="http://schemas.openxmlformats.org/officeDocument/2006/relationships/customXml" Target="../ink/ink5203.xml"/><Relationship Id="rId311" Type="http://schemas.openxmlformats.org/officeDocument/2006/relationships/image" Target="../media/image5085.png"/><Relationship Id="rId71" Type="http://schemas.openxmlformats.org/officeDocument/2006/relationships/image" Target="../media/image4856.png"/><Relationship Id="rId92" Type="http://schemas.openxmlformats.org/officeDocument/2006/relationships/customXml" Target="../ink/ink5155.xml"/><Relationship Id="rId213" Type="http://schemas.openxmlformats.org/officeDocument/2006/relationships/image" Target="../media/image5037.png"/><Relationship Id="rId234" Type="http://schemas.openxmlformats.org/officeDocument/2006/relationships/customXml" Target="../ink/ink5226.xml"/><Relationship Id="rId2" Type="http://schemas.openxmlformats.org/officeDocument/2006/relationships/customXml" Target="../ink/ink5110.xml"/><Relationship Id="rId29" Type="http://schemas.openxmlformats.org/officeDocument/2006/relationships/image" Target="../media/image4961.png"/><Relationship Id="rId255" Type="http://schemas.openxmlformats.org/officeDocument/2006/relationships/image" Target="../media/image5057.png"/><Relationship Id="rId276" Type="http://schemas.openxmlformats.org/officeDocument/2006/relationships/customXml" Target="../ink/ink5247.xml"/><Relationship Id="rId297" Type="http://schemas.openxmlformats.org/officeDocument/2006/relationships/image" Target="../media/image5078.png"/><Relationship Id="rId40" Type="http://schemas.openxmlformats.org/officeDocument/2006/relationships/customXml" Target="../ink/ink5129.xml"/><Relationship Id="rId115" Type="http://schemas.openxmlformats.org/officeDocument/2006/relationships/image" Target="../media/image4998.png"/><Relationship Id="rId136" Type="http://schemas.openxmlformats.org/officeDocument/2006/relationships/customXml" Target="../ink/ink5177.xml"/><Relationship Id="rId157" Type="http://schemas.openxmlformats.org/officeDocument/2006/relationships/image" Target="../media/image4899.png"/><Relationship Id="rId178" Type="http://schemas.openxmlformats.org/officeDocument/2006/relationships/customXml" Target="../ink/ink5198.xml"/><Relationship Id="rId301" Type="http://schemas.openxmlformats.org/officeDocument/2006/relationships/image" Target="../media/image5080.png"/><Relationship Id="rId61" Type="http://schemas.openxmlformats.org/officeDocument/2006/relationships/image" Target="../media/image4973.png"/><Relationship Id="rId82" Type="http://schemas.openxmlformats.org/officeDocument/2006/relationships/customXml" Target="../ink/ink5150.xml"/><Relationship Id="rId199" Type="http://schemas.openxmlformats.org/officeDocument/2006/relationships/image" Target="../media/image5030.png"/><Relationship Id="rId203" Type="http://schemas.openxmlformats.org/officeDocument/2006/relationships/image" Target="../media/image5032.png"/><Relationship Id="rId19" Type="http://schemas.openxmlformats.org/officeDocument/2006/relationships/image" Target="../media/image4956.png"/><Relationship Id="rId224" Type="http://schemas.openxmlformats.org/officeDocument/2006/relationships/customXml" Target="../ink/ink5221.xml"/><Relationship Id="rId245" Type="http://schemas.openxmlformats.org/officeDocument/2006/relationships/image" Target="../media/image5052.png"/><Relationship Id="rId266" Type="http://schemas.openxmlformats.org/officeDocument/2006/relationships/customXml" Target="../ink/ink5242.xml"/><Relationship Id="rId287" Type="http://schemas.openxmlformats.org/officeDocument/2006/relationships/image" Target="../media/image5073.png"/><Relationship Id="rId30" Type="http://schemas.openxmlformats.org/officeDocument/2006/relationships/customXml" Target="../ink/ink5124.xml"/><Relationship Id="rId105" Type="http://schemas.openxmlformats.org/officeDocument/2006/relationships/image" Target="../media/image4993.png"/><Relationship Id="rId126" Type="http://schemas.openxmlformats.org/officeDocument/2006/relationships/customXml" Target="../ink/ink5172.xml"/><Relationship Id="rId147" Type="http://schemas.openxmlformats.org/officeDocument/2006/relationships/image" Target="../media/image4894.png"/><Relationship Id="rId168" Type="http://schemas.openxmlformats.org/officeDocument/2006/relationships/customXml" Target="../ink/ink5193.xml"/><Relationship Id="rId51" Type="http://schemas.openxmlformats.org/officeDocument/2006/relationships/image" Target="../media/image4970.png"/><Relationship Id="rId72" Type="http://schemas.openxmlformats.org/officeDocument/2006/relationships/customXml" Target="../ink/ink5145.xml"/><Relationship Id="rId93" Type="http://schemas.openxmlformats.org/officeDocument/2006/relationships/image" Target="../media/image4987.png"/><Relationship Id="rId189" Type="http://schemas.openxmlformats.org/officeDocument/2006/relationships/image" Target="../media/image5027.png"/><Relationship Id="rId3" Type="http://schemas.openxmlformats.org/officeDocument/2006/relationships/image" Target="../media/image4949.png"/><Relationship Id="rId214" Type="http://schemas.openxmlformats.org/officeDocument/2006/relationships/customXml" Target="../ink/ink5216.xml"/><Relationship Id="rId235" Type="http://schemas.openxmlformats.org/officeDocument/2006/relationships/image" Target="../media/image5047.png"/><Relationship Id="rId256" Type="http://schemas.openxmlformats.org/officeDocument/2006/relationships/customXml" Target="../ink/ink5237.xml"/><Relationship Id="rId277" Type="http://schemas.openxmlformats.org/officeDocument/2006/relationships/image" Target="../media/image5068.png"/><Relationship Id="rId298" Type="http://schemas.openxmlformats.org/officeDocument/2006/relationships/customXml" Target="../ink/ink5258.xml"/><Relationship Id="rId116" Type="http://schemas.openxmlformats.org/officeDocument/2006/relationships/customXml" Target="../ink/ink5167.xml"/><Relationship Id="rId137" Type="http://schemas.openxmlformats.org/officeDocument/2006/relationships/image" Target="../media/image5008.png"/><Relationship Id="rId158" Type="http://schemas.openxmlformats.org/officeDocument/2006/relationships/customXml" Target="../ink/ink5188.xml"/><Relationship Id="rId302" Type="http://schemas.openxmlformats.org/officeDocument/2006/relationships/customXml" Target="../ink/ink5260.xml"/><Relationship Id="rId20" Type="http://schemas.openxmlformats.org/officeDocument/2006/relationships/customXml" Target="../ink/ink5119.xml"/><Relationship Id="rId41" Type="http://schemas.openxmlformats.org/officeDocument/2006/relationships/image" Target="../media/image4967.png"/><Relationship Id="rId62" Type="http://schemas.openxmlformats.org/officeDocument/2006/relationships/customXml" Target="../ink/ink5140.xml"/><Relationship Id="rId83" Type="http://schemas.openxmlformats.org/officeDocument/2006/relationships/image" Target="../media/image4982.png"/><Relationship Id="rId179" Type="http://schemas.openxmlformats.org/officeDocument/2006/relationships/image" Target="../media/image5023.png"/><Relationship Id="rId190" Type="http://schemas.openxmlformats.org/officeDocument/2006/relationships/customXml" Target="../ink/ink5204.xml"/><Relationship Id="rId204" Type="http://schemas.openxmlformats.org/officeDocument/2006/relationships/customXml" Target="../ink/ink5211.xml"/><Relationship Id="rId225" Type="http://schemas.openxmlformats.org/officeDocument/2006/relationships/image" Target="../media/image5043.png"/><Relationship Id="rId246" Type="http://schemas.openxmlformats.org/officeDocument/2006/relationships/customXml" Target="../ink/ink5232.xml"/><Relationship Id="rId267" Type="http://schemas.openxmlformats.org/officeDocument/2006/relationships/image" Target="../media/image5063.png"/><Relationship Id="rId288" Type="http://schemas.openxmlformats.org/officeDocument/2006/relationships/customXml" Target="../ink/ink5253.xml"/><Relationship Id="rId106" Type="http://schemas.openxmlformats.org/officeDocument/2006/relationships/customXml" Target="../ink/ink5162.xml"/><Relationship Id="rId127" Type="http://schemas.openxmlformats.org/officeDocument/2006/relationships/image" Target="../media/image5004.png"/><Relationship Id="rId10" Type="http://schemas.openxmlformats.org/officeDocument/2006/relationships/customXml" Target="../ink/ink5114.xml"/><Relationship Id="rId31" Type="http://schemas.openxmlformats.org/officeDocument/2006/relationships/image" Target="../media/image4962.png"/><Relationship Id="rId52" Type="http://schemas.openxmlformats.org/officeDocument/2006/relationships/customXml" Target="../ink/ink5135.xml"/><Relationship Id="rId73" Type="http://schemas.openxmlformats.org/officeDocument/2006/relationships/image" Target="../media/image4977.png"/><Relationship Id="rId94" Type="http://schemas.openxmlformats.org/officeDocument/2006/relationships/customXml" Target="../ink/ink5156.xml"/><Relationship Id="rId148" Type="http://schemas.openxmlformats.org/officeDocument/2006/relationships/customXml" Target="../ink/ink5183.xml"/><Relationship Id="rId169" Type="http://schemas.openxmlformats.org/officeDocument/2006/relationships/image" Target="../media/image5019.png"/><Relationship Id="rId4" Type="http://schemas.openxmlformats.org/officeDocument/2006/relationships/customXml" Target="../ink/ink5111.xml"/><Relationship Id="rId180" Type="http://schemas.openxmlformats.org/officeDocument/2006/relationships/customXml" Target="../ink/ink5199.xml"/><Relationship Id="rId215" Type="http://schemas.openxmlformats.org/officeDocument/2006/relationships/image" Target="../media/image5038.png"/><Relationship Id="rId236" Type="http://schemas.openxmlformats.org/officeDocument/2006/relationships/customXml" Target="../ink/ink5227.xml"/><Relationship Id="rId257" Type="http://schemas.openxmlformats.org/officeDocument/2006/relationships/image" Target="../media/image5058.png"/><Relationship Id="rId278" Type="http://schemas.openxmlformats.org/officeDocument/2006/relationships/customXml" Target="../ink/ink5248.xml"/><Relationship Id="rId303" Type="http://schemas.openxmlformats.org/officeDocument/2006/relationships/image" Target="../media/image5081.png"/><Relationship Id="rId42" Type="http://schemas.openxmlformats.org/officeDocument/2006/relationships/customXml" Target="../ink/ink5130.xml"/><Relationship Id="rId84" Type="http://schemas.openxmlformats.org/officeDocument/2006/relationships/customXml" Target="../ink/ink5151.xml"/><Relationship Id="rId138" Type="http://schemas.openxmlformats.org/officeDocument/2006/relationships/customXml" Target="../ink/ink5178.xml"/><Relationship Id="rId191" Type="http://schemas.openxmlformats.org/officeDocument/2006/relationships/image" Target="../media/image4916.png"/><Relationship Id="rId205" Type="http://schemas.openxmlformats.org/officeDocument/2006/relationships/image" Target="../media/image5033.png"/><Relationship Id="rId247" Type="http://schemas.openxmlformats.org/officeDocument/2006/relationships/image" Target="../media/image5053.png"/><Relationship Id="rId107" Type="http://schemas.openxmlformats.org/officeDocument/2006/relationships/image" Target="../media/image4994.png"/><Relationship Id="rId289" Type="http://schemas.openxmlformats.org/officeDocument/2006/relationships/image" Target="../media/image5074.png"/><Relationship Id="rId11" Type="http://schemas.openxmlformats.org/officeDocument/2006/relationships/image" Target="../media/image4953.png"/><Relationship Id="rId53" Type="http://schemas.openxmlformats.org/officeDocument/2006/relationships/image" Target="../media/image4848.png"/><Relationship Id="rId149" Type="http://schemas.openxmlformats.org/officeDocument/2006/relationships/image" Target="../media/image5012.png"/><Relationship Id="rId95" Type="http://schemas.openxmlformats.org/officeDocument/2006/relationships/image" Target="../media/image4988.png"/><Relationship Id="rId160" Type="http://schemas.openxmlformats.org/officeDocument/2006/relationships/customXml" Target="../ink/ink5189.xml"/><Relationship Id="rId216" Type="http://schemas.openxmlformats.org/officeDocument/2006/relationships/customXml" Target="../ink/ink5217.xml"/><Relationship Id="rId258" Type="http://schemas.openxmlformats.org/officeDocument/2006/relationships/customXml" Target="../ink/ink5238.xml"/><Relationship Id="rId22" Type="http://schemas.openxmlformats.org/officeDocument/2006/relationships/customXml" Target="../ink/ink5120.xml"/><Relationship Id="rId64" Type="http://schemas.openxmlformats.org/officeDocument/2006/relationships/customXml" Target="../ink/ink5141.xml"/><Relationship Id="rId118" Type="http://schemas.openxmlformats.org/officeDocument/2006/relationships/customXml" Target="../ink/ink5168.xml"/><Relationship Id="rId171" Type="http://schemas.openxmlformats.org/officeDocument/2006/relationships/image" Target="../media/image4906.png"/><Relationship Id="rId227" Type="http://schemas.openxmlformats.org/officeDocument/2006/relationships/image" Target="../media/image5044.png"/><Relationship Id="rId269" Type="http://schemas.openxmlformats.org/officeDocument/2006/relationships/image" Target="../media/image5064.png"/><Relationship Id="rId33" Type="http://schemas.openxmlformats.org/officeDocument/2006/relationships/image" Target="../media/image4963.png"/><Relationship Id="rId129" Type="http://schemas.openxmlformats.org/officeDocument/2006/relationships/image" Target="../media/image5005.png"/><Relationship Id="rId280" Type="http://schemas.openxmlformats.org/officeDocument/2006/relationships/customXml" Target="../ink/ink5249.xml"/><Relationship Id="rId75" Type="http://schemas.openxmlformats.org/officeDocument/2006/relationships/image" Target="../media/image4978.png"/><Relationship Id="rId140" Type="http://schemas.openxmlformats.org/officeDocument/2006/relationships/customXml" Target="../ink/ink5179.xml"/><Relationship Id="rId182" Type="http://schemas.openxmlformats.org/officeDocument/2006/relationships/customXml" Target="../ink/ink5200.xml"/><Relationship Id="rId6" Type="http://schemas.openxmlformats.org/officeDocument/2006/relationships/customXml" Target="../ink/ink5112.xml"/><Relationship Id="rId238" Type="http://schemas.openxmlformats.org/officeDocument/2006/relationships/customXml" Target="../ink/ink5228.xml"/><Relationship Id="rId291" Type="http://schemas.openxmlformats.org/officeDocument/2006/relationships/image" Target="../media/image5075.png"/><Relationship Id="rId305" Type="http://schemas.openxmlformats.org/officeDocument/2006/relationships/image" Target="../media/image508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143.png"/><Relationship Id="rId671" Type="http://schemas.openxmlformats.org/officeDocument/2006/relationships/image" Target="../media/image5416.png"/><Relationship Id="rId769" Type="http://schemas.openxmlformats.org/officeDocument/2006/relationships/image" Target="../media/image5465.png"/><Relationship Id="rId21" Type="http://schemas.openxmlformats.org/officeDocument/2006/relationships/image" Target="../media/image5095.png"/><Relationship Id="rId324" Type="http://schemas.openxmlformats.org/officeDocument/2006/relationships/customXml" Target="../ink/ink5428.xml"/><Relationship Id="rId531" Type="http://schemas.openxmlformats.org/officeDocument/2006/relationships/image" Target="../media/image5346.png"/><Relationship Id="rId629" Type="http://schemas.openxmlformats.org/officeDocument/2006/relationships/image" Target="../media/image5395.png"/><Relationship Id="rId170" Type="http://schemas.openxmlformats.org/officeDocument/2006/relationships/image" Target="../media/image5168.png"/><Relationship Id="rId836" Type="http://schemas.openxmlformats.org/officeDocument/2006/relationships/customXml" Target="../ink/ink5685.xml"/><Relationship Id="rId268" Type="http://schemas.openxmlformats.org/officeDocument/2006/relationships/customXml" Target="../ink/ink5399.xml"/><Relationship Id="rId475" Type="http://schemas.openxmlformats.org/officeDocument/2006/relationships/image" Target="../media/image5318.png"/><Relationship Id="rId682" Type="http://schemas.openxmlformats.org/officeDocument/2006/relationships/customXml" Target="../ink/ink5608.xml"/><Relationship Id="rId32" Type="http://schemas.openxmlformats.org/officeDocument/2006/relationships/customXml" Target="../ink/ink5280.xml"/><Relationship Id="rId128" Type="http://schemas.openxmlformats.org/officeDocument/2006/relationships/customXml" Target="../ink/ink5328.xml"/><Relationship Id="rId335" Type="http://schemas.openxmlformats.org/officeDocument/2006/relationships/image" Target="../media/image5249.png"/><Relationship Id="rId542" Type="http://schemas.openxmlformats.org/officeDocument/2006/relationships/customXml" Target="../ink/ink5538.xml"/><Relationship Id="rId181" Type="http://schemas.openxmlformats.org/officeDocument/2006/relationships/customXml" Target="../ink/ink5355.xml"/><Relationship Id="rId402" Type="http://schemas.openxmlformats.org/officeDocument/2006/relationships/image" Target="../media/image5282.png"/><Relationship Id="rId847" Type="http://schemas.openxmlformats.org/officeDocument/2006/relationships/image" Target="../media/image5504.png"/><Relationship Id="rId279" Type="http://schemas.openxmlformats.org/officeDocument/2006/relationships/customXml" Target="../ink/ink5405.xml"/><Relationship Id="rId486" Type="http://schemas.openxmlformats.org/officeDocument/2006/relationships/customXml" Target="../ink/ink5510.xml"/><Relationship Id="rId693" Type="http://schemas.openxmlformats.org/officeDocument/2006/relationships/image" Target="../media/image5427.png"/><Relationship Id="rId707" Type="http://schemas.openxmlformats.org/officeDocument/2006/relationships/image" Target="../media/image5434.png"/><Relationship Id="rId43" Type="http://schemas.openxmlformats.org/officeDocument/2006/relationships/image" Target="../media/image5106.png"/><Relationship Id="rId139" Type="http://schemas.openxmlformats.org/officeDocument/2006/relationships/image" Target="../media/image5153.png"/><Relationship Id="rId346" Type="http://schemas.openxmlformats.org/officeDocument/2006/relationships/customXml" Target="../ink/ink5439.xml"/><Relationship Id="rId553" Type="http://schemas.openxmlformats.org/officeDocument/2006/relationships/image" Target="../media/image5357.png"/><Relationship Id="rId760" Type="http://schemas.openxmlformats.org/officeDocument/2006/relationships/customXml" Target="../ink/ink5647.xml"/><Relationship Id="rId192" Type="http://schemas.openxmlformats.org/officeDocument/2006/relationships/image" Target="../media/image5179.png"/><Relationship Id="rId206" Type="http://schemas.openxmlformats.org/officeDocument/2006/relationships/image" Target="../media/image5186.png"/><Relationship Id="rId413" Type="http://schemas.openxmlformats.org/officeDocument/2006/relationships/customXml" Target="../ink/ink5473.xml"/><Relationship Id="rId858" Type="http://schemas.openxmlformats.org/officeDocument/2006/relationships/customXml" Target="../ink/ink5696.xml"/><Relationship Id="rId497" Type="http://schemas.openxmlformats.org/officeDocument/2006/relationships/image" Target="../media/image5329.png"/><Relationship Id="rId620" Type="http://schemas.openxmlformats.org/officeDocument/2006/relationships/customXml" Target="../ink/ink5577.xml"/><Relationship Id="rId718" Type="http://schemas.openxmlformats.org/officeDocument/2006/relationships/customXml" Target="../ink/ink5626.xml"/><Relationship Id="rId357" Type="http://schemas.openxmlformats.org/officeDocument/2006/relationships/customXml" Target="../ink/ink5445.xml"/><Relationship Id="rId54" Type="http://schemas.openxmlformats.org/officeDocument/2006/relationships/customXml" Target="../ink/ink5291.xml"/><Relationship Id="rId217" Type="http://schemas.openxmlformats.org/officeDocument/2006/relationships/customXml" Target="../ink/ink5373.xml"/><Relationship Id="rId564" Type="http://schemas.openxmlformats.org/officeDocument/2006/relationships/customXml" Target="../ink/ink5549.xml"/><Relationship Id="rId771" Type="http://schemas.openxmlformats.org/officeDocument/2006/relationships/image" Target="../media/image5466.png"/><Relationship Id="rId869" Type="http://schemas.openxmlformats.org/officeDocument/2006/relationships/image" Target="../media/image5515.png"/><Relationship Id="rId424" Type="http://schemas.openxmlformats.org/officeDocument/2006/relationships/image" Target="../media/image5293.png"/><Relationship Id="rId631" Type="http://schemas.openxmlformats.org/officeDocument/2006/relationships/image" Target="../media/image5396.png"/><Relationship Id="rId729" Type="http://schemas.openxmlformats.org/officeDocument/2006/relationships/image" Target="../media/image5445.png"/><Relationship Id="rId270" Type="http://schemas.openxmlformats.org/officeDocument/2006/relationships/customXml" Target="../ink/ink5400.xml"/><Relationship Id="rId65" Type="http://schemas.openxmlformats.org/officeDocument/2006/relationships/image" Target="../media/image5117.png"/><Relationship Id="rId130" Type="http://schemas.openxmlformats.org/officeDocument/2006/relationships/customXml" Target="../ink/ink5329.xml"/><Relationship Id="rId368" Type="http://schemas.openxmlformats.org/officeDocument/2006/relationships/image" Target="../media/image5265.png"/><Relationship Id="rId575" Type="http://schemas.openxmlformats.org/officeDocument/2006/relationships/image" Target="../media/image5368.png"/><Relationship Id="rId782" Type="http://schemas.openxmlformats.org/officeDocument/2006/relationships/customXml" Target="../ink/ink5658.xml"/><Relationship Id="rId228" Type="http://schemas.openxmlformats.org/officeDocument/2006/relationships/image" Target="../media/image5197.png"/><Relationship Id="rId435" Type="http://schemas.openxmlformats.org/officeDocument/2006/relationships/customXml" Target="../ink/ink5484.xml"/><Relationship Id="rId642" Type="http://schemas.openxmlformats.org/officeDocument/2006/relationships/customXml" Target="../ink/ink5588.xml"/><Relationship Id="rId281" Type="http://schemas.openxmlformats.org/officeDocument/2006/relationships/customXml" Target="../ink/ink5406.xml"/><Relationship Id="rId502" Type="http://schemas.openxmlformats.org/officeDocument/2006/relationships/customXml" Target="../ink/ink5518.xml"/><Relationship Id="rId76" Type="http://schemas.openxmlformats.org/officeDocument/2006/relationships/customXml" Target="../ink/ink5302.xml"/><Relationship Id="rId141" Type="http://schemas.openxmlformats.org/officeDocument/2006/relationships/image" Target="../media/image5154.png"/><Relationship Id="rId379" Type="http://schemas.openxmlformats.org/officeDocument/2006/relationships/customXml" Target="../ink/ink5456.xml"/><Relationship Id="rId586" Type="http://schemas.openxmlformats.org/officeDocument/2006/relationships/customXml" Target="../ink/ink5560.xml"/><Relationship Id="rId793" Type="http://schemas.openxmlformats.org/officeDocument/2006/relationships/image" Target="../media/image5477.png"/><Relationship Id="rId807" Type="http://schemas.openxmlformats.org/officeDocument/2006/relationships/image" Target="../media/image5484.png"/><Relationship Id="rId7" Type="http://schemas.openxmlformats.org/officeDocument/2006/relationships/image" Target="../media/image5088.png"/><Relationship Id="rId239" Type="http://schemas.openxmlformats.org/officeDocument/2006/relationships/customXml" Target="../ink/ink5384.xml"/><Relationship Id="rId446" Type="http://schemas.openxmlformats.org/officeDocument/2006/relationships/image" Target="../media/image5304.png"/><Relationship Id="rId653" Type="http://schemas.openxmlformats.org/officeDocument/2006/relationships/image" Target="../media/image5407.png"/><Relationship Id="rId292" Type="http://schemas.openxmlformats.org/officeDocument/2006/relationships/image" Target="../media/image5228.png"/><Relationship Id="rId306" Type="http://schemas.openxmlformats.org/officeDocument/2006/relationships/customXml" Target="../ink/ink5419.xml"/><Relationship Id="rId860" Type="http://schemas.openxmlformats.org/officeDocument/2006/relationships/customXml" Target="../ink/ink5697.xml"/><Relationship Id="rId87" Type="http://schemas.openxmlformats.org/officeDocument/2006/relationships/image" Target="../media/image5128.png"/><Relationship Id="rId513" Type="http://schemas.openxmlformats.org/officeDocument/2006/relationships/image" Target="../media/image5337.png"/><Relationship Id="rId597" Type="http://schemas.openxmlformats.org/officeDocument/2006/relationships/image" Target="../media/image5379.png"/><Relationship Id="rId720" Type="http://schemas.openxmlformats.org/officeDocument/2006/relationships/customXml" Target="../ink/ink5627.xml"/><Relationship Id="rId818" Type="http://schemas.openxmlformats.org/officeDocument/2006/relationships/customXml" Target="../ink/ink5676.xml"/><Relationship Id="rId152" Type="http://schemas.openxmlformats.org/officeDocument/2006/relationships/customXml" Target="../ink/ink5340.xml"/><Relationship Id="rId457" Type="http://schemas.openxmlformats.org/officeDocument/2006/relationships/image" Target="../media/image5309.png"/><Relationship Id="rId664" Type="http://schemas.openxmlformats.org/officeDocument/2006/relationships/customXml" Target="../ink/ink5599.xml"/><Relationship Id="rId871" Type="http://schemas.openxmlformats.org/officeDocument/2006/relationships/image" Target="../media/image5516.png"/><Relationship Id="rId14" Type="http://schemas.openxmlformats.org/officeDocument/2006/relationships/customXml" Target="../ink/ink5271.xml"/><Relationship Id="rId317" Type="http://schemas.openxmlformats.org/officeDocument/2006/relationships/image" Target="../media/image5240.png"/><Relationship Id="rId524" Type="http://schemas.openxmlformats.org/officeDocument/2006/relationships/customXml" Target="../ink/ink5529.xml"/><Relationship Id="rId731" Type="http://schemas.openxmlformats.org/officeDocument/2006/relationships/image" Target="../media/image5446.png"/><Relationship Id="rId98" Type="http://schemas.openxmlformats.org/officeDocument/2006/relationships/customXml" Target="../ink/ink5313.xml"/><Relationship Id="rId163" Type="http://schemas.openxmlformats.org/officeDocument/2006/relationships/image" Target="../media/image5165.png"/><Relationship Id="rId370" Type="http://schemas.openxmlformats.org/officeDocument/2006/relationships/image" Target="../media/image5266.png"/><Relationship Id="rId829" Type="http://schemas.openxmlformats.org/officeDocument/2006/relationships/image" Target="../media/image5495.png"/><Relationship Id="rId230" Type="http://schemas.openxmlformats.org/officeDocument/2006/relationships/image" Target="../media/image5198.png"/><Relationship Id="rId468" Type="http://schemas.openxmlformats.org/officeDocument/2006/relationships/customXml" Target="../ink/ink5501.xml"/><Relationship Id="rId675" Type="http://schemas.openxmlformats.org/officeDocument/2006/relationships/image" Target="../media/image5418.png"/><Relationship Id="rId25" Type="http://schemas.openxmlformats.org/officeDocument/2006/relationships/image" Target="../media/image5097.png"/><Relationship Id="rId328" Type="http://schemas.openxmlformats.org/officeDocument/2006/relationships/customXml" Target="../ink/ink5430.xml"/><Relationship Id="rId535" Type="http://schemas.openxmlformats.org/officeDocument/2006/relationships/image" Target="../media/image5348.png"/><Relationship Id="rId742" Type="http://schemas.openxmlformats.org/officeDocument/2006/relationships/customXml" Target="../ink/ink5638.xml"/><Relationship Id="rId174" Type="http://schemas.openxmlformats.org/officeDocument/2006/relationships/image" Target="../media/image5170.png"/><Relationship Id="rId381" Type="http://schemas.openxmlformats.org/officeDocument/2006/relationships/customXml" Target="../ink/ink5457.xml"/><Relationship Id="rId602" Type="http://schemas.openxmlformats.org/officeDocument/2006/relationships/customXml" Target="../ink/ink5568.xml"/><Relationship Id="rId241" Type="http://schemas.openxmlformats.org/officeDocument/2006/relationships/customXml" Target="../ink/ink5385.xml"/><Relationship Id="rId479" Type="http://schemas.openxmlformats.org/officeDocument/2006/relationships/image" Target="../media/image5320.png"/><Relationship Id="rId686" Type="http://schemas.openxmlformats.org/officeDocument/2006/relationships/customXml" Target="../ink/ink5610.xml"/><Relationship Id="rId36" Type="http://schemas.openxmlformats.org/officeDocument/2006/relationships/customXml" Target="../ink/ink5282.xml"/><Relationship Id="rId339" Type="http://schemas.openxmlformats.org/officeDocument/2006/relationships/image" Target="../media/image5251.png"/><Relationship Id="rId546" Type="http://schemas.openxmlformats.org/officeDocument/2006/relationships/customXml" Target="../ink/ink5540.xml"/><Relationship Id="rId753" Type="http://schemas.openxmlformats.org/officeDocument/2006/relationships/image" Target="../media/image5457.png"/><Relationship Id="rId101" Type="http://schemas.openxmlformats.org/officeDocument/2006/relationships/image" Target="../media/image5135.png"/><Relationship Id="rId185" Type="http://schemas.openxmlformats.org/officeDocument/2006/relationships/customXml" Target="../ink/ink5357.xml"/><Relationship Id="rId406" Type="http://schemas.openxmlformats.org/officeDocument/2006/relationships/image" Target="../media/image5284.png"/><Relationship Id="rId392" Type="http://schemas.openxmlformats.org/officeDocument/2006/relationships/image" Target="../media/image5277.png"/><Relationship Id="rId613" Type="http://schemas.openxmlformats.org/officeDocument/2006/relationships/image" Target="../media/image5387.png"/><Relationship Id="rId697" Type="http://schemas.openxmlformats.org/officeDocument/2006/relationships/image" Target="../media/image5429.png"/><Relationship Id="rId820" Type="http://schemas.openxmlformats.org/officeDocument/2006/relationships/customXml" Target="../ink/ink5677.xml"/><Relationship Id="rId252" Type="http://schemas.openxmlformats.org/officeDocument/2006/relationships/image" Target="../media/image5209.png"/><Relationship Id="rId47" Type="http://schemas.openxmlformats.org/officeDocument/2006/relationships/image" Target="../media/image5108.png"/><Relationship Id="rId112" Type="http://schemas.openxmlformats.org/officeDocument/2006/relationships/customXml" Target="../ink/ink5320.xml"/><Relationship Id="rId557" Type="http://schemas.openxmlformats.org/officeDocument/2006/relationships/image" Target="../media/image5359.png"/><Relationship Id="rId764" Type="http://schemas.openxmlformats.org/officeDocument/2006/relationships/customXml" Target="../ink/ink5649.xml"/><Relationship Id="rId196" Type="http://schemas.openxmlformats.org/officeDocument/2006/relationships/image" Target="../media/image5181.png"/><Relationship Id="rId417" Type="http://schemas.openxmlformats.org/officeDocument/2006/relationships/customXml" Target="../ink/ink5475.xml"/><Relationship Id="rId624" Type="http://schemas.openxmlformats.org/officeDocument/2006/relationships/customXml" Target="../ink/ink5579.xml"/><Relationship Id="rId831" Type="http://schemas.openxmlformats.org/officeDocument/2006/relationships/image" Target="../media/image5496.png"/><Relationship Id="rId263" Type="http://schemas.openxmlformats.org/officeDocument/2006/relationships/image" Target="../media/image5214.png"/><Relationship Id="rId470" Type="http://schemas.openxmlformats.org/officeDocument/2006/relationships/customXml" Target="../ink/ink5502.xml"/><Relationship Id="rId58" Type="http://schemas.openxmlformats.org/officeDocument/2006/relationships/customXml" Target="../ink/ink5293.xml"/><Relationship Id="rId123" Type="http://schemas.openxmlformats.org/officeDocument/2006/relationships/image" Target="../media/image5145.png"/><Relationship Id="rId330" Type="http://schemas.openxmlformats.org/officeDocument/2006/relationships/customXml" Target="../ink/ink5431.xml"/><Relationship Id="rId568" Type="http://schemas.openxmlformats.org/officeDocument/2006/relationships/customXml" Target="../ink/ink5551.xml"/><Relationship Id="rId775" Type="http://schemas.openxmlformats.org/officeDocument/2006/relationships/image" Target="../media/image5468.png"/><Relationship Id="rId428" Type="http://schemas.openxmlformats.org/officeDocument/2006/relationships/image" Target="../media/image5295.png"/><Relationship Id="rId635" Type="http://schemas.openxmlformats.org/officeDocument/2006/relationships/image" Target="../media/image5398.png"/><Relationship Id="rId842" Type="http://schemas.openxmlformats.org/officeDocument/2006/relationships/customXml" Target="../ink/ink5688.xml"/><Relationship Id="rId274" Type="http://schemas.openxmlformats.org/officeDocument/2006/relationships/customXml" Target="../ink/ink5402.xml"/><Relationship Id="rId481" Type="http://schemas.openxmlformats.org/officeDocument/2006/relationships/image" Target="../media/image5321.png"/><Relationship Id="rId702" Type="http://schemas.openxmlformats.org/officeDocument/2006/relationships/customXml" Target="../ink/ink5618.xml"/><Relationship Id="rId69" Type="http://schemas.openxmlformats.org/officeDocument/2006/relationships/image" Target="../media/image5119.png"/><Relationship Id="rId134" Type="http://schemas.openxmlformats.org/officeDocument/2006/relationships/customXml" Target="../ink/ink5331.xml"/><Relationship Id="rId579" Type="http://schemas.openxmlformats.org/officeDocument/2006/relationships/image" Target="../media/image5370.png"/><Relationship Id="rId786" Type="http://schemas.openxmlformats.org/officeDocument/2006/relationships/customXml" Target="../ink/ink5660.xml"/><Relationship Id="rId341" Type="http://schemas.openxmlformats.org/officeDocument/2006/relationships/image" Target="../media/image5252.png"/><Relationship Id="rId439" Type="http://schemas.openxmlformats.org/officeDocument/2006/relationships/customXml" Target="../ink/ink5486.xml"/><Relationship Id="rId646" Type="http://schemas.openxmlformats.org/officeDocument/2006/relationships/customXml" Target="../ink/ink5590.xml"/><Relationship Id="rId201" Type="http://schemas.openxmlformats.org/officeDocument/2006/relationships/customXml" Target="../ink/ink5365.xml"/><Relationship Id="rId285" Type="http://schemas.openxmlformats.org/officeDocument/2006/relationships/customXml" Target="../ink/ink5408.xml"/><Relationship Id="rId506" Type="http://schemas.openxmlformats.org/officeDocument/2006/relationships/customXml" Target="../ink/ink5520.xml"/><Relationship Id="rId853" Type="http://schemas.openxmlformats.org/officeDocument/2006/relationships/image" Target="../media/image5507.png"/><Relationship Id="rId492" Type="http://schemas.openxmlformats.org/officeDocument/2006/relationships/customXml" Target="../ink/ink5513.xml"/><Relationship Id="rId713" Type="http://schemas.openxmlformats.org/officeDocument/2006/relationships/image" Target="../media/image5437.png"/><Relationship Id="rId797" Type="http://schemas.openxmlformats.org/officeDocument/2006/relationships/image" Target="../media/image5479.png"/><Relationship Id="rId145" Type="http://schemas.openxmlformats.org/officeDocument/2006/relationships/image" Target="../media/image5156.png"/><Relationship Id="rId352" Type="http://schemas.openxmlformats.org/officeDocument/2006/relationships/image" Target="../media/image5257.png"/><Relationship Id="rId212" Type="http://schemas.openxmlformats.org/officeDocument/2006/relationships/image" Target="../media/image5189.png"/><Relationship Id="rId657" Type="http://schemas.openxmlformats.org/officeDocument/2006/relationships/image" Target="../media/image5409.png"/><Relationship Id="rId864" Type="http://schemas.openxmlformats.org/officeDocument/2006/relationships/customXml" Target="../ink/ink5699.xml"/><Relationship Id="rId296" Type="http://schemas.openxmlformats.org/officeDocument/2006/relationships/image" Target="../media/image5230.png"/><Relationship Id="rId517" Type="http://schemas.openxmlformats.org/officeDocument/2006/relationships/image" Target="../media/image5339.png"/><Relationship Id="rId724" Type="http://schemas.openxmlformats.org/officeDocument/2006/relationships/customXml" Target="../ink/ink5629.xml"/><Relationship Id="rId60" Type="http://schemas.openxmlformats.org/officeDocument/2006/relationships/customXml" Target="../ink/ink5294.xml"/><Relationship Id="rId156" Type="http://schemas.openxmlformats.org/officeDocument/2006/relationships/customXml" Target="../ink/ink5342.xml"/><Relationship Id="rId363" Type="http://schemas.openxmlformats.org/officeDocument/2006/relationships/customXml" Target="../ink/ink5448.xml"/><Relationship Id="rId570" Type="http://schemas.openxmlformats.org/officeDocument/2006/relationships/customXml" Target="../ink/ink5552.xml"/><Relationship Id="rId223" Type="http://schemas.openxmlformats.org/officeDocument/2006/relationships/customXml" Target="../ink/ink5376.xml"/><Relationship Id="rId430" Type="http://schemas.openxmlformats.org/officeDocument/2006/relationships/image" Target="../media/image5296.png"/><Relationship Id="rId668" Type="http://schemas.openxmlformats.org/officeDocument/2006/relationships/customXml" Target="../ink/ink5601.xml"/><Relationship Id="rId18" Type="http://schemas.openxmlformats.org/officeDocument/2006/relationships/customXml" Target="../ink/ink5273.xml"/><Relationship Id="rId528" Type="http://schemas.openxmlformats.org/officeDocument/2006/relationships/customXml" Target="../ink/ink5531.xml"/><Relationship Id="rId735" Type="http://schemas.openxmlformats.org/officeDocument/2006/relationships/image" Target="../media/image5448.png"/><Relationship Id="rId167" Type="http://schemas.openxmlformats.org/officeDocument/2006/relationships/image" Target="../media/image5167.png"/><Relationship Id="rId374" Type="http://schemas.openxmlformats.org/officeDocument/2006/relationships/image" Target="../media/image5268.png"/><Relationship Id="rId581" Type="http://schemas.openxmlformats.org/officeDocument/2006/relationships/image" Target="../media/image5371.png"/><Relationship Id="rId71" Type="http://schemas.openxmlformats.org/officeDocument/2006/relationships/image" Target="../media/image5120.png"/><Relationship Id="rId234" Type="http://schemas.openxmlformats.org/officeDocument/2006/relationships/image" Target="../media/image5200.png"/><Relationship Id="rId679" Type="http://schemas.openxmlformats.org/officeDocument/2006/relationships/image" Target="../media/image5420.png"/><Relationship Id="rId802" Type="http://schemas.openxmlformats.org/officeDocument/2006/relationships/customXml" Target="../ink/ink5668.xml"/><Relationship Id="rId2" Type="http://schemas.openxmlformats.org/officeDocument/2006/relationships/customXml" Target="../ink/ink5265.xml"/><Relationship Id="rId29" Type="http://schemas.openxmlformats.org/officeDocument/2006/relationships/image" Target="../media/image5099.png"/><Relationship Id="rId441" Type="http://schemas.openxmlformats.org/officeDocument/2006/relationships/customXml" Target="../ink/ink5487.xml"/><Relationship Id="rId539" Type="http://schemas.openxmlformats.org/officeDocument/2006/relationships/image" Target="../media/image5350.png"/><Relationship Id="rId746" Type="http://schemas.openxmlformats.org/officeDocument/2006/relationships/customXml" Target="../ink/ink5640.xml"/><Relationship Id="rId178" Type="http://schemas.openxmlformats.org/officeDocument/2006/relationships/image" Target="../media/image5172.png"/><Relationship Id="rId301" Type="http://schemas.openxmlformats.org/officeDocument/2006/relationships/customXml" Target="../ink/ink5416.xml"/><Relationship Id="rId82" Type="http://schemas.openxmlformats.org/officeDocument/2006/relationships/customXml" Target="../ink/ink5305.xml"/><Relationship Id="rId385" Type="http://schemas.openxmlformats.org/officeDocument/2006/relationships/customXml" Target="../ink/ink5459.xml"/><Relationship Id="rId592" Type="http://schemas.openxmlformats.org/officeDocument/2006/relationships/customXml" Target="../ink/ink5563.xml"/><Relationship Id="rId606" Type="http://schemas.openxmlformats.org/officeDocument/2006/relationships/customXml" Target="../ink/ink5570.xml"/><Relationship Id="rId813" Type="http://schemas.openxmlformats.org/officeDocument/2006/relationships/image" Target="../media/image5487.png"/><Relationship Id="rId245" Type="http://schemas.openxmlformats.org/officeDocument/2006/relationships/customXml" Target="../ink/ink5387.xml"/><Relationship Id="rId452" Type="http://schemas.openxmlformats.org/officeDocument/2006/relationships/image" Target="../media/image5307.png"/><Relationship Id="rId105" Type="http://schemas.openxmlformats.org/officeDocument/2006/relationships/image" Target="../media/image5137.png"/><Relationship Id="rId312" Type="http://schemas.openxmlformats.org/officeDocument/2006/relationships/customXml" Target="../ink/ink5422.xml"/><Relationship Id="rId757" Type="http://schemas.openxmlformats.org/officeDocument/2006/relationships/image" Target="../media/image5459.png"/><Relationship Id="rId93" Type="http://schemas.openxmlformats.org/officeDocument/2006/relationships/image" Target="../media/image5131.png"/><Relationship Id="rId189" Type="http://schemas.openxmlformats.org/officeDocument/2006/relationships/customXml" Target="../ink/ink5359.xml"/><Relationship Id="rId396" Type="http://schemas.openxmlformats.org/officeDocument/2006/relationships/image" Target="../media/image5279.png"/><Relationship Id="rId617" Type="http://schemas.openxmlformats.org/officeDocument/2006/relationships/image" Target="../media/image5389.png"/><Relationship Id="rId824" Type="http://schemas.openxmlformats.org/officeDocument/2006/relationships/customXml" Target="../ink/ink5679.xml"/><Relationship Id="rId256" Type="http://schemas.openxmlformats.org/officeDocument/2006/relationships/image" Target="../media/image5211.png"/><Relationship Id="rId463" Type="http://schemas.openxmlformats.org/officeDocument/2006/relationships/image" Target="../media/image5312.png"/><Relationship Id="rId670" Type="http://schemas.openxmlformats.org/officeDocument/2006/relationships/customXml" Target="../ink/ink5602.xml"/><Relationship Id="rId116" Type="http://schemas.openxmlformats.org/officeDocument/2006/relationships/customXml" Target="../ink/ink5322.xml"/><Relationship Id="rId323" Type="http://schemas.openxmlformats.org/officeDocument/2006/relationships/image" Target="../media/image5243.png"/><Relationship Id="rId530" Type="http://schemas.openxmlformats.org/officeDocument/2006/relationships/customXml" Target="../ink/ink5532.xml"/><Relationship Id="rId768" Type="http://schemas.openxmlformats.org/officeDocument/2006/relationships/customXml" Target="../ink/ink5651.xml"/><Relationship Id="rId20" Type="http://schemas.openxmlformats.org/officeDocument/2006/relationships/customXml" Target="../ink/ink5274.xml"/><Relationship Id="rId628" Type="http://schemas.openxmlformats.org/officeDocument/2006/relationships/customXml" Target="../ink/ink5581.xml"/><Relationship Id="rId835" Type="http://schemas.openxmlformats.org/officeDocument/2006/relationships/image" Target="../media/image5498.png"/><Relationship Id="rId267" Type="http://schemas.openxmlformats.org/officeDocument/2006/relationships/image" Target="../media/image5216.png"/><Relationship Id="rId474" Type="http://schemas.openxmlformats.org/officeDocument/2006/relationships/customXml" Target="../ink/ink5504.xml"/><Relationship Id="rId127" Type="http://schemas.openxmlformats.org/officeDocument/2006/relationships/image" Target="../media/image5147.png"/><Relationship Id="rId681" Type="http://schemas.openxmlformats.org/officeDocument/2006/relationships/image" Target="../media/image5421.png"/><Relationship Id="rId779" Type="http://schemas.openxmlformats.org/officeDocument/2006/relationships/image" Target="../media/image5470.png"/><Relationship Id="rId31" Type="http://schemas.openxmlformats.org/officeDocument/2006/relationships/image" Target="../media/image5100.png"/><Relationship Id="rId334" Type="http://schemas.openxmlformats.org/officeDocument/2006/relationships/customXml" Target="../ink/ink5433.xml"/><Relationship Id="rId541" Type="http://schemas.openxmlformats.org/officeDocument/2006/relationships/image" Target="../media/image5351.png"/><Relationship Id="rId639" Type="http://schemas.openxmlformats.org/officeDocument/2006/relationships/image" Target="../media/image5400.png"/><Relationship Id="rId180" Type="http://schemas.openxmlformats.org/officeDocument/2006/relationships/image" Target="../media/image5173.png"/><Relationship Id="rId278" Type="http://schemas.openxmlformats.org/officeDocument/2006/relationships/customXml" Target="../ink/ink5404.xml"/><Relationship Id="rId401" Type="http://schemas.openxmlformats.org/officeDocument/2006/relationships/customXml" Target="../ink/ink5467.xml"/><Relationship Id="rId846" Type="http://schemas.openxmlformats.org/officeDocument/2006/relationships/customXml" Target="../ink/ink5690.xml"/><Relationship Id="rId485" Type="http://schemas.openxmlformats.org/officeDocument/2006/relationships/image" Target="../media/image5323.png"/><Relationship Id="rId692" Type="http://schemas.openxmlformats.org/officeDocument/2006/relationships/customXml" Target="../ink/ink5613.xml"/><Relationship Id="rId706" Type="http://schemas.openxmlformats.org/officeDocument/2006/relationships/customXml" Target="../ink/ink5620.xml"/><Relationship Id="rId42" Type="http://schemas.openxmlformats.org/officeDocument/2006/relationships/customXml" Target="../ink/ink5285.xml"/><Relationship Id="rId138" Type="http://schemas.openxmlformats.org/officeDocument/2006/relationships/customXml" Target="../ink/ink5333.xml"/><Relationship Id="rId345" Type="http://schemas.openxmlformats.org/officeDocument/2006/relationships/image" Target="../media/image5254.png"/><Relationship Id="rId552" Type="http://schemas.openxmlformats.org/officeDocument/2006/relationships/customXml" Target="../ink/ink5543.xml"/><Relationship Id="rId191" Type="http://schemas.openxmlformats.org/officeDocument/2006/relationships/customXml" Target="../ink/ink5360.xml"/><Relationship Id="rId205" Type="http://schemas.openxmlformats.org/officeDocument/2006/relationships/customXml" Target="../ink/ink5367.xml"/><Relationship Id="rId412" Type="http://schemas.openxmlformats.org/officeDocument/2006/relationships/image" Target="../media/image5287.png"/><Relationship Id="rId857" Type="http://schemas.openxmlformats.org/officeDocument/2006/relationships/image" Target="../media/image5509.png"/><Relationship Id="rId289" Type="http://schemas.openxmlformats.org/officeDocument/2006/relationships/customXml" Target="../ink/ink5410.xml"/><Relationship Id="rId496" Type="http://schemas.openxmlformats.org/officeDocument/2006/relationships/customXml" Target="../ink/ink5515.xml"/><Relationship Id="rId717" Type="http://schemas.openxmlformats.org/officeDocument/2006/relationships/image" Target="../media/image5439.png"/><Relationship Id="rId53" Type="http://schemas.openxmlformats.org/officeDocument/2006/relationships/image" Target="../media/image5111.png"/><Relationship Id="rId149" Type="http://schemas.openxmlformats.org/officeDocument/2006/relationships/image" Target="../media/image5158.png"/><Relationship Id="rId356" Type="http://schemas.openxmlformats.org/officeDocument/2006/relationships/image" Target="../media/image5259.png"/><Relationship Id="rId563" Type="http://schemas.openxmlformats.org/officeDocument/2006/relationships/image" Target="../media/image5362.png"/><Relationship Id="rId770" Type="http://schemas.openxmlformats.org/officeDocument/2006/relationships/customXml" Target="../ink/ink5652.xml"/><Relationship Id="rId216" Type="http://schemas.openxmlformats.org/officeDocument/2006/relationships/image" Target="../media/image5191.png"/><Relationship Id="rId423" Type="http://schemas.openxmlformats.org/officeDocument/2006/relationships/customXml" Target="../ink/ink5478.xml"/><Relationship Id="rId868" Type="http://schemas.openxmlformats.org/officeDocument/2006/relationships/customXml" Target="../ink/ink5701.xml"/><Relationship Id="rId630" Type="http://schemas.openxmlformats.org/officeDocument/2006/relationships/customXml" Target="../ink/ink5582.xml"/><Relationship Id="rId728" Type="http://schemas.openxmlformats.org/officeDocument/2006/relationships/customXml" Target="../ink/ink5631.xml"/><Relationship Id="rId64" Type="http://schemas.openxmlformats.org/officeDocument/2006/relationships/customXml" Target="../ink/ink5296.xml"/><Relationship Id="rId367" Type="http://schemas.openxmlformats.org/officeDocument/2006/relationships/customXml" Target="../ink/ink5450.xml"/><Relationship Id="rId574" Type="http://schemas.openxmlformats.org/officeDocument/2006/relationships/customXml" Target="../ink/ink5554.xml"/><Relationship Id="rId227" Type="http://schemas.openxmlformats.org/officeDocument/2006/relationships/customXml" Target="../ink/ink5378.xml"/><Relationship Id="rId781" Type="http://schemas.openxmlformats.org/officeDocument/2006/relationships/image" Target="../media/image5471.png"/><Relationship Id="rId434" Type="http://schemas.openxmlformats.org/officeDocument/2006/relationships/image" Target="../media/image5298.png"/><Relationship Id="rId641" Type="http://schemas.openxmlformats.org/officeDocument/2006/relationships/image" Target="../media/image5401.png"/><Relationship Id="rId739" Type="http://schemas.openxmlformats.org/officeDocument/2006/relationships/image" Target="../media/image5450.png"/><Relationship Id="rId280" Type="http://schemas.openxmlformats.org/officeDocument/2006/relationships/image" Target="../media/image5222.png"/><Relationship Id="rId501" Type="http://schemas.openxmlformats.org/officeDocument/2006/relationships/image" Target="../media/image5331.png"/><Relationship Id="rId75" Type="http://schemas.openxmlformats.org/officeDocument/2006/relationships/image" Target="../media/image5122.png"/><Relationship Id="rId140" Type="http://schemas.openxmlformats.org/officeDocument/2006/relationships/customXml" Target="../ink/ink5334.xml"/><Relationship Id="rId378" Type="http://schemas.openxmlformats.org/officeDocument/2006/relationships/image" Target="../media/image5270.png"/><Relationship Id="rId585" Type="http://schemas.openxmlformats.org/officeDocument/2006/relationships/image" Target="../media/image5373.png"/><Relationship Id="rId792" Type="http://schemas.openxmlformats.org/officeDocument/2006/relationships/customXml" Target="../ink/ink5663.xml"/><Relationship Id="rId806" Type="http://schemas.openxmlformats.org/officeDocument/2006/relationships/customXml" Target="../ink/ink5670.xml"/><Relationship Id="rId6" Type="http://schemas.openxmlformats.org/officeDocument/2006/relationships/customXml" Target="../ink/ink5267.xml"/><Relationship Id="rId238" Type="http://schemas.openxmlformats.org/officeDocument/2006/relationships/image" Target="../media/image5202.png"/><Relationship Id="rId445" Type="http://schemas.openxmlformats.org/officeDocument/2006/relationships/customXml" Target="../ink/ink5489.xml"/><Relationship Id="rId652" Type="http://schemas.openxmlformats.org/officeDocument/2006/relationships/customXml" Target="../ink/ink5593.xml"/><Relationship Id="rId291" Type="http://schemas.openxmlformats.org/officeDocument/2006/relationships/customXml" Target="../ink/ink5411.xml"/><Relationship Id="rId305" Type="http://schemas.openxmlformats.org/officeDocument/2006/relationships/customXml" Target="../ink/ink5418.xml"/><Relationship Id="rId512" Type="http://schemas.openxmlformats.org/officeDocument/2006/relationships/customXml" Target="../ink/ink5523.xml"/><Relationship Id="rId86" Type="http://schemas.openxmlformats.org/officeDocument/2006/relationships/customXml" Target="../ink/ink5307.xml"/><Relationship Id="rId151" Type="http://schemas.openxmlformats.org/officeDocument/2006/relationships/image" Target="../media/image5159.png"/><Relationship Id="rId389" Type="http://schemas.openxmlformats.org/officeDocument/2006/relationships/customXml" Target="../ink/ink5461.xml"/><Relationship Id="rId596" Type="http://schemas.openxmlformats.org/officeDocument/2006/relationships/customXml" Target="../ink/ink5565.xml"/><Relationship Id="rId817" Type="http://schemas.openxmlformats.org/officeDocument/2006/relationships/image" Target="../media/image5489.png"/><Relationship Id="rId249" Type="http://schemas.openxmlformats.org/officeDocument/2006/relationships/customXml" Target="../ink/ink5389.xml"/><Relationship Id="rId456" Type="http://schemas.openxmlformats.org/officeDocument/2006/relationships/customXml" Target="../ink/ink5495.xml"/><Relationship Id="rId663" Type="http://schemas.openxmlformats.org/officeDocument/2006/relationships/image" Target="../media/image5412.png"/><Relationship Id="rId870" Type="http://schemas.openxmlformats.org/officeDocument/2006/relationships/customXml" Target="../ink/ink5702.xml"/><Relationship Id="rId13" Type="http://schemas.openxmlformats.org/officeDocument/2006/relationships/image" Target="../media/image5091.png"/><Relationship Id="rId109" Type="http://schemas.openxmlformats.org/officeDocument/2006/relationships/image" Target="../media/image5139.png"/><Relationship Id="rId316" Type="http://schemas.openxmlformats.org/officeDocument/2006/relationships/customXml" Target="../ink/ink5424.xml"/><Relationship Id="rId523" Type="http://schemas.openxmlformats.org/officeDocument/2006/relationships/image" Target="../media/image5342.png"/><Relationship Id="rId97" Type="http://schemas.openxmlformats.org/officeDocument/2006/relationships/image" Target="../media/image5133.png"/><Relationship Id="rId730" Type="http://schemas.openxmlformats.org/officeDocument/2006/relationships/customXml" Target="../ink/ink5632.xml"/><Relationship Id="rId828" Type="http://schemas.openxmlformats.org/officeDocument/2006/relationships/customXml" Target="../ink/ink5681.xml"/><Relationship Id="rId162" Type="http://schemas.openxmlformats.org/officeDocument/2006/relationships/customXml" Target="../ink/ink5345.xml"/><Relationship Id="rId467" Type="http://schemas.openxmlformats.org/officeDocument/2006/relationships/image" Target="../media/image5314.png"/><Relationship Id="rId674" Type="http://schemas.openxmlformats.org/officeDocument/2006/relationships/customXml" Target="../ink/ink5604.xml"/><Relationship Id="rId24" Type="http://schemas.openxmlformats.org/officeDocument/2006/relationships/customXml" Target="../ink/ink5276.xml"/><Relationship Id="rId327" Type="http://schemas.openxmlformats.org/officeDocument/2006/relationships/image" Target="../media/image5245.png"/><Relationship Id="rId534" Type="http://schemas.openxmlformats.org/officeDocument/2006/relationships/customXml" Target="../ink/ink5534.xml"/><Relationship Id="rId741" Type="http://schemas.openxmlformats.org/officeDocument/2006/relationships/image" Target="../media/image5451.png"/><Relationship Id="rId839" Type="http://schemas.openxmlformats.org/officeDocument/2006/relationships/image" Target="../media/image5500.png"/><Relationship Id="rId173" Type="http://schemas.openxmlformats.org/officeDocument/2006/relationships/customXml" Target="../ink/ink5351.xml"/><Relationship Id="rId380" Type="http://schemas.openxmlformats.org/officeDocument/2006/relationships/image" Target="../media/image5271.png"/><Relationship Id="rId601" Type="http://schemas.openxmlformats.org/officeDocument/2006/relationships/image" Target="../media/image5381.png"/><Relationship Id="rId240" Type="http://schemas.openxmlformats.org/officeDocument/2006/relationships/image" Target="../media/image5203.png"/><Relationship Id="rId478" Type="http://schemas.openxmlformats.org/officeDocument/2006/relationships/customXml" Target="../ink/ink5506.xml"/><Relationship Id="rId685" Type="http://schemas.openxmlformats.org/officeDocument/2006/relationships/image" Target="../media/image5423.png"/><Relationship Id="rId35" Type="http://schemas.openxmlformats.org/officeDocument/2006/relationships/image" Target="../media/image5102.png"/><Relationship Id="rId100" Type="http://schemas.openxmlformats.org/officeDocument/2006/relationships/customXml" Target="../ink/ink5314.xml"/><Relationship Id="rId338" Type="http://schemas.openxmlformats.org/officeDocument/2006/relationships/customXml" Target="../ink/ink5435.xml"/><Relationship Id="rId545" Type="http://schemas.openxmlformats.org/officeDocument/2006/relationships/image" Target="../media/image5353.png"/><Relationship Id="rId752" Type="http://schemas.openxmlformats.org/officeDocument/2006/relationships/customXml" Target="../ink/ink5643.xml"/><Relationship Id="rId184" Type="http://schemas.openxmlformats.org/officeDocument/2006/relationships/image" Target="../media/image5175.png"/><Relationship Id="rId391" Type="http://schemas.openxmlformats.org/officeDocument/2006/relationships/customXml" Target="../ink/ink5462.xml"/><Relationship Id="rId405" Type="http://schemas.openxmlformats.org/officeDocument/2006/relationships/customXml" Target="../ink/ink5469.xml"/><Relationship Id="rId612" Type="http://schemas.openxmlformats.org/officeDocument/2006/relationships/customXml" Target="../ink/ink5573.xml"/><Relationship Id="rId251" Type="http://schemas.openxmlformats.org/officeDocument/2006/relationships/customXml" Target="../ink/ink5390.xml"/><Relationship Id="rId489" Type="http://schemas.openxmlformats.org/officeDocument/2006/relationships/image" Target="../media/image5325.png"/><Relationship Id="rId696" Type="http://schemas.openxmlformats.org/officeDocument/2006/relationships/customXml" Target="../ink/ink5615.xml"/><Relationship Id="rId46" Type="http://schemas.openxmlformats.org/officeDocument/2006/relationships/customXml" Target="../ink/ink5287.xml"/><Relationship Id="rId293" Type="http://schemas.openxmlformats.org/officeDocument/2006/relationships/customXml" Target="../ink/ink5412.xml"/><Relationship Id="rId307" Type="http://schemas.openxmlformats.org/officeDocument/2006/relationships/image" Target="../media/image5235.png"/><Relationship Id="rId349" Type="http://schemas.openxmlformats.org/officeDocument/2006/relationships/customXml" Target="../ink/ink5441.xml"/><Relationship Id="rId514" Type="http://schemas.openxmlformats.org/officeDocument/2006/relationships/customXml" Target="../ink/ink5524.xml"/><Relationship Id="rId556" Type="http://schemas.openxmlformats.org/officeDocument/2006/relationships/customXml" Target="../ink/ink5545.xml"/><Relationship Id="rId721" Type="http://schemas.openxmlformats.org/officeDocument/2006/relationships/image" Target="../media/image5441.png"/><Relationship Id="rId763" Type="http://schemas.openxmlformats.org/officeDocument/2006/relationships/image" Target="../media/image5462.png"/><Relationship Id="rId88" Type="http://schemas.openxmlformats.org/officeDocument/2006/relationships/customXml" Target="../ink/ink5308.xml"/><Relationship Id="rId111" Type="http://schemas.openxmlformats.org/officeDocument/2006/relationships/image" Target="../media/image5140.png"/><Relationship Id="rId153" Type="http://schemas.openxmlformats.org/officeDocument/2006/relationships/image" Target="../media/image5160.png"/><Relationship Id="rId195" Type="http://schemas.openxmlformats.org/officeDocument/2006/relationships/customXml" Target="../ink/ink5362.xml"/><Relationship Id="rId209" Type="http://schemas.openxmlformats.org/officeDocument/2006/relationships/customXml" Target="../ink/ink5369.xml"/><Relationship Id="rId360" Type="http://schemas.openxmlformats.org/officeDocument/2006/relationships/image" Target="../media/image5261.png"/><Relationship Id="rId416" Type="http://schemas.openxmlformats.org/officeDocument/2006/relationships/image" Target="../media/image5289.png"/><Relationship Id="rId598" Type="http://schemas.openxmlformats.org/officeDocument/2006/relationships/customXml" Target="../ink/ink5566.xml"/><Relationship Id="rId819" Type="http://schemas.openxmlformats.org/officeDocument/2006/relationships/image" Target="../media/image5490.png"/><Relationship Id="rId220" Type="http://schemas.openxmlformats.org/officeDocument/2006/relationships/image" Target="../media/image5193.png"/><Relationship Id="rId458" Type="http://schemas.openxmlformats.org/officeDocument/2006/relationships/customXml" Target="../ink/ink5496.xml"/><Relationship Id="rId623" Type="http://schemas.openxmlformats.org/officeDocument/2006/relationships/image" Target="../media/image5392.png"/><Relationship Id="rId665" Type="http://schemas.openxmlformats.org/officeDocument/2006/relationships/image" Target="../media/image5413.png"/><Relationship Id="rId830" Type="http://schemas.openxmlformats.org/officeDocument/2006/relationships/customXml" Target="../ink/ink5682.xml"/><Relationship Id="rId15" Type="http://schemas.openxmlformats.org/officeDocument/2006/relationships/image" Target="../media/image5092.png"/><Relationship Id="rId57" Type="http://schemas.openxmlformats.org/officeDocument/2006/relationships/image" Target="../media/image5113.png"/><Relationship Id="rId262" Type="http://schemas.openxmlformats.org/officeDocument/2006/relationships/customXml" Target="../ink/ink5396.xml"/><Relationship Id="rId318" Type="http://schemas.openxmlformats.org/officeDocument/2006/relationships/customXml" Target="../ink/ink5425.xml"/><Relationship Id="rId525" Type="http://schemas.openxmlformats.org/officeDocument/2006/relationships/image" Target="../media/image5343.png"/><Relationship Id="rId567" Type="http://schemas.openxmlformats.org/officeDocument/2006/relationships/image" Target="../media/image5364.png"/><Relationship Id="rId732" Type="http://schemas.openxmlformats.org/officeDocument/2006/relationships/customXml" Target="../ink/ink5633.xml"/><Relationship Id="rId99" Type="http://schemas.openxmlformats.org/officeDocument/2006/relationships/image" Target="../media/image5134.png"/><Relationship Id="rId122" Type="http://schemas.openxmlformats.org/officeDocument/2006/relationships/customXml" Target="../ink/ink5325.xml"/><Relationship Id="rId164" Type="http://schemas.openxmlformats.org/officeDocument/2006/relationships/customXml" Target="../ink/ink5346.xml"/><Relationship Id="rId371" Type="http://schemas.openxmlformats.org/officeDocument/2006/relationships/customXml" Target="../ink/ink5452.xml"/><Relationship Id="rId774" Type="http://schemas.openxmlformats.org/officeDocument/2006/relationships/customXml" Target="../ink/ink5654.xml"/><Relationship Id="rId427" Type="http://schemas.openxmlformats.org/officeDocument/2006/relationships/customXml" Target="../ink/ink5480.xml"/><Relationship Id="rId469" Type="http://schemas.openxmlformats.org/officeDocument/2006/relationships/image" Target="../media/image5315.png"/><Relationship Id="rId634" Type="http://schemas.openxmlformats.org/officeDocument/2006/relationships/customXml" Target="../ink/ink5584.xml"/><Relationship Id="rId676" Type="http://schemas.openxmlformats.org/officeDocument/2006/relationships/customXml" Target="../ink/ink5605.xml"/><Relationship Id="rId841" Type="http://schemas.openxmlformats.org/officeDocument/2006/relationships/image" Target="../media/image5501.png"/><Relationship Id="rId26" Type="http://schemas.openxmlformats.org/officeDocument/2006/relationships/customXml" Target="../ink/ink5277.xml"/><Relationship Id="rId231" Type="http://schemas.openxmlformats.org/officeDocument/2006/relationships/customXml" Target="../ink/ink5380.xml"/><Relationship Id="rId273" Type="http://schemas.openxmlformats.org/officeDocument/2006/relationships/image" Target="../media/image5219.png"/><Relationship Id="rId329" Type="http://schemas.openxmlformats.org/officeDocument/2006/relationships/image" Target="../media/image5246.png"/><Relationship Id="rId480" Type="http://schemas.openxmlformats.org/officeDocument/2006/relationships/customXml" Target="../ink/ink5507.xml"/><Relationship Id="rId536" Type="http://schemas.openxmlformats.org/officeDocument/2006/relationships/customXml" Target="../ink/ink5535.xml"/><Relationship Id="rId701" Type="http://schemas.openxmlformats.org/officeDocument/2006/relationships/image" Target="../media/image5431.png"/><Relationship Id="rId68" Type="http://schemas.openxmlformats.org/officeDocument/2006/relationships/customXml" Target="../ink/ink5298.xml"/><Relationship Id="rId133" Type="http://schemas.openxmlformats.org/officeDocument/2006/relationships/image" Target="../media/image5150.png"/><Relationship Id="rId175" Type="http://schemas.openxmlformats.org/officeDocument/2006/relationships/customXml" Target="../ink/ink5352.xml"/><Relationship Id="rId340" Type="http://schemas.openxmlformats.org/officeDocument/2006/relationships/customXml" Target="../ink/ink5436.xml"/><Relationship Id="rId578" Type="http://schemas.openxmlformats.org/officeDocument/2006/relationships/customXml" Target="../ink/ink5556.xml"/><Relationship Id="rId743" Type="http://schemas.openxmlformats.org/officeDocument/2006/relationships/image" Target="../media/image5452.png"/><Relationship Id="rId785" Type="http://schemas.openxmlformats.org/officeDocument/2006/relationships/image" Target="../media/image5473.png"/><Relationship Id="rId200" Type="http://schemas.openxmlformats.org/officeDocument/2006/relationships/image" Target="../media/image5183.png"/><Relationship Id="rId382" Type="http://schemas.openxmlformats.org/officeDocument/2006/relationships/image" Target="../media/image5272.png"/><Relationship Id="rId438" Type="http://schemas.openxmlformats.org/officeDocument/2006/relationships/image" Target="../media/image5300.png"/><Relationship Id="rId603" Type="http://schemas.openxmlformats.org/officeDocument/2006/relationships/image" Target="../media/image5382.png"/><Relationship Id="rId645" Type="http://schemas.openxmlformats.org/officeDocument/2006/relationships/image" Target="../media/image5403.png"/><Relationship Id="rId687" Type="http://schemas.openxmlformats.org/officeDocument/2006/relationships/image" Target="../media/image5424.png"/><Relationship Id="rId810" Type="http://schemas.openxmlformats.org/officeDocument/2006/relationships/customXml" Target="../ink/ink5672.xml"/><Relationship Id="rId852" Type="http://schemas.openxmlformats.org/officeDocument/2006/relationships/customXml" Target="../ink/ink5693.xml"/><Relationship Id="rId242" Type="http://schemas.openxmlformats.org/officeDocument/2006/relationships/image" Target="../media/image5204.png"/><Relationship Id="rId284" Type="http://schemas.openxmlformats.org/officeDocument/2006/relationships/image" Target="../media/image5224.png"/><Relationship Id="rId491" Type="http://schemas.openxmlformats.org/officeDocument/2006/relationships/image" Target="../media/image5326.png"/><Relationship Id="rId505" Type="http://schemas.openxmlformats.org/officeDocument/2006/relationships/image" Target="../media/image5333.png"/><Relationship Id="rId712" Type="http://schemas.openxmlformats.org/officeDocument/2006/relationships/customXml" Target="../ink/ink5623.xml"/><Relationship Id="rId37" Type="http://schemas.openxmlformats.org/officeDocument/2006/relationships/image" Target="../media/image5103.png"/><Relationship Id="rId79" Type="http://schemas.openxmlformats.org/officeDocument/2006/relationships/image" Target="../media/image5124.png"/><Relationship Id="rId102" Type="http://schemas.openxmlformats.org/officeDocument/2006/relationships/customXml" Target="../ink/ink5315.xml"/><Relationship Id="rId144" Type="http://schemas.openxmlformats.org/officeDocument/2006/relationships/customXml" Target="../ink/ink5336.xml"/><Relationship Id="rId547" Type="http://schemas.openxmlformats.org/officeDocument/2006/relationships/image" Target="../media/image5354.png"/><Relationship Id="rId589" Type="http://schemas.openxmlformats.org/officeDocument/2006/relationships/image" Target="../media/image5375.png"/><Relationship Id="rId754" Type="http://schemas.openxmlformats.org/officeDocument/2006/relationships/customXml" Target="../ink/ink5644.xml"/><Relationship Id="rId796" Type="http://schemas.openxmlformats.org/officeDocument/2006/relationships/customXml" Target="../ink/ink5665.xml"/><Relationship Id="rId90" Type="http://schemas.openxmlformats.org/officeDocument/2006/relationships/customXml" Target="../ink/ink5309.xml"/><Relationship Id="rId186" Type="http://schemas.openxmlformats.org/officeDocument/2006/relationships/image" Target="../media/image5176.png"/><Relationship Id="rId351" Type="http://schemas.openxmlformats.org/officeDocument/2006/relationships/customXml" Target="../ink/ink5442.xml"/><Relationship Id="rId393" Type="http://schemas.openxmlformats.org/officeDocument/2006/relationships/customXml" Target="../ink/ink5463.xml"/><Relationship Id="rId407" Type="http://schemas.openxmlformats.org/officeDocument/2006/relationships/customXml" Target="../ink/ink5470.xml"/><Relationship Id="rId449" Type="http://schemas.openxmlformats.org/officeDocument/2006/relationships/customXml" Target="../ink/ink5491.xml"/><Relationship Id="rId614" Type="http://schemas.openxmlformats.org/officeDocument/2006/relationships/customXml" Target="../ink/ink5574.xml"/><Relationship Id="rId656" Type="http://schemas.openxmlformats.org/officeDocument/2006/relationships/customXml" Target="../ink/ink5595.xml"/><Relationship Id="rId821" Type="http://schemas.openxmlformats.org/officeDocument/2006/relationships/image" Target="../media/image5491.png"/><Relationship Id="rId863" Type="http://schemas.openxmlformats.org/officeDocument/2006/relationships/image" Target="../media/image5512.png"/><Relationship Id="rId211" Type="http://schemas.openxmlformats.org/officeDocument/2006/relationships/customXml" Target="../ink/ink5370.xml"/><Relationship Id="rId253" Type="http://schemas.openxmlformats.org/officeDocument/2006/relationships/customXml" Target="../ink/ink5391.xml"/><Relationship Id="rId295" Type="http://schemas.openxmlformats.org/officeDocument/2006/relationships/customXml" Target="../ink/ink5413.xml"/><Relationship Id="rId309" Type="http://schemas.openxmlformats.org/officeDocument/2006/relationships/image" Target="../media/image5236.png"/><Relationship Id="rId460" Type="http://schemas.openxmlformats.org/officeDocument/2006/relationships/customXml" Target="../ink/ink5497.xml"/><Relationship Id="rId516" Type="http://schemas.openxmlformats.org/officeDocument/2006/relationships/customXml" Target="../ink/ink5525.xml"/><Relationship Id="rId698" Type="http://schemas.openxmlformats.org/officeDocument/2006/relationships/customXml" Target="../ink/ink5616.xml"/><Relationship Id="rId48" Type="http://schemas.openxmlformats.org/officeDocument/2006/relationships/customXml" Target="../ink/ink5288.xml"/><Relationship Id="rId113" Type="http://schemas.openxmlformats.org/officeDocument/2006/relationships/image" Target="../media/image5141.png"/><Relationship Id="rId320" Type="http://schemas.openxmlformats.org/officeDocument/2006/relationships/customXml" Target="../ink/ink5426.xml"/><Relationship Id="rId558" Type="http://schemas.openxmlformats.org/officeDocument/2006/relationships/customXml" Target="../ink/ink5546.xml"/><Relationship Id="rId723" Type="http://schemas.openxmlformats.org/officeDocument/2006/relationships/image" Target="../media/image5442.png"/><Relationship Id="rId765" Type="http://schemas.openxmlformats.org/officeDocument/2006/relationships/image" Target="../media/image5463.png"/><Relationship Id="rId155" Type="http://schemas.openxmlformats.org/officeDocument/2006/relationships/image" Target="../media/image5161.png"/><Relationship Id="rId197" Type="http://schemas.openxmlformats.org/officeDocument/2006/relationships/customXml" Target="../ink/ink5363.xml"/><Relationship Id="rId362" Type="http://schemas.openxmlformats.org/officeDocument/2006/relationships/image" Target="../media/image5262.png"/><Relationship Id="rId418" Type="http://schemas.openxmlformats.org/officeDocument/2006/relationships/image" Target="../media/image5290.png"/><Relationship Id="rId625" Type="http://schemas.openxmlformats.org/officeDocument/2006/relationships/image" Target="../media/image5393.png"/><Relationship Id="rId832" Type="http://schemas.openxmlformats.org/officeDocument/2006/relationships/customXml" Target="../ink/ink5683.xml"/><Relationship Id="rId222" Type="http://schemas.openxmlformats.org/officeDocument/2006/relationships/image" Target="../media/image5194.png"/><Relationship Id="rId264" Type="http://schemas.openxmlformats.org/officeDocument/2006/relationships/customXml" Target="../ink/ink5397.xml"/><Relationship Id="rId471" Type="http://schemas.openxmlformats.org/officeDocument/2006/relationships/image" Target="../media/image5316.png"/><Relationship Id="rId667" Type="http://schemas.openxmlformats.org/officeDocument/2006/relationships/image" Target="../media/image5414.png"/><Relationship Id="rId17" Type="http://schemas.openxmlformats.org/officeDocument/2006/relationships/image" Target="../media/image5093.png"/><Relationship Id="rId59" Type="http://schemas.openxmlformats.org/officeDocument/2006/relationships/image" Target="../media/image5114.png"/><Relationship Id="rId124" Type="http://schemas.openxmlformats.org/officeDocument/2006/relationships/customXml" Target="../ink/ink5326.xml"/><Relationship Id="rId527" Type="http://schemas.openxmlformats.org/officeDocument/2006/relationships/image" Target="../media/image5344.png"/><Relationship Id="rId569" Type="http://schemas.openxmlformats.org/officeDocument/2006/relationships/image" Target="../media/image5365.png"/><Relationship Id="rId734" Type="http://schemas.openxmlformats.org/officeDocument/2006/relationships/customXml" Target="../ink/ink5634.xml"/><Relationship Id="rId776" Type="http://schemas.openxmlformats.org/officeDocument/2006/relationships/customXml" Target="../ink/ink5655.xml"/><Relationship Id="rId70" Type="http://schemas.openxmlformats.org/officeDocument/2006/relationships/customXml" Target="../ink/ink5299.xml"/><Relationship Id="rId166" Type="http://schemas.openxmlformats.org/officeDocument/2006/relationships/customXml" Target="../ink/ink5347.xml"/><Relationship Id="rId331" Type="http://schemas.openxmlformats.org/officeDocument/2006/relationships/image" Target="../media/image5247.png"/><Relationship Id="rId373" Type="http://schemas.openxmlformats.org/officeDocument/2006/relationships/customXml" Target="../ink/ink5453.xml"/><Relationship Id="rId429" Type="http://schemas.openxmlformats.org/officeDocument/2006/relationships/customXml" Target="../ink/ink5481.xml"/><Relationship Id="rId580" Type="http://schemas.openxmlformats.org/officeDocument/2006/relationships/customXml" Target="../ink/ink5557.xml"/><Relationship Id="rId636" Type="http://schemas.openxmlformats.org/officeDocument/2006/relationships/customXml" Target="../ink/ink5585.xml"/><Relationship Id="rId801" Type="http://schemas.openxmlformats.org/officeDocument/2006/relationships/image" Target="../media/image5481.png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5381.xml"/><Relationship Id="rId440" Type="http://schemas.openxmlformats.org/officeDocument/2006/relationships/image" Target="../media/image5301.png"/><Relationship Id="rId678" Type="http://schemas.openxmlformats.org/officeDocument/2006/relationships/customXml" Target="../ink/ink5606.xml"/><Relationship Id="rId843" Type="http://schemas.openxmlformats.org/officeDocument/2006/relationships/image" Target="../media/image5502.png"/><Relationship Id="rId28" Type="http://schemas.openxmlformats.org/officeDocument/2006/relationships/customXml" Target="../ink/ink5278.xml"/><Relationship Id="rId275" Type="http://schemas.openxmlformats.org/officeDocument/2006/relationships/image" Target="../media/image5220.png"/><Relationship Id="rId300" Type="http://schemas.openxmlformats.org/officeDocument/2006/relationships/image" Target="../media/image5232.png"/><Relationship Id="rId482" Type="http://schemas.openxmlformats.org/officeDocument/2006/relationships/customXml" Target="../ink/ink5508.xml"/><Relationship Id="rId538" Type="http://schemas.openxmlformats.org/officeDocument/2006/relationships/customXml" Target="../ink/ink5536.xml"/><Relationship Id="rId703" Type="http://schemas.openxmlformats.org/officeDocument/2006/relationships/image" Target="../media/image5432.png"/><Relationship Id="rId745" Type="http://schemas.openxmlformats.org/officeDocument/2006/relationships/image" Target="../media/image5453.png"/><Relationship Id="rId81" Type="http://schemas.openxmlformats.org/officeDocument/2006/relationships/image" Target="../media/image5125.png"/><Relationship Id="rId135" Type="http://schemas.openxmlformats.org/officeDocument/2006/relationships/image" Target="../media/image5151.png"/><Relationship Id="rId177" Type="http://schemas.openxmlformats.org/officeDocument/2006/relationships/customXml" Target="../ink/ink5353.xml"/><Relationship Id="rId342" Type="http://schemas.openxmlformats.org/officeDocument/2006/relationships/customXml" Target="../ink/ink5437.xml"/><Relationship Id="rId384" Type="http://schemas.openxmlformats.org/officeDocument/2006/relationships/image" Target="../media/image5273.png"/><Relationship Id="rId591" Type="http://schemas.openxmlformats.org/officeDocument/2006/relationships/image" Target="../media/image5376.png"/><Relationship Id="rId605" Type="http://schemas.openxmlformats.org/officeDocument/2006/relationships/image" Target="../media/image5383.png"/><Relationship Id="rId787" Type="http://schemas.openxmlformats.org/officeDocument/2006/relationships/image" Target="../media/image5474.png"/><Relationship Id="rId812" Type="http://schemas.openxmlformats.org/officeDocument/2006/relationships/customXml" Target="../ink/ink5673.xml"/><Relationship Id="rId202" Type="http://schemas.openxmlformats.org/officeDocument/2006/relationships/image" Target="../media/image5184.png"/><Relationship Id="rId244" Type="http://schemas.openxmlformats.org/officeDocument/2006/relationships/image" Target="../media/image5205.png"/><Relationship Id="rId647" Type="http://schemas.openxmlformats.org/officeDocument/2006/relationships/image" Target="../media/image5404.png"/><Relationship Id="rId689" Type="http://schemas.openxmlformats.org/officeDocument/2006/relationships/image" Target="../media/image5425.png"/><Relationship Id="rId854" Type="http://schemas.openxmlformats.org/officeDocument/2006/relationships/customXml" Target="../ink/ink5694.xml"/><Relationship Id="rId39" Type="http://schemas.openxmlformats.org/officeDocument/2006/relationships/image" Target="../media/image5104.png"/><Relationship Id="rId286" Type="http://schemas.openxmlformats.org/officeDocument/2006/relationships/image" Target="../media/image5225.png"/><Relationship Id="rId451" Type="http://schemas.openxmlformats.org/officeDocument/2006/relationships/customXml" Target="../ink/ink5492.xml"/><Relationship Id="rId493" Type="http://schemas.openxmlformats.org/officeDocument/2006/relationships/image" Target="../media/image5327.png"/><Relationship Id="rId507" Type="http://schemas.openxmlformats.org/officeDocument/2006/relationships/image" Target="../media/image5334.png"/><Relationship Id="rId549" Type="http://schemas.openxmlformats.org/officeDocument/2006/relationships/image" Target="../media/image5355.png"/><Relationship Id="rId714" Type="http://schemas.openxmlformats.org/officeDocument/2006/relationships/customXml" Target="../ink/ink5624.xml"/><Relationship Id="rId756" Type="http://schemas.openxmlformats.org/officeDocument/2006/relationships/customXml" Target="../ink/ink5645.xml"/><Relationship Id="rId50" Type="http://schemas.openxmlformats.org/officeDocument/2006/relationships/customXml" Target="../ink/ink5289.xml"/><Relationship Id="rId104" Type="http://schemas.openxmlformats.org/officeDocument/2006/relationships/customXml" Target="../ink/ink5316.xml"/><Relationship Id="rId146" Type="http://schemas.openxmlformats.org/officeDocument/2006/relationships/customXml" Target="../ink/ink5337.xml"/><Relationship Id="rId188" Type="http://schemas.openxmlformats.org/officeDocument/2006/relationships/image" Target="../media/image5177.png"/><Relationship Id="rId311" Type="http://schemas.openxmlformats.org/officeDocument/2006/relationships/image" Target="../media/image5237.png"/><Relationship Id="rId353" Type="http://schemas.openxmlformats.org/officeDocument/2006/relationships/customXml" Target="../ink/ink5443.xml"/><Relationship Id="rId395" Type="http://schemas.openxmlformats.org/officeDocument/2006/relationships/customXml" Target="../ink/ink5464.xml"/><Relationship Id="rId409" Type="http://schemas.openxmlformats.org/officeDocument/2006/relationships/customXml" Target="../ink/ink5471.xml"/><Relationship Id="rId560" Type="http://schemas.openxmlformats.org/officeDocument/2006/relationships/customXml" Target="../ink/ink5547.xml"/><Relationship Id="rId798" Type="http://schemas.openxmlformats.org/officeDocument/2006/relationships/customXml" Target="../ink/ink5666.xml"/><Relationship Id="rId92" Type="http://schemas.openxmlformats.org/officeDocument/2006/relationships/customXml" Target="../ink/ink5310.xml"/><Relationship Id="rId213" Type="http://schemas.openxmlformats.org/officeDocument/2006/relationships/customXml" Target="../ink/ink5371.xml"/><Relationship Id="rId420" Type="http://schemas.openxmlformats.org/officeDocument/2006/relationships/image" Target="../media/image5291.png"/><Relationship Id="rId616" Type="http://schemas.openxmlformats.org/officeDocument/2006/relationships/customXml" Target="../ink/ink5575.xml"/><Relationship Id="rId658" Type="http://schemas.openxmlformats.org/officeDocument/2006/relationships/customXml" Target="../ink/ink5596.xml"/><Relationship Id="rId823" Type="http://schemas.openxmlformats.org/officeDocument/2006/relationships/image" Target="../media/image5492.png"/><Relationship Id="rId865" Type="http://schemas.openxmlformats.org/officeDocument/2006/relationships/image" Target="../media/image5513.png"/><Relationship Id="rId255" Type="http://schemas.openxmlformats.org/officeDocument/2006/relationships/customXml" Target="../ink/ink5392.xml"/><Relationship Id="rId297" Type="http://schemas.openxmlformats.org/officeDocument/2006/relationships/customXml" Target="../ink/ink5414.xml"/><Relationship Id="rId462" Type="http://schemas.openxmlformats.org/officeDocument/2006/relationships/customXml" Target="../ink/ink5498.xml"/><Relationship Id="rId518" Type="http://schemas.openxmlformats.org/officeDocument/2006/relationships/customXml" Target="../ink/ink5526.xml"/><Relationship Id="rId725" Type="http://schemas.openxmlformats.org/officeDocument/2006/relationships/image" Target="../media/image5443.png"/><Relationship Id="rId115" Type="http://schemas.openxmlformats.org/officeDocument/2006/relationships/image" Target="../media/image5142.png"/><Relationship Id="rId157" Type="http://schemas.openxmlformats.org/officeDocument/2006/relationships/image" Target="../media/image5162.png"/><Relationship Id="rId322" Type="http://schemas.openxmlformats.org/officeDocument/2006/relationships/customXml" Target="../ink/ink5427.xml"/><Relationship Id="rId364" Type="http://schemas.openxmlformats.org/officeDocument/2006/relationships/image" Target="../media/image5263.png"/><Relationship Id="rId767" Type="http://schemas.openxmlformats.org/officeDocument/2006/relationships/image" Target="../media/image5464.png"/><Relationship Id="rId61" Type="http://schemas.openxmlformats.org/officeDocument/2006/relationships/image" Target="../media/image5115.png"/><Relationship Id="rId199" Type="http://schemas.openxmlformats.org/officeDocument/2006/relationships/customXml" Target="../ink/ink5364.xml"/><Relationship Id="rId571" Type="http://schemas.openxmlformats.org/officeDocument/2006/relationships/image" Target="../media/image5366.png"/><Relationship Id="rId627" Type="http://schemas.openxmlformats.org/officeDocument/2006/relationships/image" Target="../media/image5394.png"/><Relationship Id="rId669" Type="http://schemas.openxmlformats.org/officeDocument/2006/relationships/image" Target="../media/image5415.png"/><Relationship Id="rId834" Type="http://schemas.openxmlformats.org/officeDocument/2006/relationships/customXml" Target="../ink/ink5684.xml"/><Relationship Id="rId19" Type="http://schemas.openxmlformats.org/officeDocument/2006/relationships/image" Target="../media/image5094.png"/><Relationship Id="rId224" Type="http://schemas.openxmlformats.org/officeDocument/2006/relationships/image" Target="../media/image5195.png"/><Relationship Id="rId266" Type="http://schemas.openxmlformats.org/officeDocument/2006/relationships/customXml" Target="../ink/ink5398.xml"/><Relationship Id="rId431" Type="http://schemas.openxmlformats.org/officeDocument/2006/relationships/customXml" Target="../ink/ink5482.xml"/><Relationship Id="rId473" Type="http://schemas.openxmlformats.org/officeDocument/2006/relationships/image" Target="../media/image5317.png"/><Relationship Id="rId529" Type="http://schemas.openxmlformats.org/officeDocument/2006/relationships/image" Target="../media/image5345.png"/><Relationship Id="rId680" Type="http://schemas.openxmlformats.org/officeDocument/2006/relationships/customXml" Target="../ink/ink5607.xml"/><Relationship Id="rId736" Type="http://schemas.openxmlformats.org/officeDocument/2006/relationships/customXml" Target="../ink/ink5635.xml"/><Relationship Id="rId30" Type="http://schemas.openxmlformats.org/officeDocument/2006/relationships/customXml" Target="../ink/ink5279.xml"/><Relationship Id="rId126" Type="http://schemas.openxmlformats.org/officeDocument/2006/relationships/customXml" Target="../ink/ink5327.xml"/><Relationship Id="rId168" Type="http://schemas.openxmlformats.org/officeDocument/2006/relationships/customXml" Target="../ink/ink5348.xml"/><Relationship Id="rId333" Type="http://schemas.openxmlformats.org/officeDocument/2006/relationships/image" Target="../media/image5248.png"/><Relationship Id="rId540" Type="http://schemas.openxmlformats.org/officeDocument/2006/relationships/customXml" Target="../ink/ink5537.xml"/><Relationship Id="rId778" Type="http://schemas.openxmlformats.org/officeDocument/2006/relationships/customXml" Target="../ink/ink5656.xml"/><Relationship Id="rId72" Type="http://schemas.openxmlformats.org/officeDocument/2006/relationships/customXml" Target="../ink/ink5300.xml"/><Relationship Id="rId375" Type="http://schemas.openxmlformats.org/officeDocument/2006/relationships/customXml" Target="../ink/ink5454.xml"/><Relationship Id="rId582" Type="http://schemas.openxmlformats.org/officeDocument/2006/relationships/customXml" Target="../ink/ink5558.xml"/><Relationship Id="rId638" Type="http://schemas.openxmlformats.org/officeDocument/2006/relationships/customXml" Target="../ink/ink5586.xml"/><Relationship Id="rId803" Type="http://schemas.openxmlformats.org/officeDocument/2006/relationships/image" Target="../media/image5482.png"/><Relationship Id="rId845" Type="http://schemas.openxmlformats.org/officeDocument/2006/relationships/image" Target="../media/image5503.png"/><Relationship Id="rId3" Type="http://schemas.openxmlformats.org/officeDocument/2006/relationships/image" Target="../media/image5086.png"/><Relationship Id="rId235" Type="http://schemas.openxmlformats.org/officeDocument/2006/relationships/customXml" Target="../ink/ink5382.xml"/><Relationship Id="rId277" Type="http://schemas.openxmlformats.org/officeDocument/2006/relationships/image" Target="../media/image5221.png"/><Relationship Id="rId400" Type="http://schemas.openxmlformats.org/officeDocument/2006/relationships/image" Target="../media/image5281.png"/><Relationship Id="rId442" Type="http://schemas.openxmlformats.org/officeDocument/2006/relationships/image" Target="../media/image5302.png"/><Relationship Id="rId484" Type="http://schemas.openxmlformats.org/officeDocument/2006/relationships/customXml" Target="../ink/ink5509.xml"/><Relationship Id="rId705" Type="http://schemas.openxmlformats.org/officeDocument/2006/relationships/image" Target="../media/image5433.png"/><Relationship Id="rId137" Type="http://schemas.openxmlformats.org/officeDocument/2006/relationships/image" Target="../media/image5152.png"/><Relationship Id="rId302" Type="http://schemas.openxmlformats.org/officeDocument/2006/relationships/image" Target="../media/image5233.png"/><Relationship Id="rId344" Type="http://schemas.openxmlformats.org/officeDocument/2006/relationships/customXml" Target="../ink/ink5438.xml"/><Relationship Id="rId691" Type="http://schemas.openxmlformats.org/officeDocument/2006/relationships/image" Target="../media/image5426.png"/><Relationship Id="rId747" Type="http://schemas.openxmlformats.org/officeDocument/2006/relationships/image" Target="../media/image5454.png"/><Relationship Id="rId789" Type="http://schemas.openxmlformats.org/officeDocument/2006/relationships/image" Target="../media/image5475.png"/><Relationship Id="rId41" Type="http://schemas.openxmlformats.org/officeDocument/2006/relationships/image" Target="../media/image5105.png"/><Relationship Id="rId83" Type="http://schemas.openxmlformats.org/officeDocument/2006/relationships/image" Target="../media/image5126.png"/><Relationship Id="rId179" Type="http://schemas.openxmlformats.org/officeDocument/2006/relationships/customXml" Target="../ink/ink5354.xml"/><Relationship Id="rId386" Type="http://schemas.openxmlformats.org/officeDocument/2006/relationships/image" Target="../media/image5274.png"/><Relationship Id="rId551" Type="http://schemas.openxmlformats.org/officeDocument/2006/relationships/image" Target="../media/image5356.png"/><Relationship Id="rId593" Type="http://schemas.openxmlformats.org/officeDocument/2006/relationships/image" Target="../media/image5377.png"/><Relationship Id="rId607" Type="http://schemas.openxmlformats.org/officeDocument/2006/relationships/image" Target="../media/image5384.png"/><Relationship Id="rId649" Type="http://schemas.openxmlformats.org/officeDocument/2006/relationships/image" Target="../media/image5405.png"/><Relationship Id="rId814" Type="http://schemas.openxmlformats.org/officeDocument/2006/relationships/customXml" Target="../ink/ink5674.xml"/><Relationship Id="rId856" Type="http://schemas.openxmlformats.org/officeDocument/2006/relationships/customXml" Target="../ink/ink5695.xml"/><Relationship Id="rId190" Type="http://schemas.openxmlformats.org/officeDocument/2006/relationships/image" Target="../media/image5178.png"/><Relationship Id="rId204" Type="http://schemas.openxmlformats.org/officeDocument/2006/relationships/image" Target="../media/image5185.png"/><Relationship Id="rId246" Type="http://schemas.openxmlformats.org/officeDocument/2006/relationships/image" Target="../media/image5206.png"/><Relationship Id="rId288" Type="http://schemas.openxmlformats.org/officeDocument/2006/relationships/image" Target="../media/image5226.png"/><Relationship Id="rId411" Type="http://schemas.openxmlformats.org/officeDocument/2006/relationships/customXml" Target="../ink/ink5472.xml"/><Relationship Id="rId453" Type="http://schemas.openxmlformats.org/officeDocument/2006/relationships/customXml" Target="../ink/ink5493.xml"/><Relationship Id="rId509" Type="http://schemas.openxmlformats.org/officeDocument/2006/relationships/image" Target="../media/image5335.png"/><Relationship Id="rId660" Type="http://schemas.openxmlformats.org/officeDocument/2006/relationships/customXml" Target="../ink/ink5597.xml"/><Relationship Id="rId106" Type="http://schemas.openxmlformats.org/officeDocument/2006/relationships/customXml" Target="../ink/ink5317.xml"/><Relationship Id="rId313" Type="http://schemas.openxmlformats.org/officeDocument/2006/relationships/image" Target="../media/image5238.png"/><Relationship Id="rId495" Type="http://schemas.openxmlformats.org/officeDocument/2006/relationships/image" Target="../media/image5328.png"/><Relationship Id="rId716" Type="http://schemas.openxmlformats.org/officeDocument/2006/relationships/customXml" Target="../ink/ink5625.xml"/><Relationship Id="rId758" Type="http://schemas.openxmlformats.org/officeDocument/2006/relationships/customXml" Target="../ink/ink5646.xml"/><Relationship Id="rId10" Type="http://schemas.openxmlformats.org/officeDocument/2006/relationships/customXml" Target="../ink/ink5269.xml"/><Relationship Id="rId52" Type="http://schemas.openxmlformats.org/officeDocument/2006/relationships/customXml" Target="../ink/ink5290.xml"/><Relationship Id="rId94" Type="http://schemas.openxmlformats.org/officeDocument/2006/relationships/customXml" Target="../ink/ink5311.xml"/><Relationship Id="rId148" Type="http://schemas.openxmlformats.org/officeDocument/2006/relationships/customXml" Target="../ink/ink5338.xml"/><Relationship Id="rId355" Type="http://schemas.openxmlformats.org/officeDocument/2006/relationships/customXml" Target="../ink/ink5444.xml"/><Relationship Id="rId397" Type="http://schemas.openxmlformats.org/officeDocument/2006/relationships/customXml" Target="../ink/ink5465.xml"/><Relationship Id="rId520" Type="http://schemas.openxmlformats.org/officeDocument/2006/relationships/customXml" Target="../ink/ink5527.xml"/><Relationship Id="rId562" Type="http://schemas.openxmlformats.org/officeDocument/2006/relationships/customXml" Target="../ink/ink5548.xml"/><Relationship Id="rId618" Type="http://schemas.openxmlformats.org/officeDocument/2006/relationships/customXml" Target="../ink/ink5576.xml"/><Relationship Id="rId825" Type="http://schemas.openxmlformats.org/officeDocument/2006/relationships/image" Target="../media/image5493.png"/><Relationship Id="rId215" Type="http://schemas.openxmlformats.org/officeDocument/2006/relationships/customXml" Target="../ink/ink5372.xml"/><Relationship Id="rId257" Type="http://schemas.openxmlformats.org/officeDocument/2006/relationships/customXml" Target="../ink/ink5393.xml"/><Relationship Id="rId422" Type="http://schemas.openxmlformats.org/officeDocument/2006/relationships/image" Target="../media/image5292.png"/><Relationship Id="rId464" Type="http://schemas.openxmlformats.org/officeDocument/2006/relationships/customXml" Target="../ink/ink5499.xml"/><Relationship Id="rId867" Type="http://schemas.openxmlformats.org/officeDocument/2006/relationships/image" Target="../media/image5514.png"/><Relationship Id="rId299" Type="http://schemas.openxmlformats.org/officeDocument/2006/relationships/customXml" Target="../ink/ink5415.xml"/><Relationship Id="rId727" Type="http://schemas.openxmlformats.org/officeDocument/2006/relationships/image" Target="../media/image5444.png"/><Relationship Id="rId63" Type="http://schemas.openxmlformats.org/officeDocument/2006/relationships/image" Target="../media/image5116.png"/><Relationship Id="rId159" Type="http://schemas.openxmlformats.org/officeDocument/2006/relationships/image" Target="../media/image5163.png"/><Relationship Id="rId366" Type="http://schemas.openxmlformats.org/officeDocument/2006/relationships/image" Target="../media/image5264.png"/><Relationship Id="rId573" Type="http://schemas.openxmlformats.org/officeDocument/2006/relationships/image" Target="../media/image5367.png"/><Relationship Id="rId780" Type="http://schemas.openxmlformats.org/officeDocument/2006/relationships/customXml" Target="../ink/ink5657.xml"/><Relationship Id="rId226" Type="http://schemas.openxmlformats.org/officeDocument/2006/relationships/image" Target="../media/image5196.png"/><Relationship Id="rId433" Type="http://schemas.openxmlformats.org/officeDocument/2006/relationships/customXml" Target="../ink/ink5483.xml"/><Relationship Id="rId640" Type="http://schemas.openxmlformats.org/officeDocument/2006/relationships/customXml" Target="../ink/ink5587.xml"/><Relationship Id="rId738" Type="http://schemas.openxmlformats.org/officeDocument/2006/relationships/customXml" Target="../ink/ink5636.xml"/><Relationship Id="rId74" Type="http://schemas.openxmlformats.org/officeDocument/2006/relationships/customXml" Target="../ink/ink5301.xml"/><Relationship Id="rId377" Type="http://schemas.openxmlformats.org/officeDocument/2006/relationships/customXml" Target="../ink/ink5455.xml"/><Relationship Id="rId500" Type="http://schemas.openxmlformats.org/officeDocument/2006/relationships/customXml" Target="../ink/ink5517.xml"/><Relationship Id="rId584" Type="http://schemas.openxmlformats.org/officeDocument/2006/relationships/customXml" Target="../ink/ink5559.xml"/><Relationship Id="rId805" Type="http://schemas.openxmlformats.org/officeDocument/2006/relationships/image" Target="../media/image5483.png"/><Relationship Id="rId5" Type="http://schemas.openxmlformats.org/officeDocument/2006/relationships/image" Target="../media/image5087.png"/><Relationship Id="rId237" Type="http://schemas.openxmlformats.org/officeDocument/2006/relationships/customXml" Target="../ink/ink5383.xml"/><Relationship Id="rId791" Type="http://schemas.openxmlformats.org/officeDocument/2006/relationships/image" Target="../media/image5476.png"/><Relationship Id="rId444" Type="http://schemas.openxmlformats.org/officeDocument/2006/relationships/image" Target="../media/image5303.png"/><Relationship Id="rId651" Type="http://schemas.openxmlformats.org/officeDocument/2006/relationships/image" Target="../media/image5406.png"/><Relationship Id="rId749" Type="http://schemas.openxmlformats.org/officeDocument/2006/relationships/image" Target="../media/image5455.png"/><Relationship Id="rId290" Type="http://schemas.openxmlformats.org/officeDocument/2006/relationships/image" Target="../media/image5227.png"/><Relationship Id="rId304" Type="http://schemas.openxmlformats.org/officeDocument/2006/relationships/image" Target="../media/image5234.png"/><Relationship Id="rId388" Type="http://schemas.openxmlformats.org/officeDocument/2006/relationships/image" Target="../media/image5275.png"/><Relationship Id="rId511" Type="http://schemas.openxmlformats.org/officeDocument/2006/relationships/image" Target="../media/image5336.png"/><Relationship Id="rId609" Type="http://schemas.openxmlformats.org/officeDocument/2006/relationships/image" Target="../media/image5385.png"/><Relationship Id="rId85" Type="http://schemas.openxmlformats.org/officeDocument/2006/relationships/image" Target="../media/image5127.png"/><Relationship Id="rId150" Type="http://schemas.openxmlformats.org/officeDocument/2006/relationships/customXml" Target="../ink/ink5339.xml"/><Relationship Id="rId595" Type="http://schemas.openxmlformats.org/officeDocument/2006/relationships/image" Target="../media/image5378.png"/><Relationship Id="rId816" Type="http://schemas.openxmlformats.org/officeDocument/2006/relationships/customXml" Target="../ink/ink5675.xml"/><Relationship Id="rId248" Type="http://schemas.openxmlformats.org/officeDocument/2006/relationships/image" Target="../media/image5207.png"/><Relationship Id="rId455" Type="http://schemas.openxmlformats.org/officeDocument/2006/relationships/image" Target="../media/image5308.png"/><Relationship Id="rId662" Type="http://schemas.openxmlformats.org/officeDocument/2006/relationships/customXml" Target="../ink/ink5598.xml"/><Relationship Id="rId12" Type="http://schemas.openxmlformats.org/officeDocument/2006/relationships/customXml" Target="../ink/ink5270.xml"/><Relationship Id="rId108" Type="http://schemas.openxmlformats.org/officeDocument/2006/relationships/customXml" Target="../ink/ink5318.xml"/><Relationship Id="rId315" Type="http://schemas.openxmlformats.org/officeDocument/2006/relationships/image" Target="../media/image5239.png"/><Relationship Id="rId522" Type="http://schemas.openxmlformats.org/officeDocument/2006/relationships/customXml" Target="../ink/ink5528.xml"/><Relationship Id="rId96" Type="http://schemas.openxmlformats.org/officeDocument/2006/relationships/customXml" Target="../ink/ink5312.xml"/><Relationship Id="rId161" Type="http://schemas.openxmlformats.org/officeDocument/2006/relationships/image" Target="../media/image5164.png"/><Relationship Id="rId399" Type="http://schemas.openxmlformats.org/officeDocument/2006/relationships/customXml" Target="../ink/ink5466.xml"/><Relationship Id="rId827" Type="http://schemas.openxmlformats.org/officeDocument/2006/relationships/image" Target="../media/image5494.png"/><Relationship Id="rId259" Type="http://schemas.openxmlformats.org/officeDocument/2006/relationships/customXml" Target="../ink/ink5394.xml"/><Relationship Id="rId466" Type="http://schemas.openxmlformats.org/officeDocument/2006/relationships/customXml" Target="../ink/ink5500.xml"/><Relationship Id="rId673" Type="http://schemas.openxmlformats.org/officeDocument/2006/relationships/image" Target="../media/image5417.png"/><Relationship Id="rId23" Type="http://schemas.openxmlformats.org/officeDocument/2006/relationships/image" Target="../media/image5096.png"/><Relationship Id="rId119" Type="http://schemas.openxmlformats.org/officeDocument/2006/relationships/image" Target="../media/image3488.png"/><Relationship Id="rId326" Type="http://schemas.openxmlformats.org/officeDocument/2006/relationships/customXml" Target="../ink/ink5429.xml"/><Relationship Id="rId533" Type="http://schemas.openxmlformats.org/officeDocument/2006/relationships/image" Target="../media/image5347.png"/><Relationship Id="rId740" Type="http://schemas.openxmlformats.org/officeDocument/2006/relationships/customXml" Target="../ink/ink5637.xml"/><Relationship Id="rId838" Type="http://schemas.openxmlformats.org/officeDocument/2006/relationships/customXml" Target="../ink/ink5686.xml"/><Relationship Id="rId172" Type="http://schemas.openxmlformats.org/officeDocument/2006/relationships/image" Target="../media/image5169.png"/><Relationship Id="rId477" Type="http://schemas.openxmlformats.org/officeDocument/2006/relationships/image" Target="../media/image5319.png"/><Relationship Id="rId600" Type="http://schemas.openxmlformats.org/officeDocument/2006/relationships/customXml" Target="../ink/ink5567.xml"/><Relationship Id="rId684" Type="http://schemas.openxmlformats.org/officeDocument/2006/relationships/customXml" Target="../ink/ink5609.xml"/><Relationship Id="rId337" Type="http://schemas.openxmlformats.org/officeDocument/2006/relationships/image" Target="../media/image5250.png"/><Relationship Id="rId34" Type="http://schemas.openxmlformats.org/officeDocument/2006/relationships/customXml" Target="../ink/ink5281.xml"/><Relationship Id="rId544" Type="http://schemas.openxmlformats.org/officeDocument/2006/relationships/customXml" Target="../ink/ink5539.xml"/><Relationship Id="rId751" Type="http://schemas.openxmlformats.org/officeDocument/2006/relationships/image" Target="../media/image5456.png"/><Relationship Id="rId849" Type="http://schemas.openxmlformats.org/officeDocument/2006/relationships/image" Target="../media/image5505.png"/><Relationship Id="rId183" Type="http://schemas.openxmlformats.org/officeDocument/2006/relationships/customXml" Target="../ink/ink5356.xml"/><Relationship Id="rId390" Type="http://schemas.openxmlformats.org/officeDocument/2006/relationships/image" Target="../media/image5276.png"/><Relationship Id="rId404" Type="http://schemas.openxmlformats.org/officeDocument/2006/relationships/image" Target="../media/image5283.png"/><Relationship Id="rId611" Type="http://schemas.openxmlformats.org/officeDocument/2006/relationships/image" Target="../media/image5386.png"/><Relationship Id="rId250" Type="http://schemas.openxmlformats.org/officeDocument/2006/relationships/image" Target="../media/image5208.png"/><Relationship Id="rId488" Type="http://schemas.openxmlformats.org/officeDocument/2006/relationships/customXml" Target="../ink/ink5511.xml"/><Relationship Id="rId695" Type="http://schemas.openxmlformats.org/officeDocument/2006/relationships/image" Target="../media/image5428.png"/><Relationship Id="rId709" Type="http://schemas.openxmlformats.org/officeDocument/2006/relationships/image" Target="../media/image5435.png"/><Relationship Id="rId45" Type="http://schemas.openxmlformats.org/officeDocument/2006/relationships/image" Target="../media/image5107.png"/><Relationship Id="rId110" Type="http://schemas.openxmlformats.org/officeDocument/2006/relationships/customXml" Target="../ink/ink5319.xml"/><Relationship Id="rId348" Type="http://schemas.openxmlformats.org/officeDocument/2006/relationships/customXml" Target="../ink/ink5440.xml"/><Relationship Id="rId555" Type="http://schemas.openxmlformats.org/officeDocument/2006/relationships/image" Target="../media/image5358.png"/><Relationship Id="rId762" Type="http://schemas.openxmlformats.org/officeDocument/2006/relationships/customXml" Target="../ink/ink5648.xml"/><Relationship Id="rId194" Type="http://schemas.openxmlformats.org/officeDocument/2006/relationships/image" Target="../media/image5180.png"/><Relationship Id="rId208" Type="http://schemas.openxmlformats.org/officeDocument/2006/relationships/image" Target="../media/image5187.png"/><Relationship Id="rId415" Type="http://schemas.openxmlformats.org/officeDocument/2006/relationships/customXml" Target="../ink/ink5474.xml"/><Relationship Id="rId622" Type="http://schemas.openxmlformats.org/officeDocument/2006/relationships/customXml" Target="../ink/ink5578.xml"/><Relationship Id="rId261" Type="http://schemas.openxmlformats.org/officeDocument/2006/relationships/image" Target="../media/image5213.png"/><Relationship Id="rId499" Type="http://schemas.openxmlformats.org/officeDocument/2006/relationships/image" Target="../media/image5330.png"/><Relationship Id="rId56" Type="http://schemas.openxmlformats.org/officeDocument/2006/relationships/customXml" Target="../ink/ink5292.xml"/><Relationship Id="rId359" Type="http://schemas.openxmlformats.org/officeDocument/2006/relationships/customXml" Target="../ink/ink5446.xml"/><Relationship Id="rId566" Type="http://schemas.openxmlformats.org/officeDocument/2006/relationships/customXml" Target="../ink/ink5550.xml"/><Relationship Id="rId773" Type="http://schemas.openxmlformats.org/officeDocument/2006/relationships/image" Target="../media/image5467.png"/><Relationship Id="rId121" Type="http://schemas.openxmlformats.org/officeDocument/2006/relationships/image" Target="../media/image5144.png"/><Relationship Id="rId219" Type="http://schemas.openxmlformats.org/officeDocument/2006/relationships/customXml" Target="../ink/ink5374.xml"/><Relationship Id="rId426" Type="http://schemas.openxmlformats.org/officeDocument/2006/relationships/image" Target="../media/image5294.png"/><Relationship Id="rId633" Type="http://schemas.openxmlformats.org/officeDocument/2006/relationships/image" Target="../media/image5397.png"/><Relationship Id="rId840" Type="http://schemas.openxmlformats.org/officeDocument/2006/relationships/customXml" Target="../ink/ink5687.xml"/><Relationship Id="rId67" Type="http://schemas.openxmlformats.org/officeDocument/2006/relationships/image" Target="../media/image5118.png"/><Relationship Id="rId272" Type="http://schemas.openxmlformats.org/officeDocument/2006/relationships/customXml" Target="../ink/ink5401.xml"/><Relationship Id="rId577" Type="http://schemas.openxmlformats.org/officeDocument/2006/relationships/image" Target="../media/image5369.png"/><Relationship Id="rId700" Type="http://schemas.openxmlformats.org/officeDocument/2006/relationships/customXml" Target="../ink/ink5617.xml"/><Relationship Id="rId132" Type="http://schemas.openxmlformats.org/officeDocument/2006/relationships/customXml" Target="../ink/ink5330.xml"/><Relationship Id="rId784" Type="http://schemas.openxmlformats.org/officeDocument/2006/relationships/customXml" Target="../ink/ink5659.xml"/><Relationship Id="rId437" Type="http://schemas.openxmlformats.org/officeDocument/2006/relationships/customXml" Target="../ink/ink5485.xml"/><Relationship Id="rId644" Type="http://schemas.openxmlformats.org/officeDocument/2006/relationships/customXml" Target="../ink/ink5589.xml"/><Relationship Id="rId851" Type="http://schemas.openxmlformats.org/officeDocument/2006/relationships/image" Target="../media/image5506.png"/><Relationship Id="rId283" Type="http://schemas.openxmlformats.org/officeDocument/2006/relationships/customXml" Target="../ink/ink5407.xml"/><Relationship Id="rId490" Type="http://schemas.openxmlformats.org/officeDocument/2006/relationships/customXml" Target="../ink/ink5512.xml"/><Relationship Id="rId504" Type="http://schemas.openxmlformats.org/officeDocument/2006/relationships/customXml" Target="../ink/ink5519.xml"/><Relationship Id="rId711" Type="http://schemas.openxmlformats.org/officeDocument/2006/relationships/image" Target="../media/image5436.png"/><Relationship Id="rId78" Type="http://schemas.openxmlformats.org/officeDocument/2006/relationships/customXml" Target="../ink/ink5303.xml"/><Relationship Id="rId143" Type="http://schemas.openxmlformats.org/officeDocument/2006/relationships/image" Target="../media/image5155.png"/><Relationship Id="rId350" Type="http://schemas.openxmlformats.org/officeDocument/2006/relationships/image" Target="../media/image5256.png"/><Relationship Id="rId588" Type="http://schemas.openxmlformats.org/officeDocument/2006/relationships/customXml" Target="../ink/ink5561.xml"/><Relationship Id="rId795" Type="http://schemas.openxmlformats.org/officeDocument/2006/relationships/image" Target="../media/image5478.png"/><Relationship Id="rId809" Type="http://schemas.openxmlformats.org/officeDocument/2006/relationships/image" Target="../media/image5485.png"/><Relationship Id="rId9" Type="http://schemas.openxmlformats.org/officeDocument/2006/relationships/image" Target="../media/image5089.png"/><Relationship Id="rId210" Type="http://schemas.openxmlformats.org/officeDocument/2006/relationships/image" Target="../media/image5188.png"/><Relationship Id="rId448" Type="http://schemas.openxmlformats.org/officeDocument/2006/relationships/image" Target="../media/image5305.png"/><Relationship Id="rId655" Type="http://schemas.openxmlformats.org/officeDocument/2006/relationships/image" Target="../media/image5408.png"/><Relationship Id="rId862" Type="http://schemas.openxmlformats.org/officeDocument/2006/relationships/customXml" Target="../ink/ink5698.xml"/><Relationship Id="rId294" Type="http://schemas.openxmlformats.org/officeDocument/2006/relationships/image" Target="../media/image5229.png"/><Relationship Id="rId308" Type="http://schemas.openxmlformats.org/officeDocument/2006/relationships/customXml" Target="../ink/ink5420.xml"/><Relationship Id="rId515" Type="http://schemas.openxmlformats.org/officeDocument/2006/relationships/image" Target="../media/image5338.png"/><Relationship Id="rId722" Type="http://schemas.openxmlformats.org/officeDocument/2006/relationships/customXml" Target="../ink/ink5628.xml"/><Relationship Id="rId89" Type="http://schemas.openxmlformats.org/officeDocument/2006/relationships/image" Target="../media/image5129.png"/><Relationship Id="rId154" Type="http://schemas.openxmlformats.org/officeDocument/2006/relationships/customXml" Target="../ink/ink5341.xml"/><Relationship Id="rId361" Type="http://schemas.openxmlformats.org/officeDocument/2006/relationships/customXml" Target="../ink/ink5447.xml"/><Relationship Id="rId599" Type="http://schemas.openxmlformats.org/officeDocument/2006/relationships/image" Target="../media/image5380.png"/><Relationship Id="rId459" Type="http://schemas.openxmlformats.org/officeDocument/2006/relationships/image" Target="../media/image5310.png"/><Relationship Id="rId666" Type="http://schemas.openxmlformats.org/officeDocument/2006/relationships/customXml" Target="../ink/ink5600.xml"/><Relationship Id="rId16" Type="http://schemas.openxmlformats.org/officeDocument/2006/relationships/customXml" Target="../ink/ink5272.xml"/><Relationship Id="rId221" Type="http://schemas.openxmlformats.org/officeDocument/2006/relationships/customXml" Target="../ink/ink5375.xml"/><Relationship Id="rId319" Type="http://schemas.openxmlformats.org/officeDocument/2006/relationships/image" Target="../media/image5241.png"/><Relationship Id="rId526" Type="http://schemas.openxmlformats.org/officeDocument/2006/relationships/customXml" Target="../ink/ink5530.xml"/><Relationship Id="rId733" Type="http://schemas.openxmlformats.org/officeDocument/2006/relationships/image" Target="../media/image5447.png"/><Relationship Id="rId165" Type="http://schemas.openxmlformats.org/officeDocument/2006/relationships/image" Target="../media/image5166.png"/><Relationship Id="rId372" Type="http://schemas.openxmlformats.org/officeDocument/2006/relationships/image" Target="../media/image5267.png"/><Relationship Id="rId677" Type="http://schemas.openxmlformats.org/officeDocument/2006/relationships/image" Target="../media/image5419.png"/><Relationship Id="rId800" Type="http://schemas.openxmlformats.org/officeDocument/2006/relationships/customXml" Target="../ink/ink5667.xml"/><Relationship Id="rId232" Type="http://schemas.openxmlformats.org/officeDocument/2006/relationships/image" Target="../media/image5199.png"/><Relationship Id="rId27" Type="http://schemas.openxmlformats.org/officeDocument/2006/relationships/image" Target="../media/image5098.png"/><Relationship Id="rId537" Type="http://schemas.openxmlformats.org/officeDocument/2006/relationships/image" Target="../media/image5349.png"/><Relationship Id="rId744" Type="http://schemas.openxmlformats.org/officeDocument/2006/relationships/customXml" Target="../ink/ink5639.xml"/><Relationship Id="rId80" Type="http://schemas.openxmlformats.org/officeDocument/2006/relationships/customXml" Target="../ink/ink5304.xml"/><Relationship Id="rId176" Type="http://schemas.openxmlformats.org/officeDocument/2006/relationships/image" Target="../media/image5171.png"/><Relationship Id="rId383" Type="http://schemas.openxmlformats.org/officeDocument/2006/relationships/customXml" Target="../ink/ink5458.xml"/><Relationship Id="rId590" Type="http://schemas.openxmlformats.org/officeDocument/2006/relationships/customXml" Target="../ink/ink5562.xml"/><Relationship Id="rId604" Type="http://schemas.openxmlformats.org/officeDocument/2006/relationships/customXml" Target="../ink/ink5569.xml"/><Relationship Id="rId811" Type="http://schemas.openxmlformats.org/officeDocument/2006/relationships/image" Target="../media/image5486.png"/><Relationship Id="rId243" Type="http://schemas.openxmlformats.org/officeDocument/2006/relationships/customXml" Target="../ink/ink5386.xml"/><Relationship Id="rId450" Type="http://schemas.openxmlformats.org/officeDocument/2006/relationships/image" Target="../media/image5306.png"/><Relationship Id="rId688" Type="http://schemas.openxmlformats.org/officeDocument/2006/relationships/customXml" Target="../ink/ink5611.xml"/><Relationship Id="rId38" Type="http://schemas.openxmlformats.org/officeDocument/2006/relationships/customXml" Target="../ink/ink5283.xml"/><Relationship Id="rId103" Type="http://schemas.openxmlformats.org/officeDocument/2006/relationships/image" Target="../media/image5136.png"/><Relationship Id="rId310" Type="http://schemas.openxmlformats.org/officeDocument/2006/relationships/customXml" Target="../ink/ink5421.xml"/><Relationship Id="rId548" Type="http://schemas.openxmlformats.org/officeDocument/2006/relationships/customXml" Target="../ink/ink5541.xml"/><Relationship Id="rId755" Type="http://schemas.openxmlformats.org/officeDocument/2006/relationships/image" Target="../media/image5458.png"/><Relationship Id="rId91" Type="http://schemas.openxmlformats.org/officeDocument/2006/relationships/image" Target="../media/image5130.png"/><Relationship Id="rId187" Type="http://schemas.openxmlformats.org/officeDocument/2006/relationships/customXml" Target="../ink/ink5358.xml"/><Relationship Id="rId394" Type="http://schemas.openxmlformats.org/officeDocument/2006/relationships/image" Target="../media/image5278.png"/><Relationship Id="rId408" Type="http://schemas.openxmlformats.org/officeDocument/2006/relationships/image" Target="../media/image5285.png"/><Relationship Id="rId615" Type="http://schemas.openxmlformats.org/officeDocument/2006/relationships/image" Target="../media/image5388.png"/><Relationship Id="rId822" Type="http://schemas.openxmlformats.org/officeDocument/2006/relationships/customXml" Target="../ink/ink5678.xml"/><Relationship Id="rId254" Type="http://schemas.openxmlformats.org/officeDocument/2006/relationships/image" Target="../media/image5210.png"/><Relationship Id="rId699" Type="http://schemas.openxmlformats.org/officeDocument/2006/relationships/image" Target="../media/image5430.png"/><Relationship Id="rId49" Type="http://schemas.openxmlformats.org/officeDocument/2006/relationships/image" Target="../media/image5109.png"/><Relationship Id="rId114" Type="http://schemas.openxmlformats.org/officeDocument/2006/relationships/customXml" Target="../ink/ink5321.xml"/><Relationship Id="rId461" Type="http://schemas.openxmlformats.org/officeDocument/2006/relationships/image" Target="../media/image5311.png"/><Relationship Id="rId559" Type="http://schemas.openxmlformats.org/officeDocument/2006/relationships/image" Target="../media/image5360.png"/><Relationship Id="rId766" Type="http://schemas.openxmlformats.org/officeDocument/2006/relationships/customXml" Target="../ink/ink5650.xml"/><Relationship Id="rId198" Type="http://schemas.openxmlformats.org/officeDocument/2006/relationships/image" Target="../media/image5182.png"/><Relationship Id="rId321" Type="http://schemas.openxmlformats.org/officeDocument/2006/relationships/image" Target="../media/image5242.png"/><Relationship Id="rId419" Type="http://schemas.openxmlformats.org/officeDocument/2006/relationships/customXml" Target="../ink/ink5476.xml"/><Relationship Id="rId626" Type="http://schemas.openxmlformats.org/officeDocument/2006/relationships/customXml" Target="../ink/ink5580.xml"/><Relationship Id="rId833" Type="http://schemas.openxmlformats.org/officeDocument/2006/relationships/image" Target="../media/image5497.png"/><Relationship Id="rId265" Type="http://schemas.openxmlformats.org/officeDocument/2006/relationships/image" Target="../media/image5215.png"/><Relationship Id="rId472" Type="http://schemas.openxmlformats.org/officeDocument/2006/relationships/customXml" Target="../ink/ink5503.xml"/><Relationship Id="rId125" Type="http://schemas.openxmlformats.org/officeDocument/2006/relationships/image" Target="../media/image5146.png"/><Relationship Id="rId332" Type="http://schemas.openxmlformats.org/officeDocument/2006/relationships/customXml" Target="../ink/ink5432.xml"/><Relationship Id="rId777" Type="http://schemas.openxmlformats.org/officeDocument/2006/relationships/image" Target="../media/image5469.png"/><Relationship Id="rId637" Type="http://schemas.openxmlformats.org/officeDocument/2006/relationships/image" Target="../media/image5399.png"/><Relationship Id="rId844" Type="http://schemas.openxmlformats.org/officeDocument/2006/relationships/customXml" Target="../ink/ink5689.xml"/><Relationship Id="rId276" Type="http://schemas.openxmlformats.org/officeDocument/2006/relationships/customXml" Target="../ink/ink5403.xml"/><Relationship Id="rId483" Type="http://schemas.openxmlformats.org/officeDocument/2006/relationships/image" Target="../media/image5322.png"/><Relationship Id="rId690" Type="http://schemas.openxmlformats.org/officeDocument/2006/relationships/customXml" Target="../ink/ink5612.xml"/><Relationship Id="rId704" Type="http://schemas.openxmlformats.org/officeDocument/2006/relationships/customXml" Target="../ink/ink5619.xml"/><Relationship Id="rId40" Type="http://schemas.openxmlformats.org/officeDocument/2006/relationships/customXml" Target="../ink/ink5284.xml"/><Relationship Id="rId136" Type="http://schemas.openxmlformats.org/officeDocument/2006/relationships/customXml" Target="../ink/ink5332.xml"/><Relationship Id="rId343" Type="http://schemas.openxmlformats.org/officeDocument/2006/relationships/image" Target="../media/image5253.png"/><Relationship Id="rId550" Type="http://schemas.openxmlformats.org/officeDocument/2006/relationships/customXml" Target="../ink/ink5542.xml"/><Relationship Id="rId788" Type="http://schemas.openxmlformats.org/officeDocument/2006/relationships/customXml" Target="../ink/ink5661.xml"/><Relationship Id="rId203" Type="http://schemas.openxmlformats.org/officeDocument/2006/relationships/customXml" Target="../ink/ink5366.xml"/><Relationship Id="rId648" Type="http://schemas.openxmlformats.org/officeDocument/2006/relationships/customXml" Target="../ink/ink5591.xml"/><Relationship Id="rId855" Type="http://schemas.openxmlformats.org/officeDocument/2006/relationships/image" Target="../media/image5508.png"/><Relationship Id="rId287" Type="http://schemas.openxmlformats.org/officeDocument/2006/relationships/customXml" Target="../ink/ink5409.xml"/><Relationship Id="rId410" Type="http://schemas.openxmlformats.org/officeDocument/2006/relationships/image" Target="../media/image5286.png"/><Relationship Id="rId494" Type="http://schemas.openxmlformats.org/officeDocument/2006/relationships/customXml" Target="../ink/ink5514.xml"/><Relationship Id="rId508" Type="http://schemas.openxmlformats.org/officeDocument/2006/relationships/customXml" Target="../ink/ink5521.xml"/><Relationship Id="rId715" Type="http://schemas.openxmlformats.org/officeDocument/2006/relationships/image" Target="../media/image5438.png"/><Relationship Id="rId147" Type="http://schemas.openxmlformats.org/officeDocument/2006/relationships/image" Target="../media/image5157.png"/><Relationship Id="rId354" Type="http://schemas.openxmlformats.org/officeDocument/2006/relationships/image" Target="../media/image5258.png"/><Relationship Id="rId799" Type="http://schemas.openxmlformats.org/officeDocument/2006/relationships/image" Target="../media/image5480.png"/><Relationship Id="rId51" Type="http://schemas.openxmlformats.org/officeDocument/2006/relationships/image" Target="../media/image5110.png"/><Relationship Id="rId561" Type="http://schemas.openxmlformats.org/officeDocument/2006/relationships/image" Target="../media/image5361.png"/><Relationship Id="rId659" Type="http://schemas.openxmlformats.org/officeDocument/2006/relationships/image" Target="../media/image5410.png"/><Relationship Id="rId866" Type="http://schemas.openxmlformats.org/officeDocument/2006/relationships/customXml" Target="../ink/ink5700.xml"/><Relationship Id="rId214" Type="http://schemas.openxmlformats.org/officeDocument/2006/relationships/image" Target="../media/image5190.png"/><Relationship Id="rId298" Type="http://schemas.openxmlformats.org/officeDocument/2006/relationships/image" Target="../media/image5231.png"/><Relationship Id="rId421" Type="http://schemas.openxmlformats.org/officeDocument/2006/relationships/customXml" Target="../ink/ink5477.xml"/><Relationship Id="rId519" Type="http://schemas.openxmlformats.org/officeDocument/2006/relationships/image" Target="../media/image5340.png"/><Relationship Id="rId158" Type="http://schemas.openxmlformats.org/officeDocument/2006/relationships/customXml" Target="../ink/ink5343.xml"/><Relationship Id="rId726" Type="http://schemas.openxmlformats.org/officeDocument/2006/relationships/customXml" Target="../ink/ink5630.xml"/><Relationship Id="rId62" Type="http://schemas.openxmlformats.org/officeDocument/2006/relationships/customXml" Target="../ink/ink5295.xml"/><Relationship Id="rId365" Type="http://schemas.openxmlformats.org/officeDocument/2006/relationships/customXml" Target="../ink/ink5449.xml"/><Relationship Id="rId572" Type="http://schemas.openxmlformats.org/officeDocument/2006/relationships/customXml" Target="../ink/ink5553.xml"/><Relationship Id="rId225" Type="http://schemas.openxmlformats.org/officeDocument/2006/relationships/customXml" Target="../ink/ink5377.xml"/><Relationship Id="rId432" Type="http://schemas.openxmlformats.org/officeDocument/2006/relationships/image" Target="../media/image5297.png"/><Relationship Id="rId737" Type="http://schemas.openxmlformats.org/officeDocument/2006/relationships/image" Target="../media/image5449.png"/><Relationship Id="rId73" Type="http://schemas.openxmlformats.org/officeDocument/2006/relationships/image" Target="../media/image5121.png"/><Relationship Id="rId169" Type="http://schemas.openxmlformats.org/officeDocument/2006/relationships/customXml" Target="../ink/ink5349.xml"/><Relationship Id="rId376" Type="http://schemas.openxmlformats.org/officeDocument/2006/relationships/image" Target="../media/image5269.png"/><Relationship Id="rId583" Type="http://schemas.openxmlformats.org/officeDocument/2006/relationships/image" Target="../media/image5372.png"/><Relationship Id="rId790" Type="http://schemas.openxmlformats.org/officeDocument/2006/relationships/customXml" Target="../ink/ink5662.xml"/><Relationship Id="rId804" Type="http://schemas.openxmlformats.org/officeDocument/2006/relationships/customXml" Target="../ink/ink5669.xml"/><Relationship Id="rId4" Type="http://schemas.openxmlformats.org/officeDocument/2006/relationships/customXml" Target="../ink/ink5266.xml"/><Relationship Id="rId236" Type="http://schemas.openxmlformats.org/officeDocument/2006/relationships/image" Target="../media/image5201.png"/><Relationship Id="rId443" Type="http://schemas.openxmlformats.org/officeDocument/2006/relationships/customXml" Target="../ink/ink5488.xml"/><Relationship Id="rId650" Type="http://schemas.openxmlformats.org/officeDocument/2006/relationships/customXml" Target="../ink/ink5592.xml"/><Relationship Id="rId303" Type="http://schemas.openxmlformats.org/officeDocument/2006/relationships/customXml" Target="../ink/ink5417.xml"/><Relationship Id="rId748" Type="http://schemas.openxmlformats.org/officeDocument/2006/relationships/customXml" Target="../ink/ink5641.xml"/><Relationship Id="rId84" Type="http://schemas.openxmlformats.org/officeDocument/2006/relationships/customXml" Target="../ink/ink5306.xml"/><Relationship Id="rId387" Type="http://schemas.openxmlformats.org/officeDocument/2006/relationships/customXml" Target="../ink/ink5460.xml"/><Relationship Id="rId510" Type="http://schemas.openxmlformats.org/officeDocument/2006/relationships/customXml" Target="../ink/ink5522.xml"/><Relationship Id="rId594" Type="http://schemas.openxmlformats.org/officeDocument/2006/relationships/customXml" Target="../ink/ink5564.xml"/><Relationship Id="rId608" Type="http://schemas.openxmlformats.org/officeDocument/2006/relationships/customXml" Target="../ink/ink5571.xml"/><Relationship Id="rId815" Type="http://schemas.openxmlformats.org/officeDocument/2006/relationships/image" Target="../media/image5488.png"/><Relationship Id="rId247" Type="http://schemas.openxmlformats.org/officeDocument/2006/relationships/customXml" Target="../ink/ink5388.xml"/><Relationship Id="rId107" Type="http://schemas.openxmlformats.org/officeDocument/2006/relationships/image" Target="../media/image5138.png"/><Relationship Id="rId454" Type="http://schemas.openxmlformats.org/officeDocument/2006/relationships/customXml" Target="../ink/ink5494.xml"/><Relationship Id="rId661" Type="http://schemas.openxmlformats.org/officeDocument/2006/relationships/image" Target="../media/image5411.png"/><Relationship Id="rId759" Type="http://schemas.openxmlformats.org/officeDocument/2006/relationships/image" Target="../media/image5460.png"/><Relationship Id="rId11" Type="http://schemas.openxmlformats.org/officeDocument/2006/relationships/image" Target="../media/image5090.png"/><Relationship Id="rId314" Type="http://schemas.openxmlformats.org/officeDocument/2006/relationships/customXml" Target="../ink/ink5423.xml"/><Relationship Id="rId398" Type="http://schemas.openxmlformats.org/officeDocument/2006/relationships/image" Target="../media/image5280.png"/><Relationship Id="rId521" Type="http://schemas.openxmlformats.org/officeDocument/2006/relationships/image" Target="../media/image5341.png"/><Relationship Id="rId619" Type="http://schemas.openxmlformats.org/officeDocument/2006/relationships/image" Target="../media/image5390.png"/><Relationship Id="rId95" Type="http://schemas.openxmlformats.org/officeDocument/2006/relationships/image" Target="../media/image5132.png"/><Relationship Id="rId160" Type="http://schemas.openxmlformats.org/officeDocument/2006/relationships/customXml" Target="../ink/ink5344.xml"/><Relationship Id="rId826" Type="http://schemas.openxmlformats.org/officeDocument/2006/relationships/customXml" Target="../ink/ink5680.xml"/><Relationship Id="rId258" Type="http://schemas.openxmlformats.org/officeDocument/2006/relationships/image" Target="../media/image5212.png"/><Relationship Id="rId465" Type="http://schemas.openxmlformats.org/officeDocument/2006/relationships/image" Target="../media/image5313.png"/><Relationship Id="rId672" Type="http://schemas.openxmlformats.org/officeDocument/2006/relationships/customXml" Target="../ink/ink5603.xml"/><Relationship Id="rId22" Type="http://schemas.openxmlformats.org/officeDocument/2006/relationships/customXml" Target="../ink/ink5275.xml"/><Relationship Id="rId118" Type="http://schemas.openxmlformats.org/officeDocument/2006/relationships/customXml" Target="../ink/ink5323.xml"/><Relationship Id="rId325" Type="http://schemas.openxmlformats.org/officeDocument/2006/relationships/image" Target="../media/image5244.png"/><Relationship Id="rId532" Type="http://schemas.openxmlformats.org/officeDocument/2006/relationships/customXml" Target="../ink/ink5533.xml"/><Relationship Id="rId171" Type="http://schemas.openxmlformats.org/officeDocument/2006/relationships/customXml" Target="../ink/ink5350.xml"/><Relationship Id="rId837" Type="http://schemas.openxmlformats.org/officeDocument/2006/relationships/image" Target="../media/image5499.png"/><Relationship Id="rId269" Type="http://schemas.openxmlformats.org/officeDocument/2006/relationships/image" Target="../media/image5217.png"/><Relationship Id="rId476" Type="http://schemas.openxmlformats.org/officeDocument/2006/relationships/customXml" Target="../ink/ink5505.xml"/><Relationship Id="rId683" Type="http://schemas.openxmlformats.org/officeDocument/2006/relationships/image" Target="../media/image5422.png"/><Relationship Id="rId33" Type="http://schemas.openxmlformats.org/officeDocument/2006/relationships/image" Target="../media/image5101.png"/><Relationship Id="rId129" Type="http://schemas.openxmlformats.org/officeDocument/2006/relationships/image" Target="../media/image5148.png"/><Relationship Id="rId336" Type="http://schemas.openxmlformats.org/officeDocument/2006/relationships/customXml" Target="../ink/ink5434.xml"/><Relationship Id="rId543" Type="http://schemas.openxmlformats.org/officeDocument/2006/relationships/image" Target="../media/image5352.png"/><Relationship Id="rId182" Type="http://schemas.openxmlformats.org/officeDocument/2006/relationships/image" Target="../media/image5174.png"/><Relationship Id="rId403" Type="http://schemas.openxmlformats.org/officeDocument/2006/relationships/customXml" Target="../ink/ink5468.xml"/><Relationship Id="rId750" Type="http://schemas.openxmlformats.org/officeDocument/2006/relationships/customXml" Target="../ink/ink5642.xml"/><Relationship Id="rId848" Type="http://schemas.openxmlformats.org/officeDocument/2006/relationships/customXml" Target="../ink/ink5691.xml"/><Relationship Id="rId487" Type="http://schemas.openxmlformats.org/officeDocument/2006/relationships/image" Target="../media/image5324.png"/><Relationship Id="rId610" Type="http://schemas.openxmlformats.org/officeDocument/2006/relationships/customXml" Target="../ink/ink5572.xml"/><Relationship Id="rId694" Type="http://schemas.openxmlformats.org/officeDocument/2006/relationships/customXml" Target="../ink/ink5614.xml"/><Relationship Id="rId708" Type="http://schemas.openxmlformats.org/officeDocument/2006/relationships/customXml" Target="../ink/ink5621.xml"/><Relationship Id="rId347" Type="http://schemas.openxmlformats.org/officeDocument/2006/relationships/image" Target="../media/image5255.png"/><Relationship Id="rId44" Type="http://schemas.openxmlformats.org/officeDocument/2006/relationships/customXml" Target="../ink/ink5286.xml"/><Relationship Id="rId554" Type="http://schemas.openxmlformats.org/officeDocument/2006/relationships/customXml" Target="../ink/ink5544.xml"/><Relationship Id="rId761" Type="http://schemas.openxmlformats.org/officeDocument/2006/relationships/image" Target="../media/image5461.png"/><Relationship Id="rId859" Type="http://schemas.openxmlformats.org/officeDocument/2006/relationships/image" Target="../media/image5510.png"/><Relationship Id="rId193" Type="http://schemas.openxmlformats.org/officeDocument/2006/relationships/customXml" Target="../ink/ink5361.xml"/><Relationship Id="rId207" Type="http://schemas.openxmlformats.org/officeDocument/2006/relationships/customXml" Target="../ink/ink5368.xml"/><Relationship Id="rId414" Type="http://schemas.openxmlformats.org/officeDocument/2006/relationships/image" Target="../media/image5288.png"/><Relationship Id="rId498" Type="http://schemas.openxmlformats.org/officeDocument/2006/relationships/customXml" Target="../ink/ink5516.xml"/><Relationship Id="rId621" Type="http://schemas.openxmlformats.org/officeDocument/2006/relationships/image" Target="../media/image5391.png"/><Relationship Id="rId260" Type="http://schemas.openxmlformats.org/officeDocument/2006/relationships/customXml" Target="../ink/ink5395.xml"/><Relationship Id="rId719" Type="http://schemas.openxmlformats.org/officeDocument/2006/relationships/image" Target="../media/image5440.png"/><Relationship Id="rId55" Type="http://schemas.openxmlformats.org/officeDocument/2006/relationships/image" Target="../media/image5112.png"/><Relationship Id="rId120" Type="http://schemas.openxmlformats.org/officeDocument/2006/relationships/customXml" Target="../ink/ink5324.xml"/><Relationship Id="rId358" Type="http://schemas.openxmlformats.org/officeDocument/2006/relationships/image" Target="../media/image5260.png"/><Relationship Id="rId565" Type="http://schemas.openxmlformats.org/officeDocument/2006/relationships/image" Target="../media/image5363.png"/><Relationship Id="rId772" Type="http://schemas.openxmlformats.org/officeDocument/2006/relationships/customXml" Target="../ink/ink5653.xml"/><Relationship Id="rId218" Type="http://schemas.openxmlformats.org/officeDocument/2006/relationships/image" Target="../media/image5192.png"/><Relationship Id="rId425" Type="http://schemas.openxmlformats.org/officeDocument/2006/relationships/customXml" Target="../ink/ink5479.xml"/><Relationship Id="rId632" Type="http://schemas.openxmlformats.org/officeDocument/2006/relationships/customXml" Target="../ink/ink5583.xml"/><Relationship Id="rId271" Type="http://schemas.openxmlformats.org/officeDocument/2006/relationships/image" Target="../media/image5218.png"/><Relationship Id="rId66" Type="http://schemas.openxmlformats.org/officeDocument/2006/relationships/customXml" Target="../ink/ink5297.xml"/><Relationship Id="rId131" Type="http://schemas.openxmlformats.org/officeDocument/2006/relationships/image" Target="../media/image5149.png"/><Relationship Id="rId369" Type="http://schemas.openxmlformats.org/officeDocument/2006/relationships/customXml" Target="../ink/ink5451.xml"/><Relationship Id="rId576" Type="http://schemas.openxmlformats.org/officeDocument/2006/relationships/customXml" Target="../ink/ink5555.xml"/><Relationship Id="rId783" Type="http://schemas.openxmlformats.org/officeDocument/2006/relationships/image" Target="../media/image5472.png"/><Relationship Id="rId229" Type="http://schemas.openxmlformats.org/officeDocument/2006/relationships/customXml" Target="../ink/ink5379.xml"/><Relationship Id="rId436" Type="http://schemas.openxmlformats.org/officeDocument/2006/relationships/image" Target="../media/image5299.png"/><Relationship Id="rId643" Type="http://schemas.openxmlformats.org/officeDocument/2006/relationships/image" Target="../media/image5402.png"/><Relationship Id="rId850" Type="http://schemas.openxmlformats.org/officeDocument/2006/relationships/customXml" Target="../ink/ink5692.xml"/><Relationship Id="rId77" Type="http://schemas.openxmlformats.org/officeDocument/2006/relationships/image" Target="../media/image5123.png"/><Relationship Id="rId282" Type="http://schemas.openxmlformats.org/officeDocument/2006/relationships/image" Target="../media/image5223.png"/><Relationship Id="rId503" Type="http://schemas.openxmlformats.org/officeDocument/2006/relationships/image" Target="../media/image5332.png"/><Relationship Id="rId587" Type="http://schemas.openxmlformats.org/officeDocument/2006/relationships/image" Target="../media/image5374.png"/><Relationship Id="rId710" Type="http://schemas.openxmlformats.org/officeDocument/2006/relationships/customXml" Target="../ink/ink5622.xml"/><Relationship Id="rId808" Type="http://schemas.openxmlformats.org/officeDocument/2006/relationships/customXml" Target="../ink/ink5671.xml"/><Relationship Id="rId8" Type="http://schemas.openxmlformats.org/officeDocument/2006/relationships/customXml" Target="../ink/ink5268.xml"/><Relationship Id="rId142" Type="http://schemas.openxmlformats.org/officeDocument/2006/relationships/customXml" Target="../ink/ink5335.xml"/><Relationship Id="rId447" Type="http://schemas.openxmlformats.org/officeDocument/2006/relationships/customXml" Target="../ink/ink5490.xml"/><Relationship Id="rId794" Type="http://schemas.openxmlformats.org/officeDocument/2006/relationships/customXml" Target="../ink/ink5664.xml"/><Relationship Id="rId654" Type="http://schemas.openxmlformats.org/officeDocument/2006/relationships/customXml" Target="../ink/ink5594.xml"/><Relationship Id="rId861" Type="http://schemas.openxmlformats.org/officeDocument/2006/relationships/image" Target="../media/image55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2BA8D-5648-668D-7301-7C6013074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4D3876B-7403-6AF3-FB92-BEDC202E8ED0}"/>
              </a:ext>
            </a:extLst>
          </p:cNvPr>
          <p:cNvGrpSpPr/>
          <p:nvPr/>
        </p:nvGrpSpPr>
        <p:grpSpPr>
          <a:xfrm>
            <a:off x="289400" y="210640"/>
            <a:ext cx="1031760" cy="471600"/>
            <a:chOff x="289400" y="210640"/>
            <a:chExt cx="1031760" cy="47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4F21DB3-B1D5-E620-19B7-3AC367C63532}"/>
                    </a:ext>
                  </a:extLst>
                </p14:cNvPr>
                <p14:cNvContentPartPr/>
                <p14:nvPr/>
              </p14:nvContentPartPr>
              <p14:xfrm>
                <a:off x="289400" y="210640"/>
                <a:ext cx="313920" cy="471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4F21DB3-B1D5-E620-19B7-3AC367C6353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8600" y="200200"/>
                  <a:ext cx="33516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7838F13-524E-5920-7F58-518EFEAAB79F}"/>
                    </a:ext>
                  </a:extLst>
                </p14:cNvPr>
                <p14:cNvContentPartPr/>
                <p14:nvPr/>
              </p14:nvContentPartPr>
              <p14:xfrm>
                <a:off x="648320" y="508360"/>
                <a:ext cx="133920" cy="138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7838F13-524E-5920-7F58-518EFEAAB79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7880" y="497560"/>
                  <a:ext cx="155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309F6D6-5676-154F-6F97-FAED429C3C06}"/>
                    </a:ext>
                  </a:extLst>
                </p14:cNvPr>
                <p14:cNvContentPartPr/>
                <p14:nvPr/>
              </p14:nvContentPartPr>
              <p14:xfrm>
                <a:off x="955760" y="578200"/>
                <a:ext cx="69120" cy="84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309F6D6-5676-154F-6F97-FAED429C3C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44960" y="567400"/>
                  <a:ext cx="90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1168DD7-2FF0-C3D1-023A-37C2B9BAAB25}"/>
                    </a:ext>
                  </a:extLst>
                </p14:cNvPr>
                <p14:cNvContentPartPr/>
                <p14:nvPr/>
              </p14:nvContentPartPr>
              <p14:xfrm>
                <a:off x="1083920" y="571720"/>
                <a:ext cx="84240" cy="74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1168DD7-2FF0-C3D1-023A-37C2B9BAAB2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73120" y="561280"/>
                  <a:ext cx="1054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B124DA9-159B-19CB-E03E-66A3DD7E09D6}"/>
                    </a:ext>
                  </a:extLst>
                </p14:cNvPr>
                <p14:cNvContentPartPr/>
                <p14:nvPr/>
              </p14:nvContentPartPr>
              <p14:xfrm>
                <a:off x="1245200" y="582520"/>
                <a:ext cx="75960" cy="65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B124DA9-159B-19CB-E03E-66A3DD7E09D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34400" y="572080"/>
                  <a:ext cx="9720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058233E-1747-56BB-A56F-86E964783A7E}"/>
              </a:ext>
            </a:extLst>
          </p:cNvPr>
          <p:cNvGrpSpPr/>
          <p:nvPr/>
        </p:nvGrpSpPr>
        <p:grpSpPr>
          <a:xfrm>
            <a:off x="1623200" y="234040"/>
            <a:ext cx="886320" cy="430200"/>
            <a:chOff x="1623200" y="234040"/>
            <a:chExt cx="88632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C7851A5-54F1-B0F5-2B94-38B08BE5553A}"/>
                    </a:ext>
                  </a:extLst>
                </p14:cNvPr>
                <p14:cNvContentPartPr/>
                <p14:nvPr/>
              </p14:nvContentPartPr>
              <p14:xfrm>
                <a:off x="1623200" y="246280"/>
                <a:ext cx="260640" cy="417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C7851A5-54F1-B0F5-2B94-38B08BE5553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12760" y="235840"/>
                  <a:ext cx="28188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80A0AB8-56F7-D7A8-5546-F8E306D12797}"/>
                    </a:ext>
                  </a:extLst>
                </p14:cNvPr>
                <p14:cNvContentPartPr/>
                <p14:nvPr/>
              </p14:nvContentPartPr>
              <p14:xfrm>
                <a:off x="1981400" y="307120"/>
                <a:ext cx="99360" cy="280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80A0AB8-56F7-D7A8-5546-F8E306D1279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70600" y="296320"/>
                  <a:ext cx="1206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0F69E4B-F8C7-3EA0-B778-70FD3C96B59D}"/>
                    </a:ext>
                  </a:extLst>
                </p14:cNvPr>
                <p14:cNvContentPartPr/>
                <p14:nvPr/>
              </p14:nvContentPartPr>
              <p14:xfrm>
                <a:off x="2129360" y="442120"/>
                <a:ext cx="162000" cy="185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0F69E4B-F8C7-3EA0-B778-70FD3C96B59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18560" y="431320"/>
                  <a:ext cx="1832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92707D-1793-28D0-878E-09DA7835067C}"/>
                    </a:ext>
                  </a:extLst>
                </p14:cNvPr>
                <p14:cNvContentPartPr/>
                <p14:nvPr/>
              </p14:nvContentPartPr>
              <p14:xfrm>
                <a:off x="2373440" y="234040"/>
                <a:ext cx="360" cy="421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92707D-1793-28D0-878E-09DA7835067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62640" y="223240"/>
                  <a:ext cx="216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A87CBF7-8E9B-84D6-888C-224E64AA880D}"/>
                    </a:ext>
                  </a:extLst>
                </p14:cNvPr>
                <p14:cNvContentPartPr/>
                <p14:nvPr/>
              </p14:nvContentPartPr>
              <p14:xfrm>
                <a:off x="2313680" y="463360"/>
                <a:ext cx="195840" cy="9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A87CBF7-8E9B-84D6-888C-224E64AA880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03240" y="452920"/>
                  <a:ext cx="21708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80EAC33-3410-59DE-1CC2-CF78BFB30CF8}"/>
              </a:ext>
            </a:extLst>
          </p:cNvPr>
          <p:cNvGrpSpPr/>
          <p:nvPr/>
        </p:nvGrpSpPr>
        <p:grpSpPr>
          <a:xfrm>
            <a:off x="2806160" y="299200"/>
            <a:ext cx="373680" cy="321840"/>
            <a:chOff x="2806160" y="299200"/>
            <a:chExt cx="373680" cy="32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6DC7705-D2DA-3A4B-4121-BA83AF8A5705}"/>
                    </a:ext>
                  </a:extLst>
                </p14:cNvPr>
                <p14:cNvContentPartPr/>
                <p14:nvPr/>
              </p14:nvContentPartPr>
              <p14:xfrm>
                <a:off x="2890040" y="452200"/>
                <a:ext cx="10440" cy="168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6DC7705-D2DA-3A4B-4121-BA83AF8A570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79240" y="441400"/>
                  <a:ext cx="316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B9D7465-2F0F-7CEE-D240-1214F71DF68D}"/>
                    </a:ext>
                  </a:extLst>
                </p14:cNvPr>
                <p14:cNvContentPartPr/>
                <p14:nvPr/>
              </p14:nvContentPartPr>
              <p14:xfrm>
                <a:off x="2806160" y="299200"/>
                <a:ext cx="110160" cy="104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B9D7465-2F0F-7CEE-D240-1214F71DF68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95720" y="288760"/>
                  <a:ext cx="1314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42A2759-E90D-6AF1-78AA-B351A0B411FC}"/>
                    </a:ext>
                  </a:extLst>
                </p14:cNvPr>
                <p14:cNvContentPartPr/>
                <p14:nvPr/>
              </p14:nvContentPartPr>
              <p14:xfrm>
                <a:off x="3005600" y="348160"/>
                <a:ext cx="174240" cy="239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42A2759-E90D-6AF1-78AA-B351A0B411F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94800" y="337720"/>
                  <a:ext cx="195480" cy="26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23EA57A-7C82-83F2-A569-E598A430E1F2}"/>
                  </a:ext>
                </a:extLst>
              </p14:cNvPr>
              <p14:cNvContentPartPr/>
              <p14:nvPr/>
            </p14:nvContentPartPr>
            <p14:xfrm>
              <a:off x="3619760" y="376600"/>
              <a:ext cx="198360" cy="2293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23EA57A-7C82-83F2-A569-E598A430E1F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608960" y="366160"/>
                <a:ext cx="219600" cy="25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B9FCE978-D84B-E3E4-082B-CE0FFB9179D5}"/>
              </a:ext>
            </a:extLst>
          </p:cNvPr>
          <p:cNvGrpSpPr/>
          <p:nvPr/>
        </p:nvGrpSpPr>
        <p:grpSpPr>
          <a:xfrm>
            <a:off x="4211240" y="228280"/>
            <a:ext cx="1221120" cy="429840"/>
            <a:chOff x="4211240" y="228280"/>
            <a:chExt cx="1221120" cy="42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66E9224-9488-43F6-39D0-7F1D64E742BF}"/>
                    </a:ext>
                  </a:extLst>
                </p14:cNvPr>
                <p14:cNvContentPartPr/>
                <p14:nvPr/>
              </p14:nvContentPartPr>
              <p14:xfrm>
                <a:off x="4211240" y="228280"/>
                <a:ext cx="200160" cy="339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66E9224-9488-43F6-39D0-7F1D64E742B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00800" y="217480"/>
                  <a:ext cx="2214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3BBC726-37FC-19DA-E7B4-5E3986F52ECE}"/>
                    </a:ext>
                  </a:extLst>
                </p14:cNvPr>
                <p14:cNvContentPartPr/>
                <p14:nvPr/>
              </p14:nvContentPartPr>
              <p14:xfrm>
                <a:off x="4480520" y="409720"/>
                <a:ext cx="5400" cy="159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3BBC726-37FC-19DA-E7B4-5E3986F52EC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69720" y="399280"/>
                  <a:ext cx="266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9CF51F5-D0FE-1318-9139-DD442D617EAE}"/>
                    </a:ext>
                  </a:extLst>
                </p14:cNvPr>
                <p14:cNvContentPartPr/>
                <p14:nvPr/>
              </p14:nvContentPartPr>
              <p14:xfrm>
                <a:off x="4453880" y="258520"/>
                <a:ext cx="79920" cy="87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9CF51F5-D0FE-1318-9139-DD442D617EA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43080" y="248080"/>
                  <a:ext cx="1011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DE85FA9-1474-F245-A5DB-C8E12207EA50}"/>
                    </a:ext>
                  </a:extLst>
                </p14:cNvPr>
                <p14:cNvContentPartPr/>
                <p14:nvPr/>
              </p14:nvContentPartPr>
              <p14:xfrm>
                <a:off x="4598600" y="317560"/>
                <a:ext cx="138600" cy="220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DE85FA9-1474-F245-A5DB-C8E12207EA5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87800" y="306760"/>
                  <a:ext cx="1598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23950F5-5456-4918-6897-C4FD9233DEDC}"/>
                    </a:ext>
                  </a:extLst>
                </p14:cNvPr>
                <p14:cNvContentPartPr/>
                <p14:nvPr/>
              </p14:nvContentPartPr>
              <p14:xfrm>
                <a:off x="4751600" y="328720"/>
                <a:ext cx="225360" cy="213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23950F5-5456-4918-6897-C4FD9233DED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41160" y="317920"/>
                  <a:ext cx="2466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22D519C-61DF-BFF0-D58B-669F78E90532}"/>
                    </a:ext>
                  </a:extLst>
                </p14:cNvPr>
                <p14:cNvContentPartPr/>
                <p14:nvPr/>
              </p14:nvContentPartPr>
              <p14:xfrm>
                <a:off x="5059760" y="353920"/>
                <a:ext cx="96120" cy="196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22D519C-61DF-BFF0-D58B-669F78E9053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49320" y="343120"/>
                  <a:ext cx="1173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593EB92-1F53-4E15-041F-7CC6BCDFAFE8}"/>
                    </a:ext>
                  </a:extLst>
                </p14:cNvPr>
                <p14:cNvContentPartPr/>
                <p14:nvPr/>
              </p14:nvContentPartPr>
              <p14:xfrm>
                <a:off x="5226800" y="329800"/>
                <a:ext cx="205560" cy="328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593EB92-1F53-4E15-041F-7CC6BCDFAFE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16000" y="319360"/>
                  <a:ext cx="226800" cy="34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E2D4AF5-21AA-8DA1-EADF-ABA61DA59E1F}"/>
              </a:ext>
            </a:extLst>
          </p:cNvPr>
          <p:cNvGrpSpPr/>
          <p:nvPr/>
        </p:nvGrpSpPr>
        <p:grpSpPr>
          <a:xfrm>
            <a:off x="5730800" y="202360"/>
            <a:ext cx="1200600" cy="531000"/>
            <a:chOff x="5730800" y="202360"/>
            <a:chExt cx="1200600" cy="53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9BF6160-6B32-1204-40B9-6B610EC13BE5}"/>
                    </a:ext>
                  </a:extLst>
                </p14:cNvPr>
                <p14:cNvContentPartPr/>
                <p14:nvPr/>
              </p14:nvContentPartPr>
              <p14:xfrm>
                <a:off x="5818280" y="234040"/>
                <a:ext cx="15480" cy="369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9BF6160-6B32-1204-40B9-6B610EC13BE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07480" y="223240"/>
                  <a:ext cx="3672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94181B4-53AB-CB9E-9504-CD1481E2418E}"/>
                    </a:ext>
                  </a:extLst>
                </p14:cNvPr>
                <p14:cNvContentPartPr/>
                <p14:nvPr/>
              </p14:nvContentPartPr>
              <p14:xfrm>
                <a:off x="5730800" y="437080"/>
                <a:ext cx="209880" cy="3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94181B4-53AB-CB9E-9504-CD1481E2418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20000" y="426640"/>
                  <a:ext cx="2311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1C3CD7A-996D-7F1C-FDEC-7D8D6B8AD468}"/>
                    </a:ext>
                  </a:extLst>
                </p14:cNvPr>
                <p14:cNvContentPartPr/>
                <p14:nvPr/>
              </p14:nvContentPartPr>
              <p14:xfrm>
                <a:off x="6035360" y="373360"/>
                <a:ext cx="208440" cy="153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1C3CD7A-996D-7F1C-FDEC-7D8D6B8AD46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24560" y="362560"/>
                  <a:ext cx="2296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9F3C1FA-7B1B-2A4C-A0B3-5E800DBABEAD}"/>
                    </a:ext>
                  </a:extLst>
                </p14:cNvPr>
                <p14:cNvContentPartPr/>
                <p14:nvPr/>
              </p14:nvContentPartPr>
              <p14:xfrm>
                <a:off x="6242720" y="339880"/>
                <a:ext cx="139680" cy="190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9F3C1FA-7B1B-2A4C-A0B3-5E800DBABEA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31920" y="329440"/>
                  <a:ext cx="1609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1DC23C5-B0CE-10D0-F77B-C96AF97E86ED}"/>
                    </a:ext>
                  </a:extLst>
                </p14:cNvPr>
                <p14:cNvContentPartPr/>
                <p14:nvPr/>
              </p14:nvContentPartPr>
              <p14:xfrm>
                <a:off x="6413000" y="352120"/>
                <a:ext cx="140400" cy="200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1DC23C5-B0CE-10D0-F77B-C96AF97E86E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02200" y="341680"/>
                  <a:ext cx="161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179AE3C-EF65-653F-DAFC-B4E5EAF6323C}"/>
                    </a:ext>
                  </a:extLst>
                </p14:cNvPr>
                <p14:cNvContentPartPr/>
                <p14:nvPr/>
              </p14:nvContentPartPr>
              <p14:xfrm>
                <a:off x="6740960" y="202360"/>
                <a:ext cx="190440" cy="320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179AE3C-EF65-653F-DAFC-B4E5EAF6323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30520" y="191920"/>
                  <a:ext cx="21168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C7970D7-D361-0E0F-C103-79A4FC67FFBA}"/>
                    </a:ext>
                  </a:extLst>
                </p14:cNvPr>
                <p14:cNvContentPartPr/>
                <p14:nvPr/>
              </p14:nvContentPartPr>
              <p14:xfrm>
                <a:off x="6779120" y="648040"/>
                <a:ext cx="104400" cy="85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C7970D7-D361-0E0F-C103-79A4FC67FFB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68320" y="637600"/>
                  <a:ext cx="12564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77CC742-BB25-71E9-B8B6-FFDB2BFE7659}"/>
              </a:ext>
            </a:extLst>
          </p:cNvPr>
          <p:cNvGrpSpPr/>
          <p:nvPr/>
        </p:nvGrpSpPr>
        <p:grpSpPr>
          <a:xfrm>
            <a:off x="287960" y="1050520"/>
            <a:ext cx="161640" cy="554760"/>
            <a:chOff x="287960" y="1050520"/>
            <a:chExt cx="161640" cy="5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39AAE79-7A46-135C-AC14-31CF825085C0}"/>
                    </a:ext>
                  </a:extLst>
                </p14:cNvPr>
                <p14:cNvContentPartPr/>
                <p14:nvPr/>
              </p14:nvContentPartPr>
              <p14:xfrm>
                <a:off x="287960" y="1050520"/>
                <a:ext cx="148680" cy="554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39AAE79-7A46-135C-AC14-31CF825085C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7520" y="1039720"/>
                  <a:ext cx="16992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BA176D9-F5AA-6482-3086-9A7D019A1E57}"/>
                    </a:ext>
                  </a:extLst>
                </p14:cNvPr>
                <p14:cNvContentPartPr/>
                <p14:nvPr/>
              </p14:nvContentPartPr>
              <p14:xfrm>
                <a:off x="324680" y="1390000"/>
                <a:ext cx="124920" cy="26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BA176D9-F5AA-6482-3086-9A7D019A1E5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4240" y="1379200"/>
                  <a:ext cx="14616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065AD3F-6F92-FB5D-CBD0-18487EF3FD4B}"/>
              </a:ext>
            </a:extLst>
          </p:cNvPr>
          <p:cNvGrpSpPr/>
          <p:nvPr/>
        </p:nvGrpSpPr>
        <p:grpSpPr>
          <a:xfrm>
            <a:off x="676400" y="1093000"/>
            <a:ext cx="942120" cy="425520"/>
            <a:chOff x="676400" y="1093000"/>
            <a:chExt cx="942120" cy="42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C546527-66CD-23BC-ABAC-2CFA04A42237}"/>
                    </a:ext>
                  </a:extLst>
                </p14:cNvPr>
                <p14:cNvContentPartPr/>
                <p14:nvPr/>
              </p14:nvContentPartPr>
              <p14:xfrm>
                <a:off x="676400" y="1093000"/>
                <a:ext cx="114480" cy="395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C546527-66CD-23BC-ABAC-2CFA04A4223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5960" y="1082200"/>
                  <a:ext cx="13572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11C7295-F610-6EA8-E170-0E3E20B577D9}"/>
                    </a:ext>
                  </a:extLst>
                </p14:cNvPr>
                <p14:cNvContentPartPr/>
                <p14:nvPr/>
              </p14:nvContentPartPr>
              <p14:xfrm>
                <a:off x="850280" y="1288120"/>
                <a:ext cx="38520" cy="211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11C7295-F610-6EA8-E170-0E3E20B577D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39840" y="1277680"/>
                  <a:ext cx="597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9932239-5CB8-6E1A-F0F3-ECA9EE38C890}"/>
                    </a:ext>
                  </a:extLst>
                </p14:cNvPr>
                <p14:cNvContentPartPr/>
                <p14:nvPr/>
              </p14:nvContentPartPr>
              <p14:xfrm>
                <a:off x="806000" y="1167880"/>
                <a:ext cx="110160" cy="106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9932239-5CB8-6E1A-F0F3-ECA9EE38C89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5200" y="1157440"/>
                  <a:ext cx="1314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1797845-E2E7-50BA-6E1C-109E72737A54}"/>
                    </a:ext>
                  </a:extLst>
                </p14:cNvPr>
                <p14:cNvContentPartPr/>
                <p14:nvPr/>
              </p14:nvContentPartPr>
              <p14:xfrm>
                <a:off x="986000" y="1253200"/>
                <a:ext cx="94320" cy="221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1797845-E2E7-50BA-6E1C-109E72737A5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75560" y="1242760"/>
                  <a:ext cx="1155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4D3A964-6FE9-7116-4FD8-A29167ACFA2B}"/>
                    </a:ext>
                  </a:extLst>
                </p14:cNvPr>
                <p14:cNvContentPartPr/>
                <p14:nvPr/>
              </p14:nvContentPartPr>
              <p14:xfrm>
                <a:off x="1133600" y="1267600"/>
                <a:ext cx="119160" cy="200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4D3A964-6FE9-7116-4FD8-A29167ACFA2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23160" y="1257160"/>
                  <a:ext cx="1404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56CBB5D-51DC-AFD2-C3F9-37DDFA23B1BA}"/>
                    </a:ext>
                  </a:extLst>
                </p14:cNvPr>
                <p14:cNvContentPartPr/>
                <p14:nvPr/>
              </p14:nvContentPartPr>
              <p14:xfrm>
                <a:off x="1344200" y="1230160"/>
                <a:ext cx="82800" cy="185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56CBB5D-51DC-AFD2-C3F9-37DDFA23B1B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33400" y="1219360"/>
                  <a:ext cx="1040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89BB8C5-793E-1E13-8BEB-E50283B76769}"/>
                    </a:ext>
                  </a:extLst>
                </p14:cNvPr>
                <p14:cNvContentPartPr/>
                <p14:nvPr/>
              </p14:nvContentPartPr>
              <p14:xfrm>
                <a:off x="1478480" y="1238080"/>
                <a:ext cx="140040" cy="280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89BB8C5-793E-1E13-8BEB-E50283B7676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68040" y="1227280"/>
                  <a:ext cx="161280" cy="30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F4A3A47-CD8D-7740-5B14-550780151DBE}"/>
              </a:ext>
            </a:extLst>
          </p:cNvPr>
          <p:cNvGrpSpPr/>
          <p:nvPr/>
        </p:nvGrpSpPr>
        <p:grpSpPr>
          <a:xfrm>
            <a:off x="1889960" y="1002640"/>
            <a:ext cx="516600" cy="452880"/>
            <a:chOff x="1889960" y="1002640"/>
            <a:chExt cx="516600" cy="45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669F622-378D-E887-0623-EE18AA7EEC48}"/>
                    </a:ext>
                  </a:extLst>
                </p14:cNvPr>
                <p14:cNvContentPartPr/>
                <p14:nvPr/>
              </p14:nvContentPartPr>
              <p14:xfrm>
                <a:off x="1911560" y="1002640"/>
                <a:ext cx="15840" cy="440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669F622-378D-E887-0623-EE18AA7EEC4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00760" y="992200"/>
                  <a:ext cx="3708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5F92DDA-CBDB-86FE-A7BE-3FB9667BAD7D}"/>
                    </a:ext>
                  </a:extLst>
                </p14:cNvPr>
                <p14:cNvContentPartPr/>
                <p14:nvPr/>
              </p14:nvContentPartPr>
              <p14:xfrm>
                <a:off x="1889960" y="1265440"/>
                <a:ext cx="94320" cy="15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5F92DDA-CBDB-86FE-A7BE-3FB9667BAD7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79160" y="1254640"/>
                  <a:ext cx="1155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7B9B480-D817-FC5B-D22C-48677B3334E8}"/>
                    </a:ext>
                  </a:extLst>
                </p14:cNvPr>
                <p14:cNvContentPartPr/>
                <p14:nvPr/>
              </p14:nvContentPartPr>
              <p14:xfrm>
                <a:off x="2052320" y="1231240"/>
                <a:ext cx="97920" cy="183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7B9B480-D817-FC5B-D22C-48677B3334E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41520" y="1220440"/>
                  <a:ext cx="1191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668AD44-32FE-922A-C053-15B87FE8AFFA}"/>
                    </a:ext>
                  </a:extLst>
                </p14:cNvPr>
                <p14:cNvContentPartPr/>
                <p14:nvPr/>
              </p14:nvContentPartPr>
              <p14:xfrm>
                <a:off x="2171840" y="1267600"/>
                <a:ext cx="72000" cy="187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668AD44-32FE-922A-C053-15B87FE8AFF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161400" y="1256800"/>
                  <a:ext cx="932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5134E6C-5ABB-987C-99AB-9D8FAA45F7C5}"/>
                    </a:ext>
                  </a:extLst>
                </p14:cNvPr>
                <p14:cNvContentPartPr/>
                <p14:nvPr/>
              </p14:nvContentPartPr>
              <p14:xfrm>
                <a:off x="2340680" y="1260760"/>
                <a:ext cx="65880" cy="193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5134E6C-5ABB-987C-99AB-9D8FAA45F7C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30240" y="1249960"/>
                  <a:ext cx="8712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1C66DAF-D05E-72E3-9A94-B5A9C114C8E6}"/>
              </a:ext>
            </a:extLst>
          </p:cNvPr>
          <p:cNvGrpSpPr/>
          <p:nvPr/>
        </p:nvGrpSpPr>
        <p:grpSpPr>
          <a:xfrm>
            <a:off x="2735240" y="1080400"/>
            <a:ext cx="287280" cy="339120"/>
            <a:chOff x="2735240" y="1080400"/>
            <a:chExt cx="28728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856AE9A-311A-4EB0-66BC-445EE4ACB510}"/>
                    </a:ext>
                  </a:extLst>
                </p14:cNvPr>
                <p14:cNvContentPartPr/>
                <p14:nvPr/>
              </p14:nvContentPartPr>
              <p14:xfrm>
                <a:off x="2784560" y="1215040"/>
                <a:ext cx="9360" cy="184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856AE9A-311A-4EB0-66BC-445EE4ACB51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74120" y="1204600"/>
                  <a:ext cx="306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664FF5C-3276-2E18-B183-5D527202F814}"/>
                    </a:ext>
                  </a:extLst>
                </p14:cNvPr>
                <p14:cNvContentPartPr/>
                <p14:nvPr/>
              </p14:nvContentPartPr>
              <p14:xfrm>
                <a:off x="2735240" y="1080400"/>
                <a:ext cx="119160" cy="84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664FF5C-3276-2E18-B183-5D527202F81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24440" y="1069600"/>
                  <a:ext cx="1404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E4F5016-2C6D-2F91-088C-7FC97179ADD3}"/>
                    </a:ext>
                  </a:extLst>
                </p14:cNvPr>
                <p14:cNvContentPartPr/>
                <p14:nvPr/>
              </p14:nvContentPartPr>
              <p14:xfrm>
                <a:off x="2887880" y="1171480"/>
                <a:ext cx="134640" cy="248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E4F5016-2C6D-2F91-088C-7FC97179ADD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77080" y="1160680"/>
                  <a:ext cx="155880" cy="26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9384B9CB-990F-E6F8-682F-908D222BC8C8}"/>
                  </a:ext>
                </a:extLst>
              </p14:cNvPr>
              <p14:cNvContentPartPr/>
              <p14:nvPr/>
            </p14:nvContentPartPr>
            <p14:xfrm>
              <a:off x="3250760" y="1184440"/>
              <a:ext cx="171000" cy="2570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9384B9CB-990F-E6F8-682F-908D222BC8C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240320" y="1174000"/>
                <a:ext cx="192240" cy="27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FFF2F709-1DA5-7F4E-07D6-79D70933A2AC}"/>
              </a:ext>
            </a:extLst>
          </p:cNvPr>
          <p:cNvGrpSpPr/>
          <p:nvPr/>
        </p:nvGrpSpPr>
        <p:grpSpPr>
          <a:xfrm>
            <a:off x="3764120" y="999400"/>
            <a:ext cx="753480" cy="435960"/>
            <a:chOff x="3764120" y="999400"/>
            <a:chExt cx="753480" cy="43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967E830-A17D-CFB0-9D5B-B064EF21CE3B}"/>
                    </a:ext>
                  </a:extLst>
                </p14:cNvPr>
                <p14:cNvContentPartPr/>
                <p14:nvPr/>
              </p14:nvContentPartPr>
              <p14:xfrm>
                <a:off x="3764120" y="1063120"/>
                <a:ext cx="180720" cy="3722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967E830-A17D-CFB0-9D5B-B064EF21CE3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753680" y="1052680"/>
                  <a:ext cx="20196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E93B8D4-CAF2-C96F-8F3B-2D4112CA6EB6}"/>
                    </a:ext>
                  </a:extLst>
                </p14:cNvPr>
                <p14:cNvContentPartPr/>
                <p14:nvPr/>
              </p14:nvContentPartPr>
              <p14:xfrm>
                <a:off x="3989840" y="1222600"/>
                <a:ext cx="163440" cy="193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E93B8D4-CAF2-C96F-8F3B-2D4112CA6EB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979040" y="1212160"/>
                  <a:ext cx="1846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4F03BCC-3ACF-BE37-DA55-F47F4ECF1D0D}"/>
                    </a:ext>
                  </a:extLst>
                </p14:cNvPr>
                <p14:cNvContentPartPr/>
                <p14:nvPr/>
              </p14:nvContentPartPr>
              <p14:xfrm>
                <a:off x="4212320" y="999400"/>
                <a:ext cx="66600" cy="368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4F03BCC-3ACF-BE37-DA55-F47F4ECF1D0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01880" y="988600"/>
                  <a:ext cx="878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926AB54-3116-D1C3-F4CC-AFC330417874}"/>
                    </a:ext>
                  </a:extLst>
                </p14:cNvPr>
                <p14:cNvContentPartPr/>
                <p14:nvPr/>
              </p14:nvContentPartPr>
              <p14:xfrm>
                <a:off x="4198640" y="1140880"/>
                <a:ext cx="197280" cy="15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926AB54-3116-D1C3-F4CC-AFC33041787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87840" y="1130440"/>
                  <a:ext cx="2185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0F9FCB1-33DD-545A-C78F-3FDFA4D559FB}"/>
                    </a:ext>
                  </a:extLst>
                </p14:cNvPr>
                <p14:cNvContentPartPr/>
                <p14:nvPr/>
              </p14:nvContentPartPr>
              <p14:xfrm>
                <a:off x="4369640" y="1178680"/>
                <a:ext cx="147960" cy="239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0F9FCB1-33DD-545A-C78F-3FDFA4D559F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58840" y="1167880"/>
                  <a:ext cx="169200" cy="26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83D5B2F-1857-5DDF-821F-864C9E83C044}"/>
              </a:ext>
            </a:extLst>
          </p:cNvPr>
          <p:cNvGrpSpPr/>
          <p:nvPr/>
        </p:nvGrpSpPr>
        <p:grpSpPr>
          <a:xfrm>
            <a:off x="4914680" y="946840"/>
            <a:ext cx="1764360" cy="392040"/>
            <a:chOff x="4914680" y="946840"/>
            <a:chExt cx="176436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20545F1-0A64-21E6-6055-DCB585A51D65}"/>
                    </a:ext>
                  </a:extLst>
                </p14:cNvPr>
                <p14:cNvContentPartPr/>
                <p14:nvPr/>
              </p14:nvContentPartPr>
              <p14:xfrm>
                <a:off x="4914680" y="1127560"/>
                <a:ext cx="163440" cy="200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20545F1-0A64-21E6-6055-DCB585A51D6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904240" y="1117120"/>
                  <a:ext cx="1846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E688D03-B1E4-985E-E5FA-3446E6576CA6}"/>
                    </a:ext>
                  </a:extLst>
                </p14:cNvPr>
                <p14:cNvContentPartPr/>
                <p14:nvPr/>
              </p14:nvContentPartPr>
              <p14:xfrm>
                <a:off x="5156960" y="946840"/>
                <a:ext cx="28800" cy="392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E688D03-B1E4-985E-E5FA-3446E6576CA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146160" y="936040"/>
                  <a:ext cx="5004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72F6CE7-2073-B5B7-82C9-17626E5AD061}"/>
                    </a:ext>
                  </a:extLst>
                </p14:cNvPr>
                <p14:cNvContentPartPr/>
                <p14:nvPr/>
              </p14:nvContentPartPr>
              <p14:xfrm>
                <a:off x="5104760" y="1177600"/>
                <a:ext cx="126000" cy="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72F6CE7-2073-B5B7-82C9-17626E5AD06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94320" y="1166800"/>
                  <a:ext cx="1472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A820BBE-C631-9D09-CA11-8FD8352C388C}"/>
                    </a:ext>
                  </a:extLst>
                </p14:cNvPr>
                <p14:cNvContentPartPr/>
                <p14:nvPr/>
              </p14:nvContentPartPr>
              <p14:xfrm>
                <a:off x="5296640" y="1127200"/>
                <a:ext cx="82800" cy="171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A820BBE-C631-9D09-CA11-8FD8352C388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85840" y="1116400"/>
                  <a:ext cx="1040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F9E3A05-EFB8-4A06-3B02-3F167FB1A2E0}"/>
                    </a:ext>
                  </a:extLst>
                </p14:cNvPr>
                <p14:cNvContentPartPr/>
                <p14:nvPr/>
              </p14:nvContentPartPr>
              <p14:xfrm>
                <a:off x="5459720" y="1145560"/>
                <a:ext cx="88560" cy="181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F9E3A05-EFB8-4A06-3B02-3F167FB1A2E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48920" y="1134760"/>
                  <a:ext cx="1098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A559CA6-2414-F66D-4760-85EBC595E244}"/>
                    </a:ext>
                  </a:extLst>
                </p14:cNvPr>
                <p14:cNvContentPartPr/>
                <p14:nvPr/>
              </p14:nvContentPartPr>
              <p14:xfrm>
                <a:off x="5635400" y="1143400"/>
                <a:ext cx="225000" cy="164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A559CA6-2414-F66D-4760-85EBC595E24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24600" y="1132960"/>
                  <a:ext cx="2462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DFD1EFE-D9B1-D4B8-A964-FCE9A1DB40BE}"/>
                    </a:ext>
                  </a:extLst>
                </p14:cNvPr>
                <p14:cNvContentPartPr/>
                <p14:nvPr/>
              </p14:nvContentPartPr>
              <p14:xfrm>
                <a:off x="5888120" y="960520"/>
                <a:ext cx="101880" cy="320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DFD1EFE-D9B1-D4B8-A964-FCE9A1DB40B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77320" y="949720"/>
                  <a:ext cx="1231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97CF74B-53D3-A281-345F-77D2C6405420}"/>
                    </a:ext>
                  </a:extLst>
                </p14:cNvPr>
                <p14:cNvContentPartPr/>
                <p14:nvPr/>
              </p14:nvContentPartPr>
              <p14:xfrm>
                <a:off x="5839880" y="1024240"/>
                <a:ext cx="195840" cy="31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97CF74B-53D3-A281-345F-77D2C640542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29080" y="1013800"/>
                  <a:ext cx="217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56A517A-A413-675E-7114-6FC513013E61}"/>
                    </a:ext>
                  </a:extLst>
                </p14:cNvPr>
                <p14:cNvContentPartPr/>
                <p14:nvPr/>
              </p14:nvContentPartPr>
              <p14:xfrm>
                <a:off x="6077120" y="1073560"/>
                <a:ext cx="173880" cy="202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56A517A-A413-675E-7114-6FC513013E6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66680" y="1062760"/>
                  <a:ext cx="195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FDFE20A-6DA9-376F-9B16-474412D8B953}"/>
                    </a:ext>
                  </a:extLst>
                </p14:cNvPr>
                <p14:cNvContentPartPr/>
                <p14:nvPr/>
              </p14:nvContentPartPr>
              <p14:xfrm>
                <a:off x="6429200" y="1091920"/>
                <a:ext cx="121680" cy="198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FDFE20A-6DA9-376F-9B16-474412D8B95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418400" y="1081120"/>
                  <a:ext cx="1429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574E650-849A-D645-4016-45BB181201A6}"/>
                    </a:ext>
                  </a:extLst>
                </p14:cNvPr>
                <p14:cNvContentPartPr/>
                <p14:nvPr/>
              </p14:nvContentPartPr>
              <p14:xfrm>
                <a:off x="6591200" y="1061320"/>
                <a:ext cx="87840" cy="241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574E650-849A-D645-4016-45BB181201A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580760" y="1050880"/>
                  <a:ext cx="10908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8C90122-17E5-52AB-1648-D97777C7BBC4}"/>
              </a:ext>
            </a:extLst>
          </p:cNvPr>
          <p:cNvGrpSpPr/>
          <p:nvPr/>
        </p:nvGrpSpPr>
        <p:grpSpPr>
          <a:xfrm>
            <a:off x="7101320" y="945400"/>
            <a:ext cx="988200" cy="361080"/>
            <a:chOff x="7101320" y="945400"/>
            <a:chExt cx="98820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AA4ACCB-4B8E-3796-F000-A0530C461188}"/>
                    </a:ext>
                  </a:extLst>
                </p14:cNvPr>
                <p14:cNvContentPartPr/>
                <p14:nvPr/>
              </p14:nvContentPartPr>
              <p14:xfrm>
                <a:off x="7101320" y="1032520"/>
                <a:ext cx="209160" cy="273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AA4ACCB-4B8E-3796-F000-A0530C46118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90880" y="1021720"/>
                  <a:ext cx="2304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5C4C9BB-239B-5E8E-2F64-CF8699383851}"/>
                    </a:ext>
                  </a:extLst>
                </p14:cNvPr>
                <p14:cNvContentPartPr/>
                <p14:nvPr/>
              </p14:nvContentPartPr>
              <p14:xfrm>
                <a:off x="7366640" y="945400"/>
                <a:ext cx="155520" cy="3384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5C4C9BB-239B-5E8E-2F64-CF869938385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356200" y="934960"/>
                  <a:ext cx="1767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C875E61-79E8-42FD-5211-7452F132AAA8}"/>
                    </a:ext>
                  </a:extLst>
                </p14:cNvPr>
                <p14:cNvContentPartPr/>
                <p14:nvPr/>
              </p14:nvContentPartPr>
              <p14:xfrm>
                <a:off x="7591280" y="1052680"/>
                <a:ext cx="216360" cy="134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C875E61-79E8-42FD-5211-7452F132AAA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580480" y="1042240"/>
                  <a:ext cx="2376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735A1E2-38EB-8298-8107-DEF6CC23D509}"/>
                    </a:ext>
                  </a:extLst>
                </p14:cNvPr>
                <p14:cNvContentPartPr/>
                <p14:nvPr/>
              </p14:nvContentPartPr>
              <p14:xfrm>
                <a:off x="7858040" y="1041520"/>
                <a:ext cx="129960" cy="197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735A1E2-38EB-8298-8107-DEF6CC23D50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847240" y="1030720"/>
                  <a:ext cx="1512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4E04877-E5D4-5218-28B9-3F8A4A71BC82}"/>
                    </a:ext>
                  </a:extLst>
                </p14:cNvPr>
                <p14:cNvContentPartPr/>
                <p14:nvPr/>
              </p14:nvContentPartPr>
              <p14:xfrm>
                <a:off x="8007800" y="1047640"/>
                <a:ext cx="81720" cy="187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4E04877-E5D4-5218-28B9-3F8A4A71BC8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997000" y="1036840"/>
                  <a:ext cx="10296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955B73E9-DA80-2738-4492-C09F7F1507FC}"/>
              </a:ext>
            </a:extLst>
          </p:cNvPr>
          <p:cNvGrpSpPr/>
          <p:nvPr/>
        </p:nvGrpSpPr>
        <p:grpSpPr>
          <a:xfrm>
            <a:off x="8394440" y="902200"/>
            <a:ext cx="817920" cy="302040"/>
            <a:chOff x="8394440" y="902200"/>
            <a:chExt cx="817920" cy="30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BAE0170-92C5-C816-3BD1-9F894FFAFA1A}"/>
                    </a:ext>
                  </a:extLst>
                </p14:cNvPr>
                <p14:cNvContentPartPr/>
                <p14:nvPr/>
              </p14:nvContentPartPr>
              <p14:xfrm>
                <a:off x="8394440" y="1002280"/>
                <a:ext cx="139680" cy="200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BAE0170-92C5-C816-3BD1-9F894FFAFA1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383640" y="991840"/>
                  <a:ext cx="1609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8596A35-33CC-96A0-C6DC-9D1A56400E75}"/>
                    </a:ext>
                  </a:extLst>
                </p14:cNvPr>
                <p14:cNvContentPartPr/>
                <p14:nvPr/>
              </p14:nvContentPartPr>
              <p14:xfrm>
                <a:off x="8608640" y="1010200"/>
                <a:ext cx="237240" cy="1940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8596A35-33CC-96A0-C6DC-9D1A56400E7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597840" y="999400"/>
                  <a:ext cx="2584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B50E895-BEF5-F728-9DD9-E88C97D44955}"/>
                    </a:ext>
                  </a:extLst>
                </p14:cNvPr>
                <p14:cNvContentPartPr/>
                <p14:nvPr/>
              </p14:nvContentPartPr>
              <p14:xfrm>
                <a:off x="8862800" y="1027120"/>
                <a:ext cx="177120" cy="150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B50E895-BEF5-F728-9DD9-E88C97D4495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852360" y="1016680"/>
                  <a:ext cx="1983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6527321-FD31-B361-B7F8-178BDB0DDDBC}"/>
                    </a:ext>
                  </a:extLst>
                </p14:cNvPr>
                <p14:cNvContentPartPr/>
                <p14:nvPr/>
              </p14:nvContentPartPr>
              <p14:xfrm>
                <a:off x="9071240" y="902200"/>
                <a:ext cx="141120" cy="277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6527321-FD31-B361-B7F8-178BDB0DDDB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060800" y="891400"/>
                  <a:ext cx="162360" cy="29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4568A54-BC3D-7E46-1A6F-739931DF1E79}"/>
              </a:ext>
            </a:extLst>
          </p:cNvPr>
          <p:cNvGrpSpPr/>
          <p:nvPr/>
        </p:nvGrpSpPr>
        <p:grpSpPr>
          <a:xfrm>
            <a:off x="9662720" y="790240"/>
            <a:ext cx="1268640" cy="417240"/>
            <a:chOff x="9662720" y="790240"/>
            <a:chExt cx="1268640" cy="41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F5B9D9C-C83A-6963-64E4-46FE61289278}"/>
                    </a:ext>
                  </a:extLst>
                </p14:cNvPr>
                <p14:cNvContentPartPr/>
                <p14:nvPr/>
              </p14:nvContentPartPr>
              <p14:xfrm>
                <a:off x="9662720" y="984280"/>
                <a:ext cx="213480" cy="169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F5B9D9C-C83A-6963-64E4-46FE6128927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652280" y="973480"/>
                  <a:ext cx="2347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3D232E9-24CC-6B1E-272E-8CDA99DDDF7F}"/>
                    </a:ext>
                  </a:extLst>
                </p14:cNvPr>
                <p14:cNvContentPartPr/>
                <p14:nvPr/>
              </p14:nvContentPartPr>
              <p14:xfrm>
                <a:off x="9872240" y="843880"/>
                <a:ext cx="79200" cy="351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3D232E9-24CC-6B1E-272E-8CDA99DDDF7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861800" y="833440"/>
                  <a:ext cx="1004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652A4E3-B2AC-2EDA-B287-E845E49A120C}"/>
                    </a:ext>
                  </a:extLst>
                </p14:cNvPr>
                <p14:cNvContentPartPr/>
                <p14:nvPr/>
              </p14:nvContentPartPr>
              <p14:xfrm>
                <a:off x="10052240" y="977080"/>
                <a:ext cx="57600" cy="183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652A4E3-B2AC-2EDA-B287-E845E49A120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041800" y="966280"/>
                  <a:ext cx="788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5A0E4E8-365D-8495-2606-5DFB96E1EA2F}"/>
                    </a:ext>
                  </a:extLst>
                </p14:cNvPr>
                <p14:cNvContentPartPr/>
                <p14:nvPr/>
              </p14:nvContentPartPr>
              <p14:xfrm>
                <a:off x="10101920" y="978160"/>
                <a:ext cx="425520" cy="182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5A0E4E8-365D-8495-2606-5DFB96E1EA2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091480" y="967720"/>
                  <a:ext cx="4467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B038F79-20F7-CD8D-9C6A-B55DB6065280}"/>
                    </a:ext>
                  </a:extLst>
                </p14:cNvPr>
                <p14:cNvContentPartPr/>
                <p14:nvPr/>
              </p14:nvContentPartPr>
              <p14:xfrm>
                <a:off x="10532480" y="959440"/>
                <a:ext cx="108000" cy="179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B038F79-20F7-CD8D-9C6A-B55DB606528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521680" y="948640"/>
                  <a:ext cx="129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F9AA62D-4C83-AE32-7E6D-356BCC0654DC}"/>
                    </a:ext>
                  </a:extLst>
                </p14:cNvPr>
                <p14:cNvContentPartPr/>
                <p14:nvPr/>
              </p14:nvContentPartPr>
              <p14:xfrm>
                <a:off x="10633640" y="942520"/>
                <a:ext cx="185400" cy="2649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F9AA62D-4C83-AE32-7E6D-356BCC0654D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623200" y="931720"/>
                  <a:ext cx="2066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52B278A-8ACC-5D0E-3120-55720E4F8583}"/>
                    </a:ext>
                  </a:extLst>
                </p14:cNvPr>
                <p14:cNvContentPartPr/>
                <p14:nvPr/>
              </p14:nvContentPartPr>
              <p14:xfrm>
                <a:off x="10844600" y="790240"/>
                <a:ext cx="59040" cy="3657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52B278A-8ACC-5D0E-3120-55720E4F858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833800" y="779440"/>
                  <a:ext cx="802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DEFA052-63BA-00EE-F499-EA4D01FB2F21}"/>
                    </a:ext>
                  </a:extLst>
                </p14:cNvPr>
                <p14:cNvContentPartPr/>
                <p14:nvPr/>
              </p14:nvContentPartPr>
              <p14:xfrm>
                <a:off x="10806440" y="937480"/>
                <a:ext cx="124920" cy="14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DEFA052-63BA-00EE-F499-EA4D01FB2F2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795640" y="927040"/>
                  <a:ext cx="14616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CCF7DFE-4BC9-5862-2D9A-2C18DA7FD883}"/>
              </a:ext>
            </a:extLst>
          </p:cNvPr>
          <p:cNvGrpSpPr/>
          <p:nvPr/>
        </p:nvGrpSpPr>
        <p:grpSpPr>
          <a:xfrm>
            <a:off x="258080" y="1810120"/>
            <a:ext cx="1063080" cy="406080"/>
            <a:chOff x="258080" y="1810120"/>
            <a:chExt cx="106308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E5D5BFB-33E5-D613-727F-20C3420BC620}"/>
                    </a:ext>
                  </a:extLst>
                </p14:cNvPr>
                <p14:cNvContentPartPr/>
                <p14:nvPr/>
              </p14:nvContentPartPr>
              <p14:xfrm>
                <a:off x="258080" y="1858360"/>
                <a:ext cx="115200" cy="3578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E5D5BFB-33E5-D613-727F-20C3420BC62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47640" y="1847560"/>
                  <a:ext cx="13644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381A563-FCD8-2A88-AF15-ED2041C2AF6C}"/>
                    </a:ext>
                  </a:extLst>
                </p14:cNvPr>
                <p14:cNvContentPartPr/>
                <p14:nvPr/>
              </p14:nvContentPartPr>
              <p14:xfrm>
                <a:off x="450680" y="1950520"/>
                <a:ext cx="118080" cy="221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381A563-FCD8-2A88-AF15-ED2041C2AF6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40240" y="1940080"/>
                  <a:ext cx="1393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7EE5C0C-1998-042E-755F-A8153B882B09}"/>
                    </a:ext>
                  </a:extLst>
                </p14:cNvPr>
                <p14:cNvContentPartPr/>
                <p14:nvPr/>
              </p14:nvContentPartPr>
              <p14:xfrm>
                <a:off x="590720" y="1861960"/>
                <a:ext cx="436320" cy="3175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7EE5C0C-1998-042E-755F-A8153B882B0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80280" y="1851520"/>
                  <a:ext cx="4575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271E2BA-97FA-242B-0DE1-ED48559AE940}"/>
                    </a:ext>
                  </a:extLst>
                </p14:cNvPr>
                <p14:cNvContentPartPr/>
                <p14:nvPr/>
              </p14:nvContentPartPr>
              <p14:xfrm>
                <a:off x="1083920" y="1954480"/>
                <a:ext cx="71280" cy="1393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271E2BA-97FA-242B-0DE1-ED48559AE94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73120" y="1944040"/>
                  <a:ext cx="925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7C6C0B8-D716-9DCB-BFB9-1C8DF0DA7391}"/>
                    </a:ext>
                  </a:extLst>
                </p14:cNvPr>
                <p14:cNvContentPartPr/>
                <p14:nvPr/>
              </p14:nvContentPartPr>
              <p14:xfrm>
                <a:off x="1178600" y="1810120"/>
                <a:ext cx="142560" cy="2944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7C6C0B8-D716-9DCB-BFB9-1C8DF0DA739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68160" y="1799680"/>
                  <a:ext cx="163800" cy="31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2018CB62-997A-F9EA-5E02-9CE675062839}"/>
                  </a:ext>
                </a:extLst>
              </p14:cNvPr>
              <p14:cNvContentPartPr/>
              <p14:nvPr/>
            </p14:nvContentPartPr>
            <p14:xfrm>
              <a:off x="1558760" y="1944040"/>
              <a:ext cx="196560" cy="16884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2018CB62-997A-F9EA-5E02-9CE675062839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1548320" y="1933240"/>
                <a:ext cx="217800" cy="19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38B4D58C-391B-7F3A-B7A7-49C06F96A315}"/>
              </a:ext>
            </a:extLst>
          </p:cNvPr>
          <p:cNvGrpSpPr/>
          <p:nvPr/>
        </p:nvGrpSpPr>
        <p:grpSpPr>
          <a:xfrm>
            <a:off x="2117120" y="1754320"/>
            <a:ext cx="826920" cy="418320"/>
            <a:chOff x="2117120" y="1754320"/>
            <a:chExt cx="82692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85436B2-2B87-D58D-A3D9-3288700B444C}"/>
                    </a:ext>
                  </a:extLst>
                </p14:cNvPr>
                <p14:cNvContentPartPr/>
                <p14:nvPr/>
              </p14:nvContentPartPr>
              <p14:xfrm>
                <a:off x="2117120" y="1933240"/>
                <a:ext cx="114480" cy="1800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85436B2-2B87-D58D-A3D9-3288700B444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106320" y="1922800"/>
                  <a:ext cx="1357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C95FF4B-2DF0-B81A-9F07-920C15F31BA2}"/>
                    </a:ext>
                  </a:extLst>
                </p14:cNvPr>
                <p14:cNvContentPartPr/>
                <p14:nvPr/>
              </p14:nvContentPartPr>
              <p14:xfrm>
                <a:off x="2280200" y="1914160"/>
                <a:ext cx="145080" cy="1832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C95FF4B-2DF0-B81A-9F07-920C15F31BA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269400" y="1903360"/>
                  <a:ext cx="1663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F2447FC-3520-7B14-BDB0-7FAFAA48C7C2}"/>
                    </a:ext>
                  </a:extLst>
                </p14:cNvPr>
                <p14:cNvContentPartPr/>
                <p14:nvPr/>
              </p14:nvContentPartPr>
              <p14:xfrm>
                <a:off x="2455160" y="1775920"/>
                <a:ext cx="144360" cy="329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F2447FC-3520-7B14-BDB0-7FAFAA48C7C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444360" y="1765480"/>
                  <a:ext cx="16560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E4B70AB-CB22-093E-3B8C-8AE814FE46B8}"/>
                    </a:ext>
                  </a:extLst>
                </p14:cNvPr>
                <p14:cNvContentPartPr/>
                <p14:nvPr/>
              </p14:nvContentPartPr>
              <p14:xfrm>
                <a:off x="2695640" y="1908760"/>
                <a:ext cx="91440" cy="1566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E4B70AB-CB22-093E-3B8C-8AE814FE46B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685200" y="1898320"/>
                  <a:ext cx="1126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38CF333-2CF9-E484-82FE-3397299FE396}"/>
                    </a:ext>
                  </a:extLst>
                </p14:cNvPr>
                <p14:cNvContentPartPr/>
                <p14:nvPr/>
              </p14:nvContentPartPr>
              <p14:xfrm>
                <a:off x="2818760" y="1754320"/>
                <a:ext cx="125280" cy="4183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38CF333-2CF9-E484-82FE-3397299FE39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808320" y="1743520"/>
                  <a:ext cx="146520" cy="43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5E2C1AB-7702-2AD4-4FA1-E3410E24FEFA}"/>
              </a:ext>
            </a:extLst>
          </p:cNvPr>
          <p:cNvGrpSpPr/>
          <p:nvPr/>
        </p:nvGrpSpPr>
        <p:grpSpPr>
          <a:xfrm>
            <a:off x="3261200" y="1866280"/>
            <a:ext cx="431280" cy="195120"/>
            <a:chOff x="3261200" y="1866280"/>
            <a:chExt cx="43128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1EA9520-2860-63F3-0AFA-2893943D9E87}"/>
                    </a:ext>
                  </a:extLst>
                </p14:cNvPr>
                <p14:cNvContentPartPr/>
                <p14:nvPr/>
              </p14:nvContentPartPr>
              <p14:xfrm>
                <a:off x="3261200" y="1866280"/>
                <a:ext cx="189000" cy="1951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1EA9520-2860-63F3-0AFA-2893943D9E8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250760" y="1855480"/>
                  <a:ext cx="2102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279C839-C29C-4383-8D45-8A07FD688F09}"/>
                    </a:ext>
                  </a:extLst>
                </p14:cNvPr>
                <p14:cNvContentPartPr/>
                <p14:nvPr/>
              </p14:nvContentPartPr>
              <p14:xfrm>
                <a:off x="3497720" y="1887880"/>
                <a:ext cx="194760" cy="146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279C839-C29C-4383-8D45-8A07FD688F0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486920" y="1877440"/>
                  <a:ext cx="21600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7556EE46-305F-7785-4218-2CEC7218389F}"/>
              </a:ext>
            </a:extLst>
          </p:cNvPr>
          <p:cNvGrpSpPr/>
          <p:nvPr/>
        </p:nvGrpSpPr>
        <p:grpSpPr>
          <a:xfrm>
            <a:off x="4008200" y="1687000"/>
            <a:ext cx="682920" cy="310320"/>
            <a:chOff x="4008200" y="1687000"/>
            <a:chExt cx="682920" cy="31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8A19C09-FAAF-1AB9-0048-3DB7AA7B4770}"/>
                    </a:ext>
                  </a:extLst>
                </p14:cNvPr>
                <p14:cNvContentPartPr/>
                <p14:nvPr/>
              </p14:nvContentPartPr>
              <p14:xfrm>
                <a:off x="4008200" y="1687000"/>
                <a:ext cx="101880" cy="3103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8A19C09-FAAF-1AB9-0048-3DB7AA7B477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997400" y="1676200"/>
                  <a:ext cx="1231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C604F8B-0671-712B-E56B-66F759D75D48}"/>
                    </a:ext>
                  </a:extLst>
                </p14:cNvPr>
                <p14:cNvContentPartPr/>
                <p14:nvPr/>
              </p14:nvContentPartPr>
              <p14:xfrm>
                <a:off x="4148240" y="1815880"/>
                <a:ext cx="158760" cy="1436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C604F8B-0671-712B-E56B-66F759D75D4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137440" y="1805440"/>
                  <a:ext cx="1800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F958A61-8400-1EA1-FDA6-B97FD2778526}"/>
                    </a:ext>
                  </a:extLst>
                </p14:cNvPr>
                <p14:cNvContentPartPr/>
                <p14:nvPr/>
              </p14:nvContentPartPr>
              <p14:xfrm>
                <a:off x="4357760" y="1785280"/>
                <a:ext cx="111600" cy="174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F958A61-8400-1EA1-FDA6-B97FD277852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347320" y="1774480"/>
                  <a:ext cx="1328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55108C7-C34C-7309-08B5-D78DDFDB2DAF}"/>
                    </a:ext>
                  </a:extLst>
                </p14:cNvPr>
                <p14:cNvContentPartPr/>
                <p14:nvPr/>
              </p14:nvContentPartPr>
              <p14:xfrm>
                <a:off x="4573040" y="1776640"/>
                <a:ext cx="118080" cy="191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55108C7-C34C-7309-08B5-D78DDFDB2DA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562600" y="1765840"/>
                  <a:ext cx="13932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C0A51632-E958-E3B3-9BBE-EC4810554310}"/>
              </a:ext>
            </a:extLst>
          </p:cNvPr>
          <p:cNvGrpSpPr/>
          <p:nvPr/>
        </p:nvGrpSpPr>
        <p:grpSpPr>
          <a:xfrm>
            <a:off x="5014040" y="1576120"/>
            <a:ext cx="371880" cy="388800"/>
            <a:chOff x="5014040" y="1576120"/>
            <a:chExt cx="371880" cy="38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31C1640-3221-D26A-34BC-E4AE1D493FAF}"/>
                    </a:ext>
                  </a:extLst>
                </p14:cNvPr>
                <p14:cNvContentPartPr/>
                <p14:nvPr/>
              </p14:nvContentPartPr>
              <p14:xfrm>
                <a:off x="5014040" y="1743160"/>
                <a:ext cx="224640" cy="1634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31C1640-3221-D26A-34BC-E4AE1D493FA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003240" y="1732360"/>
                  <a:ext cx="2458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141AFA6-789F-4672-21C2-90D360D5032A}"/>
                    </a:ext>
                  </a:extLst>
                </p14:cNvPr>
                <p14:cNvContentPartPr/>
                <p14:nvPr/>
              </p14:nvContentPartPr>
              <p14:xfrm>
                <a:off x="5305280" y="1576120"/>
                <a:ext cx="46080" cy="388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141AFA6-789F-4672-21C2-90D360D5032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294840" y="1565320"/>
                  <a:ext cx="6732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9BE0417-CAC9-676E-9830-1AABAC0F8270}"/>
                    </a:ext>
                  </a:extLst>
                </p14:cNvPr>
                <p14:cNvContentPartPr/>
                <p14:nvPr/>
              </p14:nvContentPartPr>
              <p14:xfrm>
                <a:off x="5255960" y="1730200"/>
                <a:ext cx="129960" cy="10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9BE0417-CAC9-676E-9830-1AABAC0F827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245160" y="1719760"/>
                  <a:ext cx="15120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8671738-9193-0CDA-B365-203E066D678E}"/>
              </a:ext>
            </a:extLst>
          </p:cNvPr>
          <p:cNvGrpSpPr/>
          <p:nvPr/>
        </p:nvGrpSpPr>
        <p:grpSpPr>
          <a:xfrm>
            <a:off x="5682560" y="1525720"/>
            <a:ext cx="859320" cy="380880"/>
            <a:chOff x="5682560" y="1525720"/>
            <a:chExt cx="859320" cy="38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BC7E2DF-8373-33A6-4811-AF8A8466BF49}"/>
                    </a:ext>
                  </a:extLst>
                </p14:cNvPr>
                <p14:cNvContentPartPr/>
                <p14:nvPr/>
              </p14:nvContentPartPr>
              <p14:xfrm>
                <a:off x="5682560" y="1732000"/>
                <a:ext cx="321480" cy="1746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BC7E2DF-8373-33A6-4811-AF8A8466BF4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671760" y="1721200"/>
                  <a:ext cx="3427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66E04A9-441F-F2FF-B834-17B152CD9518}"/>
                    </a:ext>
                  </a:extLst>
                </p14:cNvPr>
                <p14:cNvContentPartPr/>
                <p14:nvPr/>
              </p14:nvContentPartPr>
              <p14:xfrm>
                <a:off x="6059480" y="1726960"/>
                <a:ext cx="115560" cy="130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66E04A9-441F-F2FF-B834-17B152CD951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048680" y="1716160"/>
                  <a:ext cx="136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4C73C71-DB0C-BDFD-D6EA-16B55124968B}"/>
                    </a:ext>
                  </a:extLst>
                </p14:cNvPr>
                <p14:cNvContentPartPr/>
                <p14:nvPr/>
              </p14:nvContentPartPr>
              <p14:xfrm>
                <a:off x="6283040" y="1694560"/>
                <a:ext cx="111600" cy="1645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4C73C71-DB0C-BDFD-D6EA-16B55124968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272600" y="1683760"/>
                  <a:ext cx="1328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FE20666-0704-89C9-4E2E-5F88AEC1FDDF}"/>
                    </a:ext>
                  </a:extLst>
                </p14:cNvPr>
                <p14:cNvContentPartPr/>
                <p14:nvPr/>
              </p14:nvContentPartPr>
              <p14:xfrm>
                <a:off x="6494720" y="1525720"/>
                <a:ext cx="32760" cy="288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FE20666-0704-89C9-4E2E-5F88AEC1FDD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484280" y="1515280"/>
                  <a:ext cx="540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643B512-88A7-6F00-0EE8-A0007DC25425}"/>
                    </a:ext>
                  </a:extLst>
                </p14:cNvPr>
                <p14:cNvContentPartPr/>
                <p14:nvPr/>
              </p14:nvContentPartPr>
              <p14:xfrm>
                <a:off x="6437480" y="1603480"/>
                <a:ext cx="104400" cy="36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643B512-88A7-6F00-0EE8-A0007DC25425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427040" y="1593040"/>
                  <a:ext cx="12564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53D413E-D42A-22AD-DE42-DF1A6788D0C5}"/>
              </a:ext>
            </a:extLst>
          </p:cNvPr>
          <p:cNvGrpSpPr/>
          <p:nvPr/>
        </p:nvGrpSpPr>
        <p:grpSpPr>
          <a:xfrm>
            <a:off x="7086200" y="1498360"/>
            <a:ext cx="582480" cy="312120"/>
            <a:chOff x="7086200" y="1498360"/>
            <a:chExt cx="582480" cy="31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FED4B83-9B68-9522-1E9B-30E63C78A9D3}"/>
                    </a:ext>
                  </a:extLst>
                </p14:cNvPr>
                <p14:cNvContentPartPr/>
                <p14:nvPr/>
              </p14:nvContentPartPr>
              <p14:xfrm>
                <a:off x="7086200" y="1498360"/>
                <a:ext cx="53640" cy="312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FED4B83-9B68-9522-1E9B-30E63C78A9D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075760" y="1487920"/>
                  <a:ext cx="748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F3248D7-9ED7-95EE-2D84-0A5642C2ED73}"/>
                    </a:ext>
                  </a:extLst>
                </p14:cNvPr>
                <p14:cNvContentPartPr/>
                <p14:nvPr/>
              </p14:nvContentPartPr>
              <p14:xfrm>
                <a:off x="7088720" y="1676560"/>
                <a:ext cx="179280" cy="108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F3248D7-9ED7-95EE-2D84-0A5642C2ED7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078280" y="1666120"/>
                  <a:ext cx="2005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8E26FDD-A46C-CC49-CBDC-FC89DE9AC537}"/>
                    </a:ext>
                  </a:extLst>
                </p14:cNvPr>
                <p14:cNvContentPartPr/>
                <p14:nvPr/>
              </p14:nvContentPartPr>
              <p14:xfrm>
                <a:off x="7264400" y="1624000"/>
                <a:ext cx="177480" cy="1562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8E26FDD-A46C-CC49-CBDC-FC89DE9AC53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253960" y="1613560"/>
                  <a:ext cx="1987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1B946AF-F38C-9B1B-B419-47769D65ACDF}"/>
                    </a:ext>
                  </a:extLst>
                </p14:cNvPr>
                <p14:cNvContentPartPr/>
                <p14:nvPr/>
              </p14:nvContentPartPr>
              <p14:xfrm>
                <a:off x="7538000" y="1672600"/>
                <a:ext cx="130680" cy="1299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1B946AF-F38C-9B1B-B419-47769D65ACD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527560" y="1661800"/>
                  <a:ext cx="15192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1553C94-D291-8579-E8ED-FD0CE7230E47}"/>
              </a:ext>
            </a:extLst>
          </p:cNvPr>
          <p:cNvGrpSpPr/>
          <p:nvPr/>
        </p:nvGrpSpPr>
        <p:grpSpPr>
          <a:xfrm>
            <a:off x="8265560" y="1379560"/>
            <a:ext cx="1332720" cy="405000"/>
            <a:chOff x="8265560" y="1379560"/>
            <a:chExt cx="1332720" cy="40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CD5B153-DCEA-7E1C-1ED5-EBF820E7DEA7}"/>
                    </a:ext>
                  </a:extLst>
                </p14:cNvPr>
                <p14:cNvContentPartPr/>
                <p14:nvPr/>
              </p14:nvContentPartPr>
              <p14:xfrm>
                <a:off x="8265560" y="1503400"/>
                <a:ext cx="360720" cy="2811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CD5B153-DCEA-7E1C-1ED5-EBF820E7DEA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254760" y="1492600"/>
                  <a:ext cx="3819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C1CC018-BC6A-12C6-AE18-AC0EFA7F8DC5}"/>
                    </a:ext>
                  </a:extLst>
                </p14:cNvPr>
                <p14:cNvContentPartPr/>
                <p14:nvPr/>
              </p14:nvContentPartPr>
              <p14:xfrm>
                <a:off x="8705840" y="1597720"/>
                <a:ext cx="2880" cy="1350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C1CC018-BC6A-12C6-AE18-AC0EFA7F8DC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695040" y="1587280"/>
                  <a:ext cx="241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7E42E0D-B76A-ED7E-2A4C-26006161021D}"/>
                    </a:ext>
                  </a:extLst>
                </p14:cNvPr>
                <p14:cNvContentPartPr/>
                <p14:nvPr/>
              </p14:nvContentPartPr>
              <p14:xfrm>
                <a:off x="8636000" y="1504840"/>
                <a:ext cx="79200" cy="424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7E42E0D-B76A-ED7E-2A4C-26006161021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625200" y="1494400"/>
                  <a:ext cx="1004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500D1F8-FC4F-E06A-2545-E2355307945D}"/>
                    </a:ext>
                  </a:extLst>
                </p14:cNvPr>
                <p14:cNvContentPartPr/>
                <p14:nvPr/>
              </p14:nvContentPartPr>
              <p14:xfrm>
                <a:off x="8835440" y="1379560"/>
                <a:ext cx="34560" cy="3009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500D1F8-FC4F-E06A-2545-E2355307945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824640" y="1369120"/>
                  <a:ext cx="558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6935FFD-8DC3-A09A-63A3-29C0CD30FE47}"/>
                    </a:ext>
                  </a:extLst>
                </p14:cNvPr>
                <p14:cNvContentPartPr/>
                <p14:nvPr/>
              </p14:nvContentPartPr>
              <p14:xfrm>
                <a:off x="8907440" y="1438240"/>
                <a:ext cx="118440" cy="2689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6935FFD-8DC3-A09A-63A3-29C0CD30FE4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896640" y="1427800"/>
                  <a:ext cx="1396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F038072-15C7-1473-FE46-220979DC6F71}"/>
                    </a:ext>
                  </a:extLst>
                </p14:cNvPr>
                <p14:cNvContentPartPr/>
                <p14:nvPr/>
              </p14:nvContentPartPr>
              <p14:xfrm>
                <a:off x="9147560" y="1560280"/>
                <a:ext cx="122040" cy="1306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F038072-15C7-1473-FE46-220979DC6F7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136760" y="1549480"/>
                  <a:ext cx="1432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08EE053-BCE4-B344-7F73-7B1705879570}"/>
                    </a:ext>
                  </a:extLst>
                </p14:cNvPr>
                <p14:cNvContentPartPr/>
                <p14:nvPr/>
              </p14:nvContentPartPr>
              <p14:xfrm>
                <a:off x="9285080" y="1548760"/>
                <a:ext cx="99000" cy="1659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08EE053-BCE4-B344-7F73-7B170587957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274640" y="1537960"/>
                  <a:ext cx="1202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C651AF1-8CBE-5D93-E28E-9D3244373BE7}"/>
                    </a:ext>
                  </a:extLst>
                </p14:cNvPr>
                <p14:cNvContentPartPr/>
                <p14:nvPr/>
              </p14:nvContentPartPr>
              <p14:xfrm>
                <a:off x="9481640" y="1556320"/>
                <a:ext cx="116640" cy="157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C651AF1-8CBE-5D93-E28E-9D3244373BE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471200" y="1545520"/>
                  <a:ext cx="137880" cy="17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F99807B9-ACE0-C3BC-30EE-E1819CFA722B}"/>
                  </a:ext>
                </a:extLst>
              </p14:cNvPr>
              <p14:cNvContentPartPr/>
              <p14:nvPr/>
            </p14:nvContentPartPr>
            <p14:xfrm>
              <a:off x="9772160" y="1694920"/>
              <a:ext cx="360" cy="36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F99807B9-ACE0-C3BC-30EE-E1819CFA722B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9761360" y="1684480"/>
                <a:ext cx="2160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2" name="Group 211">
            <a:extLst>
              <a:ext uri="{FF2B5EF4-FFF2-40B4-BE49-F238E27FC236}">
                <a16:creationId xmlns:a16="http://schemas.microsoft.com/office/drawing/2014/main" id="{8FAF08C6-2413-BE05-50A8-A996DC0B0DFD}"/>
              </a:ext>
            </a:extLst>
          </p:cNvPr>
          <p:cNvGrpSpPr/>
          <p:nvPr/>
        </p:nvGrpSpPr>
        <p:grpSpPr>
          <a:xfrm>
            <a:off x="7171160" y="1834240"/>
            <a:ext cx="2815560" cy="391320"/>
            <a:chOff x="7171160" y="1834240"/>
            <a:chExt cx="2815560" cy="3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3A871AA-724E-C788-E835-9AC2EBD700D3}"/>
                    </a:ext>
                  </a:extLst>
                </p14:cNvPr>
                <p14:cNvContentPartPr/>
                <p14:nvPr/>
              </p14:nvContentPartPr>
              <p14:xfrm>
                <a:off x="7171160" y="1834240"/>
                <a:ext cx="2241000" cy="1238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3A871AA-724E-C788-E835-9AC2EBD700D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160720" y="1823800"/>
                  <a:ext cx="22622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69936D3-9B8F-3552-165D-D9FAC2814B3E}"/>
                    </a:ext>
                  </a:extLst>
                </p14:cNvPr>
                <p14:cNvContentPartPr/>
                <p14:nvPr/>
              </p14:nvContentPartPr>
              <p14:xfrm>
                <a:off x="8380760" y="1903000"/>
                <a:ext cx="454320" cy="2710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69936D3-9B8F-3552-165D-D9FAC2814B3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370320" y="1892200"/>
                  <a:ext cx="4755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96F36FD-1991-87C2-95CF-FB3DE5FCEEAD}"/>
                    </a:ext>
                  </a:extLst>
                </p14:cNvPr>
                <p14:cNvContentPartPr/>
                <p14:nvPr/>
              </p14:nvContentPartPr>
              <p14:xfrm>
                <a:off x="9063680" y="2092360"/>
                <a:ext cx="171720" cy="1332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96F36FD-1991-87C2-95CF-FB3DE5FCEEA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053240" y="2081560"/>
                  <a:ext cx="1929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99BE051-DBBF-7665-9A63-D45872803FA6}"/>
                    </a:ext>
                  </a:extLst>
                </p14:cNvPr>
                <p14:cNvContentPartPr/>
                <p14:nvPr/>
              </p14:nvContentPartPr>
              <p14:xfrm>
                <a:off x="9346640" y="2117560"/>
                <a:ext cx="41040" cy="1008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99BE051-DBBF-7665-9A63-D45872803FA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336200" y="2107120"/>
                  <a:ext cx="622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7A79293-BC98-DCAD-F17A-EF73EE97CD1F}"/>
                    </a:ext>
                  </a:extLst>
                </p14:cNvPr>
                <p14:cNvContentPartPr/>
                <p14:nvPr/>
              </p14:nvContentPartPr>
              <p14:xfrm>
                <a:off x="9322520" y="1998760"/>
                <a:ext cx="360" cy="3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7A79293-BC98-DCAD-F17A-EF73EE97CD1F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312080" y="19883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AFE3DCE-B3C4-8D4A-066C-C22CF848253D}"/>
                    </a:ext>
                  </a:extLst>
                </p14:cNvPr>
                <p14:cNvContentPartPr/>
                <p14:nvPr/>
              </p14:nvContentPartPr>
              <p14:xfrm>
                <a:off x="9447800" y="2009920"/>
                <a:ext cx="123120" cy="2120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AFE3DCE-B3C4-8D4A-066C-C22CF848253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437360" y="1999480"/>
                  <a:ext cx="1443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1DB6C07-0B8F-EAB8-CF6F-0843B51841EB}"/>
                    </a:ext>
                  </a:extLst>
                </p14:cNvPr>
                <p14:cNvContentPartPr/>
                <p14:nvPr/>
              </p14:nvContentPartPr>
              <p14:xfrm>
                <a:off x="9631040" y="1948360"/>
                <a:ext cx="151560" cy="2275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1DB6C07-0B8F-EAB8-CF6F-0843B51841E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620600" y="1937920"/>
                  <a:ext cx="1728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98D19B0-2196-5A2B-5019-B4CA1BDF12C7}"/>
                    </a:ext>
                  </a:extLst>
                </p14:cNvPr>
                <p14:cNvContentPartPr/>
                <p14:nvPr/>
              </p14:nvContentPartPr>
              <p14:xfrm>
                <a:off x="9889880" y="1940440"/>
                <a:ext cx="28440" cy="2620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98D19B0-2196-5A2B-5019-B4CA1BDF12C7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879440" y="1930000"/>
                  <a:ext cx="496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D8E6B21-BBCC-C447-D964-039BCCA33F3B}"/>
                    </a:ext>
                  </a:extLst>
                </p14:cNvPr>
                <p14:cNvContentPartPr/>
                <p14:nvPr/>
              </p14:nvContentPartPr>
              <p14:xfrm>
                <a:off x="9891320" y="2033680"/>
                <a:ext cx="95400" cy="54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D8E6B21-BBCC-C447-D964-039BCCA33F3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880520" y="2023240"/>
                  <a:ext cx="11664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DEE527E2-E496-BEEE-4233-D215E0D1FD57}"/>
              </a:ext>
            </a:extLst>
          </p:cNvPr>
          <p:cNvGrpSpPr/>
          <p:nvPr/>
        </p:nvGrpSpPr>
        <p:grpSpPr>
          <a:xfrm>
            <a:off x="10339520" y="1774840"/>
            <a:ext cx="765360" cy="402840"/>
            <a:chOff x="10339520" y="1774840"/>
            <a:chExt cx="765360" cy="40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66B0C12-00A9-3C57-5496-713E1C7A62D7}"/>
                    </a:ext>
                  </a:extLst>
                </p14:cNvPr>
                <p14:cNvContentPartPr/>
                <p14:nvPr/>
              </p14:nvContentPartPr>
              <p14:xfrm>
                <a:off x="10339520" y="1913800"/>
                <a:ext cx="311040" cy="2638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66B0C12-00A9-3C57-5496-713E1C7A62D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329080" y="1903000"/>
                  <a:ext cx="3322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FA5453D-2EF1-E330-B6B2-7293333282A6}"/>
                    </a:ext>
                  </a:extLst>
                </p14:cNvPr>
                <p14:cNvContentPartPr/>
                <p14:nvPr/>
              </p14:nvContentPartPr>
              <p14:xfrm>
                <a:off x="10703480" y="1995520"/>
                <a:ext cx="53280" cy="1364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FA5453D-2EF1-E330-B6B2-7293333282A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693040" y="1984720"/>
                  <a:ext cx="745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50C8BD0-76AB-33DE-F171-CF66FC88456F}"/>
                    </a:ext>
                  </a:extLst>
                </p14:cNvPr>
                <p14:cNvContentPartPr/>
                <p14:nvPr/>
              </p14:nvContentPartPr>
              <p14:xfrm>
                <a:off x="10670720" y="1927840"/>
                <a:ext cx="360" cy="3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50C8BD0-76AB-33DE-F171-CF66FC88456F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659920" y="19174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B1F2C3A8-1B67-0509-3441-4B354E4A2EE1}"/>
                    </a:ext>
                  </a:extLst>
                </p14:cNvPr>
                <p14:cNvContentPartPr/>
                <p14:nvPr/>
              </p14:nvContentPartPr>
              <p14:xfrm>
                <a:off x="10842080" y="1821280"/>
                <a:ext cx="103320" cy="3078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B1F2C3A8-1B67-0509-3441-4B354E4A2EE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831280" y="1810480"/>
                  <a:ext cx="1245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CDAADD4-39C3-55CA-AD5B-F90EF6C73631}"/>
                    </a:ext>
                  </a:extLst>
                </p14:cNvPr>
                <p14:cNvContentPartPr/>
                <p14:nvPr/>
              </p14:nvContentPartPr>
              <p14:xfrm>
                <a:off x="11013080" y="1774840"/>
                <a:ext cx="91800" cy="3200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CDAADD4-39C3-55CA-AD5B-F90EF6C7363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002640" y="1764400"/>
                  <a:ext cx="113040" cy="34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0D125E52-1033-B0C6-5C2A-836C89115B1F}"/>
                  </a:ext>
                </a:extLst>
              </p14:cNvPr>
              <p14:cNvContentPartPr/>
              <p14:nvPr/>
            </p14:nvContentPartPr>
            <p14:xfrm>
              <a:off x="7511000" y="1931440"/>
              <a:ext cx="373680" cy="24264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0D125E52-1033-B0C6-5C2A-836C89115B1F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7500560" y="1920640"/>
                <a:ext cx="394920" cy="26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C581FC69-BEDE-FE24-E1B1-08B97716AEAC}"/>
              </a:ext>
            </a:extLst>
          </p:cNvPr>
          <p:cNvGrpSpPr/>
          <p:nvPr/>
        </p:nvGrpSpPr>
        <p:grpSpPr>
          <a:xfrm>
            <a:off x="6291320" y="2187400"/>
            <a:ext cx="153000" cy="302760"/>
            <a:chOff x="6291320" y="2187400"/>
            <a:chExt cx="153000" cy="30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5D36344-A09B-611A-AB3A-AE2C373176E6}"/>
                    </a:ext>
                  </a:extLst>
                </p14:cNvPr>
                <p14:cNvContentPartPr/>
                <p14:nvPr/>
              </p14:nvContentPartPr>
              <p14:xfrm>
                <a:off x="6291320" y="2187400"/>
                <a:ext cx="22320" cy="3027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5D36344-A09B-611A-AB3A-AE2C373176E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280520" y="2176600"/>
                  <a:ext cx="435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FD2639D-01E5-0408-407E-64F7F2E8E9C3}"/>
                    </a:ext>
                  </a:extLst>
                </p14:cNvPr>
                <p14:cNvContentPartPr/>
                <p14:nvPr/>
              </p14:nvContentPartPr>
              <p14:xfrm>
                <a:off x="6362600" y="2323480"/>
                <a:ext cx="81720" cy="1483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FD2639D-01E5-0408-407E-64F7F2E8E9C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352160" y="2313040"/>
                  <a:ext cx="102960" cy="16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F73AAB03-D735-2C7E-916A-83F996D499BD}"/>
                  </a:ext>
                </a:extLst>
              </p14:cNvPr>
              <p14:cNvContentPartPr/>
              <p14:nvPr/>
            </p14:nvContentPartPr>
            <p14:xfrm>
              <a:off x="6562040" y="2115760"/>
              <a:ext cx="93240" cy="5047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F73AAB03-D735-2C7E-916A-83F996D499BD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6551240" y="2105320"/>
                <a:ext cx="114480" cy="52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37F92E8A-6EC0-729D-0881-23F5FD243A0A}"/>
                  </a:ext>
                </a:extLst>
              </p14:cNvPr>
              <p14:cNvContentPartPr/>
              <p14:nvPr/>
            </p14:nvContentPartPr>
            <p14:xfrm>
              <a:off x="6503720" y="2436160"/>
              <a:ext cx="140040" cy="2304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37F92E8A-6EC0-729D-0881-23F5FD243A0A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6492920" y="2425720"/>
                <a:ext cx="1612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D064D7C6-74C0-8F2E-59F2-CD50563AF5D0}"/>
                  </a:ext>
                </a:extLst>
              </p14:cNvPr>
              <p14:cNvContentPartPr/>
              <p14:nvPr/>
            </p14:nvContentPartPr>
            <p14:xfrm>
              <a:off x="6720800" y="2332480"/>
              <a:ext cx="4320" cy="19008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D064D7C6-74C0-8F2E-59F2-CD50563AF5D0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6710000" y="2321680"/>
                <a:ext cx="2556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DF988BDB-D46C-51E8-9FB5-7CD8F724365E}"/>
                  </a:ext>
                </a:extLst>
              </p14:cNvPr>
              <p14:cNvContentPartPr/>
              <p14:nvPr/>
            </p14:nvContentPartPr>
            <p14:xfrm>
              <a:off x="6659600" y="2406640"/>
              <a:ext cx="104400" cy="1188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DF988BDB-D46C-51E8-9FB5-7CD8F724365E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6649160" y="2395840"/>
                <a:ext cx="125640" cy="3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6DE41DCA-D08C-4C9A-702F-46BD747205BE}"/>
              </a:ext>
            </a:extLst>
          </p:cNvPr>
          <p:cNvGrpSpPr/>
          <p:nvPr/>
        </p:nvGrpSpPr>
        <p:grpSpPr>
          <a:xfrm>
            <a:off x="7094120" y="2273080"/>
            <a:ext cx="658800" cy="303840"/>
            <a:chOff x="7094120" y="2273080"/>
            <a:chExt cx="65880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0B580A6-4D4F-6149-280C-52B6F39999DD}"/>
                    </a:ext>
                  </a:extLst>
                </p14:cNvPr>
                <p14:cNvContentPartPr/>
                <p14:nvPr/>
              </p14:nvContentPartPr>
              <p14:xfrm>
                <a:off x="7094120" y="2337520"/>
                <a:ext cx="286920" cy="2394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0B580A6-4D4F-6149-280C-52B6F39999D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083680" y="2327080"/>
                  <a:ext cx="3081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8A34180-D712-AA85-A0AC-7C009365646E}"/>
                    </a:ext>
                  </a:extLst>
                </p14:cNvPr>
                <p14:cNvContentPartPr/>
                <p14:nvPr/>
              </p14:nvContentPartPr>
              <p14:xfrm>
                <a:off x="7437920" y="2443000"/>
                <a:ext cx="19440" cy="1191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8A34180-D712-AA85-A0AC-7C009365646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427120" y="2432560"/>
                  <a:ext cx="406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6E4EC9C-618D-78DF-67A7-0467A7F6AF6C}"/>
                    </a:ext>
                  </a:extLst>
                </p14:cNvPr>
                <p14:cNvContentPartPr/>
                <p14:nvPr/>
              </p14:nvContentPartPr>
              <p14:xfrm>
                <a:off x="7397240" y="2357320"/>
                <a:ext cx="360" cy="3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6E4EC9C-618D-78DF-67A7-0467A7F6AF6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386440" y="23468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E057C801-6D33-6354-3C62-AC6BBA460C39}"/>
                    </a:ext>
                  </a:extLst>
                </p14:cNvPr>
                <p14:cNvContentPartPr/>
                <p14:nvPr/>
              </p14:nvContentPartPr>
              <p14:xfrm>
                <a:off x="7536920" y="2295760"/>
                <a:ext cx="30240" cy="2682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E057C801-6D33-6354-3C62-AC6BBA460C3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526120" y="2285320"/>
                  <a:ext cx="514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09E0C66-DAEB-57F6-7385-265BF974BB1A}"/>
                    </a:ext>
                  </a:extLst>
                </p14:cNvPr>
                <p14:cNvContentPartPr/>
                <p14:nvPr/>
              </p14:nvContentPartPr>
              <p14:xfrm>
                <a:off x="7629440" y="2273080"/>
                <a:ext cx="123480" cy="2757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09E0C66-DAEB-57F6-7385-265BF974BB1A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618640" y="2262280"/>
                  <a:ext cx="144720" cy="29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05F9669D-9D8C-ECC5-22BA-6380420D0E1D}"/>
              </a:ext>
            </a:extLst>
          </p:cNvPr>
          <p:cNvGrpSpPr/>
          <p:nvPr/>
        </p:nvGrpSpPr>
        <p:grpSpPr>
          <a:xfrm>
            <a:off x="1038200" y="2594920"/>
            <a:ext cx="1641600" cy="1250280"/>
            <a:chOff x="1038200" y="2594920"/>
            <a:chExt cx="1641600" cy="12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84B219C-2F12-4591-9236-EB7D37D136EC}"/>
                    </a:ext>
                  </a:extLst>
                </p14:cNvPr>
                <p14:cNvContentPartPr/>
                <p14:nvPr/>
              </p14:nvContentPartPr>
              <p14:xfrm>
                <a:off x="1911560" y="2594920"/>
                <a:ext cx="16920" cy="3639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84B219C-2F12-4591-9236-EB7D37D136EC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900760" y="2584480"/>
                  <a:ext cx="3816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F05E5CA8-1CA2-261F-AA9B-E3BA28DC27CD}"/>
                    </a:ext>
                  </a:extLst>
                </p14:cNvPr>
                <p14:cNvContentPartPr/>
                <p14:nvPr/>
              </p14:nvContentPartPr>
              <p14:xfrm>
                <a:off x="1978520" y="2642440"/>
                <a:ext cx="156600" cy="2559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F05E5CA8-1CA2-261F-AA9B-E3BA28DC27CD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968080" y="2632000"/>
                  <a:ext cx="1778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3ED6303-FC72-2A57-8232-F5480F500400}"/>
                    </a:ext>
                  </a:extLst>
                </p14:cNvPr>
                <p14:cNvContentPartPr/>
                <p14:nvPr/>
              </p14:nvContentPartPr>
              <p14:xfrm>
                <a:off x="1333040" y="3044200"/>
                <a:ext cx="550800" cy="4165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3ED6303-FC72-2A57-8232-F5480F50040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322600" y="3033400"/>
                  <a:ext cx="57204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BE929D2-68D3-AFAE-BE74-67D60C2E9641}"/>
                    </a:ext>
                  </a:extLst>
                </p14:cNvPr>
                <p14:cNvContentPartPr/>
                <p14:nvPr/>
              </p14:nvContentPartPr>
              <p14:xfrm>
                <a:off x="1038200" y="3611920"/>
                <a:ext cx="188280" cy="2332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BE929D2-68D3-AFAE-BE74-67D60C2E964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27400" y="3601120"/>
                  <a:ext cx="2095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B567A9D-60DD-772F-1E5F-34DE5D855938}"/>
                    </a:ext>
                  </a:extLst>
                </p14:cNvPr>
                <p14:cNvContentPartPr/>
                <p14:nvPr/>
              </p14:nvContentPartPr>
              <p14:xfrm>
                <a:off x="1083920" y="3573040"/>
                <a:ext cx="159120" cy="140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B567A9D-60DD-772F-1E5F-34DE5D855938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73120" y="3562240"/>
                  <a:ext cx="1803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DA319DE-BEE7-7578-DCFA-A32456FA1D3B}"/>
                    </a:ext>
                  </a:extLst>
                </p14:cNvPr>
                <p14:cNvContentPartPr/>
                <p14:nvPr/>
              </p14:nvContentPartPr>
              <p14:xfrm>
                <a:off x="2019200" y="3065800"/>
                <a:ext cx="303840" cy="3470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5DA319DE-BEE7-7578-DCFA-A32456FA1D3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008760" y="3055000"/>
                  <a:ext cx="3250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0F692055-B775-1E81-7CED-7B4730DB1295}"/>
                    </a:ext>
                  </a:extLst>
                </p14:cNvPr>
                <p14:cNvContentPartPr/>
                <p14:nvPr/>
              </p14:nvContentPartPr>
              <p14:xfrm>
                <a:off x="2336720" y="3552880"/>
                <a:ext cx="27000" cy="2138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0F692055-B775-1E81-7CED-7B4730DB129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325920" y="3542080"/>
                  <a:ext cx="482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A614950-EF3C-B3EC-0E0D-E30B3BD5EEC1}"/>
                    </a:ext>
                  </a:extLst>
                </p14:cNvPr>
                <p14:cNvContentPartPr/>
                <p14:nvPr/>
              </p14:nvContentPartPr>
              <p14:xfrm>
                <a:off x="2431760" y="3545680"/>
                <a:ext cx="191160" cy="2458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A614950-EF3C-B3EC-0E0D-E30B3BD5EEC1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420960" y="3534880"/>
                  <a:ext cx="2124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F4EE71B-B996-9751-14DB-568F7F3C3A14}"/>
                    </a:ext>
                  </a:extLst>
                </p14:cNvPr>
                <p14:cNvContentPartPr/>
                <p14:nvPr/>
              </p14:nvContentPartPr>
              <p14:xfrm>
                <a:off x="2473880" y="3507880"/>
                <a:ext cx="205920" cy="129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F4EE71B-B996-9751-14DB-568F7F3C3A14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463080" y="3497080"/>
                  <a:ext cx="22716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DA16DE59-E9D6-05C3-E3D1-AD47651F8B08}"/>
                  </a:ext>
                </a:extLst>
              </p14:cNvPr>
              <p14:cNvContentPartPr/>
              <p14:nvPr/>
            </p14:nvContentPartPr>
            <p14:xfrm>
              <a:off x="378320" y="4618840"/>
              <a:ext cx="208440" cy="27468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DA16DE59-E9D6-05C3-E3D1-AD47651F8B08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367520" y="4608040"/>
                <a:ext cx="22968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0" name="Group 269">
            <a:extLst>
              <a:ext uri="{FF2B5EF4-FFF2-40B4-BE49-F238E27FC236}">
                <a16:creationId xmlns:a16="http://schemas.microsoft.com/office/drawing/2014/main" id="{DAA6EA35-7D09-2DDD-E324-D1DFA4642751}"/>
              </a:ext>
            </a:extLst>
          </p:cNvPr>
          <p:cNvGrpSpPr/>
          <p:nvPr/>
        </p:nvGrpSpPr>
        <p:grpSpPr>
          <a:xfrm>
            <a:off x="674960" y="4028800"/>
            <a:ext cx="732960" cy="351000"/>
            <a:chOff x="674960" y="4028800"/>
            <a:chExt cx="732960" cy="35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472711EF-2B04-FC03-5398-6B8297C66349}"/>
                    </a:ext>
                  </a:extLst>
                </p14:cNvPr>
                <p14:cNvContentPartPr/>
                <p14:nvPr/>
              </p14:nvContentPartPr>
              <p14:xfrm>
                <a:off x="674960" y="4028800"/>
                <a:ext cx="308880" cy="3510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472711EF-2B04-FC03-5398-6B8297C66349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64520" y="4018000"/>
                  <a:ext cx="3301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06D8F75-B335-47AC-101B-72285317B6A8}"/>
                    </a:ext>
                  </a:extLst>
                </p14:cNvPr>
                <p14:cNvContentPartPr/>
                <p14:nvPr/>
              </p14:nvContentPartPr>
              <p14:xfrm>
                <a:off x="1118120" y="4036720"/>
                <a:ext cx="289800" cy="3373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06D8F75-B335-47AC-101B-72285317B6A8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07680" y="4025920"/>
                  <a:ext cx="311040" cy="35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EF1F1E00-48E4-12CD-4A5C-EC59C87241E7}"/>
              </a:ext>
            </a:extLst>
          </p:cNvPr>
          <p:cNvGrpSpPr/>
          <p:nvPr/>
        </p:nvGrpSpPr>
        <p:grpSpPr>
          <a:xfrm>
            <a:off x="1345280" y="4571320"/>
            <a:ext cx="223920" cy="318960"/>
            <a:chOff x="1345280" y="4571320"/>
            <a:chExt cx="22392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1FFFFE9-D6E2-BF52-F2FB-9E6CBAFDE0D2}"/>
                    </a:ext>
                  </a:extLst>
                </p14:cNvPr>
                <p14:cNvContentPartPr/>
                <p14:nvPr/>
              </p14:nvContentPartPr>
              <p14:xfrm>
                <a:off x="1345280" y="4571320"/>
                <a:ext cx="162720" cy="3189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1FFFFE9-D6E2-BF52-F2FB-9E6CBAFDE0D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334840" y="4560880"/>
                  <a:ext cx="1839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FED4536-0D15-054A-8B60-24AA330F9F8B}"/>
                    </a:ext>
                  </a:extLst>
                </p14:cNvPr>
                <p14:cNvContentPartPr/>
                <p14:nvPr/>
              </p14:nvContentPartPr>
              <p14:xfrm>
                <a:off x="1392440" y="4748440"/>
                <a:ext cx="176760" cy="50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FED4536-0D15-054A-8B60-24AA330F9F8B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381640" y="4737640"/>
                  <a:ext cx="19800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2C16C40F-AD0C-7F7B-E220-6D5313162B07}"/>
              </a:ext>
            </a:extLst>
          </p:cNvPr>
          <p:cNvGrpSpPr/>
          <p:nvPr/>
        </p:nvGrpSpPr>
        <p:grpSpPr>
          <a:xfrm>
            <a:off x="2545880" y="3924760"/>
            <a:ext cx="867960" cy="660600"/>
            <a:chOff x="2545880" y="3924760"/>
            <a:chExt cx="867960" cy="66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6542343-712C-5B3E-9039-94C426D0B31A}"/>
                    </a:ext>
                  </a:extLst>
                </p14:cNvPr>
                <p14:cNvContentPartPr/>
                <p14:nvPr/>
              </p14:nvContentPartPr>
              <p14:xfrm>
                <a:off x="2545880" y="3924760"/>
                <a:ext cx="416520" cy="2804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6542343-712C-5B3E-9039-94C426D0B31A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535440" y="3914320"/>
                  <a:ext cx="4377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17886D8-BC97-6928-B89B-F59FA9B1472B}"/>
                    </a:ext>
                  </a:extLst>
                </p14:cNvPr>
                <p14:cNvContentPartPr/>
                <p14:nvPr/>
              </p14:nvContentPartPr>
              <p14:xfrm>
                <a:off x="3004880" y="4306720"/>
                <a:ext cx="176400" cy="2786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17886D8-BC97-6928-B89B-F59FA9B1472B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994080" y="4296280"/>
                  <a:ext cx="1976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6243C6E-13E7-07F3-661B-FD6AF134838E}"/>
                    </a:ext>
                  </a:extLst>
                </p14:cNvPr>
                <p14:cNvContentPartPr/>
                <p14:nvPr/>
              </p14:nvContentPartPr>
              <p14:xfrm>
                <a:off x="3185600" y="4369000"/>
                <a:ext cx="228240" cy="2138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6243C6E-13E7-07F3-661B-FD6AF134838E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175160" y="4358560"/>
                  <a:ext cx="249480" cy="23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DF7999AC-111B-6FC5-96B1-4CB5DAD73D43}"/>
                  </a:ext>
                </a:extLst>
              </p14:cNvPr>
              <p14:cNvContentPartPr/>
              <p14:nvPr/>
            </p14:nvContentPartPr>
            <p14:xfrm>
              <a:off x="751280" y="1544080"/>
              <a:ext cx="360" cy="36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DF7999AC-111B-6FC5-96B1-4CB5DAD73D43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740840" y="1533640"/>
                <a:ext cx="2160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Group 279">
            <a:extLst>
              <a:ext uri="{FF2B5EF4-FFF2-40B4-BE49-F238E27FC236}">
                <a16:creationId xmlns:a16="http://schemas.microsoft.com/office/drawing/2014/main" id="{48204E69-765C-2DF2-932D-4BDF23A970F5}"/>
              </a:ext>
            </a:extLst>
          </p:cNvPr>
          <p:cNvGrpSpPr/>
          <p:nvPr/>
        </p:nvGrpSpPr>
        <p:grpSpPr>
          <a:xfrm>
            <a:off x="1719680" y="2360920"/>
            <a:ext cx="2244600" cy="761040"/>
            <a:chOff x="1719680" y="2360920"/>
            <a:chExt cx="2244600" cy="76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9F8552C-2273-7D06-B444-95F17AC65AEA}"/>
                    </a:ext>
                  </a:extLst>
                </p14:cNvPr>
                <p14:cNvContentPartPr/>
                <p14:nvPr/>
              </p14:nvContentPartPr>
              <p14:xfrm>
                <a:off x="1719680" y="2449840"/>
                <a:ext cx="643680" cy="6721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9F8552C-2273-7D06-B444-95F17AC65AE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709240" y="2439400"/>
                  <a:ext cx="66492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C2172F19-2B40-7495-5E2F-51470974F4D4}"/>
                    </a:ext>
                  </a:extLst>
                </p14:cNvPr>
                <p14:cNvContentPartPr/>
                <p14:nvPr/>
              </p14:nvContentPartPr>
              <p14:xfrm>
                <a:off x="2370920" y="2629120"/>
                <a:ext cx="551160" cy="2131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C2172F19-2B40-7495-5E2F-51470974F4D4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360120" y="2618680"/>
                  <a:ext cx="5724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A4EFABB-89E5-D098-D2E6-FFECC8D4D9DF}"/>
                    </a:ext>
                  </a:extLst>
                </p14:cNvPr>
                <p14:cNvContentPartPr/>
                <p14:nvPr/>
              </p14:nvContentPartPr>
              <p14:xfrm>
                <a:off x="3110720" y="2564320"/>
                <a:ext cx="138960" cy="1771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A4EFABB-89E5-D098-D2E6-FFECC8D4D9D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099920" y="2553520"/>
                  <a:ext cx="1602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BE589D0-CC14-EDCD-A454-182FFE42F929}"/>
                    </a:ext>
                  </a:extLst>
                </p14:cNvPr>
                <p14:cNvContentPartPr/>
                <p14:nvPr/>
              </p14:nvContentPartPr>
              <p14:xfrm>
                <a:off x="3282800" y="2572600"/>
                <a:ext cx="201600" cy="16092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BE589D0-CC14-EDCD-A454-182FFE42F92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272000" y="2561800"/>
                  <a:ext cx="2228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535BF564-A864-C098-E98E-71293F5FED56}"/>
                    </a:ext>
                  </a:extLst>
                </p14:cNvPr>
                <p14:cNvContentPartPr/>
                <p14:nvPr/>
              </p14:nvContentPartPr>
              <p14:xfrm>
                <a:off x="3558200" y="2555320"/>
                <a:ext cx="197280" cy="15948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535BF564-A864-C098-E98E-71293F5FED56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547760" y="2544880"/>
                  <a:ext cx="2185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3AB99CFB-0320-F7EB-7BA4-BAF4EA745565}"/>
                    </a:ext>
                  </a:extLst>
                </p14:cNvPr>
                <p14:cNvContentPartPr/>
                <p14:nvPr/>
              </p14:nvContentPartPr>
              <p14:xfrm>
                <a:off x="3829280" y="2360920"/>
                <a:ext cx="95760" cy="3326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3AB99CFB-0320-F7EB-7BA4-BAF4EA745565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818480" y="2350120"/>
                  <a:ext cx="1170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582581B6-E134-370F-DBF8-31CA1DB79B2B}"/>
                    </a:ext>
                  </a:extLst>
                </p14:cNvPr>
                <p14:cNvContentPartPr/>
                <p14:nvPr/>
              </p14:nvContentPartPr>
              <p14:xfrm>
                <a:off x="3756920" y="2482960"/>
                <a:ext cx="207360" cy="72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582581B6-E134-370F-DBF8-31CA1DB79B2B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746480" y="2472520"/>
                  <a:ext cx="22860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5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6409ABEE-B405-6655-6BD9-4847CB64B4DE}"/>
                  </a:ext>
                </a:extLst>
              </p14:cNvPr>
              <p14:cNvContentPartPr/>
              <p14:nvPr/>
            </p14:nvContentPartPr>
            <p14:xfrm>
              <a:off x="2118560" y="2178040"/>
              <a:ext cx="610560" cy="3708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6409ABEE-B405-6655-6BD9-4847CB64B4DE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2107760" y="2167600"/>
                <a:ext cx="631800" cy="5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0" name="Group 289">
            <a:extLst>
              <a:ext uri="{FF2B5EF4-FFF2-40B4-BE49-F238E27FC236}">
                <a16:creationId xmlns:a16="http://schemas.microsoft.com/office/drawing/2014/main" id="{C17CBB2C-A508-949E-8EAD-CA396C6F50DA}"/>
              </a:ext>
            </a:extLst>
          </p:cNvPr>
          <p:cNvGrpSpPr/>
          <p:nvPr/>
        </p:nvGrpSpPr>
        <p:grpSpPr>
          <a:xfrm>
            <a:off x="203000" y="4177840"/>
            <a:ext cx="3427560" cy="1553040"/>
            <a:chOff x="203000" y="4177840"/>
            <a:chExt cx="3427560" cy="155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070F4F3-35E0-B46C-6025-0CD3363BCD9B}"/>
                    </a:ext>
                  </a:extLst>
                </p14:cNvPr>
                <p14:cNvContentPartPr/>
                <p14:nvPr/>
              </p14:nvContentPartPr>
              <p14:xfrm>
                <a:off x="203000" y="4419400"/>
                <a:ext cx="596520" cy="6303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070F4F3-35E0-B46C-6025-0CD3363BCD9B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92200" y="4408960"/>
                  <a:ext cx="617760" cy="6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4C0E4617-5F34-E182-E8BF-297AD021002D}"/>
                    </a:ext>
                  </a:extLst>
                </p14:cNvPr>
                <p14:cNvContentPartPr/>
                <p14:nvPr/>
              </p14:nvContentPartPr>
              <p14:xfrm>
                <a:off x="1157360" y="4386640"/>
                <a:ext cx="597240" cy="5346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4C0E4617-5F34-E182-E8BF-297AD021002D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46920" y="4375840"/>
                  <a:ext cx="61848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B1EE2C0-0F69-F22E-4468-071810ACAAFD}"/>
                    </a:ext>
                  </a:extLst>
                </p14:cNvPr>
                <p14:cNvContentPartPr/>
                <p14:nvPr/>
              </p14:nvContentPartPr>
              <p14:xfrm>
                <a:off x="2738840" y="4177840"/>
                <a:ext cx="891720" cy="5677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B1EE2C0-0F69-F22E-4468-071810ACAAFD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728040" y="4167400"/>
                  <a:ext cx="91296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7B5BF5A6-6318-D074-0928-E86B1F4266B8}"/>
                    </a:ext>
                  </a:extLst>
                </p14:cNvPr>
                <p14:cNvContentPartPr/>
                <p14:nvPr/>
              </p14:nvContentPartPr>
              <p14:xfrm>
                <a:off x="651200" y="5023840"/>
                <a:ext cx="901440" cy="5763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7B5BF5A6-6318-D074-0928-E86B1F4266B8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640400" y="5013040"/>
                  <a:ext cx="92268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1D5D8200-274E-56F4-450F-AF12C1B9DEB3}"/>
                    </a:ext>
                  </a:extLst>
                </p14:cNvPr>
                <p14:cNvContentPartPr/>
                <p14:nvPr/>
              </p14:nvContentPartPr>
              <p14:xfrm>
                <a:off x="1537160" y="4947160"/>
                <a:ext cx="77760" cy="6217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1D5D8200-274E-56F4-450F-AF12C1B9DEB3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526360" y="4936720"/>
                  <a:ext cx="9900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746107E8-9B49-D986-5063-48B6F07E02A6}"/>
                    </a:ext>
                  </a:extLst>
                </p14:cNvPr>
                <p14:cNvContentPartPr/>
                <p14:nvPr/>
              </p14:nvContentPartPr>
              <p14:xfrm>
                <a:off x="1698080" y="4731520"/>
                <a:ext cx="1349640" cy="80964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746107E8-9B49-D986-5063-48B6F07E02A6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687280" y="4721080"/>
                  <a:ext cx="1370880" cy="83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EB8F26A-296B-B2AB-B2B3-331A729E56CB}"/>
                    </a:ext>
                  </a:extLst>
                </p14:cNvPr>
                <p14:cNvContentPartPr/>
                <p14:nvPr/>
              </p14:nvContentPartPr>
              <p14:xfrm>
                <a:off x="1465880" y="5576440"/>
                <a:ext cx="378720" cy="1544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EB8F26A-296B-B2AB-B2B3-331A729E56CB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455440" y="5566000"/>
                  <a:ext cx="39996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967EB25B-2430-ADE5-68D0-520F593F2C69}"/>
              </a:ext>
            </a:extLst>
          </p:cNvPr>
          <p:cNvGrpSpPr/>
          <p:nvPr/>
        </p:nvGrpSpPr>
        <p:grpSpPr>
          <a:xfrm>
            <a:off x="166640" y="5796400"/>
            <a:ext cx="3103920" cy="968760"/>
            <a:chOff x="166640" y="5796400"/>
            <a:chExt cx="3103920" cy="96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35209B19-0BE3-DAA5-7969-4701147BDDEA}"/>
                    </a:ext>
                  </a:extLst>
                </p14:cNvPr>
                <p14:cNvContentPartPr/>
                <p14:nvPr/>
              </p14:nvContentPartPr>
              <p14:xfrm>
                <a:off x="705560" y="5869120"/>
                <a:ext cx="38520" cy="3736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35209B19-0BE3-DAA5-7969-4701147BDDEA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95120" y="5858680"/>
                  <a:ext cx="5976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E0EAC83-912F-5A72-D758-0B91B0414930}"/>
                    </a:ext>
                  </a:extLst>
                </p14:cNvPr>
                <p14:cNvContentPartPr/>
                <p14:nvPr/>
              </p14:nvContentPartPr>
              <p14:xfrm>
                <a:off x="844520" y="6010600"/>
                <a:ext cx="90720" cy="2199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E0EAC83-912F-5A72-D758-0B91B0414930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33720" y="5999800"/>
                  <a:ext cx="1119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9B82C5A-4DA7-1C2B-70A4-5B661DE757F7}"/>
                    </a:ext>
                  </a:extLst>
                </p14:cNvPr>
                <p14:cNvContentPartPr/>
                <p14:nvPr/>
              </p14:nvContentPartPr>
              <p14:xfrm>
                <a:off x="1012640" y="5796400"/>
                <a:ext cx="201600" cy="5677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9B82C5A-4DA7-1C2B-70A4-5B661DE757F7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02200" y="5785960"/>
                  <a:ext cx="22284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418125A4-B4C3-A76C-4038-4C0852E0AC88}"/>
                    </a:ext>
                  </a:extLst>
                </p14:cNvPr>
                <p14:cNvContentPartPr/>
                <p14:nvPr/>
              </p14:nvContentPartPr>
              <p14:xfrm>
                <a:off x="1140800" y="6181960"/>
                <a:ext cx="108360" cy="561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418125A4-B4C3-A76C-4038-4C0852E0AC88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130360" y="6171520"/>
                  <a:ext cx="1296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BCE80A7A-7404-E38B-DDB0-6577B7F7A060}"/>
                    </a:ext>
                  </a:extLst>
                </p14:cNvPr>
                <p14:cNvContentPartPr/>
                <p14:nvPr/>
              </p14:nvContentPartPr>
              <p14:xfrm>
                <a:off x="1499360" y="5958400"/>
                <a:ext cx="111600" cy="15084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BCE80A7A-7404-E38B-DDB0-6577B7F7A06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488560" y="5947600"/>
                  <a:ext cx="1328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1C46EC7-AC98-C294-0EF8-931D987FD717}"/>
                    </a:ext>
                  </a:extLst>
                </p14:cNvPr>
                <p14:cNvContentPartPr/>
                <p14:nvPr/>
              </p14:nvContentPartPr>
              <p14:xfrm>
                <a:off x="1659200" y="5987920"/>
                <a:ext cx="105120" cy="1195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1C46EC7-AC98-C294-0EF8-931D987FD717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648400" y="5977480"/>
                  <a:ext cx="126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C8C73F7E-8CCF-C56C-AA37-A655FE7CE2D7}"/>
                    </a:ext>
                  </a:extLst>
                </p14:cNvPr>
                <p14:cNvContentPartPr/>
                <p14:nvPr/>
              </p14:nvContentPartPr>
              <p14:xfrm>
                <a:off x="1825880" y="5890360"/>
                <a:ext cx="121320" cy="2599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C8C73F7E-8CCF-C56C-AA37-A655FE7CE2D7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815080" y="5879920"/>
                  <a:ext cx="1425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C88FDD88-283B-7318-4D08-9F892B920B30}"/>
                    </a:ext>
                  </a:extLst>
                </p14:cNvPr>
                <p14:cNvContentPartPr/>
                <p14:nvPr/>
              </p14:nvContentPartPr>
              <p14:xfrm>
                <a:off x="2015960" y="5920600"/>
                <a:ext cx="116640" cy="1900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C88FDD88-283B-7318-4D08-9F892B920B30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2005160" y="5909800"/>
                  <a:ext cx="1378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F85C4E6-D539-1FF3-ADD2-86DE32DA3DDA}"/>
                    </a:ext>
                  </a:extLst>
                </p14:cNvPr>
                <p14:cNvContentPartPr/>
                <p14:nvPr/>
              </p14:nvContentPartPr>
              <p14:xfrm>
                <a:off x="2242760" y="5924560"/>
                <a:ext cx="92160" cy="1342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F85C4E6-D539-1FF3-ADD2-86DE32DA3DDA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2231960" y="5913760"/>
                  <a:ext cx="113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A78D9CA2-4F6C-8AC6-9A3C-33A5BE0E3288}"/>
                    </a:ext>
                  </a:extLst>
                </p14:cNvPr>
                <p14:cNvContentPartPr/>
                <p14:nvPr/>
              </p14:nvContentPartPr>
              <p14:xfrm>
                <a:off x="166640" y="6490480"/>
                <a:ext cx="190080" cy="2746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A78D9CA2-4F6C-8AC6-9A3C-33A5BE0E3288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56200" y="6479680"/>
                  <a:ext cx="2113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3D40DD23-1EC5-C21A-22AD-FCF4DA44AEC1}"/>
                    </a:ext>
                  </a:extLst>
                </p14:cNvPr>
                <p14:cNvContentPartPr/>
                <p14:nvPr/>
              </p14:nvContentPartPr>
              <p14:xfrm>
                <a:off x="383360" y="6456280"/>
                <a:ext cx="34560" cy="2606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3D40DD23-1EC5-C21A-22AD-FCF4DA44AEC1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72560" y="6445480"/>
                  <a:ext cx="558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DDDE15CA-3D42-B716-5C6D-B87EEEB2E237}"/>
                    </a:ext>
                  </a:extLst>
                </p14:cNvPr>
                <p14:cNvContentPartPr/>
                <p14:nvPr/>
              </p14:nvContentPartPr>
              <p14:xfrm>
                <a:off x="378320" y="6471400"/>
                <a:ext cx="225000" cy="2365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DDDE15CA-3D42-B716-5C6D-B87EEEB2E237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367520" y="6460960"/>
                  <a:ext cx="2462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B5AA6064-3173-5D8E-C433-DFE284E7A35C}"/>
                    </a:ext>
                  </a:extLst>
                </p14:cNvPr>
                <p14:cNvContentPartPr/>
                <p14:nvPr/>
              </p14:nvContentPartPr>
              <p14:xfrm>
                <a:off x="618080" y="6585880"/>
                <a:ext cx="44280" cy="1310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B5AA6064-3173-5D8E-C433-DFE284E7A35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607280" y="6575080"/>
                  <a:ext cx="655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4418A3BA-00A3-296A-15C1-A489B1021808}"/>
                    </a:ext>
                  </a:extLst>
                </p14:cNvPr>
                <p14:cNvContentPartPr/>
                <p14:nvPr/>
              </p14:nvContentPartPr>
              <p14:xfrm>
                <a:off x="744800" y="6544840"/>
                <a:ext cx="91440" cy="1461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4418A3BA-00A3-296A-15C1-A489B102180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734360" y="6534040"/>
                  <a:ext cx="112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C2EB30ED-BC99-8974-5F81-CBCA61AF6A9E}"/>
                    </a:ext>
                  </a:extLst>
                </p14:cNvPr>
                <p14:cNvContentPartPr/>
                <p14:nvPr/>
              </p14:nvContentPartPr>
              <p14:xfrm>
                <a:off x="1029200" y="6379600"/>
                <a:ext cx="90360" cy="2836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C2EB30ED-BC99-8974-5F81-CBCA61AF6A9E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18760" y="6369160"/>
                  <a:ext cx="1116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D4B8F652-F985-5D85-98B2-6B2E6D18FEB0}"/>
                    </a:ext>
                  </a:extLst>
                </p14:cNvPr>
                <p14:cNvContentPartPr/>
                <p14:nvPr/>
              </p14:nvContentPartPr>
              <p14:xfrm>
                <a:off x="1170320" y="6516760"/>
                <a:ext cx="88920" cy="1486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D4B8F652-F985-5D85-98B2-6B2E6D18FEB0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159520" y="6505960"/>
                  <a:ext cx="1101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FD579F5F-EBB8-7EA2-5BF3-F7BEBD79BD16}"/>
                    </a:ext>
                  </a:extLst>
                </p14:cNvPr>
                <p14:cNvContentPartPr/>
                <p14:nvPr/>
              </p14:nvContentPartPr>
              <p14:xfrm>
                <a:off x="1294520" y="6511000"/>
                <a:ext cx="76680" cy="1396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FD579F5F-EBB8-7EA2-5BF3-F7BEBD79BD16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284080" y="6500560"/>
                  <a:ext cx="979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746848AF-CEAA-1D56-E4EC-BF910CB6532B}"/>
                    </a:ext>
                  </a:extLst>
                </p14:cNvPr>
                <p14:cNvContentPartPr/>
                <p14:nvPr/>
              </p14:nvContentPartPr>
              <p14:xfrm>
                <a:off x="1442120" y="6528640"/>
                <a:ext cx="32400" cy="1119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746848AF-CEAA-1D56-E4EC-BF910CB6532B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431320" y="6517840"/>
                  <a:ext cx="53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39D3771E-0727-5810-735E-12F4FBC11012}"/>
                    </a:ext>
                  </a:extLst>
                </p14:cNvPr>
                <p14:cNvContentPartPr/>
                <p14:nvPr/>
              </p14:nvContentPartPr>
              <p14:xfrm>
                <a:off x="1708520" y="6496600"/>
                <a:ext cx="58680" cy="12924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39D3771E-0727-5810-735E-12F4FBC11012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697720" y="6485800"/>
                  <a:ext cx="799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167E7EEA-4B13-E625-A555-34026ABF2EAC}"/>
                    </a:ext>
                  </a:extLst>
                </p14:cNvPr>
                <p14:cNvContentPartPr/>
                <p14:nvPr/>
              </p14:nvContentPartPr>
              <p14:xfrm>
                <a:off x="1825160" y="6520000"/>
                <a:ext cx="111600" cy="1101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167E7EEA-4B13-E625-A555-34026ABF2EAC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814360" y="6509560"/>
                  <a:ext cx="1328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793CA1C-CBAB-1DF2-526C-BBC002E163AD}"/>
                    </a:ext>
                  </a:extLst>
                </p14:cNvPr>
                <p14:cNvContentPartPr/>
                <p14:nvPr/>
              </p14:nvContentPartPr>
              <p14:xfrm>
                <a:off x="2179760" y="6437920"/>
                <a:ext cx="235440" cy="1828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793CA1C-CBAB-1DF2-526C-BBC002E163AD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2168960" y="6427120"/>
                  <a:ext cx="2566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EE538F0C-35E3-DCC3-E503-BEBE267822BE}"/>
                    </a:ext>
                  </a:extLst>
                </p14:cNvPr>
                <p14:cNvContentPartPr/>
                <p14:nvPr/>
              </p14:nvContentPartPr>
              <p14:xfrm>
                <a:off x="2439320" y="6507760"/>
                <a:ext cx="16920" cy="1022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EE538F0C-35E3-DCC3-E503-BEBE267822BE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428880" y="6496960"/>
                  <a:ext cx="381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83CE5FC4-4B33-411A-7556-ADE5BE0F0602}"/>
                    </a:ext>
                  </a:extLst>
                </p14:cNvPr>
                <p14:cNvContentPartPr/>
                <p14:nvPr/>
              </p14:nvContentPartPr>
              <p14:xfrm>
                <a:off x="2411600" y="6427480"/>
                <a:ext cx="360" cy="3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83CE5FC4-4B33-411A-7556-ADE5BE0F0602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400800" y="64170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4D41AFDB-806F-E3BE-5A87-6B4E3D145D67}"/>
                    </a:ext>
                  </a:extLst>
                </p14:cNvPr>
                <p14:cNvContentPartPr/>
                <p14:nvPr/>
              </p14:nvContentPartPr>
              <p14:xfrm>
                <a:off x="2473880" y="6328120"/>
                <a:ext cx="55080" cy="26892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4D41AFDB-806F-E3BE-5A87-6B4E3D145D67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2463080" y="6317680"/>
                  <a:ext cx="763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65C2DFD8-D54A-F483-C964-A39FDD8D60FF}"/>
                    </a:ext>
                  </a:extLst>
                </p14:cNvPr>
                <p14:cNvContentPartPr/>
                <p14:nvPr/>
              </p14:nvContentPartPr>
              <p14:xfrm>
                <a:off x="2582240" y="6345400"/>
                <a:ext cx="69480" cy="22104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65C2DFD8-D54A-F483-C964-A39FDD8D60FF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2571800" y="6334600"/>
                  <a:ext cx="90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8CF705F-2EE1-3064-8ACC-9C7D570EF7DF}"/>
                    </a:ext>
                  </a:extLst>
                </p14:cNvPr>
                <p14:cNvContentPartPr/>
                <p14:nvPr/>
              </p14:nvContentPartPr>
              <p14:xfrm>
                <a:off x="2769440" y="6426400"/>
                <a:ext cx="81720" cy="1209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8CF705F-2EE1-3064-8ACC-9C7D570EF7DF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2758640" y="6415600"/>
                  <a:ext cx="1029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66F13157-606F-D7B2-DB85-6F69CE7DA2B1}"/>
                    </a:ext>
                  </a:extLst>
                </p14:cNvPr>
                <p14:cNvContentPartPr/>
                <p14:nvPr/>
              </p14:nvContentPartPr>
              <p14:xfrm>
                <a:off x="2928560" y="6425320"/>
                <a:ext cx="73440" cy="1566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66F13157-606F-D7B2-DB85-6F69CE7DA2B1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918120" y="6414880"/>
                  <a:ext cx="946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2751B3E1-5FC9-0D00-5FCB-AA4434931BC6}"/>
                    </a:ext>
                  </a:extLst>
                </p14:cNvPr>
                <p14:cNvContentPartPr/>
                <p14:nvPr/>
              </p14:nvContentPartPr>
              <p14:xfrm>
                <a:off x="3097040" y="6399400"/>
                <a:ext cx="67680" cy="1339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2751B3E1-5FC9-0D00-5FCB-AA4434931BC6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086240" y="6388600"/>
                  <a:ext cx="889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65FC76FF-9007-3FC9-A239-180CB2173F05}"/>
                    </a:ext>
                  </a:extLst>
                </p14:cNvPr>
                <p14:cNvContentPartPr/>
                <p14:nvPr/>
              </p14:nvContentPartPr>
              <p14:xfrm>
                <a:off x="3098120" y="6274480"/>
                <a:ext cx="172440" cy="3909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65FC76FF-9007-3FC9-A239-180CB2173F05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3087680" y="6264040"/>
                  <a:ext cx="193680" cy="41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4F64039B-6080-989F-353D-D19150623289}"/>
              </a:ext>
            </a:extLst>
          </p:cNvPr>
          <p:cNvGrpSpPr/>
          <p:nvPr/>
        </p:nvGrpSpPr>
        <p:grpSpPr>
          <a:xfrm>
            <a:off x="4660520" y="3039520"/>
            <a:ext cx="604800" cy="337320"/>
            <a:chOff x="4660520" y="3039520"/>
            <a:chExt cx="604800" cy="33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249BBE1B-1C6A-B86B-8D6D-AC78621CFBF3}"/>
                    </a:ext>
                  </a:extLst>
                </p14:cNvPr>
                <p14:cNvContentPartPr/>
                <p14:nvPr/>
              </p14:nvContentPartPr>
              <p14:xfrm>
                <a:off x="4833320" y="3142120"/>
                <a:ext cx="27000" cy="21528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249BBE1B-1C6A-B86B-8D6D-AC78621CFBF3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4822520" y="3131680"/>
                  <a:ext cx="48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4FC99944-5517-4309-495A-D72F491DB490}"/>
                    </a:ext>
                  </a:extLst>
                </p14:cNvPr>
                <p14:cNvContentPartPr/>
                <p14:nvPr/>
              </p14:nvContentPartPr>
              <p14:xfrm>
                <a:off x="4660520" y="3112960"/>
                <a:ext cx="287280" cy="309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4FC99944-5517-4309-495A-D72F491DB490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650080" y="3102160"/>
                  <a:ext cx="308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5F542BE-EAEA-9A85-9F5C-A481A5F7B127}"/>
                    </a:ext>
                  </a:extLst>
                </p14:cNvPr>
                <p14:cNvContentPartPr/>
                <p14:nvPr/>
              </p14:nvContentPartPr>
              <p14:xfrm>
                <a:off x="4706240" y="3346600"/>
                <a:ext cx="368280" cy="302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5F542BE-EAEA-9A85-9F5C-A481A5F7B127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4695800" y="3336160"/>
                  <a:ext cx="389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6B1C8C06-47D2-9298-6A01-8FF4F83C712A}"/>
                    </a:ext>
                  </a:extLst>
                </p14:cNvPr>
                <p14:cNvContentPartPr/>
                <p14:nvPr/>
              </p14:nvContentPartPr>
              <p14:xfrm>
                <a:off x="5186120" y="3039520"/>
                <a:ext cx="61200" cy="3225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6B1C8C06-47D2-9298-6A01-8FF4F83C712A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175680" y="3028720"/>
                  <a:ext cx="824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F2B34BC-7CB1-2D8E-9CDD-796BA4EFCBEE}"/>
                    </a:ext>
                  </a:extLst>
                </p14:cNvPr>
                <p14:cNvContentPartPr/>
                <p14:nvPr/>
              </p14:nvContentPartPr>
              <p14:xfrm>
                <a:off x="5122760" y="3217720"/>
                <a:ext cx="142560" cy="277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F2B34BC-7CB1-2D8E-9CDD-796BA4EFCBEE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111960" y="3206920"/>
                  <a:ext cx="16380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0DB02B98-081E-0EDC-DBEF-CB81228F8E1B}"/>
              </a:ext>
            </a:extLst>
          </p:cNvPr>
          <p:cNvGrpSpPr/>
          <p:nvPr/>
        </p:nvGrpSpPr>
        <p:grpSpPr>
          <a:xfrm>
            <a:off x="5639360" y="3118360"/>
            <a:ext cx="326880" cy="198000"/>
            <a:chOff x="5639360" y="3118360"/>
            <a:chExt cx="32688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452E00B4-9B89-C81C-EC52-E17C2CEF096C}"/>
                    </a:ext>
                  </a:extLst>
                </p14:cNvPr>
                <p14:cNvContentPartPr/>
                <p14:nvPr/>
              </p14:nvContentPartPr>
              <p14:xfrm>
                <a:off x="5677160" y="3197200"/>
                <a:ext cx="9360" cy="11916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452E00B4-9B89-C81C-EC52-E17C2CEF096C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666720" y="3186400"/>
                  <a:ext cx="306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7B81D136-E01B-4204-70BB-175975D08F41}"/>
                    </a:ext>
                  </a:extLst>
                </p14:cNvPr>
                <p14:cNvContentPartPr/>
                <p14:nvPr/>
              </p14:nvContentPartPr>
              <p14:xfrm>
                <a:off x="5639360" y="3118360"/>
                <a:ext cx="360" cy="3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7B81D136-E01B-4204-70BB-175975D08F41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628560" y="31075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76E93584-C8B9-A84B-7F73-6976AC26878C}"/>
                    </a:ext>
                  </a:extLst>
                </p14:cNvPr>
                <p14:cNvContentPartPr/>
                <p14:nvPr/>
              </p14:nvContentPartPr>
              <p14:xfrm>
                <a:off x="5794160" y="3142120"/>
                <a:ext cx="172080" cy="13176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76E93584-C8B9-A84B-7F73-6976AC26878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783360" y="3131680"/>
                  <a:ext cx="19332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9C29A5C3-136A-0163-30D9-341AFA594ACA}"/>
              </a:ext>
            </a:extLst>
          </p:cNvPr>
          <p:cNvGrpSpPr/>
          <p:nvPr/>
        </p:nvGrpSpPr>
        <p:grpSpPr>
          <a:xfrm>
            <a:off x="6514880" y="2917120"/>
            <a:ext cx="997200" cy="317880"/>
            <a:chOff x="6514880" y="2917120"/>
            <a:chExt cx="997200" cy="31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C85F70D5-75BD-E5DA-601D-6235D09DB129}"/>
                    </a:ext>
                  </a:extLst>
                </p14:cNvPr>
                <p14:cNvContentPartPr/>
                <p14:nvPr/>
              </p14:nvContentPartPr>
              <p14:xfrm>
                <a:off x="6514880" y="3073720"/>
                <a:ext cx="163080" cy="1612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C85F70D5-75BD-E5DA-601D-6235D09DB129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504440" y="3062920"/>
                  <a:ext cx="1843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50DFB6B-0A61-5679-EBD1-2020A5A4C596}"/>
                    </a:ext>
                  </a:extLst>
                </p14:cNvPr>
                <p14:cNvContentPartPr/>
                <p14:nvPr/>
              </p14:nvContentPartPr>
              <p14:xfrm>
                <a:off x="6748880" y="2926840"/>
                <a:ext cx="392040" cy="2714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50DFB6B-0A61-5679-EBD1-2020A5A4C596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738440" y="2916040"/>
                  <a:ext cx="4132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A4F12266-F41B-EAFD-CF0D-114C19BC1B16}"/>
                    </a:ext>
                  </a:extLst>
                </p14:cNvPr>
                <p14:cNvContentPartPr/>
                <p14:nvPr/>
              </p14:nvContentPartPr>
              <p14:xfrm>
                <a:off x="7236680" y="3048520"/>
                <a:ext cx="81000" cy="1260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A4F12266-F41B-EAFD-CF0D-114C19BC1B16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7226240" y="3038080"/>
                  <a:ext cx="1022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AFBD6704-B817-60ED-F60F-C639F727DBED}"/>
                    </a:ext>
                  </a:extLst>
                </p14:cNvPr>
                <p14:cNvContentPartPr/>
                <p14:nvPr/>
              </p14:nvContentPartPr>
              <p14:xfrm>
                <a:off x="7400840" y="2917120"/>
                <a:ext cx="111240" cy="2318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AFBD6704-B817-60ED-F60F-C639F727DBED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390040" y="2906680"/>
                  <a:ext cx="13248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19050AE7-12A8-F5C2-9FFC-AC2797D74CE8}"/>
              </a:ext>
            </a:extLst>
          </p:cNvPr>
          <p:cNvGrpSpPr/>
          <p:nvPr/>
        </p:nvGrpSpPr>
        <p:grpSpPr>
          <a:xfrm>
            <a:off x="8020400" y="2778880"/>
            <a:ext cx="1371240" cy="319320"/>
            <a:chOff x="8020400" y="2778880"/>
            <a:chExt cx="137124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5B206FC4-28C2-DD27-8D7D-77E12612642E}"/>
                    </a:ext>
                  </a:extLst>
                </p14:cNvPr>
                <p14:cNvContentPartPr/>
                <p14:nvPr/>
              </p14:nvContentPartPr>
              <p14:xfrm>
                <a:off x="8020400" y="2849800"/>
                <a:ext cx="51120" cy="1170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5B206FC4-28C2-DD27-8D7D-77E12612642E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009960" y="2839360"/>
                  <a:ext cx="723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17320B7-4445-451C-F4F1-252C76091BD4}"/>
                    </a:ext>
                  </a:extLst>
                </p14:cNvPr>
                <p14:cNvContentPartPr/>
                <p14:nvPr/>
              </p14:nvContentPartPr>
              <p14:xfrm>
                <a:off x="8097800" y="2850880"/>
                <a:ext cx="67680" cy="1054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17320B7-4445-451C-F4F1-252C76091BD4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087360" y="2840440"/>
                  <a:ext cx="889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BA3BEB0-9963-4C79-DB26-F7EF8543F9B6}"/>
                    </a:ext>
                  </a:extLst>
                </p14:cNvPr>
                <p14:cNvContentPartPr/>
                <p14:nvPr/>
              </p14:nvContentPartPr>
              <p14:xfrm>
                <a:off x="8222360" y="2831440"/>
                <a:ext cx="177120" cy="2667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BA3BEB0-9963-4C79-DB26-F7EF8543F9B6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211560" y="2821000"/>
                  <a:ext cx="1983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253974B-1103-DBB8-BBCA-D778A92665AC}"/>
                    </a:ext>
                  </a:extLst>
                </p14:cNvPr>
                <p14:cNvContentPartPr/>
                <p14:nvPr/>
              </p14:nvContentPartPr>
              <p14:xfrm>
                <a:off x="8422880" y="2923960"/>
                <a:ext cx="15120" cy="1407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253974B-1103-DBB8-BBCA-D778A92665AC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412080" y="2913520"/>
                  <a:ext cx="36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F9AAED89-5B73-1B4D-3ABD-1A56BB941565}"/>
                    </a:ext>
                  </a:extLst>
                </p14:cNvPr>
                <p14:cNvContentPartPr/>
                <p14:nvPr/>
              </p14:nvContentPartPr>
              <p14:xfrm>
                <a:off x="8367080" y="2787160"/>
                <a:ext cx="90360" cy="608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F9AAED89-5B73-1B4D-3ABD-1A56BB941565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8356280" y="2776720"/>
                  <a:ext cx="111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C507825B-0B85-1B19-41D9-8885CFE817EA}"/>
                    </a:ext>
                  </a:extLst>
                </p14:cNvPr>
                <p14:cNvContentPartPr/>
                <p14:nvPr/>
              </p14:nvContentPartPr>
              <p14:xfrm>
                <a:off x="8583800" y="2903440"/>
                <a:ext cx="110880" cy="1364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C507825B-0B85-1B19-41D9-8885CFE817EA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573360" y="2893000"/>
                  <a:ext cx="1321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2F223A13-6E6B-144D-2DFE-E9D2369B5D65}"/>
                    </a:ext>
                  </a:extLst>
                </p14:cNvPr>
                <p14:cNvContentPartPr/>
                <p14:nvPr/>
              </p14:nvContentPartPr>
              <p14:xfrm>
                <a:off x="8737880" y="2889400"/>
                <a:ext cx="155880" cy="1303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2F223A13-6E6B-144D-2DFE-E9D2369B5D6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727440" y="2878960"/>
                  <a:ext cx="1771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12A509BA-6E8D-0588-7AE0-C5F586BA21D4}"/>
                    </a:ext>
                  </a:extLst>
                </p14:cNvPr>
                <p14:cNvContentPartPr/>
                <p14:nvPr/>
              </p14:nvContentPartPr>
              <p14:xfrm>
                <a:off x="8949200" y="2876080"/>
                <a:ext cx="79200" cy="853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12A509BA-6E8D-0588-7AE0-C5F586BA21D4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8938760" y="2865640"/>
                  <a:ext cx="100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411F4918-4903-C5AC-F8A8-2268053BA72A}"/>
                    </a:ext>
                  </a:extLst>
                </p14:cNvPr>
                <p14:cNvContentPartPr/>
                <p14:nvPr/>
              </p14:nvContentPartPr>
              <p14:xfrm>
                <a:off x="9132440" y="2830360"/>
                <a:ext cx="90720" cy="23868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411F4918-4903-C5AC-F8A8-2268053BA72A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121640" y="2819920"/>
                  <a:ext cx="1119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8FCA010C-1A83-EBB8-C1FD-78E97473FFE3}"/>
                    </a:ext>
                  </a:extLst>
                </p14:cNvPr>
                <p14:cNvContentPartPr/>
                <p14:nvPr/>
              </p14:nvContentPartPr>
              <p14:xfrm>
                <a:off x="9270680" y="2842960"/>
                <a:ext cx="120960" cy="1404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8FCA010C-1A83-EBB8-C1FD-78E97473FFE3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259880" y="2832520"/>
                  <a:ext cx="142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B985C2F7-6047-8C0B-4C91-EECBF835530E}"/>
                    </a:ext>
                  </a:extLst>
                </p14:cNvPr>
                <p14:cNvContentPartPr/>
                <p14:nvPr/>
              </p14:nvContentPartPr>
              <p14:xfrm>
                <a:off x="9292280" y="2778880"/>
                <a:ext cx="82800" cy="140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B985C2F7-6047-8C0B-4C91-EECBF835530E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281480" y="2768440"/>
                  <a:ext cx="10404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408301BA-C89C-2355-65AE-0A6B2C2A0E64}"/>
              </a:ext>
            </a:extLst>
          </p:cNvPr>
          <p:cNvGrpSpPr/>
          <p:nvPr/>
        </p:nvGrpSpPr>
        <p:grpSpPr>
          <a:xfrm>
            <a:off x="9820040" y="2777800"/>
            <a:ext cx="1410840" cy="296640"/>
            <a:chOff x="9820040" y="2777800"/>
            <a:chExt cx="141084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CB1BB91E-718F-27CF-7860-2C58711ADBC7}"/>
                    </a:ext>
                  </a:extLst>
                </p14:cNvPr>
                <p14:cNvContentPartPr/>
                <p14:nvPr/>
              </p14:nvContentPartPr>
              <p14:xfrm>
                <a:off x="9820040" y="2777800"/>
                <a:ext cx="175320" cy="2966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CB1BB91E-718F-27CF-7860-2C58711ADBC7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809600" y="2767360"/>
                  <a:ext cx="1965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D90572F4-9CD8-6AE3-C117-9ED5E90F80CA}"/>
                    </a:ext>
                  </a:extLst>
                </p14:cNvPr>
                <p14:cNvContentPartPr/>
                <p14:nvPr/>
              </p14:nvContentPartPr>
              <p14:xfrm>
                <a:off x="10064480" y="2899120"/>
                <a:ext cx="91800" cy="1432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D90572F4-9CD8-6AE3-C117-9ED5E90F80C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053680" y="2888320"/>
                  <a:ext cx="1130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92E5DE88-24B2-BE36-664F-C43FCFA92170}"/>
                    </a:ext>
                  </a:extLst>
                </p14:cNvPr>
                <p14:cNvContentPartPr/>
                <p14:nvPr/>
              </p14:nvContentPartPr>
              <p14:xfrm>
                <a:off x="10267160" y="2893360"/>
                <a:ext cx="142560" cy="11736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92E5DE88-24B2-BE36-664F-C43FCFA92170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256360" y="2882560"/>
                  <a:ext cx="163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94345306-14B3-6B3C-8D54-5709C7055A2F}"/>
                    </a:ext>
                  </a:extLst>
                </p14:cNvPr>
                <p14:cNvContentPartPr/>
                <p14:nvPr/>
              </p14:nvContentPartPr>
              <p14:xfrm>
                <a:off x="10441040" y="2875000"/>
                <a:ext cx="157320" cy="1371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94345306-14B3-6B3C-8D54-5709C7055A2F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430600" y="2864200"/>
                  <a:ext cx="178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94FB131C-6462-4DCB-ADD8-93473390409F}"/>
                    </a:ext>
                  </a:extLst>
                </p14:cNvPr>
                <p14:cNvContentPartPr/>
                <p14:nvPr/>
              </p14:nvContentPartPr>
              <p14:xfrm>
                <a:off x="10645520" y="2847640"/>
                <a:ext cx="114480" cy="1425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94FB131C-6462-4DCB-ADD8-93473390409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634720" y="2836840"/>
                  <a:ext cx="1357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3AC650AC-4228-8AA1-445A-67D6E8E53ADF}"/>
                    </a:ext>
                  </a:extLst>
                </p14:cNvPr>
                <p14:cNvContentPartPr/>
                <p14:nvPr/>
              </p14:nvContentPartPr>
              <p14:xfrm>
                <a:off x="10856840" y="2821720"/>
                <a:ext cx="106200" cy="1688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3AC650AC-4228-8AA1-445A-67D6E8E53ADF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846040" y="2810920"/>
                  <a:ext cx="1274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385B3E0F-6C7D-DC62-490B-AF281E40C123}"/>
                    </a:ext>
                  </a:extLst>
                </p14:cNvPr>
                <p14:cNvContentPartPr/>
                <p14:nvPr/>
              </p14:nvContentPartPr>
              <p14:xfrm>
                <a:off x="11021000" y="2837200"/>
                <a:ext cx="209880" cy="12600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385B3E0F-6C7D-DC62-490B-AF281E40C123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1010200" y="2826400"/>
                  <a:ext cx="23112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FE9B4417-1E57-B680-895C-E48B4F73F461}"/>
              </a:ext>
            </a:extLst>
          </p:cNvPr>
          <p:cNvGrpSpPr/>
          <p:nvPr/>
        </p:nvGrpSpPr>
        <p:grpSpPr>
          <a:xfrm>
            <a:off x="4840880" y="3646120"/>
            <a:ext cx="943200" cy="210240"/>
            <a:chOff x="4840880" y="3646120"/>
            <a:chExt cx="94320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F509884F-F4A1-2CE0-2EBE-62A6F7137B80}"/>
                    </a:ext>
                  </a:extLst>
                </p14:cNvPr>
                <p14:cNvContentPartPr/>
                <p14:nvPr/>
              </p14:nvContentPartPr>
              <p14:xfrm>
                <a:off x="4840880" y="3699760"/>
                <a:ext cx="204840" cy="13068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F509884F-F4A1-2CE0-2EBE-62A6F7137B80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4830080" y="3688960"/>
                  <a:ext cx="2260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373D0D35-D9C8-5207-41AF-D75848184AA9}"/>
                    </a:ext>
                  </a:extLst>
                </p14:cNvPr>
                <p14:cNvContentPartPr/>
                <p14:nvPr/>
              </p14:nvContentPartPr>
              <p14:xfrm>
                <a:off x="5047880" y="3706600"/>
                <a:ext cx="86760" cy="11664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373D0D35-D9C8-5207-41AF-D75848184AA9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5037080" y="3696160"/>
                  <a:ext cx="1080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CB278F9A-25A0-562B-D447-08F9BAB3DA95}"/>
                    </a:ext>
                  </a:extLst>
                </p14:cNvPr>
                <p14:cNvContentPartPr/>
                <p14:nvPr/>
              </p14:nvContentPartPr>
              <p14:xfrm>
                <a:off x="5278640" y="3690040"/>
                <a:ext cx="84600" cy="1378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CB278F9A-25A0-562B-D447-08F9BAB3DA95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5267840" y="3679600"/>
                  <a:ext cx="105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72E92585-E406-D4DF-021A-41944A2F6607}"/>
                    </a:ext>
                  </a:extLst>
                </p14:cNvPr>
                <p14:cNvContentPartPr/>
                <p14:nvPr/>
              </p14:nvContentPartPr>
              <p14:xfrm>
                <a:off x="5450000" y="3673840"/>
                <a:ext cx="91800" cy="16704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72E92585-E406-D4DF-021A-41944A2F6607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439560" y="3663040"/>
                  <a:ext cx="1130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9A5E2935-E0E3-D8FE-D902-FD0ECAD102F1}"/>
                    </a:ext>
                  </a:extLst>
                </p14:cNvPr>
                <p14:cNvContentPartPr/>
                <p14:nvPr/>
              </p14:nvContentPartPr>
              <p14:xfrm>
                <a:off x="5651960" y="3646120"/>
                <a:ext cx="132120" cy="21024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9A5E2935-E0E3-D8FE-D902-FD0ECAD102F1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641160" y="3635320"/>
                  <a:ext cx="15336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68CA5D15-A905-C774-41D9-43529D4EB234}"/>
              </a:ext>
            </a:extLst>
          </p:cNvPr>
          <p:cNvGrpSpPr/>
          <p:nvPr/>
        </p:nvGrpSpPr>
        <p:grpSpPr>
          <a:xfrm>
            <a:off x="6050480" y="3555760"/>
            <a:ext cx="626400" cy="258480"/>
            <a:chOff x="6050480" y="3555760"/>
            <a:chExt cx="62640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EF866F55-0829-CF19-976F-28852114E031}"/>
                    </a:ext>
                  </a:extLst>
                </p14:cNvPr>
                <p14:cNvContentPartPr/>
                <p14:nvPr/>
              </p14:nvContentPartPr>
              <p14:xfrm>
                <a:off x="6050480" y="3655120"/>
                <a:ext cx="124920" cy="15912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EF866F55-0829-CF19-976F-28852114E03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040040" y="3644680"/>
                  <a:ext cx="1461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6AEC43A9-C3C7-6343-8110-8C2DA798BAA5}"/>
                    </a:ext>
                  </a:extLst>
                </p14:cNvPr>
                <p14:cNvContentPartPr/>
                <p14:nvPr/>
              </p14:nvContentPartPr>
              <p14:xfrm>
                <a:off x="6268640" y="3655480"/>
                <a:ext cx="120240" cy="1155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6AEC43A9-C3C7-6343-8110-8C2DA798BAA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6258200" y="3644680"/>
                  <a:ext cx="141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07070C58-584F-065B-2074-4B3C5A6E7428}"/>
                    </a:ext>
                  </a:extLst>
                </p14:cNvPr>
                <p14:cNvContentPartPr/>
                <p14:nvPr/>
              </p14:nvContentPartPr>
              <p14:xfrm>
                <a:off x="6421640" y="3555760"/>
                <a:ext cx="113760" cy="2228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07070C58-584F-065B-2074-4B3C5A6E742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410840" y="3545320"/>
                  <a:ext cx="1350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8ACF6BC7-D14F-D806-3CB0-E66302217B7D}"/>
                    </a:ext>
                  </a:extLst>
                </p14:cNvPr>
                <p14:cNvContentPartPr/>
                <p14:nvPr/>
              </p14:nvContentPartPr>
              <p14:xfrm>
                <a:off x="6624320" y="3612640"/>
                <a:ext cx="52560" cy="1652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8ACF6BC7-D14F-D806-3CB0-E66302217B7D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613520" y="3602200"/>
                  <a:ext cx="7380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F8A81D48-82E7-9605-1AF9-E968B160C5AD}"/>
              </a:ext>
            </a:extLst>
          </p:cNvPr>
          <p:cNvGrpSpPr/>
          <p:nvPr/>
        </p:nvGrpSpPr>
        <p:grpSpPr>
          <a:xfrm>
            <a:off x="7087640" y="3555040"/>
            <a:ext cx="392400" cy="153000"/>
            <a:chOff x="7087640" y="3555040"/>
            <a:chExt cx="392400" cy="15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8901F6D3-5534-AEC7-F6CA-D713F02223AB}"/>
                    </a:ext>
                  </a:extLst>
                </p14:cNvPr>
                <p14:cNvContentPartPr/>
                <p14:nvPr/>
              </p14:nvContentPartPr>
              <p14:xfrm>
                <a:off x="7087640" y="3555040"/>
                <a:ext cx="135000" cy="14688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8901F6D3-5534-AEC7-F6CA-D713F02223A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076840" y="3544600"/>
                  <a:ext cx="1562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4C10A102-2D3C-678E-4649-0D7D315922F4}"/>
                    </a:ext>
                  </a:extLst>
                </p14:cNvPr>
                <p14:cNvContentPartPr/>
                <p14:nvPr/>
              </p14:nvContentPartPr>
              <p14:xfrm>
                <a:off x="7260080" y="3569080"/>
                <a:ext cx="219960" cy="1389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4C10A102-2D3C-678E-4649-0D7D315922F4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7249640" y="3558640"/>
                  <a:ext cx="24120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8B514691-E4D1-896B-04DD-AF0E9E77403A}"/>
              </a:ext>
            </a:extLst>
          </p:cNvPr>
          <p:cNvGrpSpPr/>
          <p:nvPr/>
        </p:nvGrpSpPr>
        <p:grpSpPr>
          <a:xfrm>
            <a:off x="7860560" y="3416440"/>
            <a:ext cx="605880" cy="242280"/>
            <a:chOff x="7860560" y="3416440"/>
            <a:chExt cx="605880" cy="2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D90F1C0F-96CF-88CD-2EE7-2086362133BD}"/>
                    </a:ext>
                  </a:extLst>
                </p14:cNvPr>
                <p14:cNvContentPartPr/>
                <p14:nvPr/>
              </p14:nvContentPartPr>
              <p14:xfrm>
                <a:off x="7860560" y="3416440"/>
                <a:ext cx="131040" cy="2422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D90F1C0F-96CF-88CD-2EE7-2086362133BD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849760" y="3405640"/>
                  <a:ext cx="1522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E7BE6278-281D-0CB4-08D0-C7D926DBBEF3}"/>
                    </a:ext>
                  </a:extLst>
                </p14:cNvPr>
                <p14:cNvContentPartPr/>
                <p14:nvPr/>
              </p14:nvContentPartPr>
              <p14:xfrm>
                <a:off x="8016440" y="3504280"/>
                <a:ext cx="131040" cy="15228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E7BE6278-281D-0CB4-08D0-C7D926DBBEF3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006000" y="3493840"/>
                  <a:ext cx="1522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1D5DDCEF-8A26-BAA1-183B-29612D1246BF}"/>
                    </a:ext>
                  </a:extLst>
                </p14:cNvPr>
                <p14:cNvContentPartPr/>
                <p14:nvPr/>
              </p14:nvContentPartPr>
              <p14:xfrm>
                <a:off x="8210840" y="3493120"/>
                <a:ext cx="95400" cy="1310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1D5DDCEF-8A26-BAA1-183B-29612D1246BF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8200040" y="3482320"/>
                  <a:ext cx="1166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C3F86C65-05D2-6D44-C2AE-82644663433D}"/>
                    </a:ext>
                  </a:extLst>
                </p14:cNvPr>
                <p14:cNvContentPartPr/>
                <p14:nvPr/>
              </p14:nvContentPartPr>
              <p14:xfrm>
                <a:off x="8411360" y="3475480"/>
                <a:ext cx="55080" cy="1335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C3F86C65-05D2-6D44-C2AE-82644663433D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8400560" y="3464680"/>
                  <a:ext cx="7632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CE2AFCC6-2B73-D5CA-0C28-1BE0661AFD0D}"/>
              </a:ext>
            </a:extLst>
          </p:cNvPr>
          <p:cNvGrpSpPr/>
          <p:nvPr/>
        </p:nvGrpSpPr>
        <p:grpSpPr>
          <a:xfrm>
            <a:off x="8733560" y="3329680"/>
            <a:ext cx="348120" cy="258480"/>
            <a:chOff x="8733560" y="3329680"/>
            <a:chExt cx="34812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58F12D43-9512-6EDB-C90F-DCA9D8E16EAA}"/>
                    </a:ext>
                  </a:extLst>
                </p14:cNvPr>
                <p14:cNvContentPartPr/>
                <p14:nvPr/>
              </p14:nvContentPartPr>
              <p14:xfrm>
                <a:off x="8733560" y="3479080"/>
                <a:ext cx="178200" cy="10908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58F12D43-9512-6EDB-C90F-DCA9D8E16EAA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722760" y="3468280"/>
                  <a:ext cx="1994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A7F612FD-4DD9-A8D8-128D-D2B3D41B6A40}"/>
                    </a:ext>
                  </a:extLst>
                </p14:cNvPr>
                <p14:cNvContentPartPr/>
                <p14:nvPr/>
              </p14:nvContentPartPr>
              <p14:xfrm>
                <a:off x="8969720" y="3329680"/>
                <a:ext cx="43560" cy="22752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A7F612FD-4DD9-A8D8-128D-D2B3D41B6A40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8959280" y="3318880"/>
                  <a:ext cx="648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8DEAB758-D3E7-22D4-E40B-0F80D8C4D79E}"/>
                    </a:ext>
                  </a:extLst>
                </p14:cNvPr>
                <p14:cNvContentPartPr/>
                <p14:nvPr/>
              </p14:nvContentPartPr>
              <p14:xfrm>
                <a:off x="8934080" y="3427960"/>
                <a:ext cx="147600" cy="828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8DEAB758-D3E7-22D4-E40B-0F80D8C4D79E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8923640" y="3417160"/>
                  <a:ext cx="16884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F8A583A1-83B7-5098-3CAA-5FC466179112}"/>
              </a:ext>
            </a:extLst>
          </p:cNvPr>
          <p:cNvGrpSpPr/>
          <p:nvPr/>
        </p:nvGrpSpPr>
        <p:grpSpPr>
          <a:xfrm>
            <a:off x="9378680" y="3234640"/>
            <a:ext cx="790920" cy="335160"/>
            <a:chOff x="9378680" y="3234640"/>
            <a:chExt cx="790920" cy="3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2C1F62E0-166E-4C93-EB12-A7B4ACE2D93C}"/>
                    </a:ext>
                  </a:extLst>
                </p14:cNvPr>
                <p14:cNvContentPartPr/>
                <p14:nvPr/>
              </p14:nvContentPartPr>
              <p14:xfrm>
                <a:off x="9378680" y="3362800"/>
                <a:ext cx="239040" cy="20700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2C1F62E0-166E-4C93-EB12-A7B4ACE2D93C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9367880" y="3352360"/>
                  <a:ext cx="2602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F7A6D8AE-EBF2-5410-CDC1-925FDE0B2B5A}"/>
                    </a:ext>
                  </a:extLst>
                </p14:cNvPr>
                <p14:cNvContentPartPr/>
                <p14:nvPr/>
              </p14:nvContentPartPr>
              <p14:xfrm>
                <a:off x="9723920" y="3385840"/>
                <a:ext cx="124560" cy="12744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F7A6D8AE-EBF2-5410-CDC1-925FDE0B2B5A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9713120" y="3375040"/>
                  <a:ext cx="1458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84B15792-9D3F-0E35-C6A5-92EE152F1604}"/>
                    </a:ext>
                  </a:extLst>
                </p14:cNvPr>
                <p14:cNvContentPartPr/>
                <p14:nvPr/>
              </p14:nvContentPartPr>
              <p14:xfrm>
                <a:off x="9939560" y="3368560"/>
                <a:ext cx="30240" cy="15408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84B15792-9D3F-0E35-C6A5-92EE152F1604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9928760" y="3357760"/>
                  <a:ext cx="514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AC8465B2-413A-3785-622E-3C0E0F844AC8}"/>
                    </a:ext>
                  </a:extLst>
                </p14:cNvPr>
                <p14:cNvContentPartPr/>
                <p14:nvPr/>
              </p14:nvContentPartPr>
              <p14:xfrm>
                <a:off x="10050080" y="3234640"/>
                <a:ext cx="70200" cy="2836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AC8465B2-413A-3785-622E-3C0E0F844AC8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0039280" y="3224200"/>
                  <a:ext cx="914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858F1A73-4EB3-72ED-6EE5-7DAAE0D9ED4F}"/>
                    </a:ext>
                  </a:extLst>
                </p14:cNvPr>
                <p14:cNvContentPartPr/>
                <p14:nvPr/>
              </p14:nvContentPartPr>
              <p14:xfrm>
                <a:off x="9995360" y="3316000"/>
                <a:ext cx="174240" cy="93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858F1A73-4EB3-72ED-6EE5-7DAAE0D9ED4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984920" y="3305200"/>
                  <a:ext cx="19548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405" name="Ink 404">
                <a:extLst>
                  <a:ext uri="{FF2B5EF4-FFF2-40B4-BE49-F238E27FC236}">
                    <a16:creationId xmlns:a16="http://schemas.microsoft.com/office/drawing/2014/main" id="{545B68BC-C562-AFE1-2372-CDE5DE5CD395}"/>
                  </a:ext>
                </a:extLst>
              </p14:cNvPr>
              <p14:cNvContentPartPr/>
              <p14:nvPr/>
            </p14:nvContentPartPr>
            <p14:xfrm>
              <a:off x="10600520" y="3277840"/>
              <a:ext cx="121320" cy="206280"/>
            </p14:xfrm>
          </p:contentPart>
        </mc:Choice>
        <mc:Fallback xmlns="">
          <p:pic>
            <p:nvPicPr>
              <p:cNvPr id="405" name="Ink 404">
                <a:extLst>
                  <a:ext uri="{FF2B5EF4-FFF2-40B4-BE49-F238E27FC236}">
                    <a16:creationId xmlns:a16="http://schemas.microsoft.com/office/drawing/2014/main" id="{545B68BC-C562-AFE1-2372-CDE5DE5CD395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10590080" y="3267040"/>
                <a:ext cx="142560" cy="22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5" name="Group 414">
            <a:extLst>
              <a:ext uri="{FF2B5EF4-FFF2-40B4-BE49-F238E27FC236}">
                <a16:creationId xmlns:a16="http://schemas.microsoft.com/office/drawing/2014/main" id="{2497CB76-EB91-8529-9E39-59AA72CA9F37}"/>
              </a:ext>
            </a:extLst>
          </p:cNvPr>
          <p:cNvGrpSpPr/>
          <p:nvPr/>
        </p:nvGrpSpPr>
        <p:grpSpPr>
          <a:xfrm>
            <a:off x="10966280" y="3073720"/>
            <a:ext cx="1029960" cy="355320"/>
            <a:chOff x="10966280" y="3073720"/>
            <a:chExt cx="102996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29C5B026-4AFD-1DB1-2891-3B29FEC40F02}"/>
                    </a:ext>
                  </a:extLst>
                </p14:cNvPr>
                <p14:cNvContentPartPr/>
                <p14:nvPr/>
              </p14:nvContentPartPr>
              <p14:xfrm>
                <a:off x="10966280" y="3211240"/>
                <a:ext cx="279720" cy="2178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29C5B026-4AFD-1DB1-2891-3B29FEC40F0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0955480" y="3200440"/>
                  <a:ext cx="3009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7D77A107-A658-7F32-B8F4-901785517AD5}"/>
                    </a:ext>
                  </a:extLst>
                </p14:cNvPr>
                <p14:cNvContentPartPr/>
                <p14:nvPr/>
              </p14:nvContentPartPr>
              <p14:xfrm>
                <a:off x="11315480" y="3286120"/>
                <a:ext cx="31680" cy="1227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7D77A107-A658-7F32-B8F4-901785517AD5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1304680" y="3275680"/>
                  <a:ext cx="529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62A1319F-E5FC-6FEF-6903-44D0F656D2ED}"/>
                    </a:ext>
                  </a:extLst>
                </p14:cNvPr>
                <p14:cNvContentPartPr/>
                <p14:nvPr/>
              </p14:nvContentPartPr>
              <p14:xfrm>
                <a:off x="11282360" y="3234640"/>
                <a:ext cx="360" cy="3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62A1319F-E5FC-6FEF-6903-44D0F656D2E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271920" y="32242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2FD5DF47-9471-7BCC-773E-87A97E1C07C4}"/>
                    </a:ext>
                  </a:extLst>
                </p14:cNvPr>
                <p14:cNvContentPartPr/>
                <p14:nvPr/>
              </p14:nvContentPartPr>
              <p14:xfrm>
                <a:off x="11354720" y="3117280"/>
                <a:ext cx="72720" cy="24156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2FD5DF47-9471-7BCC-773E-87A97E1C07C4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1344280" y="3106480"/>
                  <a:ext cx="939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BBFAB370-70BC-84B4-8B88-8FBC11A96D03}"/>
                    </a:ext>
                  </a:extLst>
                </p14:cNvPr>
                <p14:cNvContentPartPr/>
                <p14:nvPr/>
              </p14:nvContentPartPr>
              <p14:xfrm>
                <a:off x="11476400" y="3073720"/>
                <a:ext cx="79200" cy="2797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BBFAB370-70BC-84B4-8B88-8FBC11A96D03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1465960" y="3062920"/>
                  <a:ext cx="1004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763DCA94-2AE2-42B8-CD01-C89D6AEC5E0C}"/>
                    </a:ext>
                  </a:extLst>
                </p14:cNvPr>
                <p14:cNvContentPartPr/>
                <p14:nvPr/>
              </p14:nvContentPartPr>
              <p14:xfrm>
                <a:off x="11689880" y="3183880"/>
                <a:ext cx="67680" cy="12744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763DCA94-2AE2-42B8-CD01-C89D6AEC5E0C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1679080" y="3173440"/>
                  <a:ext cx="88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18774D84-DDFF-6EF3-5D40-D977B1798DF7}"/>
                    </a:ext>
                  </a:extLst>
                </p14:cNvPr>
                <p14:cNvContentPartPr/>
                <p14:nvPr/>
              </p14:nvContentPartPr>
              <p14:xfrm>
                <a:off x="11837120" y="3183880"/>
                <a:ext cx="48600" cy="1414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18774D84-DDFF-6EF3-5D40-D977B1798DF7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1826320" y="3173080"/>
                  <a:ext cx="698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DDE0887F-A82E-2E0D-D24F-CAD3801B1AE3}"/>
                    </a:ext>
                  </a:extLst>
                </p14:cNvPr>
                <p14:cNvContentPartPr/>
                <p14:nvPr/>
              </p14:nvContentPartPr>
              <p14:xfrm>
                <a:off x="11880320" y="3166600"/>
                <a:ext cx="115920" cy="1587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DDE0887F-A82E-2E0D-D24F-CAD3801B1AE3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1869520" y="3156160"/>
                  <a:ext cx="13716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3F5D5836-A9D5-CFC0-7DE1-722F72704D83}"/>
              </a:ext>
            </a:extLst>
          </p:cNvPr>
          <p:cNvGrpSpPr/>
          <p:nvPr/>
        </p:nvGrpSpPr>
        <p:grpSpPr>
          <a:xfrm>
            <a:off x="4909640" y="4011160"/>
            <a:ext cx="1396440" cy="440640"/>
            <a:chOff x="4909640" y="4011160"/>
            <a:chExt cx="1396440" cy="44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88992A8B-A7EF-BC4E-27B8-F826989F8C76}"/>
                    </a:ext>
                  </a:extLst>
                </p14:cNvPr>
                <p14:cNvContentPartPr/>
                <p14:nvPr/>
              </p14:nvContentPartPr>
              <p14:xfrm>
                <a:off x="4909640" y="4011160"/>
                <a:ext cx="133200" cy="44064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88992A8B-A7EF-BC4E-27B8-F826989F8C76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4899200" y="4000720"/>
                  <a:ext cx="15444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692CD6C2-9A77-E42F-3A93-7036C7ADAB7D}"/>
                    </a:ext>
                  </a:extLst>
                </p14:cNvPr>
                <p14:cNvContentPartPr/>
                <p14:nvPr/>
              </p14:nvContentPartPr>
              <p14:xfrm>
                <a:off x="5144360" y="4154080"/>
                <a:ext cx="169200" cy="17820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692CD6C2-9A77-E42F-3A93-7036C7ADAB7D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5133560" y="4143280"/>
                  <a:ext cx="1904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97CC1607-583C-6F05-41D0-902D147900C6}"/>
                    </a:ext>
                  </a:extLst>
                </p14:cNvPr>
                <p14:cNvContentPartPr/>
                <p14:nvPr/>
              </p14:nvContentPartPr>
              <p14:xfrm>
                <a:off x="5427320" y="4228600"/>
                <a:ext cx="30600" cy="12276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97CC1607-583C-6F05-41D0-902D147900C6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5416520" y="4218160"/>
                  <a:ext cx="51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557728B1-CEDA-D2BA-C3A9-17BA0B01D92A}"/>
                    </a:ext>
                  </a:extLst>
                </p14:cNvPr>
                <p14:cNvContentPartPr/>
                <p14:nvPr/>
              </p14:nvContentPartPr>
              <p14:xfrm>
                <a:off x="5589320" y="4114480"/>
                <a:ext cx="153000" cy="16308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557728B1-CEDA-D2BA-C3A9-17BA0B01D92A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5578880" y="4104040"/>
                  <a:ext cx="1742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82106A68-F115-7E4E-3D77-AB80158276F9}"/>
                    </a:ext>
                  </a:extLst>
                </p14:cNvPr>
                <p14:cNvContentPartPr/>
                <p14:nvPr/>
              </p14:nvContentPartPr>
              <p14:xfrm>
                <a:off x="5871560" y="4211320"/>
                <a:ext cx="7920" cy="9504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82106A68-F115-7E4E-3D77-AB80158276F9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5860760" y="4200880"/>
                  <a:ext cx="291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349DA457-AA11-ACB9-FD17-D36320E27C5F}"/>
                    </a:ext>
                  </a:extLst>
                </p14:cNvPr>
                <p14:cNvContentPartPr/>
                <p14:nvPr/>
              </p14:nvContentPartPr>
              <p14:xfrm>
                <a:off x="6016280" y="4133200"/>
                <a:ext cx="97920" cy="10224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349DA457-AA11-ACB9-FD17-D36320E27C5F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6005480" y="4122400"/>
                  <a:ext cx="1191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0CF42293-8687-EB67-5565-B7E28412E8F3}"/>
                    </a:ext>
                  </a:extLst>
                </p14:cNvPr>
                <p14:cNvContentPartPr/>
                <p14:nvPr/>
              </p14:nvContentPartPr>
              <p14:xfrm>
                <a:off x="6200240" y="4104040"/>
                <a:ext cx="105840" cy="6876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0CF42293-8687-EB67-5565-B7E28412E8F3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6189800" y="4093600"/>
                  <a:ext cx="12708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F76DEDAC-AF74-11A5-D9D9-E09D6DFF3698}"/>
              </a:ext>
            </a:extLst>
          </p:cNvPr>
          <p:cNvGrpSpPr/>
          <p:nvPr/>
        </p:nvGrpSpPr>
        <p:grpSpPr>
          <a:xfrm>
            <a:off x="6518840" y="3960400"/>
            <a:ext cx="473760" cy="322200"/>
            <a:chOff x="6518840" y="3960400"/>
            <a:chExt cx="47376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E45AE6CB-C8A9-C04E-6C67-975840EA173A}"/>
                    </a:ext>
                  </a:extLst>
                </p14:cNvPr>
                <p14:cNvContentPartPr/>
                <p14:nvPr/>
              </p14:nvContentPartPr>
              <p14:xfrm>
                <a:off x="6518840" y="4044280"/>
                <a:ext cx="156600" cy="16344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E45AE6CB-C8A9-C04E-6C67-975840EA173A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6508400" y="4033840"/>
                  <a:ext cx="177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931EEA7E-AD77-BBB0-68E2-5A4D92081B73}"/>
                    </a:ext>
                  </a:extLst>
                </p14:cNvPr>
                <p14:cNvContentPartPr/>
                <p14:nvPr/>
              </p14:nvContentPartPr>
              <p14:xfrm>
                <a:off x="6782720" y="3960400"/>
                <a:ext cx="209880" cy="3222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931EEA7E-AD77-BBB0-68E2-5A4D92081B73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6772280" y="3949960"/>
                  <a:ext cx="23112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8" name="Group 437">
            <a:extLst>
              <a:ext uri="{FF2B5EF4-FFF2-40B4-BE49-F238E27FC236}">
                <a16:creationId xmlns:a16="http://schemas.microsoft.com/office/drawing/2014/main" id="{19A297D1-3EB8-8850-93E1-DB7E7D6A060E}"/>
              </a:ext>
            </a:extLst>
          </p:cNvPr>
          <p:cNvGrpSpPr/>
          <p:nvPr/>
        </p:nvGrpSpPr>
        <p:grpSpPr>
          <a:xfrm>
            <a:off x="4635320" y="4822600"/>
            <a:ext cx="820800" cy="866160"/>
            <a:chOff x="4635320" y="4822600"/>
            <a:chExt cx="820800" cy="86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DA1EDD05-7EC9-C503-DFD6-A8C3F3E0FDF3}"/>
                    </a:ext>
                  </a:extLst>
                </p14:cNvPr>
                <p14:cNvContentPartPr/>
                <p14:nvPr/>
              </p14:nvContentPartPr>
              <p14:xfrm>
                <a:off x="5213840" y="4838800"/>
                <a:ext cx="103320" cy="22968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DA1EDD05-7EC9-C503-DFD6-A8C3F3E0FDF3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5203400" y="4828000"/>
                  <a:ext cx="1245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EB556290-7051-4EE7-4295-F06E929DAB61}"/>
                    </a:ext>
                  </a:extLst>
                </p14:cNvPr>
                <p14:cNvContentPartPr/>
                <p14:nvPr/>
              </p14:nvContentPartPr>
              <p14:xfrm>
                <a:off x="5314280" y="4822600"/>
                <a:ext cx="141840" cy="25920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EB556290-7051-4EE7-4295-F06E929DAB61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5303840" y="4812160"/>
                  <a:ext cx="1630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A80A47DD-C44B-414E-DA0D-73C7B06F3DEF}"/>
                    </a:ext>
                  </a:extLst>
                </p14:cNvPr>
                <p14:cNvContentPartPr/>
                <p14:nvPr/>
              </p14:nvContentPartPr>
              <p14:xfrm>
                <a:off x="5201240" y="5004400"/>
                <a:ext cx="236520" cy="4716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A80A47DD-C44B-414E-DA0D-73C7B06F3DEF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5190800" y="4993600"/>
                  <a:ext cx="2577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90DEB768-EB38-D1FA-12C2-2CFD562062B3}"/>
                    </a:ext>
                  </a:extLst>
                </p14:cNvPr>
                <p14:cNvContentPartPr/>
                <p14:nvPr/>
              </p14:nvContentPartPr>
              <p14:xfrm>
                <a:off x="4652960" y="5463400"/>
                <a:ext cx="19440" cy="19548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90DEB768-EB38-D1FA-12C2-2CFD562062B3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4642520" y="5452960"/>
                  <a:ext cx="406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5755AD71-7CBD-7230-0A49-BA3EAE6A016B}"/>
                    </a:ext>
                  </a:extLst>
                </p14:cNvPr>
                <p14:cNvContentPartPr/>
                <p14:nvPr/>
              </p14:nvContentPartPr>
              <p14:xfrm>
                <a:off x="4635320" y="5446480"/>
                <a:ext cx="186840" cy="24228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5755AD71-7CBD-7230-0A49-BA3EAE6A016B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4624520" y="5435680"/>
                  <a:ext cx="2080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8D873148-43D5-3FA8-781B-777616C52B4B}"/>
                    </a:ext>
                  </a:extLst>
                </p14:cNvPr>
                <p14:cNvContentPartPr/>
                <p14:nvPr/>
              </p14:nvContentPartPr>
              <p14:xfrm>
                <a:off x="4943840" y="5184760"/>
                <a:ext cx="194400" cy="21240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8D873148-43D5-3FA8-781B-777616C52B4B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4933040" y="5174320"/>
                  <a:ext cx="21564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3" name="Group 442">
            <a:extLst>
              <a:ext uri="{FF2B5EF4-FFF2-40B4-BE49-F238E27FC236}">
                <a16:creationId xmlns:a16="http://schemas.microsoft.com/office/drawing/2014/main" id="{B4355D62-F206-42C7-4080-56983D47E05C}"/>
              </a:ext>
            </a:extLst>
          </p:cNvPr>
          <p:cNvGrpSpPr/>
          <p:nvPr/>
        </p:nvGrpSpPr>
        <p:grpSpPr>
          <a:xfrm>
            <a:off x="6441440" y="4747360"/>
            <a:ext cx="255600" cy="316440"/>
            <a:chOff x="6441440" y="4747360"/>
            <a:chExt cx="25560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14263872-F4D9-A119-B4A2-E8C16C6A0BB7}"/>
                    </a:ext>
                  </a:extLst>
                </p14:cNvPr>
                <p14:cNvContentPartPr/>
                <p14:nvPr/>
              </p14:nvContentPartPr>
              <p14:xfrm>
                <a:off x="6441440" y="4747360"/>
                <a:ext cx="119520" cy="29736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14263872-F4D9-A119-B4A2-E8C16C6A0BB7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6431000" y="4736560"/>
                  <a:ext cx="1407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B092C658-111D-0BA4-FE22-B591AC6F42F0}"/>
                    </a:ext>
                  </a:extLst>
                </p14:cNvPr>
                <p14:cNvContentPartPr/>
                <p14:nvPr/>
              </p14:nvContentPartPr>
              <p14:xfrm>
                <a:off x="6542960" y="4790560"/>
                <a:ext cx="151560" cy="27324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B092C658-111D-0BA4-FE22-B591AC6F42F0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6532520" y="4780120"/>
                  <a:ext cx="1728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03804222-A3FA-FEF4-EFDE-2A6478E4A439}"/>
                    </a:ext>
                  </a:extLst>
                </p14:cNvPr>
                <p14:cNvContentPartPr/>
                <p14:nvPr/>
              </p14:nvContentPartPr>
              <p14:xfrm>
                <a:off x="6479600" y="4982440"/>
                <a:ext cx="217440" cy="252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03804222-A3FA-FEF4-EFDE-2A6478E4A439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6468800" y="4972000"/>
                  <a:ext cx="23868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14B87AF6-51EE-4001-D0BE-35214AA64BE6}"/>
              </a:ext>
            </a:extLst>
          </p:cNvPr>
          <p:cNvGrpSpPr/>
          <p:nvPr/>
        </p:nvGrpSpPr>
        <p:grpSpPr>
          <a:xfrm>
            <a:off x="8082680" y="4692640"/>
            <a:ext cx="277200" cy="267840"/>
            <a:chOff x="8082680" y="4692640"/>
            <a:chExt cx="277200" cy="2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E795304A-A7DA-41D9-7BC5-8381DAA365EB}"/>
                    </a:ext>
                  </a:extLst>
                </p14:cNvPr>
                <p14:cNvContentPartPr/>
                <p14:nvPr/>
              </p14:nvContentPartPr>
              <p14:xfrm>
                <a:off x="8082680" y="4692640"/>
                <a:ext cx="277200" cy="26784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E795304A-A7DA-41D9-7BC5-8381DAA365EB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8071880" y="4682200"/>
                  <a:ext cx="2984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6928DF59-39FD-4285-692D-EFAE30F51299}"/>
                    </a:ext>
                  </a:extLst>
                </p14:cNvPr>
                <p14:cNvContentPartPr/>
                <p14:nvPr/>
              </p14:nvContentPartPr>
              <p14:xfrm>
                <a:off x="8106800" y="4874080"/>
                <a:ext cx="222480" cy="3924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6928DF59-39FD-4285-692D-EFAE30F51299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8096000" y="4863280"/>
                  <a:ext cx="24372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8" name="Group 457">
            <a:extLst>
              <a:ext uri="{FF2B5EF4-FFF2-40B4-BE49-F238E27FC236}">
                <a16:creationId xmlns:a16="http://schemas.microsoft.com/office/drawing/2014/main" id="{23254A8E-DF0F-67E2-B9CF-38A59CFE455E}"/>
              </a:ext>
            </a:extLst>
          </p:cNvPr>
          <p:cNvGrpSpPr/>
          <p:nvPr/>
        </p:nvGrpSpPr>
        <p:grpSpPr>
          <a:xfrm>
            <a:off x="6670040" y="5162080"/>
            <a:ext cx="657720" cy="447840"/>
            <a:chOff x="6670040" y="5162080"/>
            <a:chExt cx="657720" cy="44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26EDD879-FF53-A47B-93A7-7B1700A782F6}"/>
                    </a:ext>
                  </a:extLst>
                </p14:cNvPr>
                <p14:cNvContentPartPr/>
                <p14:nvPr/>
              </p14:nvContentPartPr>
              <p14:xfrm>
                <a:off x="6670040" y="5162080"/>
                <a:ext cx="281520" cy="18648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26EDD879-FF53-A47B-93A7-7B1700A782F6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6659240" y="5151280"/>
                  <a:ext cx="3027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F8086C01-7B9A-CC7C-646B-ECD442BA647C}"/>
                    </a:ext>
                  </a:extLst>
                </p14:cNvPr>
                <p14:cNvContentPartPr/>
                <p14:nvPr/>
              </p14:nvContentPartPr>
              <p14:xfrm>
                <a:off x="7124360" y="5374480"/>
                <a:ext cx="43560" cy="2037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F8086C01-7B9A-CC7C-646B-ECD442BA647C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7113560" y="5363680"/>
                  <a:ext cx="648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E8621493-7437-7449-87E4-11C58F7EA5C0}"/>
                    </a:ext>
                  </a:extLst>
                </p14:cNvPr>
                <p14:cNvContentPartPr/>
                <p14:nvPr/>
              </p14:nvContentPartPr>
              <p14:xfrm>
                <a:off x="7097720" y="5352520"/>
                <a:ext cx="230040" cy="25740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E8621493-7437-7449-87E4-11C58F7EA5C0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7086920" y="5342080"/>
                  <a:ext cx="251280" cy="27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7">
            <p14:nvContentPartPr>
              <p14:cNvPr id="459" name="Ink 458">
                <a:extLst>
                  <a:ext uri="{FF2B5EF4-FFF2-40B4-BE49-F238E27FC236}">
                    <a16:creationId xmlns:a16="http://schemas.microsoft.com/office/drawing/2014/main" id="{1F0FFE20-2556-E2F9-565A-A67FE368653A}"/>
                  </a:ext>
                </a:extLst>
              </p14:cNvPr>
              <p14:cNvContentPartPr/>
              <p14:nvPr/>
            </p14:nvContentPartPr>
            <p14:xfrm>
              <a:off x="5909720" y="4601200"/>
              <a:ext cx="150120" cy="1115280"/>
            </p14:xfrm>
          </p:contentPart>
        </mc:Choice>
        <mc:Fallback xmlns="">
          <p:pic>
            <p:nvPicPr>
              <p:cNvPr id="459" name="Ink 458">
                <a:extLst>
                  <a:ext uri="{FF2B5EF4-FFF2-40B4-BE49-F238E27FC236}">
                    <a16:creationId xmlns:a16="http://schemas.microsoft.com/office/drawing/2014/main" id="{1F0FFE20-2556-E2F9-565A-A67FE368653A}"/>
                  </a:ext>
                </a:extLst>
              </p:cNvPr>
              <p:cNvPicPr/>
              <p:nvPr/>
            </p:nvPicPr>
            <p:blipFill>
              <a:blip r:embed="rId578"/>
              <a:stretch>
                <a:fillRect/>
              </a:stretch>
            </p:blipFill>
            <p:spPr>
              <a:xfrm>
                <a:off x="5898920" y="4590400"/>
                <a:ext cx="171360" cy="11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9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20DF5C73-DB7F-A257-6EBA-E7D7CEF935F5}"/>
                  </a:ext>
                </a:extLst>
              </p14:cNvPr>
              <p14:cNvContentPartPr/>
              <p14:nvPr/>
            </p14:nvContentPartPr>
            <p14:xfrm>
              <a:off x="7503800" y="4541800"/>
              <a:ext cx="185760" cy="1134720"/>
            </p14:xfrm>
          </p:contentPart>
        </mc:Choice>
        <mc:Fallback xmlns=""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20DF5C73-DB7F-A257-6EBA-E7D7CEF935F5}"/>
                  </a:ext>
                </a:extLst>
              </p:cNvPr>
              <p:cNvPicPr/>
              <p:nvPr/>
            </p:nvPicPr>
            <p:blipFill>
              <a:blip r:embed="rId580"/>
              <a:stretch>
                <a:fillRect/>
              </a:stretch>
            </p:blipFill>
            <p:spPr>
              <a:xfrm>
                <a:off x="7493360" y="4531000"/>
                <a:ext cx="207000" cy="11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1">
            <p14:nvContentPartPr>
              <p14:cNvPr id="467" name="Ink 466">
                <a:extLst>
                  <a:ext uri="{FF2B5EF4-FFF2-40B4-BE49-F238E27FC236}">
                    <a16:creationId xmlns:a16="http://schemas.microsoft.com/office/drawing/2014/main" id="{26445393-5A64-9974-F7EB-A8FE51FEF28D}"/>
                  </a:ext>
                </a:extLst>
              </p14:cNvPr>
              <p14:cNvContentPartPr/>
              <p14:nvPr/>
            </p14:nvContentPartPr>
            <p14:xfrm>
              <a:off x="8780720" y="4508680"/>
              <a:ext cx="171720" cy="1110600"/>
            </p14:xfrm>
          </p:contentPart>
        </mc:Choice>
        <mc:Fallback xmlns="">
          <p:pic>
            <p:nvPicPr>
              <p:cNvPr id="467" name="Ink 466">
                <a:extLst>
                  <a:ext uri="{FF2B5EF4-FFF2-40B4-BE49-F238E27FC236}">
                    <a16:creationId xmlns:a16="http://schemas.microsoft.com/office/drawing/2014/main" id="{26445393-5A64-9974-F7EB-A8FE51FEF28D}"/>
                  </a:ext>
                </a:extLst>
              </p:cNvPr>
              <p:cNvPicPr/>
              <p:nvPr/>
            </p:nvPicPr>
            <p:blipFill>
              <a:blip r:embed="rId582"/>
              <a:stretch>
                <a:fillRect/>
              </a:stretch>
            </p:blipFill>
            <p:spPr>
              <a:xfrm>
                <a:off x="8769920" y="4497880"/>
                <a:ext cx="192960" cy="11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3">
            <p14:nvContentPartPr>
              <p14:cNvPr id="468" name="Ink 467">
                <a:extLst>
                  <a:ext uri="{FF2B5EF4-FFF2-40B4-BE49-F238E27FC236}">
                    <a16:creationId xmlns:a16="http://schemas.microsoft.com/office/drawing/2014/main" id="{DB0E6143-569C-3669-61FE-B5DF86BE374F}"/>
                  </a:ext>
                </a:extLst>
              </p14:cNvPr>
              <p14:cNvContentPartPr/>
              <p14:nvPr/>
            </p14:nvContentPartPr>
            <p14:xfrm>
              <a:off x="4353440" y="4645480"/>
              <a:ext cx="77760" cy="1276560"/>
            </p14:xfrm>
          </p:contentPart>
        </mc:Choice>
        <mc:Fallback xmlns="">
          <p:pic>
            <p:nvPicPr>
              <p:cNvPr id="468" name="Ink 467">
                <a:extLst>
                  <a:ext uri="{FF2B5EF4-FFF2-40B4-BE49-F238E27FC236}">
                    <a16:creationId xmlns:a16="http://schemas.microsoft.com/office/drawing/2014/main" id="{DB0E6143-569C-3669-61FE-B5DF86BE374F}"/>
                  </a:ext>
                </a:extLst>
              </p:cNvPr>
              <p:cNvPicPr/>
              <p:nvPr/>
            </p:nvPicPr>
            <p:blipFill>
              <a:blip r:embed="rId584"/>
              <a:stretch>
                <a:fillRect/>
              </a:stretch>
            </p:blipFill>
            <p:spPr>
              <a:xfrm>
                <a:off x="4343000" y="4635040"/>
                <a:ext cx="99000" cy="129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8" name="Group 477">
            <a:extLst>
              <a:ext uri="{FF2B5EF4-FFF2-40B4-BE49-F238E27FC236}">
                <a16:creationId xmlns:a16="http://schemas.microsoft.com/office/drawing/2014/main" id="{B8BF2D60-F3FB-B629-967D-F133A45AC540}"/>
              </a:ext>
            </a:extLst>
          </p:cNvPr>
          <p:cNvGrpSpPr/>
          <p:nvPr/>
        </p:nvGrpSpPr>
        <p:grpSpPr>
          <a:xfrm>
            <a:off x="9717800" y="3904960"/>
            <a:ext cx="931320" cy="360720"/>
            <a:chOff x="9717800" y="3904960"/>
            <a:chExt cx="931320" cy="36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1152E7AB-F135-E868-6B60-F208A98C5C1D}"/>
                    </a:ext>
                  </a:extLst>
                </p14:cNvPr>
                <p14:cNvContentPartPr/>
                <p14:nvPr/>
              </p14:nvContentPartPr>
              <p14:xfrm>
                <a:off x="9717800" y="4102600"/>
                <a:ext cx="161280" cy="16308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1152E7AB-F135-E868-6B60-F208A98C5C1D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9707000" y="4092160"/>
                  <a:ext cx="182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61197906-6D3A-8BB2-DAEA-2A38C28D9AF1}"/>
                    </a:ext>
                  </a:extLst>
                </p14:cNvPr>
                <p14:cNvContentPartPr/>
                <p14:nvPr/>
              </p14:nvContentPartPr>
              <p14:xfrm>
                <a:off x="9939560" y="4009360"/>
                <a:ext cx="51120" cy="25380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61197906-6D3A-8BB2-DAEA-2A38C28D9AF1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9928760" y="3998560"/>
                  <a:ext cx="723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FB7FBE73-B68D-4225-4B18-2001DE44D875}"/>
                    </a:ext>
                  </a:extLst>
                </p14:cNvPr>
                <p14:cNvContentPartPr/>
                <p14:nvPr/>
              </p14:nvContentPartPr>
              <p14:xfrm>
                <a:off x="9926960" y="4150840"/>
                <a:ext cx="119520" cy="828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FB7FBE73-B68D-4225-4B18-2001DE44D875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9916160" y="4140400"/>
                  <a:ext cx="1407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6CBDDD7E-D4DF-E00E-8A16-6615515F79BB}"/>
                    </a:ext>
                  </a:extLst>
                </p14:cNvPr>
                <p14:cNvContentPartPr/>
                <p14:nvPr/>
              </p14:nvContentPartPr>
              <p14:xfrm>
                <a:off x="10098320" y="4099360"/>
                <a:ext cx="66240" cy="12384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6CBDDD7E-D4DF-E00E-8A16-6615515F79BB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10087520" y="4088560"/>
                  <a:ext cx="874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3EF27642-7293-C928-C642-5D764161D351}"/>
                    </a:ext>
                  </a:extLst>
                </p14:cNvPr>
                <p14:cNvContentPartPr/>
                <p14:nvPr/>
              </p14:nvContentPartPr>
              <p14:xfrm>
                <a:off x="10231520" y="4105120"/>
                <a:ext cx="70200" cy="11952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3EF27642-7293-C928-C642-5D764161D351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10220720" y="4094680"/>
                  <a:ext cx="914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1B07CC1C-957B-2D13-4193-C636A709C339}"/>
                    </a:ext>
                  </a:extLst>
                </p14:cNvPr>
                <p14:cNvContentPartPr/>
                <p14:nvPr/>
              </p14:nvContentPartPr>
              <p14:xfrm>
                <a:off x="10401080" y="3904960"/>
                <a:ext cx="232200" cy="30276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1B07CC1C-957B-2D13-4193-C636A709C339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10390640" y="3894160"/>
                  <a:ext cx="25344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1085299C-8F10-2485-C7C8-BE22928E226E}"/>
                    </a:ext>
                  </a:extLst>
                </p14:cNvPr>
                <p14:cNvContentPartPr/>
                <p14:nvPr/>
              </p14:nvContentPartPr>
              <p14:xfrm>
                <a:off x="10478840" y="4011520"/>
                <a:ext cx="170280" cy="2664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1085299C-8F10-2485-C7C8-BE22928E226E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10468400" y="4001080"/>
                  <a:ext cx="19152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18E2E440-28D2-602E-ABB8-F493AF72D846}"/>
              </a:ext>
            </a:extLst>
          </p:cNvPr>
          <p:cNvGrpSpPr/>
          <p:nvPr/>
        </p:nvGrpSpPr>
        <p:grpSpPr>
          <a:xfrm>
            <a:off x="10897880" y="3904240"/>
            <a:ext cx="697320" cy="315360"/>
            <a:chOff x="10897880" y="3904240"/>
            <a:chExt cx="69732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3C7AB510-8AED-46A1-CCF5-8B31E5835A7B}"/>
                    </a:ext>
                  </a:extLst>
                </p14:cNvPr>
                <p14:cNvContentPartPr/>
                <p14:nvPr/>
              </p14:nvContentPartPr>
              <p14:xfrm>
                <a:off x="10897880" y="3944200"/>
                <a:ext cx="197280" cy="21780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3C7AB510-8AED-46A1-CCF5-8B31E5835A7B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10887080" y="3933400"/>
                  <a:ext cx="218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5935CED6-4BA4-7750-1EDF-5F6414764E99}"/>
                    </a:ext>
                  </a:extLst>
                </p14:cNvPr>
                <p14:cNvContentPartPr/>
                <p14:nvPr/>
              </p14:nvContentPartPr>
              <p14:xfrm>
                <a:off x="11095880" y="4087120"/>
                <a:ext cx="178560" cy="13248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5935CED6-4BA4-7750-1EDF-5F6414764E99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11085080" y="4076320"/>
                  <a:ext cx="199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6F306D35-86EB-6C20-43D7-6E78507441A0}"/>
                    </a:ext>
                  </a:extLst>
                </p14:cNvPr>
                <p14:cNvContentPartPr/>
                <p14:nvPr/>
              </p14:nvContentPartPr>
              <p14:xfrm>
                <a:off x="11328080" y="3904240"/>
                <a:ext cx="121320" cy="29088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6F306D35-86EB-6C20-43D7-6E78507441A0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11317640" y="3893440"/>
                  <a:ext cx="1425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A66129B5-E787-EE78-B8B5-5A488D5C1909}"/>
                    </a:ext>
                  </a:extLst>
                </p14:cNvPr>
                <p14:cNvContentPartPr/>
                <p14:nvPr/>
              </p14:nvContentPartPr>
              <p14:xfrm>
                <a:off x="11505920" y="4025560"/>
                <a:ext cx="89280" cy="14508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A66129B5-E787-EE78-B8B5-5A488D5C1909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11495120" y="4014760"/>
                  <a:ext cx="11052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7">
            <p14:nvContentPartPr>
              <p14:cNvPr id="482" name="Ink 481">
                <a:extLst>
                  <a:ext uri="{FF2B5EF4-FFF2-40B4-BE49-F238E27FC236}">
                    <a16:creationId xmlns:a16="http://schemas.microsoft.com/office/drawing/2014/main" id="{D8BAE03C-8EA8-4A88-7AA5-5E30205181D1}"/>
                  </a:ext>
                </a:extLst>
              </p14:cNvPr>
              <p14:cNvContentPartPr/>
              <p14:nvPr/>
            </p14:nvContentPartPr>
            <p14:xfrm>
              <a:off x="11767280" y="3857080"/>
              <a:ext cx="92880" cy="396000"/>
            </p14:xfrm>
          </p:contentPart>
        </mc:Choice>
        <mc:Fallback xmlns="">
          <p:pic>
            <p:nvPicPr>
              <p:cNvPr id="482" name="Ink 481">
                <a:extLst>
                  <a:ext uri="{FF2B5EF4-FFF2-40B4-BE49-F238E27FC236}">
                    <a16:creationId xmlns:a16="http://schemas.microsoft.com/office/drawing/2014/main" id="{D8BAE03C-8EA8-4A88-7AA5-5E30205181D1}"/>
                  </a:ext>
                </a:extLst>
              </p:cNvPr>
              <p:cNvPicPr/>
              <p:nvPr/>
            </p:nvPicPr>
            <p:blipFill>
              <a:blip r:embed="rId608"/>
              <a:stretch>
                <a:fillRect/>
              </a:stretch>
            </p:blipFill>
            <p:spPr>
              <a:xfrm>
                <a:off x="11756480" y="3846280"/>
                <a:ext cx="114120" cy="41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5" name="Group 494">
            <a:extLst>
              <a:ext uri="{FF2B5EF4-FFF2-40B4-BE49-F238E27FC236}">
                <a16:creationId xmlns:a16="http://schemas.microsoft.com/office/drawing/2014/main" id="{437A9D84-4DD5-53BA-95DB-D9F9F99F7C1E}"/>
              </a:ext>
            </a:extLst>
          </p:cNvPr>
          <p:cNvGrpSpPr/>
          <p:nvPr/>
        </p:nvGrpSpPr>
        <p:grpSpPr>
          <a:xfrm>
            <a:off x="10269680" y="4396720"/>
            <a:ext cx="386280" cy="373680"/>
            <a:chOff x="10269680" y="4396720"/>
            <a:chExt cx="386280" cy="37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196CE516-B239-73BE-7C37-477352D265EE}"/>
                    </a:ext>
                  </a:extLst>
                </p14:cNvPr>
                <p14:cNvContentPartPr/>
                <p14:nvPr/>
              </p14:nvContentPartPr>
              <p14:xfrm>
                <a:off x="10316480" y="4571320"/>
                <a:ext cx="10440" cy="14328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196CE516-B239-73BE-7C37-477352D265EE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10306040" y="4560880"/>
                  <a:ext cx="316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EEE7CE53-10F0-3F73-72AC-55B0BF1DC081}"/>
                    </a:ext>
                  </a:extLst>
                </p14:cNvPr>
                <p14:cNvContentPartPr/>
                <p14:nvPr/>
              </p14:nvContentPartPr>
              <p14:xfrm>
                <a:off x="10269680" y="4468360"/>
                <a:ext cx="360" cy="36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EEE7CE53-10F0-3F73-72AC-55B0BF1DC081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0258880" y="44579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6F7A4784-5D06-801C-B3E2-D385A978E346}"/>
                    </a:ext>
                  </a:extLst>
                </p14:cNvPr>
                <p14:cNvContentPartPr/>
                <p14:nvPr/>
              </p14:nvContentPartPr>
              <p14:xfrm>
                <a:off x="10406480" y="4546480"/>
                <a:ext cx="104400" cy="22392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6F7A4784-5D06-801C-B3E2-D385A978E346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0396040" y="4536040"/>
                  <a:ext cx="1256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653FA93B-C43B-14FA-9F2A-EF456281023F}"/>
                    </a:ext>
                  </a:extLst>
                </p14:cNvPr>
                <p14:cNvContentPartPr/>
                <p14:nvPr/>
              </p14:nvContentPartPr>
              <p14:xfrm>
                <a:off x="10564160" y="4396720"/>
                <a:ext cx="65160" cy="32688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653FA93B-C43B-14FA-9F2A-EF456281023F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0553360" y="4385920"/>
                  <a:ext cx="864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4A89590F-113B-FA7B-724F-D1889B1A4624}"/>
                    </a:ext>
                  </a:extLst>
                </p14:cNvPr>
                <p14:cNvContentPartPr/>
                <p14:nvPr/>
              </p14:nvContentPartPr>
              <p14:xfrm>
                <a:off x="10561640" y="4564480"/>
                <a:ext cx="94320" cy="252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4A89590F-113B-FA7B-724F-D1889B1A4624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0550840" y="4554040"/>
                  <a:ext cx="11556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3" name="Group 492">
            <a:extLst>
              <a:ext uri="{FF2B5EF4-FFF2-40B4-BE49-F238E27FC236}">
                <a16:creationId xmlns:a16="http://schemas.microsoft.com/office/drawing/2014/main" id="{311E852B-4B08-F021-5A78-B4285E476A09}"/>
              </a:ext>
            </a:extLst>
          </p:cNvPr>
          <p:cNvGrpSpPr/>
          <p:nvPr/>
        </p:nvGrpSpPr>
        <p:grpSpPr>
          <a:xfrm>
            <a:off x="10863680" y="4438120"/>
            <a:ext cx="468720" cy="258120"/>
            <a:chOff x="10863680" y="4438120"/>
            <a:chExt cx="46872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4D90FA20-2938-DF99-0160-CCE9B9CAA154}"/>
                    </a:ext>
                  </a:extLst>
                </p14:cNvPr>
                <p14:cNvContentPartPr/>
                <p14:nvPr/>
              </p14:nvContentPartPr>
              <p14:xfrm>
                <a:off x="10863680" y="4540360"/>
                <a:ext cx="91800" cy="15228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4D90FA20-2938-DF99-0160-CCE9B9CAA154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0852880" y="4529920"/>
                  <a:ext cx="1130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5343E913-98AB-5E6B-21B7-756EDBE94A06}"/>
                    </a:ext>
                  </a:extLst>
                </p14:cNvPr>
                <p14:cNvContentPartPr/>
                <p14:nvPr/>
              </p14:nvContentPartPr>
              <p14:xfrm>
                <a:off x="11034320" y="4438120"/>
                <a:ext cx="298080" cy="25812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5343E913-98AB-5E6B-21B7-756EDBE94A06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1023520" y="4427680"/>
                  <a:ext cx="319320" cy="27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9BC997CA-828F-14CD-18E5-077447D91602}"/>
              </a:ext>
            </a:extLst>
          </p:cNvPr>
          <p:cNvGrpSpPr/>
          <p:nvPr/>
        </p:nvGrpSpPr>
        <p:grpSpPr>
          <a:xfrm>
            <a:off x="10290920" y="5011240"/>
            <a:ext cx="541440" cy="303840"/>
            <a:chOff x="10290920" y="5011240"/>
            <a:chExt cx="54144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D8BA2A30-0D01-BC54-7B3D-F29192CE9CE6}"/>
                    </a:ext>
                  </a:extLst>
                </p14:cNvPr>
                <p14:cNvContentPartPr/>
                <p14:nvPr/>
              </p14:nvContentPartPr>
              <p14:xfrm>
                <a:off x="10290920" y="5060560"/>
                <a:ext cx="136800" cy="25452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D8BA2A30-0D01-BC54-7B3D-F29192CE9CE6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0280480" y="5049760"/>
                  <a:ext cx="1580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73299D49-57B4-B9F3-243A-4CB64F677A67}"/>
                    </a:ext>
                  </a:extLst>
                </p14:cNvPr>
                <p14:cNvContentPartPr/>
                <p14:nvPr/>
              </p14:nvContentPartPr>
              <p14:xfrm>
                <a:off x="10487120" y="5161000"/>
                <a:ext cx="82440" cy="1123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73299D49-57B4-B9F3-243A-4CB64F677A67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0476320" y="5150200"/>
                  <a:ext cx="1036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F8C643B1-3BA4-156E-C45D-DEA8DE2BA4FC}"/>
                    </a:ext>
                  </a:extLst>
                </p14:cNvPr>
                <p14:cNvContentPartPr/>
                <p14:nvPr/>
              </p14:nvContentPartPr>
              <p14:xfrm>
                <a:off x="10631120" y="5011240"/>
                <a:ext cx="83520" cy="25020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F8C643B1-3BA4-156E-C45D-DEA8DE2BA4FC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0620680" y="5000440"/>
                  <a:ext cx="104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B49F35A0-3E42-7DB9-669C-1890C92CC1A4}"/>
                    </a:ext>
                  </a:extLst>
                </p14:cNvPr>
                <p14:cNvContentPartPr/>
                <p14:nvPr/>
              </p14:nvContentPartPr>
              <p14:xfrm>
                <a:off x="10779080" y="5075680"/>
                <a:ext cx="53280" cy="14040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B49F35A0-3E42-7DB9-669C-1890C92CC1A4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0768640" y="5065240"/>
                  <a:ext cx="7452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7385D1AB-91A5-3D78-2698-3E2CADCC5EE8}"/>
              </a:ext>
            </a:extLst>
          </p:cNvPr>
          <p:cNvGrpSpPr/>
          <p:nvPr/>
        </p:nvGrpSpPr>
        <p:grpSpPr>
          <a:xfrm>
            <a:off x="11013440" y="4881280"/>
            <a:ext cx="785880" cy="396360"/>
            <a:chOff x="11013440" y="4881280"/>
            <a:chExt cx="785880" cy="39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2375F72A-1859-46BB-ADCB-4CAC7D7EAED7}"/>
                    </a:ext>
                  </a:extLst>
                </p14:cNvPr>
                <p14:cNvContentPartPr/>
                <p14:nvPr/>
              </p14:nvContentPartPr>
              <p14:xfrm>
                <a:off x="11013440" y="4993960"/>
                <a:ext cx="104400" cy="8136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2375F72A-1859-46BB-ADCB-4CAC7D7EAED7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1002640" y="4983520"/>
                  <a:ext cx="1256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26BF0E95-8C36-563C-237C-99AB495F2919}"/>
                    </a:ext>
                  </a:extLst>
                </p14:cNvPr>
                <p14:cNvContentPartPr/>
                <p14:nvPr/>
              </p14:nvContentPartPr>
              <p14:xfrm>
                <a:off x="11035040" y="4964440"/>
                <a:ext cx="36000" cy="12384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26BF0E95-8C36-563C-237C-99AB495F2919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1024240" y="4953640"/>
                  <a:ext cx="572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FCFAA5AF-56A6-EE12-E6C6-A3B07BC7B31B}"/>
                    </a:ext>
                  </a:extLst>
                </p14:cNvPr>
                <p14:cNvContentPartPr/>
                <p14:nvPr/>
              </p14:nvContentPartPr>
              <p14:xfrm>
                <a:off x="11083280" y="4956160"/>
                <a:ext cx="39600" cy="14652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FCFAA5AF-56A6-EE12-E6C6-A3B07BC7B31B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1072480" y="4945720"/>
                  <a:ext cx="60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DB6C80D5-7ED2-A3D7-DF19-4F1AA0B8B317}"/>
                    </a:ext>
                  </a:extLst>
                </p14:cNvPr>
                <p14:cNvContentPartPr/>
                <p14:nvPr/>
              </p14:nvContentPartPr>
              <p14:xfrm>
                <a:off x="11061680" y="4997560"/>
                <a:ext cx="91800" cy="1620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DB6C80D5-7ED2-A3D7-DF19-4F1AA0B8B317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1050880" y="4986760"/>
                  <a:ext cx="113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7B3790D9-787C-8B43-A42F-7D127702ACC9}"/>
                    </a:ext>
                  </a:extLst>
                </p14:cNvPr>
                <p14:cNvContentPartPr/>
                <p14:nvPr/>
              </p14:nvContentPartPr>
              <p14:xfrm>
                <a:off x="11257160" y="4909360"/>
                <a:ext cx="52200" cy="32832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7B3790D9-787C-8B43-A42F-7D127702ACC9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1246360" y="4898920"/>
                  <a:ext cx="734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21FC44BE-28C0-E9A5-1DE5-DF86B6A1082B}"/>
                    </a:ext>
                  </a:extLst>
                </p14:cNvPr>
                <p14:cNvContentPartPr/>
                <p14:nvPr/>
              </p14:nvContentPartPr>
              <p14:xfrm>
                <a:off x="11353640" y="5054800"/>
                <a:ext cx="88920" cy="17496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21FC44BE-28C0-E9A5-1DE5-DF86B6A1082B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1342840" y="5044000"/>
                  <a:ext cx="1101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DE9891AB-B010-5C01-900D-C72461ECBC40}"/>
                    </a:ext>
                  </a:extLst>
                </p14:cNvPr>
                <p14:cNvContentPartPr/>
                <p14:nvPr/>
              </p14:nvContentPartPr>
              <p14:xfrm>
                <a:off x="11553800" y="4881280"/>
                <a:ext cx="80280" cy="39636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DE9891AB-B010-5C01-900D-C72461ECBC40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1543000" y="4870840"/>
                  <a:ext cx="10152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0A4E6662-A2D6-C32B-00F1-EFA4BC929E42}"/>
                    </a:ext>
                  </a:extLst>
                </p14:cNvPr>
                <p14:cNvContentPartPr/>
                <p14:nvPr/>
              </p14:nvContentPartPr>
              <p14:xfrm>
                <a:off x="11537600" y="5148400"/>
                <a:ext cx="145080" cy="1980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0A4E6662-A2D6-C32B-00F1-EFA4BC929E42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11526800" y="5137600"/>
                  <a:ext cx="166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373AEC2A-9035-5379-A78E-7F53A21AD1E3}"/>
                    </a:ext>
                  </a:extLst>
                </p14:cNvPr>
                <p14:cNvContentPartPr/>
                <p14:nvPr/>
              </p14:nvContentPartPr>
              <p14:xfrm>
                <a:off x="11716520" y="4976680"/>
                <a:ext cx="52200" cy="22068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373AEC2A-9035-5379-A78E-7F53A21AD1E3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1705720" y="4966240"/>
                  <a:ext cx="734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92B06F41-F2F5-EE57-BE51-4F3B7CA3C82B}"/>
                    </a:ext>
                  </a:extLst>
                </p14:cNvPr>
                <p14:cNvContentPartPr/>
                <p14:nvPr/>
              </p14:nvContentPartPr>
              <p14:xfrm>
                <a:off x="11678360" y="5055520"/>
                <a:ext cx="120960" cy="936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92B06F41-F2F5-EE57-BE51-4F3B7CA3C82B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1667920" y="5045080"/>
                  <a:ext cx="14220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8FA3E120-A285-C3CB-7658-87DE63F99A6F}"/>
              </a:ext>
            </a:extLst>
          </p:cNvPr>
          <p:cNvGrpSpPr/>
          <p:nvPr/>
        </p:nvGrpSpPr>
        <p:grpSpPr>
          <a:xfrm>
            <a:off x="11956280" y="5045440"/>
            <a:ext cx="43920" cy="171720"/>
            <a:chOff x="11956280" y="5045440"/>
            <a:chExt cx="43920" cy="17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E395F712-5B6D-A150-C59D-BEFF9E3B12FD}"/>
                    </a:ext>
                  </a:extLst>
                </p14:cNvPr>
                <p14:cNvContentPartPr/>
                <p14:nvPr/>
              </p14:nvContentPartPr>
              <p14:xfrm>
                <a:off x="11962760" y="5137960"/>
                <a:ext cx="37440" cy="7920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E395F712-5B6D-A150-C59D-BEFF9E3B12FD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1951960" y="5127160"/>
                  <a:ext cx="586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4CDEADF2-B056-BF76-9EAC-7A6A9A2FB353}"/>
                    </a:ext>
                  </a:extLst>
                </p14:cNvPr>
                <p14:cNvContentPartPr/>
                <p14:nvPr/>
              </p14:nvContentPartPr>
              <p14:xfrm>
                <a:off x="11981840" y="5143720"/>
                <a:ext cx="360" cy="36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4CDEADF2-B056-BF76-9EAC-7A6A9A2FB353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971040" y="51329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DB68E274-2E18-348F-AAEA-58CF5A5ADDC8}"/>
                    </a:ext>
                  </a:extLst>
                </p14:cNvPr>
                <p14:cNvContentPartPr/>
                <p14:nvPr/>
              </p14:nvContentPartPr>
              <p14:xfrm>
                <a:off x="11956280" y="5045440"/>
                <a:ext cx="360" cy="36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DB68E274-2E18-348F-AAEA-58CF5A5ADDC8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945840" y="50346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E6A896D6-5CD0-4B7E-59B4-C04A725CBCEC}"/>
              </a:ext>
            </a:extLst>
          </p:cNvPr>
          <p:cNvGrpSpPr/>
          <p:nvPr/>
        </p:nvGrpSpPr>
        <p:grpSpPr>
          <a:xfrm>
            <a:off x="11452640" y="4532440"/>
            <a:ext cx="47160" cy="204840"/>
            <a:chOff x="11452640" y="4532440"/>
            <a:chExt cx="4716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D4B34FDD-15F3-F4EB-979F-080E630005B6}"/>
                    </a:ext>
                  </a:extLst>
                </p14:cNvPr>
                <p14:cNvContentPartPr/>
                <p14:nvPr/>
              </p14:nvContentPartPr>
              <p14:xfrm>
                <a:off x="11452640" y="4611280"/>
                <a:ext cx="47160" cy="12600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D4B34FDD-15F3-F4EB-979F-080E630005B6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1441840" y="4600840"/>
                  <a:ext cx="68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575D98E0-9BD3-F84F-7272-1AEFDBFD5BC9}"/>
                    </a:ext>
                  </a:extLst>
                </p14:cNvPr>
                <p14:cNvContentPartPr/>
                <p14:nvPr/>
              </p14:nvContentPartPr>
              <p14:xfrm>
                <a:off x="11458760" y="4532440"/>
                <a:ext cx="360" cy="36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575D98E0-9BD3-F84F-7272-1AEFDBFD5BC9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448320" y="45220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5" name="Group 544">
            <a:extLst>
              <a:ext uri="{FF2B5EF4-FFF2-40B4-BE49-F238E27FC236}">
                <a16:creationId xmlns:a16="http://schemas.microsoft.com/office/drawing/2014/main" id="{FFBDA822-4E88-D57F-3947-844D47408E3C}"/>
              </a:ext>
            </a:extLst>
          </p:cNvPr>
          <p:cNvGrpSpPr/>
          <p:nvPr/>
        </p:nvGrpSpPr>
        <p:grpSpPr>
          <a:xfrm>
            <a:off x="10385600" y="5553760"/>
            <a:ext cx="568440" cy="338400"/>
            <a:chOff x="10385600" y="5553760"/>
            <a:chExt cx="568440" cy="33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77FA83BE-47AC-82DB-1329-816821A15230}"/>
                    </a:ext>
                  </a:extLst>
                </p14:cNvPr>
                <p14:cNvContentPartPr/>
                <p14:nvPr/>
              </p14:nvContentPartPr>
              <p14:xfrm>
                <a:off x="10385600" y="5621440"/>
                <a:ext cx="147240" cy="27072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77FA83BE-47AC-82DB-1329-816821A15230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10374800" y="5611000"/>
                  <a:ext cx="1684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8CF98D7D-D508-90EE-4AFE-CEE418FA47F5}"/>
                    </a:ext>
                  </a:extLst>
                </p14:cNvPr>
                <p14:cNvContentPartPr/>
                <p14:nvPr/>
              </p14:nvContentPartPr>
              <p14:xfrm>
                <a:off x="10626080" y="5692720"/>
                <a:ext cx="85320" cy="11268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8CF98D7D-D508-90EE-4AFE-CEE418FA47F5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10615640" y="5682280"/>
                  <a:ext cx="1065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DE974074-FA66-847E-E5CE-F7C34731021F}"/>
                    </a:ext>
                  </a:extLst>
                </p14:cNvPr>
                <p14:cNvContentPartPr/>
                <p14:nvPr/>
              </p14:nvContentPartPr>
              <p14:xfrm>
                <a:off x="10765040" y="5553760"/>
                <a:ext cx="98280" cy="26136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DE974074-FA66-847E-E5CE-F7C34731021F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10754240" y="5542960"/>
                  <a:ext cx="1195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0DF20709-C451-6665-DA7A-0747F5CF064D}"/>
                    </a:ext>
                  </a:extLst>
                </p14:cNvPr>
                <p14:cNvContentPartPr/>
                <p14:nvPr/>
              </p14:nvContentPartPr>
              <p14:xfrm>
                <a:off x="10893200" y="5652040"/>
                <a:ext cx="60840" cy="16020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0DF20709-C451-6665-DA7A-0747F5CF064D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10882400" y="5641240"/>
                  <a:ext cx="8208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4BFA529F-31FE-5EA5-FFCD-BD8766EC131C}"/>
              </a:ext>
            </a:extLst>
          </p:cNvPr>
          <p:cNvGrpSpPr/>
          <p:nvPr/>
        </p:nvGrpSpPr>
        <p:grpSpPr>
          <a:xfrm>
            <a:off x="11174360" y="5479600"/>
            <a:ext cx="950400" cy="313560"/>
            <a:chOff x="11174360" y="5479600"/>
            <a:chExt cx="95040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12BC8009-BBBB-82CA-D411-8F7690782D8C}"/>
                    </a:ext>
                  </a:extLst>
                </p14:cNvPr>
                <p14:cNvContentPartPr/>
                <p14:nvPr/>
              </p14:nvContentPartPr>
              <p14:xfrm>
                <a:off x="11174360" y="5633680"/>
                <a:ext cx="95400" cy="9216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12BC8009-BBBB-82CA-D411-8F7690782D8C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11163920" y="5623240"/>
                  <a:ext cx="1166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F3BE0A1A-D3D4-C573-88CA-7CAA913E2F1F}"/>
                    </a:ext>
                  </a:extLst>
                </p14:cNvPr>
                <p14:cNvContentPartPr/>
                <p14:nvPr/>
              </p14:nvContentPartPr>
              <p14:xfrm>
                <a:off x="11212520" y="5555920"/>
                <a:ext cx="30960" cy="19440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F3BE0A1A-D3D4-C573-88CA-7CAA913E2F1F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11202080" y="5545480"/>
                  <a:ext cx="52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9BB0E503-502B-972A-8DE0-17E0A24F6C46}"/>
                    </a:ext>
                  </a:extLst>
                </p14:cNvPr>
                <p14:cNvContentPartPr/>
                <p14:nvPr/>
              </p14:nvContentPartPr>
              <p14:xfrm>
                <a:off x="11245640" y="5563840"/>
                <a:ext cx="36720" cy="17532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9BB0E503-502B-972A-8DE0-17E0A24F6C46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11234840" y="5553400"/>
                  <a:ext cx="579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A137594B-96F4-DDF0-F96A-FA118A41854A}"/>
                    </a:ext>
                  </a:extLst>
                </p14:cNvPr>
                <p14:cNvContentPartPr/>
                <p14:nvPr/>
              </p14:nvContentPartPr>
              <p14:xfrm>
                <a:off x="11208920" y="5623240"/>
                <a:ext cx="155160" cy="1980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A137594B-96F4-DDF0-F96A-FA118A41854A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11198120" y="5612800"/>
                  <a:ext cx="176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250CAEC6-0757-9FF0-33C1-6D511D1E60C0}"/>
                    </a:ext>
                  </a:extLst>
                </p14:cNvPr>
                <p14:cNvContentPartPr/>
                <p14:nvPr/>
              </p14:nvContentPartPr>
              <p14:xfrm>
                <a:off x="11429600" y="5573560"/>
                <a:ext cx="67680" cy="14760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250CAEC6-0757-9FF0-33C1-6D511D1E60C0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11419160" y="5562760"/>
                  <a:ext cx="889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FC84E412-1780-8C43-EF8F-B8643263E1EB}"/>
                    </a:ext>
                  </a:extLst>
                </p14:cNvPr>
                <p14:cNvContentPartPr/>
                <p14:nvPr/>
              </p14:nvContentPartPr>
              <p14:xfrm>
                <a:off x="11569280" y="5629000"/>
                <a:ext cx="28440" cy="10800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FC84E412-1780-8C43-EF8F-B8643263E1EB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11558840" y="5618560"/>
                  <a:ext cx="49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22DF09AD-A406-EA4D-E0CD-CAA82EB03E1D}"/>
                    </a:ext>
                  </a:extLst>
                </p14:cNvPr>
                <p14:cNvContentPartPr/>
                <p14:nvPr/>
              </p14:nvContentPartPr>
              <p14:xfrm>
                <a:off x="11513480" y="5513800"/>
                <a:ext cx="360" cy="36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22DF09AD-A406-EA4D-E0CD-CAA82EB03E1D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502680" y="55030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C8557200-B78D-75F3-FA4F-082AF9712509}"/>
                    </a:ext>
                  </a:extLst>
                </p14:cNvPr>
                <p14:cNvContentPartPr/>
                <p14:nvPr/>
              </p14:nvContentPartPr>
              <p14:xfrm>
                <a:off x="11641640" y="5531800"/>
                <a:ext cx="114120" cy="24516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C8557200-B78D-75F3-FA4F-082AF9712509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1631200" y="5521360"/>
                  <a:ext cx="1353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3E074B76-D521-188F-7B8D-D326C2CD8C25}"/>
                    </a:ext>
                  </a:extLst>
                </p14:cNvPr>
                <p14:cNvContentPartPr/>
                <p14:nvPr/>
              </p14:nvContentPartPr>
              <p14:xfrm>
                <a:off x="11804000" y="5482840"/>
                <a:ext cx="104400" cy="23220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3E074B76-D521-188F-7B8D-D326C2CD8C25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1793560" y="5472400"/>
                  <a:ext cx="1256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46A3B9F2-39F7-144D-F37C-649F9122BD2C}"/>
                    </a:ext>
                  </a:extLst>
                </p14:cNvPr>
                <p14:cNvContentPartPr/>
                <p14:nvPr/>
              </p14:nvContentPartPr>
              <p14:xfrm>
                <a:off x="11932160" y="5479600"/>
                <a:ext cx="55080" cy="21780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46A3B9F2-39F7-144D-F37C-649F9122BD2C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11921720" y="5468800"/>
                  <a:ext cx="763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7F1016AE-C4BF-67E5-B6D1-376D2D9F16A5}"/>
                    </a:ext>
                  </a:extLst>
                </p14:cNvPr>
                <p14:cNvContentPartPr/>
                <p14:nvPr/>
              </p14:nvContentPartPr>
              <p14:xfrm>
                <a:off x="11917040" y="5510200"/>
                <a:ext cx="82800" cy="3564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7F1016AE-C4BF-67E5-B6D1-376D2D9F16A5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11906600" y="5499760"/>
                  <a:ext cx="1040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11312D0B-E34A-8193-48C0-8593F1F8B956}"/>
                    </a:ext>
                  </a:extLst>
                </p14:cNvPr>
                <p14:cNvContentPartPr/>
                <p14:nvPr/>
              </p14:nvContentPartPr>
              <p14:xfrm>
                <a:off x="12073280" y="5686240"/>
                <a:ext cx="51480" cy="10692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11312D0B-E34A-8193-48C0-8593F1F8B956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12062480" y="5675800"/>
                  <a:ext cx="727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BF94F5F4-BFB6-AB6A-211C-40D26238A95F}"/>
                    </a:ext>
                  </a:extLst>
                </p14:cNvPr>
                <p14:cNvContentPartPr/>
                <p14:nvPr/>
              </p14:nvContentPartPr>
              <p14:xfrm>
                <a:off x="12094880" y="5565280"/>
                <a:ext cx="360" cy="36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BF94F5F4-BFB6-AB6A-211C-40D26238A95F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2084080" y="55544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9">
            <p14:nvContentPartPr>
              <p14:cNvPr id="546" name="Ink 545">
                <a:extLst>
                  <a:ext uri="{FF2B5EF4-FFF2-40B4-BE49-F238E27FC236}">
                    <a16:creationId xmlns:a16="http://schemas.microsoft.com/office/drawing/2014/main" id="{BCA7C5CC-C814-62C2-55EF-2DE9A88D475A}"/>
                  </a:ext>
                </a:extLst>
              </p14:cNvPr>
              <p14:cNvContentPartPr/>
              <p14:nvPr/>
            </p14:nvContentPartPr>
            <p14:xfrm>
              <a:off x="9910400" y="6136240"/>
              <a:ext cx="215640" cy="431640"/>
            </p14:xfrm>
          </p:contentPart>
        </mc:Choice>
        <mc:Fallback xmlns="">
          <p:pic>
            <p:nvPicPr>
              <p:cNvPr id="546" name="Ink 545">
                <a:extLst>
                  <a:ext uri="{FF2B5EF4-FFF2-40B4-BE49-F238E27FC236}">
                    <a16:creationId xmlns:a16="http://schemas.microsoft.com/office/drawing/2014/main" id="{BCA7C5CC-C814-62C2-55EF-2DE9A88D475A}"/>
                  </a:ext>
                </a:extLst>
              </p:cNvPr>
              <p:cNvPicPr/>
              <p:nvPr/>
            </p:nvPicPr>
            <p:blipFill>
              <a:blip r:embed="rId690"/>
              <a:stretch>
                <a:fillRect/>
              </a:stretch>
            </p:blipFill>
            <p:spPr>
              <a:xfrm>
                <a:off x="9899600" y="6125440"/>
                <a:ext cx="236880" cy="45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64" name="Group 563">
            <a:extLst>
              <a:ext uri="{FF2B5EF4-FFF2-40B4-BE49-F238E27FC236}">
                <a16:creationId xmlns:a16="http://schemas.microsoft.com/office/drawing/2014/main" id="{A9C2B91C-8C58-BC44-E69E-8F89CBCBFE93}"/>
              </a:ext>
            </a:extLst>
          </p:cNvPr>
          <p:cNvGrpSpPr/>
          <p:nvPr/>
        </p:nvGrpSpPr>
        <p:grpSpPr>
          <a:xfrm>
            <a:off x="7436480" y="5302480"/>
            <a:ext cx="2811960" cy="1454760"/>
            <a:chOff x="7436480" y="5302480"/>
            <a:chExt cx="2811960" cy="14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43EF4B29-F409-8314-60B1-B43116F9980A}"/>
                    </a:ext>
                  </a:extLst>
                </p14:cNvPr>
                <p14:cNvContentPartPr/>
                <p14:nvPr/>
              </p14:nvContentPartPr>
              <p14:xfrm>
                <a:off x="8575160" y="5302480"/>
                <a:ext cx="1434600" cy="87408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43EF4B29-F409-8314-60B1-B43116F9980A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8564360" y="5291680"/>
                  <a:ext cx="1455840" cy="89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48F82703-AFB2-A98C-71E9-B25AA37990B5}"/>
                    </a:ext>
                  </a:extLst>
                </p14:cNvPr>
                <p14:cNvContentPartPr/>
                <p14:nvPr/>
              </p14:nvContentPartPr>
              <p14:xfrm>
                <a:off x="8746520" y="5683000"/>
                <a:ext cx="1501920" cy="46080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48F82703-AFB2-A98C-71E9-B25AA37990B5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8735720" y="5672200"/>
                  <a:ext cx="152316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31F677F6-EAFC-A1EA-03B5-B28E7F2A11DF}"/>
                    </a:ext>
                  </a:extLst>
                </p14:cNvPr>
                <p14:cNvContentPartPr/>
                <p14:nvPr/>
              </p14:nvContentPartPr>
              <p14:xfrm>
                <a:off x="8489840" y="6066760"/>
                <a:ext cx="358200" cy="18684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31F677F6-EAFC-A1EA-03B5-B28E7F2A11DF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8479400" y="6055960"/>
                  <a:ext cx="379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7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01672DAE-CF52-2C34-FF74-69CDBEC21FA2}"/>
                    </a:ext>
                  </a:extLst>
                </p14:cNvPr>
                <p14:cNvContentPartPr/>
                <p14:nvPr/>
              </p14:nvContentPartPr>
              <p14:xfrm>
                <a:off x="7453040" y="6449440"/>
                <a:ext cx="27000" cy="30780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01672DAE-CF52-2C34-FF74-69CDBEC21FA2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7442240" y="6438640"/>
                  <a:ext cx="4824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7CF632B9-874D-1F6C-ABF1-2A66F90155BA}"/>
                    </a:ext>
                  </a:extLst>
                </p14:cNvPr>
                <p14:cNvContentPartPr/>
                <p14:nvPr/>
              </p14:nvContentPartPr>
              <p14:xfrm>
                <a:off x="7436480" y="6458440"/>
                <a:ext cx="163800" cy="18900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7CF632B9-874D-1F6C-ABF1-2A66F90155BA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7426040" y="6448000"/>
                  <a:ext cx="1850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1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FE81A0ED-38F1-7BBD-3EFB-0B4093D877D8}"/>
                    </a:ext>
                  </a:extLst>
                </p14:cNvPr>
                <p14:cNvContentPartPr/>
                <p14:nvPr/>
              </p14:nvContentPartPr>
              <p14:xfrm>
                <a:off x="7648520" y="6458800"/>
                <a:ext cx="137880" cy="15804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FE81A0ED-38F1-7BBD-3EFB-0B4093D877D8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7637720" y="6448000"/>
                  <a:ext cx="1591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3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B4A6C425-008E-322F-0ACF-298C153913A8}"/>
                    </a:ext>
                  </a:extLst>
                </p14:cNvPr>
                <p14:cNvContentPartPr/>
                <p14:nvPr/>
              </p14:nvContentPartPr>
              <p14:xfrm>
                <a:off x="7866680" y="6478960"/>
                <a:ext cx="12600" cy="17856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B4A6C425-008E-322F-0ACF-298C153913A8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7856240" y="6468520"/>
                  <a:ext cx="338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74BB378D-7A03-B000-646D-93A300227E44}"/>
                    </a:ext>
                  </a:extLst>
                </p14:cNvPr>
                <p14:cNvContentPartPr/>
                <p14:nvPr/>
              </p14:nvContentPartPr>
              <p14:xfrm>
                <a:off x="7786760" y="6338920"/>
                <a:ext cx="71640" cy="8640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74BB378D-7A03-B000-646D-93A300227E44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7776320" y="6328480"/>
                  <a:ext cx="928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56E332AA-E86A-C68A-5CA6-18A1444308A8}"/>
                    </a:ext>
                  </a:extLst>
                </p14:cNvPr>
                <p14:cNvContentPartPr/>
                <p14:nvPr/>
              </p14:nvContentPartPr>
              <p14:xfrm>
                <a:off x="7973240" y="6449080"/>
                <a:ext cx="76680" cy="14112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56E332AA-E86A-C68A-5CA6-18A1444308A8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7962800" y="6438280"/>
                  <a:ext cx="979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4BD9BB9E-D414-84BA-2DC7-4EC13EE9F3DC}"/>
                    </a:ext>
                  </a:extLst>
                </p14:cNvPr>
                <p14:cNvContentPartPr/>
                <p14:nvPr/>
              </p14:nvContentPartPr>
              <p14:xfrm>
                <a:off x="8112920" y="6265480"/>
                <a:ext cx="68760" cy="33516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4BD9BB9E-D414-84BA-2DC7-4EC13EE9F3DC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8102480" y="6254680"/>
                  <a:ext cx="900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A6F96805-218F-85BD-40CD-BBB863BF9833}"/>
                    </a:ext>
                  </a:extLst>
                </p14:cNvPr>
                <p14:cNvContentPartPr/>
                <p14:nvPr/>
              </p14:nvContentPartPr>
              <p14:xfrm>
                <a:off x="8054600" y="6410560"/>
                <a:ext cx="184320" cy="360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A6F96805-218F-85BD-40CD-BBB863BF9833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8044160" y="6399760"/>
                  <a:ext cx="2055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D1E9CF1A-9CE9-6E10-10AF-D81BE7CC2D81}"/>
                    </a:ext>
                  </a:extLst>
                </p14:cNvPr>
                <p14:cNvContentPartPr/>
                <p14:nvPr/>
              </p14:nvContentPartPr>
              <p14:xfrm>
                <a:off x="8270960" y="6413440"/>
                <a:ext cx="93600" cy="17460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D1E9CF1A-9CE9-6E10-10AF-D81BE7CC2D81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8260520" y="6403000"/>
                  <a:ext cx="1148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423EA8C2-EA12-398E-4218-35CAAA59F632}"/>
                    </a:ext>
                  </a:extLst>
                </p14:cNvPr>
                <p14:cNvContentPartPr/>
                <p14:nvPr/>
              </p14:nvContentPartPr>
              <p14:xfrm>
                <a:off x="8417840" y="6432160"/>
                <a:ext cx="33480" cy="17244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423EA8C2-EA12-398E-4218-35CAAA59F632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8407040" y="6421720"/>
                  <a:ext cx="547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562134E4-7D83-4A37-A677-566A20215F49}"/>
                    </a:ext>
                  </a:extLst>
                </p14:cNvPr>
                <p14:cNvContentPartPr/>
                <p14:nvPr/>
              </p14:nvContentPartPr>
              <p14:xfrm>
                <a:off x="8564000" y="6424960"/>
                <a:ext cx="95400" cy="18108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562134E4-7D83-4A37-A677-566A20215F49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8553200" y="6414160"/>
                  <a:ext cx="116640" cy="202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10460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C601D-0C1D-09C3-5AFE-22948DFD8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07A46301-7689-AC48-0FDA-5A3F362B1C54}"/>
              </a:ext>
            </a:extLst>
          </p:cNvPr>
          <p:cNvGrpSpPr/>
          <p:nvPr/>
        </p:nvGrpSpPr>
        <p:grpSpPr>
          <a:xfrm>
            <a:off x="271400" y="269320"/>
            <a:ext cx="876600" cy="486000"/>
            <a:chOff x="271400" y="269320"/>
            <a:chExt cx="876600" cy="48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D5D1EE0-59E2-742E-48A1-F0F5CF5A9FEC}"/>
                    </a:ext>
                  </a:extLst>
                </p14:cNvPr>
                <p14:cNvContentPartPr/>
                <p14:nvPr/>
              </p14:nvContentPartPr>
              <p14:xfrm>
                <a:off x="271400" y="269320"/>
                <a:ext cx="292320" cy="464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D5D1EE0-59E2-742E-48A1-F0F5CF5A9FE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0960" y="258520"/>
                  <a:ext cx="31356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47E5707-C6A1-3A6F-4CDF-936942169CC5}"/>
                    </a:ext>
                  </a:extLst>
                </p14:cNvPr>
                <p14:cNvContentPartPr/>
                <p14:nvPr/>
              </p14:nvContentPartPr>
              <p14:xfrm>
                <a:off x="599000" y="554080"/>
                <a:ext cx="142920" cy="170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47E5707-C6A1-3A6F-4CDF-936942169CC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8200" y="543280"/>
                  <a:ext cx="1641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E045DD8-6DE8-C38D-0BF9-CF094FB6D30B}"/>
                    </a:ext>
                  </a:extLst>
                </p14:cNvPr>
                <p14:cNvContentPartPr/>
                <p14:nvPr/>
              </p14:nvContentPartPr>
              <p14:xfrm>
                <a:off x="800240" y="505840"/>
                <a:ext cx="196560" cy="186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E045DD8-6DE8-C38D-0BF9-CF094FB6D30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89440" y="495040"/>
                  <a:ext cx="217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CE42A27-CB7A-8374-F5DE-C670F5FB3AB3}"/>
                    </a:ext>
                  </a:extLst>
                </p14:cNvPr>
                <p14:cNvContentPartPr/>
                <p14:nvPr/>
              </p14:nvContentPartPr>
              <p14:xfrm>
                <a:off x="1143680" y="609880"/>
                <a:ext cx="4320" cy="145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CE42A27-CB7A-8374-F5DE-C670F5FB3AB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32880" y="599080"/>
                  <a:ext cx="2556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CD0F3A4-6B1F-9E79-F2B8-DCFE62B7C4BC}"/>
              </a:ext>
            </a:extLst>
          </p:cNvPr>
          <p:cNvGrpSpPr/>
          <p:nvPr/>
        </p:nvGrpSpPr>
        <p:grpSpPr>
          <a:xfrm>
            <a:off x="1501160" y="310360"/>
            <a:ext cx="759600" cy="380160"/>
            <a:chOff x="1501160" y="310360"/>
            <a:chExt cx="75960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437C1AF-180E-6FF4-59D0-4B07D92A1A02}"/>
                    </a:ext>
                  </a:extLst>
                </p14:cNvPr>
                <p14:cNvContentPartPr/>
                <p14:nvPr/>
              </p14:nvContentPartPr>
              <p14:xfrm>
                <a:off x="1501160" y="419080"/>
                <a:ext cx="175680" cy="271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437C1AF-180E-6FF4-59D0-4B07D92A1A0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90720" y="408280"/>
                  <a:ext cx="1969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88967E8-8B15-6A04-C5A2-59931340CED5}"/>
                    </a:ext>
                  </a:extLst>
                </p14:cNvPr>
                <p14:cNvContentPartPr/>
                <p14:nvPr/>
              </p14:nvContentPartPr>
              <p14:xfrm>
                <a:off x="1729760" y="360760"/>
                <a:ext cx="174240" cy="292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88967E8-8B15-6A04-C5A2-59931340CED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19320" y="349960"/>
                  <a:ext cx="1954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426C979-0CF2-7295-C8FD-2489B5660BCC}"/>
                    </a:ext>
                  </a:extLst>
                </p14:cNvPr>
                <p14:cNvContentPartPr/>
                <p14:nvPr/>
              </p14:nvContentPartPr>
              <p14:xfrm>
                <a:off x="1915160" y="494320"/>
                <a:ext cx="170640" cy="145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426C979-0CF2-7295-C8FD-2489B5660BC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04360" y="483520"/>
                  <a:ext cx="191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FBB57BB-76C4-6E54-5F0B-06E959F9D16D}"/>
                    </a:ext>
                  </a:extLst>
                </p14:cNvPr>
                <p14:cNvContentPartPr/>
                <p14:nvPr/>
              </p14:nvContentPartPr>
              <p14:xfrm>
                <a:off x="2151320" y="310360"/>
                <a:ext cx="28080" cy="339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FBB57BB-76C4-6E54-5F0B-06E959F9D16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40520" y="299920"/>
                  <a:ext cx="4932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7F5AD19-BB03-B3B0-8B0B-B758A6606DD3}"/>
                    </a:ext>
                  </a:extLst>
                </p14:cNvPr>
                <p14:cNvContentPartPr/>
                <p14:nvPr/>
              </p14:nvContentPartPr>
              <p14:xfrm>
                <a:off x="2117120" y="488560"/>
                <a:ext cx="143640" cy="5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7F5AD19-BB03-B3B0-8B0B-B758A6606DD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06320" y="478120"/>
                  <a:ext cx="16488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C9BE2-20E9-C894-0F78-C2B2EC5EFF52}"/>
              </a:ext>
            </a:extLst>
          </p:cNvPr>
          <p:cNvGrpSpPr/>
          <p:nvPr/>
        </p:nvGrpSpPr>
        <p:grpSpPr>
          <a:xfrm>
            <a:off x="2553080" y="305680"/>
            <a:ext cx="296640" cy="336240"/>
            <a:chOff x="2553080" y="305680"/>
            <a:chExt cx="29664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1C7A369-61A9-AEBF-D078-D3DA019E2DDD}"/>
                    </a:ext>
                  </a:extLst>
                </p14:cNvPr>
                <p14:cNvContentPartPr/>
                <p14:nvPr/>
              </p14:nvContentPartPr>
              <p14:xfrm>
                <a:off x="2588000" y="468040"/>
                <a:ext cx="16920" cy="135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1C7A369-61A9-AEBF-D078-D3DA019E2DD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77200" y="457600"/>
                  <a:ext cx="381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24F3230-FF32-B12A-BFC6-260D2FF08499}"/>
                    </a:ext>
                  </a:extLst>
                </p14:cNvPr>
                <p14:cNvContentPartPr/>
                <p14:nvPr/>
              </p14:nvContentPartPr>
              <p14:xfrm>
                <a:off x="2553080" y="305680"/>
                <a:ext cx="113040" cy="106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24F3230-FF32-B12A-BFC6-260D2FF0849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42640" y="295240"/>
                  <a:ext cx="1342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7C804AE-57D2-B4AE-6B5B-202DA036EEC4}"/>
                    </a:ext>
                  </a:extLst>
                </p14:cNvPr>
                <p14:cNvContentPartPr/>
                <p14:nvPr/>
              </p14:nvContentPartPr>
              <p14:xfrm>
                <a:off x="2703200" y="458680"/>
                <a:ext cx="146520" cy="183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7C804AE-57D2-B4AE-6B5B-202DA036EEC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92760" y="448240"/>
                  <a:ext cx="167760" cy="20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9C13D1F-6838-BF3E-5379-D9FE5748FF0D}"/>
                  </a:ext>
                </a:extLst>
              </p14:cNvPr>
              <p14:cNvContentPartPr/>
              <p14:nvPr/>
            </p14:nvContentPartPr>
            <p14:xfrm>
              <a:off x="3417440" y="396040"/>
              <a:ext cx="178560" cy="204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9C13D1F-6838-BF3E-5379-D9FE5748FF0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07000" y="385240"/>
                <a:ext cx="199800" cy="22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24A681C8-F3D1-1A1B-2EBC-12A8BE9F2CBB}"/>
              </a:ext>
            </a:extLst>
          </p:cNvPr>
          <p:cNvGrpSpPr/>
          <p:nvPr/>
        </p:nvGrpSpPr>
        <p:grpSpPr>
          <a:xfrm>
            <a:off x="4012160" y="275440"/>
            <a:ext cx="1208880" cy="389160"/>
            <a:chOff x="4012160" y="275440"/>
            <a:chExt cx="1208880" cy="38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4084466-9F56-4F48-A7CA-519590078A85}"/>
                    </a:ext>
                  </a:extLst>
                </p14:cNvPr>
                <p14:cNvContentPartPr/>
                <p14:nvPr/>
              </p14:nvContentPartPr>
              <p14:xfrm>
                <a:off x="4084520" y="366520"/>
                <a:ext cx="16560" cy="162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4084466-9F56-4F48-A7CA-519590078A8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73720" y="355720"/>
                  <a:ext cx="378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A533CB7-2802-433E-4CE4-560556B1ECF7}"/>
                    </a:ext>
                  </a:extLst>
                </p14:cNvPr>
                <p14:cNvContentPartPr/>
                <p14:nvPr/>
              </p14:nvContentPartPr>
              <p14:xfrm>
                <a:off x="4012160" y="280840"/>
                <a:ext cx="372960" cy="325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A533CB7-2802-433E-4CE4-560556B1ECF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01360" y="270040"/>
                  <a:ext cx="3942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997410B-C754-4E15-83AB-8108335E5E29}"/>
                    </a:ext>
                  </a:extLst>
                </p14:cNvPr>
                <p14:cNvContentPartPr/>
                <p14:nvPr/>
              </p14:nvContentPartPr>
              <p14:xfrm>
                <a:off x="4447400" y="415480"/>
                <a:ext cx="21960" cy="153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997410B-C754-4E15-83AB-8108335E5E2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36600" y="405040"/>
                  <a:ext cx="432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EF42453-37DA-9AC2-0504-585F40EF4DFD}"/>
                    </a:ext>
                  </a:extLst>
                </p14:cNvPr>
                <p14:cNvContentPartPr/>
                <p14:nvPr/>
              </p14:nvContentPartPr>
              <p14:xfrm>
                <a:off x="4389080" y="275440"/>
                <a:ext cx="111240" cy="114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EF42453-37DA-9AC2-0504-585F40EF4D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78280" y="265000"/>
                  <a:ext cx="132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E15C066-3CD0-D8A6-D48A-78AD25641F4C}"/>
                    </a:ext>
                  </a:extLst>
                </p14:cNvPr>
                <p14:cNvContentPartPr/>
                <p14:nvPr/>
              </p14:nvContentPartPr>
              <p14:xfrm>
                <a:off x="4602200" y="383440"/>
                <a:ext cx="101880" cy="239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E15C066-3CD0-D8A6-D48A-78AD25641F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91760" y="372640"/>
                  <a:ext cx="1231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C13002E-09B1-8953-FB30-0FA0826C5262}"/>
                    </a:ext>
                  </a:extLst>
                </p14:cNvPr>
                <p14:cNvContentPartPr/>
                <p14:nvPr/>
              </p14:nvContentPartPr>
              <p14:xfrm>
                <a:off x="4713080" y="356800"/>
                <a:ext cx="152280" cy="185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C13002E-09B1-8953-FB30-0FA0826C526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02280" y="346000"/>
                  <a:ext cx="1735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5C88081-F026-A45C-3213-A9897EBA7C4E}"/>
                    </a:ext>
                  </a:extLst>
                </p14:cNvPr>
                <p14:cNvContentPartPr/>
                <p14:nvPr/>
              </p14:nvContentPartPr>
              <p14:xfrm>
                <a:off x="4958960" y="318640"/>
                <a:ext cx="90360" cy="166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5C88081-F026-A45C-3213-A9897EBA7C4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48160" y="308200"/>
                  <a:ext cx="1116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3F20AA4-1E8B-A87D-0340-9EA66D359138}"/>
                    </a:ext>
                  </a:extLst>
                </p14:cNvPr>
                <p14:cNvContentPartPr/>
                <p14:nvPr/>
              </p14:nvContentPartPr>
              <p14:xfrm>
                <a:off x="5013680" y="329800"/>
                <a:ext cx="207360" cy="334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3F20AA4-1E8B-A87D-0340-9EA66D35913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02880" y="319360"/>
                  <a:ext cx="228600" cy="35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B7D357C-D887-F743-C932-CAE5CE74F2C2}"/>
              </a:ext>
            </a:extLst>
          </p:cNvPr>
          <p:cNvGrpSpPr/>
          <p:nvPr/>
        </p:nvGrpSpPr>
        <p:grpSpPr>
          <a:xfrm>
            <a:off x="5724680" y="252040"/>
            <a:ext cx="1176480" cy="282600"/>
            <a:chOff x="5724680" y="252040"/>
            <a:chExt cx="1176480" cy="2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328402B-9EFC-8386-304A-A4F0F8D41DB8}"/>
                    </a:ext>
                  </a:extLst>
                </p14:cNvPr>
                <p14:cNvContentPartPr/>
                <p14:nvPr/>
              </p14:nvContentPartPr>
              <p14:xfrm>
                <a:off x="5724680" y="300280"/>
                <a:ext cx="176400" cy="234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328402B-9EFC-8386-304A-A4F0F8D41DB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13880" y="289480"/>
                  <a:ext cx="1976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B759F8D-0813-8500-1693-A79E126255A4}"/>
                    </a:ext>
                  </a:extLst>
                </p14:cNvPr>
                <p14:cNvContentPartPr/>
                <p14:nvPr/>
              </p14:nvContentPartPr>
              <p14:xfrm>
                <a:off x="5982800" y="338440"/>
                <a:ext cx="139320" cy="183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B759F8D-0813-8500-1693-A79E126255A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72000" y="328000"/>
                  <a:ext cx="1605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8EE8DF4-2A15-DBB7-8F4D-42DE2A8AEFFA}"/>
                    </a:ext>
                  </a:extLst>
                </p14:cNvPr>
                <p14:cNvContentPartPr/>
                <p14:nvPr/>
              </p14:nvContentPartPr>
              <p14:xfrm>
                <a:off x="6125360" y="365080"/>
                <a:ext cx="121320" cy="132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8EE8DF4-2A15-DBB7-8F4D-42DE2A8AEFF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14560" y="354640"/>
                  <a:ext cx="1425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3179219-CA5F-2A80-70CE-B2F51390577D}"/>
                    </a:ext>
                  </a:extLst>
                </p14:cNvPr>
                <p14:cNvContentPartPr/>
                <p14:nvPr/>
              </p14:nvContentPartPr>
              <p14:xfrm>
                <a:off x="6320840" y="362200"/>
                <a:ext cx="114480" cy="132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3179219-CA5F-2A80-70CE-B2F51390577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10400" y="351400"/>
                  <a:ext cx="1357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C5C7606-377A-8592-4BE1-C2A0DC9C5A6D}"/>
                    </a:ext>
                  </a:extLst>
                </p14:cNvPr>
                <p14:cNvContentPartPr/>
                <p14:nvPr/>
              </p14:nvContentPartPr>
              <p14:xfrm>
                <a:off x="6490400" y="252040"/>
                <a:ext cx="410760" cy="237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C5C7606-377A-8592-4BE1-C2A0DC9C5A6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79600" y="241240"/>
                  <a:ext cx="432000" cy="25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CE4994D-776C-C354-A3EC-C9A756CB8377}"/>
              </a:ext>
            </a:extLst>
          </p:cNvPr>
          <p:cNvGrpSpPr/>
          <p:nvPr/>
        </p:nvGrpSpPr>
        <p:grpSpPr>
          <a:xfrm>
            <a:off x="7177640" y="210640"/>
            <a:ext cx="863640" cy="279000"/>
            <a:chOff x="7177640" y="210640"/>
            <a:chExt cx="86364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9D8DBF8-5FE0-35F2-4B46-6B5B1CDE22C2}"/>
                    </a:ext>
                  </a:extLst>
                </p14:cNvPr>
                <p14:cNvContentPartPr/>
                <p14:nvPr/>
              </p14:nvContentPartPr>
              <p14:xfrm>
                <a:off x="7347560" y="276160"/>
                <a:ext cx="46080" cy="208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9D8DBF8-5FE0-35F2-4B46-6B5B1CDE22C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37120" y="265360"/>
                  <a:ext cx="673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77B3CD6-9C84-773D-E133-8BF2646E5028}"/>
                    </a:ext>
                  </a:extLst>
                </p14:cNvPr>
                <p14:cNvContentPartPr/>
                <p14:nvPr/>
              </p14:nvContentPartPr>
              <p14:xfrm>
                <a:off x="7177640" y="210640"/>
                <a:ext cx="343080" cy="87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77B3CD6-9C84-773D-E133-8BF2646E502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166840" y="199840"/>
                  <a:ext cx="3643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BC8283B-54DF-77A7-882E-9654B7DA8E49}"/>
                    </a:ext>
                  </a:extLst>
                </p14:cNvPr>
                <p14:cNvContentPartPr/>
                <p14:nvPr/>
              </p14:nvContentPartPr>
              <p14:xfrm>
                <a:off x="7523960" y="313240"/>
                <a:ext cx="141120" cy="176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BC8283B-54DF-77A7-882E-9654B7DA8E4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13520" y="302440"/>
                  <a:ext cx="1623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4144535-6631-193B-7489-C810CCC09F02}"/>
                    </a:ext>
                  </a:extLst>
                </p14:cNvPr>
                <p14:cNvContentPartPr/>
                <p14:nvPr/>
              </p14:nvContentPartPr>
              <p14:xfrm>
                <a:off x="7720160" y="335200"/>
                <a:ext cx="120600" cy="152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4144535-6631-193B-7489-C810CCC09F0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09360" y="324760"/>
                  <a:ext cx="1418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EB35B7F-4B13-C037-2F8A-38E0B019940B}"/>
                    </a:ext>
                  </a:extLst>
                </p14:cNvPr>
                <p14:cNvContentPartPr/>
                <p14:nvPr/>
              </p14:nvContentPartPr>
              <p14:xfrm>
                <a:off x="7903760" y="308560"/>
                <a:ext cx="137520" cy="167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EB35B7F-4B13-C037-2F8A-38E0B019940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92960" y="297760"/>
                  <a:ext cx="1587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D5B7B52-3658-6900-07E4-7CCABD07661A}"/>
              </a:ext>
            </a:extLst>
          </p:cNvPr>
          <p:cNvGrpSpPr/>
          <p:nvPr/>
        </p:nvGrpSpPr>
        <p:grpSpPr>
          <a:xfrm>
            <a:off x="8472560" y="126400"/>
            <a:ext cx="1393560" cy="416520"/>
            <a:chOff x="8472560" y="126400"/>
            <a:chExt cx="1393560" cy="41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2537F05-5FF9-3D91-1FDC-77B155747913}"/>
                    </a:ext>
                  </a:extLst>
                </p14:cNvPr>
                <p14:cNvContentPartPr/>
                <p14:nvPr/>
              </p14:nvContentPartPr>
              <p14:xfrm>
                <a:off x="8472560" y="126400"/>
                <a:ext cx="102600" cy="410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2537F05-5FF9-3D91-1FDC-77B15574791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62120" y="115960"/>
                  <a:ext cx="1238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901D3D8-A6CB-B162-94AF-2E845B847B10}"/>
                    </a:ext>
                  </a:extLst>
                </p14:cNvPr>
                <p14:cNvContentPartPr/>
                <p14:nvPr/>
              </p14:nvContentPartPr>
              <p14:xfrm>
                <a:off x="8646080" y="246280"/>
                <a:ext cx="41040" cy="231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901D3D8-A6CB-B162-94AF-2E845B847B1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35640" y="235840"/>
                  <a:ext cx="622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044260A-17C5-6E51-D72C-5EF602CFDD9E}"/>
                    </a:ext>
                  </a:extLst>
                </p14:cNvPr>
                <p14:cNvContentPartPr/>
                <p14:nvPr/>
              </p14:nvContentPartPr>
              <p14:xfrm>
                <a:off x="8648600" y="246280"/>
                <a:ext cx="207720" cy="241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044260A-17C5-6E51-D72C-5EF602CFDD9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38160" y="235840"/>
                  <a:ext cx="2289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AAEA480-03A4-23A9-C127-DF91559AE1FD}"/>
                    </a:ext>
                  </a:extLst>
                </p14:cNvPr>
                <p14:cNvContentPartPr/>
                <p14:nvPr/>
              </p14:nvContentPartPr>
              <p14:xfrm>
                <a:off x="8901680" y="236560"/>
                <a:ext cx="142560" cy="185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AAEA480-03A4-23A9-C127-DF91559AE1F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891240" y="225760"/>
                  <a:ext cx="1638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C59BE48-D737-835B-CB8F-0B5736815B78}"/>
                    </a:ext>
                  </a:extLst>
                </p14:cNvPr>
                <p14:cNvContentPartPr/>
                <p14:nvPr/>
              </p14:nvContentPartPr>
              <p14:xfrm>
                <a:off x="9214880" y="231520"/>
                <a:ext cx="72720" cy="204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C59BE48-D737-835B-CB8F-0B5736815B7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204080" y="221080"/>
                  <a:ext cx="93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1507E1E-0537-9443-2B00-44A1518F5CDF}"/>
                    </a:ext>
                  </a:extLst>
                </p14:cNvPr>
                <p14:cNvContentPartPr/>
                <p14:nvPr/>
              </p14:nvContentPartPr>
              <p14:xfrm>
                <a:off x="9082760" y="241960"/>
                <a:ext cx="264240" cy="24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1507E1E-0537-9443-2B00-44A1518F5CD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72320" y="231160"/>
                  <a:ext cx="285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4F70916-09B3-2D09-1EEB-47BD95409A71}"/>
                    </a:ext>
                  </a:extLst>
                </p14:cNvPr>
                <p14:cNvContentPartPr/>
                <p14:nvPr/>
              </p14:nvContentPartPr>
              <p14:xfrm>
                <a:off x="9279680" y="150520"/>
                <a:ext cx="211320" cy="373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4F70916-09B3-2D09-1EEB-47BD95409A7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68880" y="139720"/>
                  <a:ext cx="23256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62F500A-0105-AB9E-4D37-5B599AFA346D}"/>
                    </a:ext>
                  </a:extLst>
                </p14:cNvPr>
                <p14:cNvContentPartPr/>
                <p14:nvPr/>
              </p14:nvContentPartPr>
              <p14:xfrm>
                <a:off x="9665240" y="170680"/>
                <a:ext cx="140760" cy="263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62F500A-0105-AB9E-4D37-5B599AFA346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54800" y="160240"/>
                  <a:ext cx="1620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4AE69FA-6819-A0F4-F1AE-F126ADF1F614}"/>
                    </a:ext>
                  </a:extLst>
                </p14:cNvPr>
                <p14:cNvContentPartPr/>
                <p14:nvPr/>
              </p14:nvContentPartPr>
              <p14:xfrm>
                <a:off x="9773240" y="466240"/>
                <a:ext cx="92880" cy="76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4AE69FA-6819-A0F4-F1AE-F126ADF1F61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62800" y="455440"/>
                  <a:ext cx="11412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4C709AA-A71B-C7FA-4661-27BCC3B4FCEB}"/>
              </a:ext>
            </a:extLst>
          </p:cNvPr>
          <p:cNvGrpSpPr/>
          <p:nvPr/>
        </p:nvGrpSpPr>
        <p:grpSpPr>
          <a:xfrm>
            <a:off x="290480" y="1083640"/>
            <a:ext cx="223920" cy="384120"/>
            <a:chOff x="290480" y="1083640"/>
            <a:chExt cx="223920" cy="38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2B9F9F1-53FA-6E95-A23C-6BBA93E9A43D}"/>
                    </a:ext>
                  </a:extLst>
                </p14:cNvPr>
                <p14:cNvContentPartPr/>
                <p14:nvPr/>
              </p14:nvContentPartPr>
              <p14:xfrm>
                <a:off x="290480" y="1083640"/>
                <a:ext cx="120960" cy="384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2B9F9F1-53FA-6E95-A23C-6BBA93E9A43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0040" y="1073200"/>
                  <a:ext cx="14220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5213204-AD0D-9DBD-F443-2AA76510D29B}"/>
                    </a:ext>
                  </a:extLst>
                </p14:cNvPr>
                <p14:cNvContentPartPr/>
                <p14:nvPr/>
              </p14:nvContentPartPr>
              <p14:xfrm>
                <a:off x="435200" y="1127200"/>
                <a:ext cx="79200" cy="331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5213204-AD0D-9DBD-F443-2AA76510D29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4760" y="1116400"/>
                  <a:ext cx="1004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546FAB9-89A3-8B26-225C-F1F8D264C150}"/>
                    </a:ext>
                  </a:extLst>
                </p14:cNvPr>
                <p14:cNvContentPartPr/>
                <p14:nvPr/>
              </p14:nvContentPartPr>
              <p14:xfrm>
                <a:off x="354200" y="1343200"/>
                <a:ext cx="128520" cy="2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546FAB9-89A3-8B26-225C-F1F8D264C15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3400" y="1332400"/>
                  <a:ext cx="14976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3DA488D-96D5-A39D-CB8F-5EEB3BB946B9}"/>
              </a:ext>
            </a:extLst>
          </p:cNvPr>
          <p:cNvGrpSpPr/>
          <p:nvPr/>
        </p:nvGrpSpPr>
        <p:grpSpPr>
          <a:xfrm>
            <a:off x="916160" y="1121800"/>
            <a:ext cx="758160" cy="263880"/>
            <a:chOff x="916160" y="1121800"/>
            <a:chExt cx="75816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13EB869-721E-CD3A-D247-7BE40C1BAD9A}"/>
                    </a:ext>
                  </a:extLst>
                </p14:cNvPr>
                <p14:cNvContentPartPr/>
                <p14:nvPr/>
              </p14:nvContentPartPr>
              <p14:xfrm>
                <a:off x="951800" y="1151320"/>
                <a:ext cx="12960" cy="234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13EB869-721E-CD3A-D247-7BE40C1BAD9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41360" y="1140520"/>
                  <a:ext cx="342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FDF9351-2F54-C0C3-438F-B9E467A2DE41}"/>
                    </a:ext>
                  </a:extLst>
                </p14:cNvPr>
                <p14:cNvContentPartPr/>
                <p14:nvPr/>
              </p14:nvContentPartPr>
              <p14:xfrm>
                <a:off x="916160" y="1121800"/>
                <a:ext cx="188640" cy="260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FDF9351-2F54-C0C3-438F-B9E467A2DE4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05720" y="1111360"/>
                  <a:ext cx="2098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90D4E76-2726-8CEE-C0E7-E5E87A7FC180}"/>
                    </a:ext>
                  </a:extLst>
                </p14:cNvPr>
                <p14:cNvContentPartPr/>
                <p14:nvPr/>
              </p14:nvContentPartPr>
              <p14:xfrm>
                <a:off x="1210640" y="1150600"/>
                <a:ext cx="147600" cy="195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90D4E76-2726-8CEE-C0E7-E5E87A7FC18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200200" y="1139800"/>
                  <a:ext cx="1688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30E9BCD-EBE3-2FAD-0B69-955940725D5E}"/>
                    </a:ext>
                  </a:extLst>
                </p14:cNvPr>
                <p14:cNvContentPartPr/>
                <p14:nvPr/>
              </p14:nvContentPartPr>
              <p14:xfrm>
                <a:off x="1537160" y="1156720"/>
                <a:ext cx="7920" cy="177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30E9BCD-EBE3-2FAD-0B69-955940725D5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526360" y="1146280"/>
                  <a:ext cx="29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A7C269E-6ACE-F58A-1314-DFD27D0AC7BE}"/>
                    </a:ext>
                  </a:extLst>
                </p14:cNvPr>
                <p14:cNvContentPartPr/>
                <p14:nvPr/>
              </p14:nvContentPartPr>
              <p14:xfrm>
                <a:off x="1432760" y="1162480"/>
                <a:ext cx="241560" cy="1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A7C269E-6ACE-F58A-1314-DFD27D0AC7B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422320" y="1152040"/>
                  <a:ext cx="2628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991648A-878F-EE57-AB9B-BEF1A6A54E53}"/>
              </a:ext>
            </a:extLst>
          </p:cNvPr>
          <p:cNvGrpSpPr/>
          <p:nvPr/>
        </p:nvGrpSpPr>
        <p:grpSpPr>
          <a:xfrm>
            <a:off x="2014160" y="1080400"/>
            <a:ext cx="322920" cy="259920"/>
            <a:chOff x="2014160" y="1080400"/>
            <a:chExt cx="32292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CB89FE4-3D2C-47BD-EE08-A853BB18F935}"/>
                    </a:ext>
                  </a:extLst>
                </p14:cNvPr>
                <p14:cNvContentPartPr/>
                <p14:nvPr/>
              </p14:nvContentPartPr>
              <p14:xfrm>
                <a:off x="2038280" y="1203880"/>
                <a:ext cx="27000" cy="136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CB89FE4-3D2C-47BD-EE08-A853BB18F93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27840" y="1193080"/>
                  <a:ext cx="482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67237E0-DFE1-3680-6958-5DC2995FA72B}"/>
                    </a:ext>
                  </a:extLst>
                </p14:cNvPr>
                <p14:cNvContentPartPr/>
                <p14:nvPr/>
              </p14:nvContentPartPr>
              <p14:xfrm>
                <a:off x="2014160" y="1080400"/>
                <a:ext cx="115560" cy="68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67237E0-DFE1-3680-6958-5DC2995FA72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03720" y="1069600"/>
                  <a:ext cx="1368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EC89270-4FED-CA09-2C1B-69D50865B050}"/>
                    </a:ext>
                  </a:extLst>
                </p14:cNvPr>
                <p14:cNvContentPartPr/>
                <p14:nvPr/>
              </p14:nvContentPartPr>
              <p14:xfrm>
                <a:off x="2181920" y="1110640"/>
                <a:ext cx="155160" cy="203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EC89270-4FED-CA09-2C1B-69D50865B05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171120" y="1099840"/>
                  <a:ext cx="176400" cy="22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B1DEE4C-86EB-8D89-AC82-97B3F237DAD9}"/>
                  </a:ext>
                </a:extLst>
              </p14:cNvPr>
              <p14:cNvContentPartPr/>
              <p14:nvPr/>
            </p14:nvContentPartPr>
            <p14:xfrm>
              <a:off x="2749640" y="1094800"/>
              <a:ext cx="181440" cy="1879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B1DEE4C-86EB-8D89-AC82-97B3F237DAD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739200" y="1084360"/>
                <a:ext cx="202680" cy="20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8E48A25-97D8-427D-69A1-31B4A3161CA1}"/>
              </a:ext>
            </a:extLst>
          </p:cNvPr>
          <p:cNvGrpSpPr/>
          <p:nvPr/>
        </p:nvGrpSpPr>
        <p:grpSpPr>
          <a:xfrm>
            <a:off x="3391880" y="936760"/>
            <a:ext cx="1231560" cy="437040"/>
            <a:chOff x="3391880" y="936760"/>
            <a:chExt cx="1231560" cy="43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8252D65-9B22-7AA6-EBFC-DF086CBC4298}"/>
                    </a:ext>
                  </a:extLst>
                </p14:cNvPr>
                <p14:cNvContentPartPr/>
                <p14:nvPr/>
              </p14:nvContentPartPr>
              <p14:xfrm>
                <a:off x="3391880" y="1131160"/>
                <a:ext cx="107640" cy="150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8252D65-9B22-7AA6-EBFC-DF086CBC429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381080" y="1120360"/>
                  <a:ext cx="1288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AAFF07E-8489-ABB5-0AA3-8737F1399050}"/>
                    </a:ext>
                  </a:extLst>
                </p14:cNvPr>
                <p14:cNvContentPartPr/>
                <p14:nvPr/>
              </p14:nvContentPartPr>
              <p14:xfrm>
                <a:off x="3590600" y="1136200"/>
                <a:ext cx="149400" cy="237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AAFF07E-8489-ABB5-0AA3-8737F139905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580160" y="1125400"/>
                  <a:ext cx="1706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B0976D8-2CFB-C5C4-0CD4-1C7664EA9637}"/>
                    </a:ext>
                  </a:extLst>
                </p14:cNvPr>
                <p14:cNvContentPartPr/>
                <p14:nvPr/>
              </p14:nvContentPartPr>
              <p14:xfrm>
                <a:off x="3799400" y="1111000"/>
                <a:ext cx="99360" cy="154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B0976D8-2CFB-C5C4-0CD4-1C7664EA963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88960" y="1100200"/>
                  <a:ext cx="1206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FB5EE8E-6435-F69E-E0C6-9AC53EB25D0C}"/>
                    </a:ext>
                  </a:extLst>
                </p14:cNvPr>
                <p14:cNvContentPartPr/>
                <p14:nvPr/>
              </p14:nvContentPartPr>
              <p14:xfrm>
                <a:off x="3979400" y="1114600"/>
                <a:ext cx="191520" cy="167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FB5EE8E-6435-F69E-E0C6-9AC53EB25D0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968960" y="1103800"/>
                  <a:ext cx="2127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9F9964E-1E14-E488-B2EA-56B9E3F6FD65}"/>
                    </a:ext>
                  </a:extLst>
                </p14:cNvPr>
                <p14:cNvContentPartPr/>
                <p14:nvPr/>
              </p14:nvContentPartPr>
              <p14:xfrm>
                <a:off x="4142840" y="1063120"/>
                <a:ext cx="360" cy="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9F9964E-1E14-E488-B2EA-56B9E3F6FD6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132040" y="10526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167558C-B02B-203B-49EF-3D7AE7F25723}"/>
                    </a:ext>
                  </a:extLst>
                </p14:cNvPr>
                <p14:cNvContentPartPr/>
                <p14:nvPr/>
              </p14:nvContentPartPr>
              <p14:xfrm>
                <a:off x="4304840" y="936760"/>
                <a:ext cx="318600" cy="306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167558C-B02B-203B-49EF-3D7AE7F2572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294400" y="925960"/>
                  <a:ext cx="33984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A494295-63EA-A586-7F59-7615DAC40720}"/>
              </a:ext>
            </a:extLst>
          </p:cNvPr>
          <p:cNvGrpSpPr/>
          <p:nvPr/>
        </p:nvGrpSpPr>
        <p:grpSpPr>
          <a:xfrm>
            <a:off x="5042840" y="891760"/>
            <a:ext cx="753120" cy="460800"/>
            <a:chOff x="5042840" y="891760"/>
            <a:chExt cx="753120" cy="46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01A3637-CE49-C917-710D-1809CF996D90}"/>
                    </a:ext>
                  </a:extLst>
                </p14:cNvPr>
                <p14:cNvContentPartPr/>
                <p14:nvPr/>
              </p14:nvContentPartPr>
              <p14:xfrm>
                <a:off x="5077040" y="891760"/>
                <a:ext cx="68760" cy="338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01A3637-CE49-C917-710D-1809CF996D9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066240" y="881320"/>
                  <a:ext cx="900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1C9009E-2A2F-4EC9-7F97-481DF5DF4A2E}"/>
                    </a:ext>
                  </a:extLst>
                </p14:cNvPr>
                <p14:cNvContentPartPr/>
                <p14:nvPr/>
              </p14:nvContentPartPr>
              <p14:xfrm>
                <a:off x="5042840" y="1059880"/>
                <a:ext cx="149040" cy="9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1C9009E-2A2F-4EC9-7F97-481DF5DF4A2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32040" y="1049080"/>
                  <a:ext cx="170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9F3874C-411B-4BB2-9F0C-CC227107F0F4}"/>
                    </a:ext>
                  </a:extLst>
                </p14:cNvPr>
                <p14:cNvContentPartPr/>
                <p14:nvPr/>
              </p14:nvContentPartPr>
              <p14:xfrm>
                <a:off x="5207360" y="1010560"/>
                <a:ext cx="157680" cy="342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9F3874C-411B-4BB2-9F0C-CC227107F0F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196920" y="1000120"/>
                  <a:ext cx="1789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BAC3192-DB9D-298F-7927-DDFFB19A8FB7}"/>
                    </a:ext>
                  </a:extLst>
                </p14:cNvPr>
                <p14:cNvContentPartPr/>
                <p14:nvPr/>
              </p14:nvContentPartPr>
              <p14:xfrm>
                <a:off x="5455040" y="1044040"/>
                <a:ext cx="169560" cy="257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BAC3192-DB9D-298F-7927-DDFFB19A8FB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444600" y="1033600"/>
                  <a:ext cx="190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613B65D-D0DB-0D70-59F8-78FCA397F535}"/>
                    </a:ext>
                  </a:extLst>
                </p14:cNvPr>
                <p14:cNvContentPartPr/>
                <p14:nvPr/>
              </p14:nvContentPartPr>
              <p14:xfrm>
                <a:off x="5713520" y="1046200"/>
                <a:ext cx="82440" cy="151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613B65D-D0DB-0D70-59F8-78FCA397F53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03080" y="1035400"/>
                  <a:ext cx="10368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1358C31-9515-420E-CEAE-D2E895BB85BE}"/>
              </a:ext>
            </a:extLst>
          </p:cNvPr>
          <p:cNvGrpSpPr/>
          <p:nvPr/>
        </p:nvGrpSpPr>
        <p:grpSpPr>
          <a:xfrm>
            <a:off x="6216800" y="882760"/>
            <a:ext cx="300960" cy="447120"/>
            <a:chOff x="6216800" y="882760"/>
            <a:chExt cx="300960" cy="44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546460C-05E9-93C3-9030-B6BA35DC30C6}"/>
                    </a:ext>
                  </a:extLst>
                </p14:cNvPr>
                <p14:cNvContentPartPr/>
                <p14:nvPr/>
              </p14:nvContentPartPr>
              <p14:xfrm>
                <a:off x="6216800" y="882760"/>
                <a:ext cx="294840" cy="447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546460C-05E9-93C3-9030-B6BA35DC30C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06000" y="871960"/>
                  <a:ext cx="31608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D583388-FB7D-F4CD-44AB-0D8696BDDB90}"/>
                    </a:ext>
                  </a:extLst>
                </p14:cNvPr>
                <p14:cNvContentPartPr/>
                <p14:nvPr/>
              </p14:nvContentPartPr>
              <p14:xfrm>
                <a:off x="6360080" y="1170760"/>
                <a:ext cx="157680" cy="38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D583388-FB7D-F4CD-44AB-0D8696BDDB9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49640" y="1159960"/>
                  <a:ext cx="17892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A24FDA3A-92A2-2A2B-3440-B5E92D5EFC37}"/>
              </a:ext>
            </a:extLst>
          </p:cNvPr>
          <p:cNvGrpSpPr/>
          <p:nvPr/>
        </p:nvGrpSpPr>
        <p:grpSpPr>
          <a:xfrm>
            <a:off x="6992240" y="907240"/>
            <a:ext cx="1202400" cy="337320"/>
            <a:chOff x="6992240" y="907240"/>
            <a:chExt cx="1202400" cy="33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CB8461E-EA6C-6DF6-9E99-771B769FFEBC}"/>
                    </a:ext>
                  </a:extLst>
                </p14:cNvPr>
                <p14:cNvContentPartPr/>
                <p14:nvPr/>
              </p14:nvContentPartPr>
              <p14:xfrm>
                <a:off x="7051280" y="931720"/>
                <a:ext cx="55800" cy="211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CB8461E-EA6C-6DF6-9E99-771B769FFEB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40480" y="921280"/>
                  <a:ext cx="770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DF45145-87E9-FDE9-C4A8-AA3F4B743C03}"/>
                    </a:ext>
                  </a:extLst>
                </p14:cNvPr>
                <p14:cNvContentPartPr/>
                <p14:nvPr/>
              </p14:nvContentPartPr>
              <p14:xfrm>
                <a:off x="6992240" y="925240"/>
                <a:ext cx="241560" cy="264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DF45145-87E9-FDE9-C4A8-AA3F4B743C0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81800" y="914800"/>
                  <a:ext cx="2628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0B293EF-2F93-0C8F-7E39-EA73B1160031}"/>
                    </a:ext>
                  </a:extLst>
                </p14:cNvPr>
                <p14:cNvContentPartPr/>
                <p14:nvPr/>
              </p14:nvContentPartPr>
              <p14:xfrm>
                <a:off x="7349000" y="1032520"/>
                <a:ext cx="42120" cy="123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0B293EF-2F93-0C8F-7E39-EA73B11600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38200" y="1021720"/>
                  <a:ext cx="633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D4AAA8C-AC62-3B4E-DF03-EC35B795C97E}"/>
                    </a:ext>
                  </a:extLst>
                </p14:cNvPr>
                <p14:cNvContentPartPr/>
                <p14:nvPr/>
              </p14:nvContentPartPr>
              <p14:xfrm>
                <a:off x="7360520" y="907240"/>
                <a:ext cx="84960" cy="82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D4AAA8C-AC62-3B4E-DF03-EC35B795C97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49720" y="896800"/>
                  <a:ext cx="106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663A112-DB4C-B547-45FB-ADDBB3B38021}"/>
                    </a:ext>
                  </a:extLst>
                </p14:cNvPr>
                <p14:cNvContentPartPr/>
                <p14:nvPr/>
              </p14:nvContentPartPr>
              <p14:xfrm>
                <a:off x="7493720" y="962680"/>
                <a:ext cx="135000" cy="191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663A112-DB4C-B547-45FB-ADDBB3B3802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482920" y="951880"/>
                  <a:ext cx="1562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CFA396A-D7D9-0179-18A0-D850A6EF1036}"/>
                    </a:ext>
                  </a:extLst>
                </p14:cNvPr>
                <p14:cNvContentPartPr/>
                <p14:nvPr/>
              </p14:nvContentPartPr>
              <p14:xfrm>
                <a:off x="7704680" y="981400"/>
                <a:ext cx="115560" cy="141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CFA396A-D7D9-0179-18A0-D850A6EF103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694240" y="970960"/>
                  <a:ext cx="1368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C818E9B-74E2-BE3C-68BD-8D68BA8988D8}"/>
                    </a:ext>
                  </a:extLst>
                </p14:cNvPr>
                <p14:cNvContentPartPr/>
                <p14:nvPr/>
              </p14:nvContentPartPr>
              <p14:xfrm>
                <a:off x="7895480" y="1006240"/>
                <a:ext cx="143280" cy="141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C818E9B-74E2-BE3C-68BD-8D68BA8988D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884680" y="995440"/>
                  <a:ext cx="1645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CE2F383-EB42-658B-DF54-5ED095E3910B}"/>
                    </a:ext>
                  </a:extLst>
                </p14:cNvPr>
                <p14:cNvContentPartPr/>
                <p14:nvPr/>
              </p14:nvContentPartPr>
              <p14:xfrm>
                <a:off x="8110400" y="982120"/>
                <a:ext cx="84240" cy="262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CE2F383-EB42-658B-DF54-5ED095E3910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099960" y="971680"/>
                  <a:ext cx="1054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1F80AAF-56C2-C5F0-4ABB-F7FA047832EA}"/>
              </a:ext>
            </a:extLst>
          </p:cNvPr>
          <p:cNvGrpSpPr/>
          <p:nvPr/>
        </p:nvGrpSpPr>
        <p:grpSpPr>
          <a:xfrm>
            <a:off x="8554640" y="911200"/>
            <a:ext cx="962640" cy="245880"/>
            <a:chOff x="8554640" y="911200"/>
            <a:chExt cx="962640" cy="2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B536727-8AAE-3046-C3D5-3BA4AB541578}"/>
                    </a:ext>
                  </a:extLst>
                </p14:cNvPr>
                <p14:cNvContentPartPr/>
                <p14:nvPr/>
              </p14:nvContentPartPr>
              <p14:xfrm>
                <a:off x="8680280" y="912280"/>
                <a:ext cx="28440" cy="2206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B536727-8AAE-3046-C3D5-3BA4AB54157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669840" y="901840"/>
                  <a:ext cx="496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12913AD-734B-407B-4E2D-C6BD5BCAB35A}"/>
                    </a:ext>
                  </a:extLst>
                </p14:cNvPr>
                <p14:cNvContentPartPr/>
                <p14:nvPr/>
              </p14:nvContentPartPr>
              <p14:xfrm>
                <a:off x="8554640" y="911200"/>
                <a:ext cx="230040" cy="20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12913AD-734B-407B-4E2D-C6BD5BCAB35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544200" y="900760"/>
                  <a:ext cx="2512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A347F92-925C-1108-DEFC-A800518624FA}"/>
                    </a:ext>
                  </a:extLst>
                </p14:cNvPr>
                <p14:cNvContentPartPr/>
                <p14:nvPr/>
              </p14:nvContentPartPr>
              <p14:xfrm>
                <a:off x="8846960" y="964840"/>
                <a:ext cx="131760" cy="121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A347F92-925C-1108-DEFC-A800518624F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836520" y="954400"/>
                  <a:ext cx="153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E8F7615-B0F0-41C6-AC09-EBF7D1B5A27A}"/>
                    </a:ext>
                  </a:extLst>
                </p14:cNvPr>
                <p14:cNvContentPartPr/>
                <p14:nvPr/>
              </p14:nvContentPartPr>
              <p14:xfrm>
                <a:off x="9050360" y="982480"/>
                <a:ext cx="101520" cy="174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E8F7615-B0F0-41C6-AC09-EBF7D1B5A27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039560" y="972040"/>
                  <a:ext cx="1227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1C28DAE-21F3-DD41-6C3F-BBAC2D8B5382}"/>
                    </a:ext>
                  </a:extLst>
                </p14:cNvPr>
                <p14:cNvContentPartPr/>
                <p14:nvPr/>
              </p14:nvContentPartPr>
              <p14:xfrm>
                <a:off x="9256640" y="952960"/>
                <a:ext cx="114840" cy="142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1C28DAE-21F3-DD41-6C3F-BBAC2D8B538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246200" y="942160"/>
                  <a:ext cx="1360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AACA6A7-8BD3-B124-89EA-4893AAB4B867}"/>
                    </a:ext>
                  </a:extLst>
                </p14:cNvPr>
                <p14:cNvContentPartPr/>
                <p14:nvPr/>
              </p14:nvContentPartPr>
              <p14:xfrm>
                <a:off x="9516920" y="1090480"/>
                <a:ext cx="360" cy="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AACA6A7-8BD3-B124-89EA-4893AAB4B86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506120" y="10800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1CEC539-806C-33FF-6BCF-1884F0D927E4}"/>
              </a:ext>
            </a:extLst>
          </p:cNvPr>
          <p:cNvGrpSpPr/>
          <p:nvPr/>
        </p:nvGrpSpPr>
        <p:grpSpPr>
          <a:xfrm>
            <a:off x="303440" y="1658560"/>
            <a:ext cx="530640" cy="385200"/>
            <a:chOff x="303440" y="1658560"/>
            <a:chExt cx="530640" cy="38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68ACA0B-068E-D7AE-42C5-0DABE37776D8}"/>
                    </a:ext>
                  </a:extLst>
                </p14:cNvPr>
                <p14:cNvContentPartPr/>
                <p14:nvPr/>
              </p14:nvContentPartPr>
              <p14:xfrm>
                <a:off x="410000" y="1771600"/>
                <a:ext cx="75240" cy="2721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68ACA0B-068E-D7AE-42C5-0DABE37776D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99200" y="1760800"/>
                  <a:ext cx="964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CD01BA7-4CBC-8982-5C5E-636F08F0E747}"/>
                    </a:ext>
                  </a:extLst>
                </p14:cNvPr>
                <p14:cNvContentPartPr/>
                <p14:nvPr/>
              </p14:nvContentPartPr>
              <p14:xfrm>
                <a:off x="303440" y="1696360"/>
                <a:ext cx="290880" cy="70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CD01BA7-4CBC-8982-5C5E-636F08F0E74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92640" y="1685920"/>
                  <a:ext cx="312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2B38069-02A7-484C-4C98-6B70DFCAE11B}"/>
                    </a:ext>
                  </a:extLst>
                </p14:cNvPr>
                <p14:cNvContentPartPr/>
                <p14:nvPr/>
              </p14:nvContentPartPr>
              <p14:xfrm>
                <a:off x="618440" y="1658560"/>
                <a:ext cx="97920" cy="3294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2B38069-02A7-484C-4C98-6B70DFCAE11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07640" y="1647760"/>
                  <a:ext cx="1191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F26EEDD-8E3B-BE06-B394-5042AD16CE67}"/>
                    </a:ext>
                  </a:extLst>
                </p14:cNvPr>
                <p14:cNvContentPartPr/>
                <p14:nvPr/>
              </p14:nvContentPartPr>
              <p14:xfrm>
                <a:off x="752720" y="1817680"/>
                <a:ext cx="81360" cy="162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F26EEDD-8E3B-BE06-B394-5042AD16CE6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41920" y="1807240"/>
                  <a:ext cx="10260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DB7EFFDF-584F-175C-467A-A13EEC07DBF8}"/>
              </a:ext>
            </a:extLst>
          </p:cNvPr>
          <p:cNvGrpSpPr/>
          <p:nvPr/>
        </p:nvGrpSpPr>
        <p:grpSpPr>
          <a:xfrm>
            <a:off x="1183280" y="1645960"/>
            <a:ext cx="1613520" cy="425520"/>
            <a:chOff x="1183280" y="1645960"/>
            <a:chExt cx="1613520" cy="42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6875C88-2CE7-F6D4-EE8D-5FDD93A5DB45}"/>
                    </a:ext>
                  </a:extLst>
                </p14:cNvPr>
                <p14:cNvContentPartPr/>
                <p14:nvPr/>
              </p14:nvContentPartPr>
              <p14:xfrm>
                <a:off x="1183280" y="1653160"/>
                <a:ext cx="151200" cy="3276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6875C88-2CE7-F6D4-EE8D-5FDD93A5DB4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72840" y="1642360"/>
                  <a:ext cx="1724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164E34E-2764-F4D8-9486-39B38A6A744A}"/>
                    </a:ext>
                  </a:extLst>
                </p14:cNvPr>
                <p14:cNvContentPartPr/>
                <p14:nvPr/>
              </p14:nvContentPartPr>
              <p14:xfrm>
                <a:off x="1357880" y="1835320"/>
                <a:ext cx="61200" cy="114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164E34E-2764-F4D8-9486-39B38A6A744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347440" y="1824880"/>
                  <a:ext cx="824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FB1CC18-9530-D109-BB17-93EC306CDDD0}"/>
                    </a:ext>
                  </a:extLst>
                </p14:cNvPr>
                <p14:cNvContentPartPr/>
                <p14:nvPr/>
              </p14:nvContentPartPr>
              <p14:xfrm>
                <a:off x="1436720" y="1728400"/>
                <a:ext cx="74160" cy="51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FB1CC18-9530-D109-BB17-93EC306CDDD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426280" y="1717960"/>
                  <a:ext cx="95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75DE750-6357-70E0-4DE1-A093053F24CA}"/>
                    </a:ext>
                  </a:extLst>
                </p14:cNvPr>
                <p14:cNvContentPartPr/>
                <p14:nvPr/>
              </p14:nvContentPartPr>
              <p14:xfrm>
                <a:off x="1525280" y="1646680"/>
                <a:ext cx="224280" cy="424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75DE750-6357-70E0-4DE1-A093053F24C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514480" y="1635880"/>
                  <a:ext cx="2455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793D30A-70DD-0EB4-913B-C3DF4ABF8E8A}"/>
                    </a:ext>
                  </a:extLst>
                </p14:cNvPr>
                <p14:cNvContentPartPr/>
                <p14:nvPr/>
              </p14:nvContentPartPr>
              <p14:xfrm>
                <a:off x="1800320" y="1645960"/>
                <a:ext cx="169560" cy="3780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793D30A-70DD-0EB4-913B-C3DF4ABF8E8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789880" y="1635160"/>
                  <a:ext cx="19080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2435BED-C88A-73DE-6FA9-141B80CB4CCE}"/>
                    </a:ext>
                  </a:extLst>
                </p14:cNvPr>
                <p14:cNvContentPartPr/>
                <p14:nvPr/>
              </p14:nvContentPartPr>
              <p14:xfrm>
                <a:off x="1999400" y="1826680"/>
                <a:ext cx="53640" cy="1245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2435BED-C88A-73DE-6FA9-141B80CB4CC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988960" y="1816240"/>
                  <a:ext cx="748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C919C49-74AB-F4F3-C87E-C77EA3F60325}"/>
                    </a:ext>
                  </a:extLst>
                </p14:cNvPr>
                <p14:cNvContentPartPr/>
                <p14:nvPr/>
              </p14:nvContentPartPr>
              <p14:xfrm>
                <a:off x="2128640" y="1800040"/>
                <a:ext cx="109440" cy="137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C919C49-74AB-F4F3-C87E-C77EA3F6032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117840" y="1789240"/>
                  <a:ext cx="1306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B31FE3C-8F1B-4389-9204-9C36315DBE1E}"/>
                    </a:ext>
                  </a:extLst>
                </p14:cNvPr>
                <p14:cNvContentPartPr/>
                <p14:nvPr/>
              </p14:nvContentPartPr>
              <p14:xfrm>
                <a:off x="2297120" y="1800760"/>
                <a:ext cx="43560" cy="112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B31FE3C-8F1B-4389-9204-9C36315DBE1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286680" y="1790320"/>
                  <a:ext cx="648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C64E566-31A6-F3ED-2839-21E8BF247C71}"/>
                    </a:ext>
                  </a:extLst>
                </p14:cNvPr>
                <p14:cNvContentPartPr/>
                <p14:nvPr/>
              </p14:nvContentPartPr>
              <p14:xfrm>
                <a:off x="2424200" y="1804360"/>
                <a:ext cx="75240" cy="1058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C64E566-31A6-F3ED-2839-21E8BF247C7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413760" y="1793560"/>
                  <a:ext cx="96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637A9BB-168D-F1FE-DEBF-C9766CBA811E}"/>
                    </a:ext>
                  </a:extLst>
                </p14:cNvPr>
                <p14:cNvContentPartPr/>
                <p14:nvPr/>
              </p14:nvContentPartPr>
              <p14:xfrm>
                <a:off x="2573960" y="1780600"/>
                <a:ext cx="120960" cy="132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637A9BB-168D-F1FE-DEBF-C9766CBA811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563520" y="1770160"/>
                  <a:ext cx="142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1C62652-7C3B-829F-DD1F-EBBC8302B7C5}"/>
                    </a:ext>
                  </a:extLst>
                </p14:cNvPr>
                <p14:cNvContentPartPr/>
                <p14:nvPr/>
              </p14:nvContentPartPr>
              <p14:xfrm>
                <a:off x="2723720" y="1748560"/>
                <a:ext cx="73080" cy="1490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1C62652-7C3B-829F-DD1F-EBBC8302B7C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713280" y="1738120"/>
                  <a:ext cx="9432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5627AAA-B2B7-D32E-A5D0-31F959F0194C}"/>
              </a:ext>
            </a:extLst>
          </p:cNvPr>
          <p:cNvGrpSpPr/>
          <p:nvPr/>
        </p:nvGrpSpPr>
        <p:grpSpPr>
          <a:xfrm>
            <a:off x="3119720" y="1574680"/>
            <a:ext cx="312840" cy="277200"/>
            <a:chOff x="3119720" y="1574680"/>
            <a:chExt cx="312840" cy="27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76D3A32-F705-C8A9-03CA-A8822A455A6F}"/>
                    </a:ext>
                  </a:extLst>
                </p14:cNvPr>
                <p14:cNvContentPartPr/>
                <p14:nvPr/>
              </p14:nvContentPartPr>
              <p14:xfrm>
                <a:off x="3119720" y="1713280"/>
                <a:ext cx="37080" cy="1339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76D3A32-F705-C8A9-03CA-A8822A455A6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109280" y="1702480"/>
                  <a:ext cx="583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47F4999-D1D2-6390-3B69-FF3824C2F53B}"/>
                    </a:ext>
                  </a:extLst>
                </p14:cNvPr>
                <p14:cNvContentPartPr/>
                <p14:nvPr/>
              </p14:nvContentPartPr>
              <p14:xfrm>
                <a:off x="3153920" y="1574680"/>
                <a:ext cx="106560" cy="83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47F4999-D1D2-6390-3B69-FF3824C2F53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143480" y="1564240"/>
                  <a:ext cx="127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CDFB7F3-BB35-ABBD-6168-38B3BD765389}"/>
                    </a:ext>
                  </a:extLst>
                </p14:cNvPr>
                <p14:cNvContentPartPr/>
                <p14:nvPr/>
              </p14:nvContentPartPr>
              <p14:xfrm>
                <a:off x="3303680" y="1661800"/>
                <a:ext cx="128880" cy="190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CDFB7F3-BB35-ABBD-6168-38B3BD76538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292880" y="1651360"/>
                  <a:ext cx="150120" cy="2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8B42FA6-F782-1457-DEF2-3119682D6606}"/>
              </a:ext>
            </a:extLst>
          </p:cNvPr>
          <p:cNvGrpSpPr/>
          <p:nvPr/>
        </p:nvGrpSpPr>
        <p:grpSpPr>
          <a:xfrm>
            <a:off x="3746840" y="1590880"/>
            <a:ext cx="552240" cy="278640"/>
            <a:chOff x="3746840" y="1590880"/>
            <a:chExt cx="55224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A38A258-97CA-53CD-4BC7-BD32A47E585E}"/>
                    </a:ext>
                  </a:extLst>
                </p14:cNvPr>
                <p14:cNvContentPartPr/>
                <p14:nvPr/>
              </p14:nvContentPartPr>
              <p14:xfrm>
                <a:off x="3817400" y="1594480"/>
                <a:ext cx="150480" cy="275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A38A258-97CA-53CD-4BC7-BD32A47E585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806600" y="1583680"/>
                  <a:ext cx="1717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23006B4-86FC-2309-DD45-E4F70E448317}"/>
                    </a:ext>
                  </a:extLst>
                </p14:cNvPr>
                <p14:cNvContentPartPr/>
                <p14:nvPr/>
              </p14:nvContentPartPr>
              <p14:xfrm>
                <a:off x="3746840" y="1722280"/>
                <a:ext cx="185760" cy="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23006B4-86FC-2309-DD45-E4F70E44831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736040" y="1711840"/>
                  <a:ext cx="2070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3CE4F7A-B91B-B124-0453-351B1D9D34EC}"/>
                    </a:ext>
                  </a:extLst>
                </p14:cNvPr>
                <p14:cNvContentPartPr/>
                <p14:nvPr/>
              </p14:nvContentPartPr>
              <p14:xfrm>
                <a:off x="4028360" y="1590880"/>
                <a:ext cx="90720" cy="2552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3CE4F7A-B91B-B124-0453-351B1D9D34E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017920" y="1580440"/>
                  <a:ext cx="1119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D8B8478-6E75-A6F2-28F8-0F10A7388E45}"/>
                    </a:ext>
                  </a:extLst>
                </p14:cNvPr>
                <p14:cNvContentPartPr/>
                <p14:nvPr/>
              </p14:nvContentPartPr>
              <p14:xfrm>
                <a:off x="4213760" y="1702840"/>
                <a:ext cx="85320" cy="1432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D8B8478-6E75-A6F2-28F8-0F10A7388E4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202960" y="1692040"/>
                  <a:ext cx="10656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8F09C2F-DCCC-70F3-5AB5-2273D680FD39}"/>
              </a:ext>
            </a:extLst>
          </p:cNvPr>
          <p:cNvGrpSpPr/>
          <p:nvPr/>
        </p:nvGrpSpPr>
        <p:grpSpPr>
          <a:xfrm>
            <a:off x="4755200" y="1594840"/>
            <a:ext cx="1567800" cy="301320"/>
            <a:chOff x="4755200" y="1594840"/>
            <a:chExt cx="1567800" cy="3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D96E19E-C604-4177-871E-D59F35ED2DF7}"/>
                    </a:ext>
                  </a:extLst>
                </p14:cNvPr>
                <p14:cNvContentPartPr/>
                <p14:nvPr/>
              </p14:nvContentPartPr>
              <p14:xfrm>
                <a:off x="4755200" y="1723000"/>
                <a:ext cx="154800" cy="1544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D96E19E-C604-4177-871E-D59F35ED2DF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744760" y="1712200"/>
                  <a:ext cx="1760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34C58EB-819B-E975-F1CB-BF565DE85423}"/>
                    </a:ext>
                  </a:extLst>
                </p14:cNvPr>
                <p14:cNvContentPartPr/>
                <p14:nvPr/>
              </p14:nvContentPartPr>
              <p14:xfrm>
                <a:off x="5026280" y="1698160"/>
                <a:ext cx="115920" cy="149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34C58EB-819B-E975-F1CB-BF565DE8542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015480" y="1687360"/>
                  <a:ext cx="1371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E76E009-8F97-434F-80F5-C7FE0A3F4CF4}"/>
                    </a:ext>
                  </a:extLst>
                </p14:cNvPr>
                <p14:cNvContentPartPr/>
                <p14:nvPr/>
              </p14:nvContentPartPr>
              <p14:xfrm>
                <a:off x="5205560" y="1601320"/>
                <a:ext cx="176400" cy="2412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E76E009-8F97-434F-80F5-C7FE0A3F4CF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195120" y="1590520"/>
                  <a:ext cx="1976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13786BE-4631-6553-F498-E8ED916C45C4}"/>
                    </a:ext>
                  </a:extLst>
                </p14:cNvPr>
                <p14:cNvContentPartPr/>
                <p14:nvPr/>
              </p14:nvContentPartPr>
              <p14:xfrm>
                <a:off x="5391320" y="1672960"/>
                <a:ext cx="106200" cy="1785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13786BE-4631-6553-F498-E8ED916C45C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380880" y="1662520"/>
                  <a:ext cx="127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B1D0154-391D-3913-7B13-703B1A7D7E70}"/>
                    </a:ext>
                  </a:extLst>
                </p14:cNvPr>
                <p14:cNvContentPartPr/>
                <p14:nvPr/>
              </p14:nvContentPartPr>
              <p14:xfrm>
                <a:off x="5559800" y="1699600"/>
                <a:ext cx="159840" cy="1119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B1D0154-391D-3913-7B13-703B1A7D7E7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549360" y="1688800"/>
                  <a:ext cx="1810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6EFC648-D30F-E544-75A1-FE051D11F233}"/>
                    </a:ext>
                  </a:extLst>
                </p14:cNvPr>
                <p14:cNvContentPartPr/>
                <p14:nvPr/>
              </p14:nvContentPartPr>
              <p14:xfrm>
                <a:off x="5776160" y="1705360"/>
                <a:ext cx="30960" cy="1054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6EFC648-D30F-E544-75A1-FE051D11F23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765720" y="1694560"/>
                  <a:ext cx="522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770839E-F0B7-B9DF-0330-F6C0F51983A0}"/>
                    </a:ext>
                  </a:extLst>
                </p14:cNvPr>
                <p14:cNvContentPartPr/>
                <p14:nvPr/>
              </p14:nvContentPartPr>
              <p14:xfrm>
                <a:off x="5786600" y="1594840"/>
                <a:ext cx="92160" cy="47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770839E-F0B7-B9DF-0330-F6C0F51983A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775800" y="1584040"/>
                  <a:ext cx="1134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C85CAC7-3264-EF3E-53F8-1CC0AD83B659}"/>
                    </a:ext>
                  </a:extLst>
                </p14:cNvPr>
                <p14:cNvContentPartPr/>
                <p14:nvPr/>
              </p14:nvContentPartPr>
              <p14:xfrm>
                <a:off x="5895680" y="1679080"/>
                <a:ext cx="143640" cy="137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C85CAC7-3264-EF3E-53F8-1CC0AD83B65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884880" y="1668280"/>
                  <a:ext cx="1648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D3B7F64-6DD7-24B0-A978-544CCAD08688}"/>
                    </a:ext>
                  </a:extLst>
                </p14:cNvPr>
                <p14:cNvContentPartPr/>
                <p14:nvPr/>
              </p14:nvContentPartPr>
              <p14:xfrm>
                <a:off x="6156680" y="1657480"/>
                <a:ext cx="166320" cy="2386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D3B7F64-6DD7-24B0-A978-544CCAD0868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146240" y="1647040"/>
                  <a:ext cx="18756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0B64EFA-0914-24C5-0C14-A356F06A2270}"/>
              </a:ext>
            </a:extLst>
          </p:cNvPr>
          <p:cNvGrpSpPr/>
          <p:nvPr/>
        </p:nvGrpSpPr>
        <p:grpSpPr>
          <a:xfrm>
            <a:off x="6724400" y="1464160"/>
            <a:ext cx="546120" cy="340920"/>
            <a:chOff x="6724400" y="1464160"/>
            <a:chExt cx="546120" cy="34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AFAE58B-1E3D-4816-C27A-A46F0AAF86BA}"/>
                    </a:ext>
                  </a:extLst>
                </p14:cNvPr>
                <p14:cNvContentPartPr/>
                <p14:nvPr/>
              </p14:nvContentPartPr>
              <p14:xfrm>
                <a:off x="6724400" y="1658560"/>
                <a:ext cx="119520" cy="146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AFAE58B-1E3D-4816-C27A-A46F0AAF86B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713960" y="1647760"/>
                  <a:ext cx="140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2F73B77-C6F9-3390-50F1-6DCEE4C7BEBC}"/>
                    </a:ext>
                  </a:extLst>
                </p14:cNvPr>
                <p14:cNvContentPartPr/>
                <p14:nvPr/>
              </p14:nvContentPartPr>
              <p14:xfrm>
                <a:off x="6935000" y="1634440"/>
                <a:ext cx="89280" cy="120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2F73B77-C6F9-3390-50F1-6DCEE4C7BEB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924560" y="1623640"/>
                  <a:ext cx="1105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16264C9-F509-03E9-28A9-F926D0767FBD}"/>
                    </a:ext>
                  </a:extLst>
                </p14:cNvPr>
                <p14:cNvContentPartPr/>
                <p14:nvPr/>
              </p14:nvContentPartPr>
              <p14:xfrm>
                <a:off x="7064600" y="1464160"/>
                <a:ext cx="37080" cy="287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16264C9-F509-03E9-28A9-F926D0767FB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054160" y="1453720"/>
                  <a:ext cx="583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0246F77-FB53-5633-7C36-E1CECACA0EE2}"/>
                    </a:ext>
                  </a:extLst>
                </p14:cNvPr>
                <p14:cNvContentPartPr/>
                <p14:nvPr/>
              </p14:nvContentPartPr>
              <p14:xfrm>
                <a:off x="7171160" y="1598080"/>
                <a:ext cx="99360" cy="1418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0246F77-FB53-5633-7C36-E1CECACA0EE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160360" y="1587280"/>
                  <a:ext cx="120600" cy="16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034BB83C-F4B6-7C22-9C1E-C91DC8BDA9F4}"/>
                  </a:ext>
                </a:extLst>
              </p14:cNvPr>
              <p14:cNvContentPartPr/>
              <p14:nvPr/>
            </p14:nvContentPartPr>
            <p14:xfrm>
              <a:off x="7465640" y="1766920"/>
              <a:ext cx="360" cy="3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034BB83C-F4B6-7C22-9C1E-C91DC8BDA9F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455200" y="1756120"/>
                <a:ext cx="2160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9881A15A-2FC1-BD93-2C5C-F3786E601476}"/>
              </a:ext>
            </a:extLst>
          </p:cNvPr>
          <p:cNvGrpSpPr/>
          <p:nvPr/>
        </p:nvGrpSpPr>
        <p:grpSpPr>
          <a:xfrm>
            <a:off x="652280" y="1954120"/>
            <a:ext cx="6491520" cy="1396440"/>
            <a:chOff x="652280" y="1954120"/>
            <a:chExt cx="6491520" cy="139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DF7A7E4-D7DD-E355-DA6F-7237D257ACB3}"/>
                    </a:ext>
                  </a:extLst>
                </p14:cNvPr>
                <p14:cNvContentPartPr/>
                <p14:nvPr/>
              </p14:nvContentPartPr>
              <p14:xfrm>
                <a:off x="4700120" y="1954120"/>
                <a:ext cx="2443680" cy="1191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DF7A7E4-D7DD-E355-DA6F-7237D257ACB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689320" y="1943680"/>
                  <a:ext cx="24649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55792BF-F142-41D2-1BE1-CD0570A4AC04}"/>
                    </a:ext>
                  </a:extLst>
                </p14:cNvPr>
                <p14:cNvContentPartPr/>
                <p14:nvPr/>
              </p14:nvContentPartPr>
              <p14:xfrm>
                <a:off x="652280" y="2035480"/>
                <a:ext cx="4840200" cy="11530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55792BF-F142-41D2-1BE1-CD0570A4AC0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41840" y="2024680"/>
                  <a:ext cx="4861440" cy="11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7D4B20A-7F38-FB17-9F87-C424AF39E208}"/>
                    </a:ext>
                  </a:extLst>
                </p14:cNvPr>
                <p14:cNvContentPartPr/>
                <p14:nvPr/>
              </p14:nvContentPartPr>
              <p14:xfrm>
                <a:off x="1047200" y="2861680"/>
                <a:ext cx="128520" cy="488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7D4B20A-7F38-FB17-9F87-C424AF39E20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36400" y="2851240"/>
                  <a:ext cx="14976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95B64E4-C136-D243-C27B-62309A555993}"/>
                    </a:ext>
                  </a:extLst>
                </p14:cNvPr>
                <p14:cNvContentPartPr/>
                <p14:nvPr/>
              </p14:nvContentPartPr>
              <p14:xfrm>
                <a:off x="961880" y="3151480"/>
                <a:ext cx="176760" cy="439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95B64E4-C136-D243-C27B-62309A55599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51440" y="3140680"/>
                  <a:ext cx="1980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3E41E65-E128-1594-A84D-C6A635E0D90E}"/>
                    </a:ext>
                  </a:extLst>
                </p14:cNvPr>
                <p14:cNvContentPartPr/>
                <p14:nvPr/>
              </p14:nvContentPartPr>
              <p14:xfrm>
                <a:off x="1148720" y="3078760"/>
                <a:ext cx="108720" cy="1170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3E41E65-E128-1594-A84D-C6A635E0D90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37920" y="3068320"/>
                  <a:ext cx="1299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400ED7C-EC7B-DEE3-B216-B33820C75A4F}"/>
                    </a:ext>
                  </a:extLst>
                </p14:cNvPr>
                <p14:cNvContentPartPr/>
                <p14:nvPr/>
              </p14:nvContentPartPr>
              <p14:xfrm>
                <a:off x="1318640" y="3059680"/>
                <a:ext cx="79200" cy="1296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400ED7C-EC7B-DEE3-B216-B33820C75A4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308200" y="3048880"/>
                  <a:ext cx="100440" cy="15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87478D0E-6DE8-C9E5-2BF6-D4DB7FCC8C4B}"/>
                  </a:ext>
                </a:extLst>
              </p14:cNvPr>
              <p14:cNvContentPartPr/>
              <p14:nvPr/>
            </p14:nvContentPartPr>
            <p14:xfrm>
              <a:off x="1680080" y="3002800"/>
              <a:ext cx="103320" cy="14976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87478D0E-6DE8-C9E5-2BF6-D4DB7FCC8C4B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669640" y="2992360"/>
                <a:ext cx="124560" cy="17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F06F29E4-7387-123E-6E61-489F4D98F352}"/>
              </a:ext>
            </a:extLst>
          </p:cNvPr>
          <p:cNvGrpSpPr/>
          <p:nvPr/>
        </p:nvGrpSpPr>
        <p:grpSpPr>
          <a:xfrm>
            <a:off x="2100560" y="2753680"/>
            <a:ext cx="941760" cy="370800"/>
            <a:chOff x="2100560" y="2753680"/>
            <a:chExt cx="941760" cy="3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10DBB10-74FC-99EB-838B-CBD7C869BDA7}"/>
                    </a:ext>
                  </a:extLst>
                </p14:cNvPr>
                <p14:cNvContentPartPr/>
                <p14:nvPr/>
              </p14:nvContentPartPr>
              <p14:xfrm>
                <a:off x="2127200" y="2881840"/>
                <a:ext cx="16920" cy="2282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10DBB10-74FC-99EB-838B-CBD7C869BDA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116760" y="2871040"/>
                  <a:ext cx="381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A9AA113-37DE-0C42-947E-D771801E62EE}"/>
                    </a:ext>
                  </a:extLst>
                </p14:cNvPr>
                <p14:cNvContentPartPr/>
                <p14:nvPr/>
              </p14:nvContentPartPr>
              <p14:xfrm>
                <a:off x="2100560" y="2854840"/>
                <a:ext cx="201600" cy="2696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A9AA113-37DE-0C42-947E-D771801E62E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089760" y="2844400"/>
                  <a:ext cx="2228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99FDE8A-4446-6792-3646-8AE092274B6C}"/>
                    </a:ext>
                  </a:extLst>
                </p14:cNvPr>
                <p14:cNvContentPartPr/>
                <p14:nvPr/>
              </p14:nvContentPartPr>
              <p14:xfrm>
                <a:off x="2446160" y="2828920"/>
                <a:ext cx="138600" cy="2167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99FDE8A-4446-6792-3646-8AE092274B6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435720" y="2818120"/>
                  <a:ext cx="1598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5B27961-6E73-5FB0-3797-7DA72BD8089C}"/>
                    </a:ext>
                  </a:extLst>
                </p14:cNvPr>
                <p14:cNvContentPartPr/>
                <p14:nvPr/>
              </p14:nvContentPartPr>
              <p14:xfrm>
                <a:off x="2716160" y="2858800"/>
                <a:ext cx="41040" cy="1879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5B27961-6E73-5FB0-3797-7DA72BD8089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705360" y="2848360"/>
                  <a:ext cx="622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7C30177-CB90-5B44-7DD5-B0740019F2BC}"/>
                    </a:ext>
                  </a:extLst>
                </p14:cNvPr>
                <p14:cNvContentPartPr/>
                <p14:nvPr/>
              </p14:nvContentPartPr>
              <p14:xfrm>
                <a:off x="2639840" y="2839360"/>
                <a:ext cx="157680" cy="140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7C30177-CB90-5B44-7DD5-B0740019F2B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629400" y="2828920"/>
                  <a:ext cx="178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A5F01DC-B086-F277-A803-119FA9235A09}"/>
                    </a:ext>
                  </a:extLst>
                </p14:cNvPr>
                <p14:cNvContentPartPr/>
                <p14:nvPr/>
              </p14:nvContentPartPr>
              <p14:xfrm>
                <a:off x="2964560" y="2951320"/>
                <a:ext cx="69480" cy="936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A5F01DC-B086-F277-A803-119FA9235A0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953760" y="2940880"/>
                  <a:ext cx="907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B9F847A-1869-623B-10CD-83D747F253DF}"/>
                    </a:ext>
                  </a:extLst>
                </p14:cNvPr>
                <p14:cNvContentPartPr/>
                <p14:nvPr/>
              </p14:nvContentPartPr>
              <p14:xfrm>
                <a:off x="2943320" y="2812000"/>
                <a:ext cx="360" cy="3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B9F847A-1869-623B-10CD-83D747F253D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932520" y="28015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A81E447-C643-E3D2-9EEE-09F3B666B3F8}"/>
                    </a:ext>
                  </a:extLst>
                </p14:cNvPr>
                <p14:cNvContentPartPr/>
                <p14:nvPr/>
              </p14:nvContentPartPr>
              <p14:xfrm>
                <a:off x="2948000" y="2753680"/>
                <a:ext cx="94320" cy="939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A81E447-C643-E3D2-9EEE-09F3B666B3F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937200" y="2742880"/>
                  <a:ext cx="11556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4E34E1E1-AA53-3865-6187-8C88F4362BBF}"/>
              </a:ext>
            </a:extLst>
          </p:cNvPr>
          <p:cNvGrpSpPr/>
          <p:nvPr/>
        </p:nvGrpSpPr>
        <p:grpSpPr>
          <a:xfrm>
            <a:off x="3413120" y="2714440"/>
            <a:ext cx="1526400" cy="288720"/>
            <a:chOff x="3413120" y="2714440"/>
            <a:chExt cx="1526400" cy="2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0884D6B-0B5E-008D-6A0A-764F2EDFD75B}"/>
                    </a:ext>
                  </a:extLst>
                </p14:cNvPr>
                <p14:cNvContentPartPr/>
                <p14:nvPr/>
              </p14:nvContentPartPr>
              <p14:xfrm>
                <a:off x="3437240" y="2714440"/>
                <a:ext cx="238320" cy="288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0884D6B-0B5E-008D-6A0A-764F2EDFD75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426440" y="2704000"/>
                  <a:ext cx="2595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AD4E235-1F71-66FC-2E3A-1FB591C6B01C}"/>
                    </a:ext>
                  </a:extLst>
                </p14:cNvPr>
                <p14:cNvContentPartPr/>
                <p14:nvPr/>
              </p14:nvContentPartPr>
              <p14:xfrm>
                <a:off x="3413120" y="2902360"/>
                <a:ext cx="181800" cy="424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AD4E235-1F71-66FC-2E3A-1FB591C6B01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402320" y="2891920"/>
                  <a:ext cx="203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C7ABC30-3422-D98A-1282-6B1FF7DDB88D}"/>
                    </a:ext>
                  </a:extLst>
                </p14:cNvPr>
                <p14:cNvContentPartPr/>
                <p14:nvPr/>
              </p14:nvContentPartPr>
              <p14:xfrm>
                <a:off x="3673040" y="2862760"/>
                <a:ext cx="96480" cy="1292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C7ABC30-3422-D98A-1282-6B1FF7DDB88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662240" y="2851960"/>
                  <a:ext cx="1177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90DFE5E-6211-E940-355C-E6E6B6037927}"/>
                    </a:ext>
                  </a:extLst>
                </p14:cNvPr>
                <p14:cNvContentPartPr/>
                <p14:nvPr/>
              </p14:nvContentPartPr>
              <p14:xfrm>
                <a:off x="3822800" y="2820280"/>
                <a:ext cx="128520" cy="1476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90DFE5E-6211-E940-355C-E6E6B603792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812360" y="2809480"/>
                  <a:ext cx="1497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10AF919-AA9F-F91A-792B-0B0967A0F12F}"/>
                    </a:ext>
                  </a:extLst>
                </p14:cNvPr>
                <p14:cNvContentPartPr/>
                <p14:nvPr/>
              </p14:nvContentPartPr>
              <p14:xfrm>
                <a:off x="4116560" y="2796880"/>
                <a:ext cx="92520" cy="1515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10AF919-AA9F-F91A-792B-0B0967A0F12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106120" y="2786080"/>
                  <a:ext cx="1137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5B45FDED-D9C6-703B-A05B-B9E09F313095}"/>
                    </a:ext>
                  </a:extLst>
                </p14:cNvPr>
                <p14:cNvContentPartPr/>
                <p14:nvPr/>
              </p14:nvContentPartPr>
              <p14:xfrm>
                <a:off x="4292600" y="2795080"/>
                <a:ext cx="72720" cy="1476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5B45FDED-D9C6-703B-A05B-B9E09F31309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281800" y="2784280"/>
                  <a:ext cx="93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44D7004-3CF5-D031-C33F-04AA7B2DBA7B}"/>
                    </a:ext>
                  </a:extLst>
                </p14:cNvPr>
                <p14:cNvContentPartPr/>
                <p14:nvPr/>
              </p14:nvContentPartPr>
              <p14:xfrm>
                <a:off x="4451720" y="2770240"/>
                <a:ext cx="69840" cy="1670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44D7004-3CF5-D031-C33F-04AA7B2DBA7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440920" y="2759440"/>
                  <a:ext cx="910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BC7F8D7-ECC0-0897-8B72-EF8FEAAB6445}"/>
                    </a:ext>
                  </a:extLst>
                </p14:cNvPr>
                <p14:cNvContentPartPr/>
                <p14:nvPr/>
              </p14:nvContentPartPr>
              <p14:xfrm>
                <a:off x="4594640" y="2740000"/>
                <a:ext cx="128520" cy="137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BC7F8D7-ECC0-0897-8B72-EF8FEAAB644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584200" y="2729200"/>
                  <a:ext cx="149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A1D0E0F-C310-AEB3-FF92-8B5C61AD552F}"/>
                    </a:ext>
                  </a:extLst>
                </p14:cNvPr>
                <p14:cNvContentPartPr/>
                <p14:nvPr/>
              </p14:nvContentPartPr>
              <p14:xfrm>
                <a:off x="4811720" y="2751520"/>
                <a:ext cx="127800" cy="2041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A1D0E0F-C310-AEB3-FF92-8B5C61AD552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800920" y="2741080"/>
                  <a:ext cx="14904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3B5FFD8-E6D8-856C-0468-FE15F7EA95C8}"/>
              </a:ext>
            </a:extLst>
          </p:cNvPr>
          <p:cNvGrpSpPr/>
          <p:nvPr/>
        </p:nvGrpSpPr>
        <p:grpSpPr>
          <a:xfrm>
            <a:off x="5269280" y="2564320"/>
            <a:ext cx="715320" cy="340920"/>
            <a:chOff x="5269280" y="2564320"/>
            <a:chExt cx="715320" cy="34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6F547E1-712D-BDAD-56D2-C61AA7DD39E6}"/>
                    </a:ext>
                  </a:extLst>
                </p14:cNvPr>
                <p14:cNvContentPartPr/>
                <p14:nvPr/>
              </p14:nvContentPartPr>
              <p14:xfrm>
                <a:off x="5269280" y="2737120"/>
                <a:ext cx="131760" cy="1681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6F547E1-712D-BDAD-56D2-C61AA7DD39E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258480" y="2726320"/>
                  <a:ext cx="1530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751D348-F084-7F27-38EC-FDFBAAE873A7}"/>
                    </a:ext>
                  </a:extLst>
                </p14:cNvPr>
                <p14:cNvContentPartPr/>
                <p14:nvPr/>
              </p14:nvContentPartPr>
              <p14:xfrm>
                <a:off x="5469080" y="2761960"/>
                <a:ext cx="102240" cy="1108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751D348-F084-7F27-38EC-FDFBAAE873A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458640" y="2751520"/>
                  <a:ext cx="123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B247C91-159E-9C9D-9381-63892FC13806}"/>
                    </a:ext>
                  </a:extLst>
                </p14:cNvPr>
                <p14:cNvContentPartPr/>
                <p14:nvPr/>
              </p14:nvContentPartPr>
              <p14:xfrm>
                <a:off x="5655200" y="2564320"/>
                <a:ext cx="151200" cy="2977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B247C91-159E-9C9D-9381-63892FC1380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644760" y="2553520"/>
                  <a:ext cx="1724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4E96763-1978-0866-F5FF-F21EE7EFD1E3}"/>
                    </a:ext>
                  </a:extLst>
                </p14:cNvPr>
                <p14:cNvContentPartPr/>
                <p14:nvPr/>
              </p14:nvContentPartPr>
              <p14:xfrm>
                <a:off x="5896760" y="2686720"/>
                <a:ext cx="87840" cy="149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4E96763-1978-0866-F5FF-F21EE7EFD1E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886320" y="2676280"/>
                  <a:ext cx="109080" cy="17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0B77DA84-31E1-8684-DE27-F51B25D9D6FC}"/>
                  </a:ext>
                </a:extLst>
              </p14:cNvPr>
              <p14:cNvContentPartPr/>
              <p14:nvPr/>
            </p14:nvContentPartPr>
            <p14:xfrm>
              <a:off x="6217880" y="2776720"/>
              <a:ext cx="15480" cy="10548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0B77DA84-31E1-8684-DE27-F51B25D9D6FC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207440" y="2766280"/>
                <a:ext cx="367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C09E5D30-776A-09E6-2A03-6DE88C72ADA1}"/>
                  </a:ext>
                </a:extLst>
              </p14:cNvPr>
              <p14:cNvContentPartPr/>
              <p14:nvPr/>
            </p14:nvContentPartPr>
            <p14:xfrm>
              <a:off x="6452960" y="2684200"/>
              <a:ext cx="99360" cy="14184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C09E5D30-776A-09E6-2A03-6DE88C72ADA1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6442160" y="2673400"/>
                <a:ext cx="120600" cy="16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AC604D5E-7DE2-7054-15ED-B9AFF549B2A2}"/>
              </a:ext>
            </a:extLst>
          </p:cNvPr>
          <p:cNvGrpSpPr/>
          <p:nvPr/>
        </p:nvGrpSpPr>
        <p:grpSpPr>
          <a:xfrm>
            <a:off x="6653120" y="2507440"/>
            <a:ext cx="722880" cy="333000"/>
            <a:chOff x="6653120" y="2507440"/>
            <a:chExt cx="72288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C1B1851-F510-B22B-7DE5-858A25D2D5A8}"/>
                    </a:ext>
                  </a:extLst>
                </p14:cNvPr>
                <p14:cNvContentPartPr/>
                <p14:nvPr/>
              </p14:nvContentPartPr>
              <p14:xfrm>
                <a:off x="6653120" y="2507440"/>
                <a:ext cx="431280" cy="3330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C1B1851-F510-B22B-7DE5-858A25D2D5A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642320" y="2496640"/>
                  <a:ext cx="4525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DCDC37D-A891-9081-195A-84455C60326E}"/>
                    </a:ext>
                  </a:extLst>
                </p14:cNvPr>
                <p14:cNvContentPartPr/>
                <p14:nvPr/>
              </p14:nvContentPartPr>
              <p14:xfrm>
                <a:off x="7143800" y="2639560"/>
                <a:ext cx="78480" cy="1328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DCDC37D-A891-9081-195A-84455C60326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133360" y="2628760"/>
                  <a:ext cx="997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96301C8-D35E-9EF6-073B-2C40E21B6D68}"/>
                    </a:ext>
                  </a:extLst>
                </p14:cNvPr>
                <p14:cNvContentPartPr/>
                <p14:nvPr/>
              </p14:nvContentPartPr>
              <p14:xfrm>
                <a:off x="7301840" y="2653600"/>
                <a:ext cx="74160" cy="1292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96301C8-D35E-9EF6-073B-2C40E21B6D6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291400" y="2643160"/>
                  <a:ext cx="9540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DE976BBF-40C3-F564-E57B-438D5237866D}"/>
              </a:ext>
            </a:extLst>
          </p:cNvPr>
          <p:cNvGrpSpPr/>
          <p:nvPr/>
        </p:nvGrpSpPr>
        <p:grpSpPr>
          <a:xfrm>
            <a:off x="7597760" y="2515720"/>
            <a:ext cx="277200" cy="262440"/>
            <a:chOff x="7597760" y="2515720"/>
            <a:chExt cx="27720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C9D5AF3-D65E-1567-4987-B5A85B3CB0F7}"/>
                    </a:ext>
                  </a:extLst>
                </p14:cNvPr>
                <p14:cNvContentPartPr/>
                <p14:nvPr/>
              </p14:nvContentPartPr>
              <p14:xfrm>
                <a:off x="7634480" y="2651080"/>
                <a:ext cx="10440" cy="127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C9D5AF3-D65E-1567-4987-B5A85B3CB0F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624040" y="2640280"/>
                  <a:ext cx="31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883D2EF-BB48-3C5B-2180-A8DF65A71189}"/>
                    </a:ext>
                  </a:extLst>
                </p14:cNvPr>
                <p14:cNvContentPartPr/>
                <p14:nvPr/>
              </p14:nvContentPartPr>
              <p14:xfrm>
                <a:off x="7597760" y="2515720"/>
                <a:ext cx="88560" cy="428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883D2EF-BB48-3C5B-2180-A8DF65A7118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586960" y="2505280"/>
                  <a:ext cx="1098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840CD8C-D234-5409-8B3B-B2269714D264}"/>
                    </a:ext>
                  </a:extLst>
                </p14:cNvPr>
                <p14:cNvContentPartPr/>
                <p14:nvPr/>
              </p14:nvContentPartPr>
              <p14:xfrm>
                <a:off x="7750040" y="2574040"/>
                <a:ext cx="124920" cy="1951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840CD8C-D234-5409-8B3B-B2269714D26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739600" y="2563240"/>
                  <a:ext cx="14616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FB353E63-096C-B53D-8D1D-BA48FB037090}"/>
              </a:ext>
            </a:extLst>
          </p:cNvPr>
          <p:cNvGrpSpPr/>
          <p:nvPr/>
        </p:nvGrpSpPr>
        <p:grpSpPr>
          <a:xfrm>
            <a:off x="8161160" y="2407720"/>
            <a:ext cx="471240" cy="327240"/>
            <a:chOff x="8161160" y="2407720"/>
            <a:chExt cx="47124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335AEAD-B44E-3992-E513-B8551D2A0ECD}"/>
                    </a:ext>
                  </a:extLst>
                </p14:cNvPr>
                <p14:cNvContentPartPr/>
                <p14:nvPr/>
              </p14:nvContentPartPr>
              <p14:xfrm>
                <a:off x="8170160" y="2440840"/>
                <a:ext cx="129960" cy="2941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335AEAD-B44E-3992-E513-B8551D2A0EC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159360" y="2430400"/>
                  <a:ext cx="1512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8DBE9B5-D1ED-9697-DBAD-0A689D60D195}"/>
                    </a:ext>
                  </a:extLst>
                </p14:cNvPr>
                <p14:cNvContentPartPr/>
                <p14:nvPr/>
              </p14:nvContentPartPr>
              <p14:xfrm>
                <a:off x="8299760" y="2709400"/>
                <a:ext cx="360" cy="3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8DBE9B5-D1ED-9697-DBAD-0A689D60D19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288960" y="26986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7DF582E-78A3-407B-E080-C567496EA48B}"/>
                    </a:ext>
                  </a:extLst>
                </p14:cNvPr>
                <p14:cNvContentPartPr/>
                <p14:nvPr/>
              </p14:nvContentPartPr>
              <p14:xfrm>
                <a:off x="8161160" y="2565400"/>
                <a:ext cx="143640" cy="93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7DF582E-78A3-407B-E080-C567496EA48B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150720" y="2554600"/>
                  <a:ext cx="1648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152F76F-C4ED-D015-5D9A-96D8201E8891}"/>
                    </a:ext>
                  </a:extLst>
                </p14:cNvPr>
                <p14:cNvContentPartPr/>
                <p14:nvPr/>
              </p14:nvContentPartPr>
              <p14:xfrm>
                <a:off x="8375720" y="2407720"/>
                <a:ext cx="174240" cy="2926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152F76F-C4ED-D015-5D9A-96D8201E889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365280" y="2397280"/>
                  <a:ext cx="1954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F813D6A-0245-89ED-D604-F1C3E5360E73}"/>
                    </a:ext>
                  </a:extLst>
                </p14:cNvPr>
                <p14:cNvContentPartPr/>
                <p14:nvPr/>
              </p14:nvContentPartPr>
              <p14:xfrm>
                <a:off x="8562200" y="2532640"/>
                <a:ext cx="70200" cy="1540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F813D6A-0245-89ED-D604-F1C3E5360E73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551760" y="2522200"/>
                  <a:ext cx="9144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37CCDB7F-F593-A2BB-7B6D-DF6DE7A7DE66}"/>
              </a:ext>
            </a:extLst>
          </p:cNvPr>
          <p:cNvGrpSpPr/>
          <p:nvPr/>
        </p:nvGrpSpPr>
        <p:grpSpPr>
          <a:xfrm>
            <a:off x="8896280" y="2371000"/>
            <a:ext cx="697320" cy="379800"/>
            <a:chOff x="8896280" y="2371000"/>
            <a:chExt cx="697320" cy="37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CD40E71-9F4D-5FE8-C422-37AB6FE29AD8}"/>
                    </a:ext>
                  </a:extLst>
                </p14:cNvPr>
                <p14:cNvContentPartPr/>
                <p14:nvPr/>
              </p14:nvContentPartPr>
              <p14:xfrm>
                <a:off x="8896280" y="2404480"/>
                <a:ext cx="72720" cy="2754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CD40E71-9F4D-5FE8-C422-37AB6FE29AD8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885480" y="2393680"/>
                  <a:ext cx="939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3F469C5-9124-D552-EBF9-CA039C4C4018}"/>
                    </a:ext>
                  </a:extLst>
                </p14:cNvPr>
                <p14:cNvContentPartPr/>
                <p14:nvPr/>
              </p14:nvContentPartPr>
              <p14:xfrm>
                <a:off x="9037760" y="2549200"/>
                <a:ext cx="127800" cy="1684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3F469C5-9124-D552-EBF9-CA039C4C4018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027320" y="2538400"/>
                  <a:ext cx="1490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03BA6C1-4581-CBC8-4A91-5C30C5D323B5}"/>
                    </a:ext>
                  </a:extLst>
                </p14:cNvPr>
                <p14:cNvContentPartPr/>
                <p14:nvPr/>
              </p14:nvContentPartPr>
              <p14:xfrm>
                <a:off x="9204440" y="2371000"/>
                <a:ext cx="126000" cy="3798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03BA6C1-4581-CBC8-4A91-5C30C5D323B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9194000" y="2360560"/>
                  <a:ext cx="14724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D79311E-AEEB-5155-D67C-0A046DCA5E9D}"/>
                    </a:ext>
                  </a:extLst>
                </p14:cNvPr>
                <p14:cNvContentPartPr/>
                <p14:nvPr/>
              </p14:nvContentPartPr>
              <p14:xfrm>
                <a:off x="9237560" y="2633800"/>
                <a:ext cx="196920" cy="108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D79311E-AEEB-5155-D67C-0A046DCA5E9D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227120" y="2623360"/>
                  <a:ext cx="218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0ADDA89-3C68-8E13-045F-F090107EF6A3}"/>
                    </a:ext>
                  </a:extLst>
                </p14:cNvPr>
                <p14:cNvContentPartPr/>
                <p14:nvPr/>
              </p14:nvContentPartPr>
              <p14:xfrm>
                <a:off x="9473720" y="2375680"/>
                <a:ext cx="57600" cy="3214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0ADDA89-3C68-8E13-045F-F090107EF6A3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462920" y="2365240"/>
                  <a:ext cx="788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7F9C1BC-627A-7A9A-D213-1E4FD4ADCC75}"/>
                    </a:ext>
                  </a:extLst>
                </p14:cNvPr>
                <p14:cNvContentPartPr/>
                <p14:nvPr/>
              </p14:nvContentPartPr>
              <p14:xfrm>
                <a:off x="9434480" y="2551720"/>
                <a:ext cx="159120" cy="82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7F9C1BC-627A-7A9A-D213-1E4FD4ADCC75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423680" y="2540920"/>
                  <a:ext cx="18036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5ED8EEF5-A97F-F5C5-D8F3-80501E12A8C8}"/>
              </a:ext>
            </a:extLst>
          </p:cNvPr>
          <p:cNvGrpSpPr/>
          <p:nvPr/>
        </p:nvGrpSpPr>
        <p:grpSpPr>
          <a:xfrm>
            <a:off x="9919760" y="2357320"/>
            <a:ext cx="1246320" cy="328680"/>
            <a:chOff x="9919760" y="2357320"/>
            <a:chExt cx="1246320" cy="3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6EE2AEE-EA07-7D8A-1671-B41CC5EA44A1}"/>
                    </a:ext>
                  </a:extLst>
                </p14:cNvPr>
                <p14:cNvContentPartPr/>
                <p14:nvPr/>
              </p14:nvContentPartPr>
              <p14:xfrm>
                <a:off x="9919760" y="2519320"/>
                <a:ext cx="141120" cy="1666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6EE2AEE-EA07-7D8A-1671-B41CC5EA44A1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908960" y="2508520"/>
                  <a:ext cx="1623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97395CF-6006-BABE-86F3-1F5A8E87A346}"/>
                    </a:ext>
                  </a:extLst>
                </p14:cNvPr>
                <p14:cNvContentPartPr/>
                <p14:nvPr/>
              </p14:nvContentPartPr>
              <p14:xfrm>
                <a:off x="10145120" y="2532280"/>
                <a:ext cx="107640" cy="1083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97395CF-6006-BABE-86F3-1F5A8E87A346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0134680" y="2521840"/>
                  <a:ext cx="1288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723F653-0BEE-12AC-6BF7-4B76E14E5531}"/>
                    </a:ext>
                  </a:extLst>
                </p14:cNvPr>
                <p14:cNvContentPartPr/>
                <p14:nvPr/>
              </p14:nvContentPartPr>
              <p14:xfrm>
                <a:off x="10313960" y="2395120"/>
                <a:ext cx="154800" cy="2545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723F653-0BEE-12AC-6BF7-4B76E14E553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0303160" y="2384680"/>
                  <a:ext cx="1760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11E2F63-92FE-B3CD-F72D-CEE12A8820AC}"/>
                    </a:ext>
                  </a:extLst>
                </p14:cNvPr>
                <p14:cNvContentPartPr/>
                <p14:nvPr/>
              </p14:nvContentPartPr>
              <p14:xfrm>
                <a:off x="10496840" y="2357320"/>
                <a:ext cx="47160" cy="2869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11E2F63-92FE-B3CD-F72D-CEE12A8820AC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486040" y="2346880"/>
                  <a:ext cx="684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D13365A-842A-04D9-6B9D-F8ED7C7FA55A}"/>
                    </a:ext>
                  </a:extLst>
                </p14:cNvPr>
                <p14:cNvContentPartPr/>
                <p14:nvPr/>
              </p14:nvContentPartPr>
              <p14:xfrm>
                <a:off x="10483880" y="2492320"/>
                <a:ext cx="103320" cy="151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D13365A-842A-04D9-6B9D-F8ED7C7FA55A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473440" y="2481520"/>
                  <a:ext cx="1245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EDBBFF4-82CE-C24A-7D54-E1A3001BEAFA}"/>
                    </a:ext>
                  </a:extLst>
                </p14:cNvPr>
                <p14:cNvContentPartPr/>
                <p14:nvPr/>
              </p14:nvContentPartPr>
              <p14:xfrm>
                <a:off x="10700960" y="2454520"/>
                <a:ext cx="127440" cy="1234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3EDBBFF4-82CE-C24A-7D54-E1A3001BEAFA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690520" y="2444080"/>
                  <a:ext cx="1486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FDB6961-9B4F-0C84-E4FF-26D01079187A}"/>
                    </a:ext>
                  </a:extLst>
                </p14:cNvPr>
                <p14:cNvContentPartPr/>
                <p14:nvPr/>
              </p14:nvContentPartPr>
              <p14:xfrm>
                <a:off x="10880960" y="2460640"/>
                <a:ext cx="83160" cy="1414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FDB6961-9B4F-0C84-E4FF-26D01079187A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870160" y="2450200"/>
                  <a:ext cx="1044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C2DCF64-3720-9DFF-69A9-977C47166803}"/>
                    </a:ext>
                  </a:extLst>
                </p14:cNvPr>
                <p14:cNvContentPartPr/>
                <p14:nvPr/>
              </p14:nvContentPartPr>
              <p14:xfrm>
                <a:off x="11053400" y="2440120"/>
                <a:ext cx="112680" cy="1839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C2DCF64-3720-9DFF-69A9-977C47166803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1042600" y="2429320"/>
                  <a:ext cx="13392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CDB519B4-32FB-6C37-6471-4C418C213AC8}"/>
              </a:ext>
            </a:extLst>
          </p:cNvPr>
          <p:cNvGrpSpPr/>
          <p:nvPr/>
        </p:nvGrpSpPr>
        <p:grpSpPr>
          <a:xfrm>
            <a:off x="3542000" y="3252640"/>
            <a:ext cx="441000" cy="161640"/>
            <a:chOff x="3542000" y="3252640"/>
            <a:chExt cx="44100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D43C759-5E63-7C6E-434E-9E998DF2BD51}"/>
                    </a:ext>
                  </a:extLst>
                </p14:cNvPr>
                <p14:cNvContentPartPr/>
                <p14:nvPr/>
              </p14:nvContentPartPr>
              <p14:xfrm>
                <a:off x="3542000" y="3256600"/>
                <a:ext cx="173520" cy="1346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D43C759-5E63-7C6E-434E-9E998DF2BD51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531560" y="3245800"/>
                  <a:ext cx="1947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71DC789-1EE5-21A9-A3AF-5628FB83ECC5}"/>
                    </a:ext>
                  </a:extLst>
                </p14:cNvPr>
                <p14:cNvContentPartPr/>
                <p14:nvPr/>
              </p14:nvContentPartPr>
              <p14:xfrm>
                <a:off x="3778520" y="3283960"/>
                <a:ext cx="67680" cy="1180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71DC789-1EE5-21A9-A3AF-5628FB83ECC5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767720" y="3273160"/>
                  <a:ext cx="88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9739B48-2939-3EF5-1205-63B0547BAB75}"/>
                    </a:ext>
                  </a:extLst>
                </p14:cNvPr>
                <p14:cNvContentPartPr/>
                <p14:nvPr/>
              </p14:nvContentPartPr>
              <p14:xfrm>
                <a:off x="3913160" y="3252640"/>
                <a:ext cx="69840" cy="1616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9739B48-2939-3EF5-1205-63B0547BAB7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902360" y="3242200"/>
                  <a:ext cx="9108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32E503AC-E82D-9482-67EB-B03642C2F6AC}"/>
              </a:ext>
            </a:extLst>
          </p:cNvPr>
          <p:cNvGrpSpPr/>
          <p:nvPr/>
        </p:nvGrpSpPr>
        <p:grpSpPr>
          <a:xfrm>
            <a:off x="4282160" y="3111520"/>
            <a:ext cx="1174680" cy="275760"/>
            <a:chOff x="4282160" y="3111520"/>
            <a:chExt cx="1174680" cy="27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F677F48-1551-BC8E-2718-D8F2FDEAD4DF}"/>
                    </a:ext>
                  </a:extLst>
                </p14:cNvPr>
                <p14:cNvContentPartPr/>
                <p14:nvPr/>
              </p14:nvContentPartPr>
              <p14:xfrm>
                <a:off x="4282160" y="3229960"/>
                <a:ext cx="113760" cy="1573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F677F48-1551-BC8E-2718-D8F2FDEAD4DF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4271360" y="3219160"/>
                  <a:ext cx="1350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AC2EE91-AEB0-AA53-016D-7663D0C26A87}"/>
                    </a:ext>
                  </a:extLst>
                </p14:cNvPr>
                <p14:cNvContentPartPr/>
                <p14:nvPr/>
              </p14:nvContentPartPr>
              <p14:xfrm>
                <a:off x="4433360" y="3236800"/>
                <a:ext cx="251640" cy="1310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AC2EE91-AEB0-AA53-016D-7663D0C26A87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422920" y="3226000"/>
                  <a:ext cx="2728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2E7CB3EF-9CF4-5DB5-6B90-4BEBFE77D3B4}"/>
                    </a:ext>
                  </a:extLst>
                </p14:cNvPr>
                <p14:cNvContentPartPr/>
                <p14:nvPr/>
              </p14:nvContentPartPr>
              <p14:xfrm>
                <a:off x="4737200" y="3111520"/>
                <a:ext cx="379440" cy="2203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2E7CB3EF-9CF4-5DB5-6B90-4BEBFE77D3B4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4726400" y="3101080"/>
                  <a:ext cx="4006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DC772E4-ADA7-49FB-2BE1-687241B78880}"/>
                    </a:ext>
                  </a:extLst>
                </p14:cNvPr>
                <p14:cNvContentPartPr/>
                <p14:nvPr/>
              </p14:nvContentPartPr>
              <p14:xfrm>
                <a:off x="5192960" y="3141400"/>
                <a:ext cx="88560" cy="1396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DC772E4-ADA7-49FB-2BE1-687241B7888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5182520" y="3130600"/>
                  <a:ext cx="1098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B5E7C5A-ED89-792F-9296-6732A3DA8EC3}"/>
                    </a:ext>
                  </a:extLst>
                </p14:cNvPr>
                <p14:cNvContentPartPr/>
                <p14:nvPr/>
              </p14:nvContentPartPr>
              <p14:xfrm>
                <a:off x="5362520" y="3135280"/>
                <a:ext cx="94320" cy="1159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B5E7C5A-ED89-792F-9296-6732A3DA8EC3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5352080" y="3124840"/>
                  <a:ext cx="115560" cy="13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5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E2A2D54F-6A7F-4B5D-64D9-04C7D26CEA97}"/>
                  </a:ext>
                </a:extLst>
              </p14:cNvPr>
              <p14:cNvContentPartPr/>
              <p14:nvPr/>
            </p14:nvContentPartPr>
            <p14:xfrm>
              <a:off x="5657000" y="3269200"/>
              <a:ext cx="360" cy="9072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E2A2D54F-6A7F-4B5D-64D9-04C7D26CEA97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5646560" y="3258400"/>
                <a:ext cx="21600" cy="1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9" name="Group 278">
            <a:extLst>
              <a:ext uri="{FF2B5EF4-FFF2-40B4-BE49-F238E27FC236}">
                <a16:creationId xmlns:a16="http://schemas.microsoft.com/office/drawing/2014/main" id="{2B38AFDC-1EF1-8D48-D138-BB615FCAD1BA}"/>
              </a:ext>
            </a:extLst>
          </p:cNvPr>
          <p:cNvGrpSpPr/>
          <p:nvPr/>
        </p:nvGrpSpPr>
        <p:grpSpPr>
          <a:xfrm>
            <a:off x="5992520" y="3047440"/>
            <a:ext cx="505800" cy="261360"/>
            <a:chOff x="5992520" y="3047440"/>
            <a:chExt cx="505800" cy="2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650701D-B694-0231-C2F9-D6374ED20E84}"/>
                    </a:ext>
                  </a:extLst>
                </p14:cNvPr>
                <p14:cNvContentPartPr/>
                <p14:nvPr/>
              </p14:nvContentPartPr>
              <p14:xfrm>
                <a:off x="5992520" y="3141400"/>
                <a:ext cx="352800" cy="1674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650701D-B694-0231-C2F9-D6374ED20E84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5981720" y="3130600"/>
                  <a:ext cx="3740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29CCD27F-3144-0F6A-B878-B3446B98E7A6}"/>
                    </a:ext>
                  </a:extLst>
                </p14:cNvPr>
                <p14:cNvContentPartPr/>
                <p14:nvPr/>
              </p14:nvContentPartPr>
              <p14:xfrm>
                <a:off x="6395720" y="3047440"/>
                <a:ext cx="102600" cy="2300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29CCD27F-3144-0F6A-B878-B3446B98E7A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384920" y="3037000"/>
                  <a:ext cx="12384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5B25FB74-F918-9A38-7074-C256C688F2C3}"/>
              </a:ext>
            </a:extLst>
          </p:cNvPr>
          <p:cNvGrpSpPr/>
          <p:nvPr/>
        </p:nvGrpSpPr>
        <p:grpSpPr>
          <a:xfrm>
            <a:off x="6834920" y="2942680"/>
            <a:ext cx="869040" cy="297720"/>
            <a:chOff x="6834920" y="2942680"/>
            <a:chExt cx="869040" cy="2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EC52F550-E098-5D07-01AA-90BC965A752A}"/>
                    </a:ext>
                  </a:extLst>
                </p14:cNvPr>
                <p14:cNvContentPartPr/>
                <p14:nvPr/>
              </p14:nvContentPartPr>
              <p14:xfrm>
                <a:off x="6834920" y="3040600"/>
                <a:ext cx="111600" cy="1998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C52F550-E098-5D07-01AA-90BC965A752A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824120" y="3030160"/>
                  <a:ext cx="1328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292466D-975C-78F2-659E-952F7BA64FCB}"/>
                    </a:ext>
                  </a:extLst>
                </p14:cNvPr>
                <p14:cNvContentPartPr/>
                <p14:nvPr/>
              </p14:nvContentPartPr>
              <p14:xfrm>
                <a:off x="7000880" y="2942680"/>
                <a:ext cx="354600" cy="2728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292466D-975C-78F2-659E-952F7BA64FC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6990440" y="2932240"/>
                  <a:ext cx="3758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77260D9-D8A6-5878-9FE3-603D7FABFFB3}"/>
                    </a:ext>
                  </a:extLst>
                </p14:cNvPr>
                <p14:cNvContentPartPr/>
                <p14:nvPr/>
              </p14:nvContentPartPr>
              <p14:xfrm>
                <a:off x="7473200" y="3021160"/>
                <a:ext cx="47520" cy="1810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77260D9-D8A6-5878-9FE3-603D7FABFFB3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462400" y="3010360"/>
                  <a:ext cx="687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0A205CC-D81E-E689-0ACE-37B2268655D5}"/>
                    </a:ext>
                  </a:extLst>
                </p14:cNvPr>
                <p14:cNvContentPartPr/>
                <p14:nvPr/>
              </p14:nvContentPartPr>
              <p14:xfrm>
                <a:off x="7581560" y="3015400"/>
                <a:ext cx="122400" cy="1548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0A205CC-D81E-E689-0ACE-37B2268655D5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570760" y="3004960"/>
                  <a:ext cx="14364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B5F12BDE-5B7F-E7C3-1CF0-236D2C84A68D}"/>
              </a:ext>
            </a:extLst>
          </p:cNvPr>
          <p:cNvGrpSpPr/>
          <p:nvPr/>
        </p:nvGrpSpPr>
        <p:grpSpPr>
          <a:xfrm>
            <a:off x="8156120" y="2900560"/>
            <a:ext cx="247320" cy="267120"/>
            <a:chOff x="8156120" y="2900560"/>
            <a:chExt cx="247320" cy="26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ACBE744-AF2E-BA3F-41F9-BA0C2A9AC9F7}"/>
                    </a:ext>
                  </a:extLst>
                </p14:cNvPr>
                <p14:cNvContentPartPr/>
                <p14:nvPr/>
              </p14:nvContentPartPr>
              <p14:xfrm>
                <a:off x="8171600" y="3040600"/>
                <a:ext cx="19440" cy="1270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ACBE744-AF2E-BA3F-41F9-BA0C2A9AC9F7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160800" y="3029800"/>
                  <a:ext cx="40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66CDEF3-7C75-AA35-669D-FDAE6B2642D2}"/>
                    </a:ext>
                  </a:extLst>
                </p14:cNvPr>
                <p14:cNvContentPartPr/>
                <p14:nvPr/>
              </p14:nvContentPartPr>
              <p14:xfrm>
                <a:off x="8156120" y="2900560"/>
                <a:ext cx="102240" cy="1062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66CDEF3-7C75-AA35-669D-FDAE6B2642D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8145680" y="2890120"/>
                  <a:ext cx="123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142B8F2-1421-9684-85B4-85E563D1849C}"/>
                    </a:ext>
                  </a:extLst>
                </p14:cNvPr>
                <p14:cNvContentPartPr/>
                <p14:nvPr/>
              </p14:nvContentPartPr>
              <p14:xfrm>
                <a:off x="8305520" y="2947720"/>
                <a:ext cx="97920" cy="2131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142B8F2-1421-9684-85B4-85E563D1849C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295080" y="2937280"/>
                  <a:ext cx="11916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2A990A0E-5089-B8B1-44A3-79FD833D70B6}"/>
              </a:ext>
            </a:extLst>
          </p:cNvPr>
          <p:cNvGrpSpPr/>
          <p:nvPr/>
        </p:nvGrpSpPr>
        <p:grpSpPr>
          <a:xfrm>
            <a:off x="8745080" y="2870320"/>
            <a:ext cx="437400" cy="275760"/>
            <a:chOff x="8745080" y="2870320"/>
            <a:chExt cx="437400" cy="27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D44F364-03F6-8F50-AFD3-A457E4517577}"/>
                    </a:ext>
                  </a:extLst>
                </p14:cNvPr>
                <p14:cNvContentPartPr/>
                <p14:nvPr/>
              </p14:nvContentPartPr>
              <p14:xfrm>
                <a:off x="8786120" y="2920720"/>
                <a:ext cx="142200" cy="2253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D44F364-03F6-8F50-AFD3-A457E4517577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775680" y="2909920"/>
                  <a:ext cx="1634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89344E6-34F7-C470-C982-BC78F9C63C14}"/>
                    </a:ext>
                  </a:extLst>
                </p14:cNvPr>
                <p14:cNvContentPartPr/>
                <p14:nvPr/>
              </p14:nvContentPartPr>
              <p14:xfrm>
                <a:off x="8745080" y="3032680"/>
                <a:ext cx="140040" cy="61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89344E6-34F7-C470-C982-BC78F9C63C14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734640" y="3021880"/>
                  <a:ext cx="1612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7D6B621-1960-ACDA-FA0B-E50214E2C34E}"/>
                    </a:ext>
                  </a:extLst>
                </p14:cNvPr>
                <p14:cNvContentPartPr/>
                <p14:nvPr/>
              </p14:nvContentPartPr>
              <p14:xfrm>
                <a:off x="8971160" y="2870320"/>
                <a:ext cx="137520" cy="2563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7D6B621-1960-ACDA-FA0B-E50214E2C34E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960360" y="2859880"/>
                  <a:ext cx="1587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F4D6A94B-4EAD-35B8-8ED0-1A105D2A517F}"/>
                    </a:ext>
                  </a:extLst>
                </p14:cNvPr>
                <p14:cNvContentPartPr/>
                <p14:nvPr/>
              </p14:nvContentPartPr>
              <p14:xfrm>
                <a:off x="9109760" y="2956000"/>
                <a:ext cx="72720" cy="1364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F4D6A94B-4EAD-35B8-8ED0-1A105D2A517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098960" y="2945200"/>
                  <a:ext cx="9396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4E620C91-CC2D-789F-C052-58473AE7F294}"/>
              </a:ext>
            </a:extLst>
          </p:cNvPr>
          <p:cNvGrpSpPr/>
          <p:nvPr/>
        </p:nvGrpSpPr>
        <p:grpSpPr>
          <a:xfrm>
            <a:off x="9464720" y="2841880"/>
            <a:ext cx="859680" cy="255240"/>
            <a:chOff x="9464720" y="2841880"/>
            <a:chExt cx="85968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A690078C-DFC9-9F9E-5665-540FE1903BE2}"/>
                    </a:ext>
                  </a:extLst>
                </p14:cNvPr>
                <p14:cNvContentPartPr/>
                <p14:nvPr/>
              </p14:nvContentPartPr>
              <p14:xfrm>
                <a:off x="9464720" y="2927920"/>
                <a:ext cx="118440" cy="15264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A690078C-DFC9-9F9E-5665-540FE1903BE2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454280" y="2917120"/>
                  <a:ext cx="1396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7AD1960-94EE-11C0-AC34-55F101345083}"/>
                    </a:ext>
                  </a:extLst>
                </p14:cNvPr>
                <p14:cNvContentPartPr/>
                <p14:nvPr/>
              </p14:nvContentPartPr>
              <p14:xfrm>
                <a:off x="9669200" y="2961760"/>
                <a:ext cx="10440" cy="838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7AD1960-94EE-11C0-AC34-55F101345083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658400" y="2951320"/>
                  <a:ext cx="316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1563C6F6-855D-3375-FC49-995C4BC18E51}"/>
                    </a:ext>
                  </a:extLst>
                </p14:cNvPr>
                <p14:cNvContentPartPr/>
                <p14:nvPr/>
              </p14:nvContentPartPr>
              <p14:xfrm>
                <a:off x="9654080" y="2896600"/>
                <a:ext cx="360" cy="3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1563C6F6-855D-3375-FC49-995C4BC18E5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643280" y="28861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F6910F7-AD3C-AF8B-DD0C-DAA4E414A75D}"/>
                    </a:ext>
                  </a:extLst>
                </p14:cNvPr>
                <p14:cNvContentPartPr/>
                <p14:nvPr/>
              </p14:nvContentPartPr>
              <p14:xfrm>
                <a:off x="9784400" y="2881120"/>
                <a:ext cx="118800" cy="2160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F6910F7-AD3C-AF8B-DD0C-DAA4E414A75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773600" y="2870680"/>
                  <a:ext cx="1400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C5825C8-28A6-F1A0-8127-C526043A55DA}"/>
                    </a:ext>
                  </a:extLst>
                </p14:cNvPr>
                <p14:cNvContentPartPr/>
                <p14:nvPr/>
              </p14:nvContentPartPr>
              <p14:xfrm>
                <a:off x="9983840" y="2868160"/>
                <a:ext cx="126000" cy="1699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C5825C8-28A6-F1A0-8127-C526043A55D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973400" y="2857360"/>
                  <a:ext cx="1472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3A1A0A17-190D-83BB-7850-B0536445B1EE}"/>
                    </a:ext>
                  </a:extLst>
                </p14:cNvPr>
                <p14:cNvContentPartPr/>
                <p14:nvPr/>
              </p14:nvContentPartPr>
              <p14:xfrm>
                <a:off x="10209920" y="2841880"/>
                <a:ext cx="52560" cy="2242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3A1A0A17-190D-83BB-7850-B0536445B1E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199120" y="2831080"/>
                  <a:ext cx="738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326494FB-4CF8-78B1-B50A-F778956A619D}"/>
                    </a:ext>
                  </a:extLst>
                </p14:cNvPr>
                <p14:cNvContentPartPr/>
                <p14:nvPr/>
              </p14:nvContentPartPr>
              <p14:xfrm>
                <a:off x="10156640" y="2941240"/>
                <a:ext cx="167760" cy="176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326494FB-4CF8-78B1-B50A-F778956A619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145840" y="2930440"/>
                  <a:ext cx="1890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B8997CCE-237B-5499-A935-3FE40FE8DAEF}"/>
              </a:ext>
            </a:extLst>
          </p:cNvPr>
          <p:cNvGrpSpPr/>
          <p:nvPr/>
        </p:nvGrpSpPr>
        <p:grpSpPr>
          <a:xfrm>
            <a:off x="10721480" y="2785720"/>
            <a:ext cx="1174320" cy="285120"/>
            <a:chOff x="10721480" y="2785720"/>
            <a:chExt cx="1174320" cy="28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5D11D151-CC69-B80D-0094-E8CDEAB32132}"/>
                    </a:ext>
                  </a:extLst>
                </p14:cNvPr>
                <p14:cNvContentPartPr/>
                <p14:nvPr/>
              </p14:nvContentPartPr>
              <p14:xfrm>
                <a:off x="10721480" y="2917840"/>
                <a:ext cx="123480" cy="1530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5D11D151-CC69-B80D-0094-E8CDEAB32132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711040" y="2907040"/>
                  <a:ext cx="1447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D832926C-CEB0-6225-4528-F70A2C299023}"/>
                    </a:ext>
                  </a:extLst>
                </p14:cNvPr>
                <p14:cNvContentPartPr/>
                <p14:nvPr/>
              </p14:nvContentPartPr>
              <p14:xfrm>
                <a:off x="10905440" y="2920720"/>
                <a:ext cx="57600" cy="1036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D832926C-CEB0-6225-4528-F70A2C29902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894640" y="2909920"/>
                  <a:ext cx="788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5731D28-F233-973C-A504-6560BD743137}"/>
                    </a:ext>
                  </a:extLst>
                </p14:cNvPr>
                <p14:cNvContentPartPr/>
                <p14:nvPr/>
              </p14:nvContentPartPr>
              <p14:xfrm>
                <a:off x="11027840" y="2829280"/>
                <a:ext cx="129600" cy="2088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5731D28-F233-973C-A504-6560BD74313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017400" y="2818480"/>
                  <a:ext cx="150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BDF85755-BA73-8795-3E6E-9AC2917C4B37}"/>
                    </a:ext>
                  </a:extLst>
                </p14:cNvPr>
                <p14:cNvContentPartPr/>
                <p14:nvPr/>
              </p14:nvContentPartPr>
              <p14:xfrm>
                <a:off x="11244920" y="2785720"/>
                <a:ext cx="3600" cy="2138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BDF85755-BA73-8795-3E6E-9AC2917C4B37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234120" y="2775280"/>
                  <a:ext cx="248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E083E4E0-D568-E717-2C29-3EF7780B2042}"/>
                    </a:ext>
                  </a:extLst>
                </p14:cNvPr>
                <p14:cNvContentPartPr/>
                <p14:nvPr/>
              </p14:nvContentPartPr>
              <p14:xfrm>
                <a:off x="11197400" y="2880760"/>
                <a:ext cx="146160" cy="36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E083E4E0-D568-E717-2C29-3EF7780B2042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186600" y="2869960"/>
                  <a:ext cx="1674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528891E-B547-791B-2D5A-CBE290730481}"/>
                    </a:ext>
                  </a:extLst>
                </p14:cNvPr>
                <p14:cNvContentPartPr/>
                <p14:nvPr/>
              </p14:nvContentPartPr>
              <p14:xfrm>
                <a:off x="11417000" y="2847280"/>
                <a:ext cx="114480" cy="10944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528891E-B547-791B-2D5A-CBE29073048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1406200" y="2836840"/>
                  <a:ext cx="1357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E475C785-5F58-C39C-0F60-B49E9199E2D1}"/>
                    </a:ext>
                  </a:extLst>
                </p14:cNvPr>
                <p14:cNvContentPartPr/>
                <p14:nvPr/>
              </p14:nvContentPartPr>
              <p14:xfrm>
                <a:off x="11580440" y="2836840"/>
                <a:ext cx="99720" cy="1278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E475C785-5F58-C39C-0F60-B49E9199E2D1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569640" y="2826040"/>
                  <a:ext cx="1209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C67D9999-E972-D341-87B8-FBC8C248EF33}"/>
                    </a:ext>
                  </a:extLst>
                </p14:cNvPr>
                <p14:cNvContentPartPr/>
                <p14:nvPr/>
              </p14:nvContentPartPr>
              <p14:xfrm>
                <a:off x="11789240" y="2787520"/>
                <a:ext cx="106560" cy="1555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C67D9999-E972-D341-87B8-FBC8C248EF3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1778800" y="2776720"/>
                  <a:ext cx="12780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0424EC32-A40A-C9F0-F280-DA4E4AFD38F1}"/>
              </a:ext>
            </a:extLst>
          </p:cNvPr>
          <p:cNvGrpSpPr/>
          <p:nvPr/>
        </p:nvGrpSpPr>
        <p:grpSpPr>
          <a:xfrm>
            <a:off x="3544880" y="3715960"/>
            <a:ext cx="447120" cy="186480"/>
            <a:chOff x="3544880" y="3715960"/>
            <a:chExt cx="44712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C06ABDCA-673A-81D0-D1F9-A63C4CD0F962}"/>
                    </a:ext>
                  </a:extLst>
                </p14:cNvPr>
                <p14:cNvContentPartPr/>
                <p14:nvPr/>
              </p14:nvContentPartPr>
              <p14:xfrm>
                <a:off x="3544880" y="3736120"/>
                <a:ext cx="154080" cy="1663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C06ABDCA-673A-81D0-D1F9-A63C4CD0F962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534080" y="3725680"/>
                  <a:ext cx="1753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DFAA4EC7-BE28-D1AA-10FF-DF24454E5D06}"/>
                    </a:ext>
                  </a:extLst>
                </p14:cNvPr>
                <p14:cNvContentPartPr/>
                <p14:nvPr/>
              </p14:nvContentPartPr>
              <p14:xfrm>
                <a:off x="3758360" y="3728200"/>
                <a:ext cx="65160" cy="1368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DFAA4EC7-BE28-D1AA-10FF-DF24454E5D0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747560" y="3717760"/>
                  <a:ext cx="864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943BECF3-B269-4521-9156-E6E5548A16BC}"/>
                    </a:ext>
                  </a:extLst>
                </p14:cNvPr>
                <p14:cNvContentPartPr/>
                <p14:nvPr/>
              </p14:nvContentPartPr>
              <p14:xfrm>
                <a:off x="3885440" y="3715960"/>
                <a:ext cx="106560" cy="16452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943BECF3-B269-4521-9156-E6E5548A16BC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874640" y="3705520"/>
                  <a:ext cx="12780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E85F5473-4B9F-3E8F-337F-923ED4B2CECB}"/>
              </a:ext>
            </a:extLst>
          </p:cNvPr>
          <p:cNvGrpSpPr/>
          <p:nvPr/>
        </p:nvGrpSpPr>
        <p:grpSpPr>
          <a:xfrm>
            <a:off x="4285040" y="3584200"/>
            <a:ext cx="881280" cy="273960"/>
            <a:chOff x="4285040" y="3584200"/>
            <a:chExt cx="881280" cy="27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62DA896F-4429-A98C-C412-9F6AA9A01E5A}"/>
                    </a:ext>
                  </a:extLst>
                </p14:cNvPr>
                <p14:cNvContentPartPr/>
                <p14:nvPr/>
              </p14:nvContentPartPr>
              <p14:xfrm>
                <a:off x="4285040" y="3586720"/>
                <a:ext cx="38520" cy="2289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62DA896F-4429-A98C-C412-9F6AA9A01E5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274240" y="3575920"/>
                  <a:ext cx="59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9BE5AA39-8EB7-9A37-16AD-AAC3D501437D}"/>
                    </a:ext>
                  </a:extLst>
                </p14:cNvPr>
                <p14:cNvContentPartPr/>
                <p14:nvPr/>
              </p14:nvContentPartPr>
              <p14:xfrm>
                <a:off x="4350200" y="3642520"/>
                <a:ext cx="117720" cy="1803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9BE5AA39-8EB7-9A37-16AD-AAC3D501437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339760" y="3631720"/>
                  <a:ext cx="1389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B5F2CE7F-65E7-C812-92E7-757C294797F7}"/>
                    </a:ext>
                  </a:extLst>
                </p14:cNvPr>
                <p14:cNvContentPartPr/>
                <p14:nvPr/>
              </p14:nvContentPartPr>
              <p14:xfrm>
                <a:off x="4533800" y="3625600"/>
                <a:ext cx="105840" cy="11988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B5F2CE7F-65E7-C812-92E7-757C294797F7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523000" y="3614800"/>
                  <a:ext cx="1270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9C4826EB-B537-F8EC-5DE4-0C7EE9E76744}"/>
                    </a:ext>
                  </a:extLst>
                </p14:cNvPr>
                <p14:cNvContentPartPr/>
                <p14:nvPr/>
              </p14:nvContentPartPr>
              <p14:xfrm>
                <a:off x="4693640" y="3624160"/>
                <a:ext cx="163080" cy="2340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9C4826EB-B537-F8EC-5DE4-0C7EE9E7674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683200" y="3613360"/>
                  <a:ext cx="1843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6EE28FA6-5620-A143-ECD3-890139A0C79D}"/>
                    </a:ext>
                  </a:extLst>
                </p14:cNvPr>
                <p14:cNvContentPartPr/>
                <p14:nvPr/>
              </p14:nvContentPartPr>
              <p14:xfrm>
                <a:off x="4897760" y="3615880"/>
                <a:ext cx="117360" cy="11412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6EE28FA6-5620-A143-ECD3-890139A0C79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887320" y="3605080"/>
                  <a:ext cx="1386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50CA2BE0-DFE6-0773-447D-8400EEDA4350}"/>
                    </a:ext>
                  </a:extLst>
                </p14:cNvPr>
                <p14:cNvContentPartPr/>
                <p14:nvPr/>
              </p14:nvContentPartPr>
              <p14:xfrm>
                <a:off x="5046800" y="3584200"/>
                <a:ext cx="119520" cy="1393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50CA2BE0-DFE6-0773-447D-8400EEDA4350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036000" y="3573400"/>
                  <a:ext cx="140760" cy="16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5EC82B6D-ECDE-03A0-C9FC-390D4AD11269}"/>
                  </a:ext>
                </a:extLst>
              </p14:cNvPr>
              <p14:cNvContentPartPr/>
              <p14:nvPr/>
            </p14:nvContentPartPr>
            <p14:xfrm>
              <a:off x="5249480" y="3761320"/>
              <a:ext cx="360" cy="36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5EC82B6D-ECDE-03A0-C9FC-390D4AD11269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5239040" y="3750880"/>
                <a:ext cx="2160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0" name="Group 329">
            <a:extLst>
              <a:ext uri="{FF2B5EF4-FFF2-40B4-BE49-F238E27FC236}">
                <a16:creationId xmlns:a16="http://schemas.microsoft.com/office/drawing/2014/main" id="{73DE9C43-FC3B-4661-474A-CFD966B225FF}"/>
              </a:ext>
            </a:extLst>
          </p:cNvPr>
          <p:cNvGrpSpPr/>
          <p:nvPr/>
        </p:nvGrpSpPr>
        <p:grpSpPr>
          <a:xfrm>
            <a:off x="1783040" y="4243360"/>
            <a:ext cx="304200" cy="270720"/>
            <a:chOff x="1783040" y="4243360"/>
            <a:chExt cx="30420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97810C3F-A5A0-E5FB-EA06-C3459E407B61}"/>
                    </a:ext>
                  </a:extLst>
                </p14:cNvPr>
                <p14:cNvContentPartPr/>
                <p14:nvPr/>
              </p14:nvContentPartPr>
              <p14:xfrm>
                <a:off x="1783040" y="4243360"/>
                <a:ext cx="38520" cy="2707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97810C3F-A5A0-E5FB-EA06-C3459E407B61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772600" y="4232920"/>
                  <a:ext cx="597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68D867F9-B578-E9B4-EC7A-4B8CB5A22AE7}"/>
                    </a:ext>
                  </a:extLst>
                </p14:cNvPr>
                <p14:cNvContentPartPr/>
                <p14:nvPr/>
              </p14:nvContentPartPr>
              <p14:xfrm>
                <a:off x="1929920" y="4284760"/>
                <a:ext cx="157320" cy="2145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68D867F9-B578-E9B4-EC7A-4B8CB5A22AE7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919120" y="4273960"/>
                  <a:ext cx="17856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F2C8A4DA-E50E-016E-B994-D73D590676FA}"/>
              </a:ext>
            </a:extLst>
          </p:cNvPr>
          <p:cNvGrpSpPr/>
          <p:nvPr/>
        </p:nvGrpSpPr>
        <p:grpSpPr>
          <a:xfrm>
            <a:off x="1059800" y="4859320"/>
            <a:ext cx="255240" cy="272880"/>
            <a:chOff x="1059800" y="4859320"/>
            <a:chExt cx="25524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7F02FEB0-CB66-337A-79CC-8754273D6A2E}"/>
                    </a:ext>
                  </a:extLst>
                </p14:cNvPr>
                <p14:cNvContentPartPr/>
                <p14:nvPr/>
              </p14:nvContentPartPr>
              <p14:xfrm>
                <a:off x="1059800" y="4883080"/>
                <a:ext cx="173520" cy="2491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7F02FEB0-CB66-337A-79CC-8754273D6A2E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49000" y="4872640"/>
                  <a:ext cx="1947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8CFA4F89-331D-1711-5E2F-84FC2640E869}"/>
                    </a:ext>
                  </a:extLst>
                </p14:cNvPr>
                <p14:cNvContentPartPr/>
                <p14:nvPr/>
              </p14:nvContentPartPr>
              <p14:xfrm>
                <a:off x="1125680" y="4859320"/>
                <a:ext cx="189360" cy="7128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8CFA4F89-331D-1711-5E2F-84FC2640E869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115240" y="4848520"/>
                  <a:ext cx="21060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7F639BD3-FA24-5643-2001-613BB0017A88}"/>
              </a:ext>
            </a:extLst>
          </p:cNvPr>
          <p:cNvGrpSpPr/>
          <p:nvPr/>
        </p:nvGrpSpPr>
        <p:grpSpPr>
          <a:xfrm>
            <a:off x="2310080" y="4849960"/>
            <a:ext cx="306360" cy="315000"/>
            <a:chOff x="2310080" y="4849960"/>
            <a:chExt cx="306360" cy="31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FD2637F0-99C4-2679-C105-04D3BFD7C4F4}"/>
                    </a:ext>
                  </a:extLst>
                </p14:cNvPr>
                <p14:cNvContentPartPr/>
                <p14:nvPr/>
              </p14:nvContentPartPr>
              <p14:xfrm>
                <a:off x="2310080" y="4849960"/>
                <a:ext cx="15480" cy="3150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FD2637F0-99C4-2679-C105-04D3BFD7C4F4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2299280" y="4839520"/>
                  <a:ext cx="367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EA2FEE9B-A568-55F7-4573-6E6A3CE8E6AB}"/>
                    </a:ext>
                  </a:extLst>
                </p14:cNvPr>
                <p14:cNvContentPartPr/>
                <p14:nvPr/>
              </p14:nvContentPartPr>
              <p14:xfrm>
                <a:off x="2377400" y="4905040"/>
                <a:ext cx="181440" cy="2084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EA2FEE9B-A568-55F7-4573-6E6A3CE8E6A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2366600" y="4894240"/>
                  <a:ext cx="2026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EB5F6B58-AB25-D88A-0438-84A1874CB67D}"/>
                    </a:ext>
                  </a:extLst>
                </p14:cNvPr>
                <p14:cNvContentPartPr/>
                <p14:nvPr/>
              </p14:nvContentPartPr>
              <p14:xfrm>
                <a:off x="2464880" y="4863640"/>
                <a:ext cx="151560" cy="208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EB5F6B58-AB25-D88A-0438-84A1874CB67D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2454080" y="4853200"/>
                  <a:ext cx="17280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3D021070-4BBD-076B-6727-3D40AD986717}"/>
              </a:ext>
            </a:extLst>
          </p:cNvPr>
          <p:cNvGrpSpPr/>
          <p:nvPr/>
        </p:nvGrpSpPr>
        <p:grpSpPr>
          <a:xfrm>
            <a:off x="2751800" y="5578600"/>
            <a:ext cx="402840" cy="317880"/>
            <a:chOff x="2751800" y="5578600"/>
            <a:chExt cx="402840" cy="31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63E08F84-DB14-22F7-784A-EA1BA5AD40F3}"/>
                    </a:ext>
                  </a:extLst>
                </p14:cNvPr>
                <p14:cNvContentPartPr/>
                <p14:nvPr/>
              </p14:nvContentPartPr>
              <p14:xfrm>
                <a:off x="2751800" y="5578600"/>
                <a:ext cx="209880" cy="3178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63E08F84-DB14-22F7-784A-EA1BA5AD40F3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2741000" y="5567800"/>
                  <a:ext cx="2311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15F8FC41-F51C-8DFF-20D2-12C909EE5664}"/>
                    </a:ext>
                  </a:extLst>
                </p14:cNvPr>
                <p14:cNvContentPartPr/>
                <p14:nvPr/>
              </p14:nvContentPartPr>
              <p14:xfrm>
                <a:off x="2967440" y="5654560"/>
                <a:ext cx="187200" cy="1785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15F8FC41-F51C-8DFF-20D2-12C909EE5664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2957000" y="5644120"/>
                  <a:ext cx="208440" cy="19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9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E48FA6CC-1153-854A-0BF1-995F0797DEBA}"/>
                  </a:ext>
                </a:extLst>
              </p14:cNvPr>
              <p14:cNvContentPartPr/>
              <p14:nvPr/>
            </p14:nvContentPartPr>
            <p14:xfrm>
              <a:off x="389480" y="5605960"/>
              <a:ext cx="219960" cy="31248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E48FA6CC-1153-854A-0BF1-995F0797DEBA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379040" y="5595520"/>
                <a:ext cx="241200" cy="33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7" name="Group 356">
            <a:extLst>
              <a:ext uri="{FF2B5EF4-FFF2-40B4-BE49-F238E27FC236}">
                <a16:creationId xmlns:a16="http://schemas.microsoft.com/office/drawing/2014/main" id="{F459E298-2148-3A73-5BD8-A12A8B9EF990}"/>
              </a:ext>
            </a:extLst>
          </p:cNvPr>
          <p:cNvGrpSpPr/>
          <p:nvPr/>
        </p:nvGrpSpPr>
        <p:grpSpPr>
          <a:xfrm>
            <a:off x="1340240" y="5617480"/>
            <a:ext cx="225000" cy="284040"/>
            <a:chOff x="1340240" y="5617480"/>
            <a:chExt cx="22500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945A6A1B-3D2E-9309-88B3-4090E2ABD0D5}"/>
                    </a:ext>
                  </a:extLst>
                </p14:cNvPr>
                <p14:cNvContentPartPr/>
                <p14:nvPr/>
              </p14:nvContentPartPr>
              <p14:xfrm>
                <a:off x="1340240" y="5617480"/>
                <a:ext cx="143280" cy="2840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945A6A1B-3D2E-9309-88B3-4090E2ABD0D5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329800" y="5606680"/>
                  <a:ext cx="1645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919BE17D-6305-5945-8AEE-2BBAD153FC28}"/>
                    </a:ext>
                  </a:extLst>
                </p14:cNvPr>
                <p14:cNvContentPartPr/>
                <p14:nvPr/>
              </p14:nvContentPartPr>
              <p14:xfrm>
                <a:off x="1359320" y="5779840"/>
                <a:ext cx="205920" cy="471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919BE17D-6305-5945-8AEE-2BBAD153FC28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348520" y="5769400"/>
                  <a:ext cx="227160" cy="6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5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134D6CC7-0F3B-F26E-CB12-AA74BEB13C2B}"/>
                  </a:ext>
                </a:extLst>
              </p14:cNvPr>
              <p14:cNvContentPartPr/>
              <p14:nvPr/>
            </p14:nvContentPartPr>
            <p14:xfrm>
              <a:off x="613040" y="5191600"/>
              <a:ext cx="280800" cy="272520"/>
            </p14:xfrm>
          </p:contentPart>
        </mc:Choice>
        <mc:Fallback xmlns=""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134D6CC7-0F3B-F26E-CB12-AA74BEB13C2B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602240" y="5181160"/>
                <a:ext cx="30204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7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5D0A8D04-6A17-0F15-621A-B01748455497}"/>
                  </a:ext>
                </a:extLst>
              </p14:cNvPr>
              <p14:cNvContentPartPr/>
              <p14:nvPr/>
            </p14:nvContentPartPr>
            <p14:xfrm>
              <a:off x="1266440" y="5223640"/>
              <a:ext cx="155160" cy="23436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5D0A8D04-6A17-0F15-621A-B01748455497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1256000" y="5212840"/>
                <a:ext cx="17640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9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BBC49354-E218-6403-8ACF-EC1E45B12107}"/>
                  </a:ext>
                </a:extLst>
              </p14:cNvPr>
              <p14:cNvContentPartPr/>
              <p14:nvPr/>
            </p14:nvContentPartPr>
            <p14:xfrm>
              <a:off x="1424120" y="4630720"/>
              <a:ext cx="216000" cy="20124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BBC49354-E218-6403-8ACF-EC1E45B12107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1413320" y="4620280"/>
                <a:ext cx="2372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1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A2B96DA3-9A50-1E6A-B226-2273D8CEBEA9}"/>
                  </a:ext>
                </a:extLst>
              </p14:cNvPr>
              <p14:cNvContentPartPr/>
              <p14:nvPr/>
            </p14:nvContentPartPr>
            <p14:xfrm>
              <a:off x="2056280" y="4636480"/>
              <a:ext cx="150120" cy="13752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A2B96DA3-9A50-1E6A-B226-2273D8CEBEA9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2045480" y="4625680"/>
                <a:ext cx="1713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3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84F08CC4-40EE-0CAB-7419-BE8DD8012155}"/>
                  </a:ext>
                </a:extLst>
              </p14:cNvPr>
              <p14:cNvContentPartPr/>
              <p14:nvPr/>
            </p14:nvContentPartPr>
            <p14:xfrm>
              <a:off x="2593040" y="5254600"/>
              <a:ext cx="282240" cy="26460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84F08CC4-40EE-0CAB-7419-BE8DD8012155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2582240" y="5243800"/>
                <a:ext cx="303480" cy="28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2" name="Group 361">
            <a:extLst>
              <a:ext uri="{FF2B5EF4-FFF2-40B4-BE49-F238E27FC236}">
                <a16:creationId xmlns:a16="http://schemas.microsoft.com/office/drawing/2014/main" id="{D1067ED7-A01B-7139-BA4C-F7E50DB90258}"/>
              </a:ext>
            </a:extLst>
          </p:cNvPr>
          <p:cNvGrpSpPr/>
          <p:nvPr/>
        </p:nvGrpSpPr>
        <p:grpSpPr>
          <a:xfrm>
            <a:off x="1583960" y="4012600"/>
            <a:ext cx="2506680" cy="651600"/>
            <a:chOff x="1583960" y="4012600"/>
            <a:chExt cx="2506680" cy="65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EA9C9C17-9730-85CE-0C30-B4CFEA06A242}"/>
                    </a:ext>
                  </a:extLst>
                </p14:cNvPr>
                <p14:cNvContentPartPr/>
                <p14:nvPr/>
              </p14:nvContentPartPr>
              <p14:xfrm>
                <a:off x="1583960" y="4012600"/>
                <a:ext cx="673200" cy="65160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EA9C9C17-9730-85CE-0C30-B4CFEA06A242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573520" y="4002160"/>
                  <a:ext cx="694440" cy="67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DF204C3B-17FC-40C8-672C-CDD4A10E3E53}"/>
                    </a:ext>
                  </a:extLst>
                </p14:cNvPr>
                <p14:cNvContentPartPr/>
                <p14:nvPr/>
              </p14:nvContentPartPr>
              <p14:xfrm>
                <a:off x="2344280" y="4264600"/>
                <a:ext cx="1746360" cy="3585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DF204C3B-17FC-40C8-672C-CDD4A10E3E53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2333480" y="4253800"/>
                  <a:ext cx="1767600" cy="37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6D9DDD30-9901-0313-1ECF-2E6FD526DC7B}"/>
              </a:ext>
            </a:extLst>
          </p:cNvPr>
          <p:cNvGrpSpPr/>
          <p:nvPr/>
        </p:nvGrpSpPr>
        <p:grpSpPr>
          <a:xfrm>
            <a:off x="4474760" y="4129240"/>
            <a:ext cx="1619640" cy="439920"/>
            <a:chOff x="4474760" y="4129240"/>
            <a:chExt cx="1619640" cy="43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8CA75C53-9376-5313-D5E3-A3F4E8E2B4CD}"/>
                    </a:ext>
                  </a:extLst>
                </p14:cNvPr>
                <p14:cNvContentPartPr/>
                <p14:nvPr/>
              </p14:nvContentPartPr>
              <p14:xfrm>
                <a:off x="4474760" y="4198000"/>
                <a:ext cx="193680" cy="2833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8CA75C53-9376-5313-D5E3-A3F4E8E2B4CD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4464320" y="4187560"/>
                  <a:ext cx="2149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AA6C56BD-F313-0A6D-B2C8-C003A1EF71E9}"/>
                    </a:ext>
                  </a:extLst>
                </p14:cNvPr>
                <p14:cNvContentPartPr/>
                <p14:nvPr/>
              </p14:nvContentPartPr>
              <p14:xfrm>
                <a:off x="4745840" y="4327240"/>
                <a:ext cx="136440" cy="11988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AA6C56BD-F313-0A6D-B2C8-C003A1EF71E9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4735040" y="4316800"/>
                  <a:ext cx="1576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FAD3CC75-2E1C-4132-AA15-C64E0B44B706}"/>
                    </a:ext>
                  </a:extLst>
                </p14:cNvPr>
                <p14:cNvContentPartPr/>
                <p14:nvPr/>
              </p14:nvContentPartPr>
              <p14:xfrm>
                <a:off x="4951040" y="4288360"/>
                <a:ext cx="73080" cy="15192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FAD3CC75-2E1C-4132-AA15-C64E0B44B706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4940600" y="4277920"/>
                  <a:ext cx="943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F6FACC07-ECB9-5CE7-F857-3AD99E68C565}"/>
                    </a:ext>
                  </a:extLst>
                </p14:cNvPr>
                <p14:cNvContentPartPr/>
                <p14:nvPr/>
              </p14:nvContentPartPr>
              <p14:xfrm>
                <a:off x="5094680" y="4276480"/>
                <a:ext cx="100800" cy="15012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F6FACC07-ECB9-5CE7-F857-3AD99E68C565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5084240" y="4266040"/>
                  <a:ext cx="1220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79134E18-31C4-B198-CE4A-F05DA6BAA980}"/>
                    </a:ext>
                  </a:extLst>
                </p14:cNvPr>
                <p14:cNvContentPartPr/>
                <p14:nvPr/>
              </p14:nvContentPartPr>
              <p14:xfrm>
                <a:off x="5241920" y="4284760"/>
                <a:ext cx="25920" cy="1101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79134E18-31C4-B198-CE4A-F05DA6BAA980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5231480" y="4273960"/>
                  <a:ext cx="471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DEFC7B1F-4C58-98D7-3A25-91BB8781F845}"/>
                    </a:ext>
                  </a:extLst>
                </p14:cNvPr>
                <p14:cNvContentPartPr/>
                <p14:nvPr/>
              </p14:nvContentPartPr>
              <p14:xfrm>
                <a:off x="5241920" y="4249120"/>
                <a:ext cx="140040" cy="32004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DEFC7B1F-4C58-98D7-3A25-91BB8781F845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5231480" y="4238680"/>
                  <a:ext cx="1612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CB7D62E6-0466-CC0D-411E-3A726181F0FE}"/>
                    </a:ext>
                  </a:extLst>
                </p14:cNvPr>
                <p14:cNvContentPartPr/>
                <p14:nvPr/>
              </p14:nvContentPartPr>
              <p14:xfrm>
                <a:off x="5442440" y="4167040"/>
                <a:ext cx="53640" cy="29736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CB7D62E6-0466-CC0D-411E-3A726181F0FE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5432000" y="4156240"/>
                  <a:ext cx="748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2031DE0B-FAAB-4D49-DB4B-CC5F1985CE03}"/>
                    </a:ext>
                  </a:extLst>
                </p14:cNvPr>
                <p14:cNvContentPartPr/>
                <p14:nvPr/>
              </p14:nvContentPartPr>
              <p14:xfrm>
                <a:off x="5446400" y="4336960"/>
                <a:ext cx="108360" cy="198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2031DE0B-FAAB-4D49-DB4B-CC5F1985CE03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435600" y="4326520"/>
                  <a:ext cx="1296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D30BD417-E92F-532E-4696-83C114FF5976}"/>
                    </a:ext>
                  </a:extLst>
                </p14:cNvPr>
                <p14:cNvContentPartPr/>
                <p14:nvPr/>
              </p14:nvContentPartPr>
              <p14:xfrm>
                <a:off x="5552960" y="4129240"/>
                <a:ext cx="75240" cy="30888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D30BD417-E92F-532E-4696-83C114FF5976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5542160" y="4118800"/>
                  <a:ext cx="964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6A50B421-9A8C-D333-E1E8-BDFCFE2BC03D}"/>
                    </a:ext>
                  </a:extLst>
                </p14:cNvPr>
                <p14:cNvContentPartPr/>
                <p14:nvPr/>
              </p14:nvContentPartPr>
              <p14:xfrm>
                <a:off x="5720360" y="4291600"/>
                <a:ext cx="32040" cy="1432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6A50B421-9A8C-D333-E1E8-BDFCFE2BC03D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5709920" y="4280800"/>
                  <a:ext cx="532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C151235E-5F4B-30E7-7E45-7E878C72FD1C}"/>
                    </a:ext>
                  </a:extLst>
                </p14:cNvPr>
                <p14:cNvContentPartPr/>
                <p14:nvPr/>
              </p14:nvContentPartPr>
              <p14:xfrm>
                <a:off x="5691200" y="4219600"/>
                <a:ext cx="360" cy="3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C151235E-5F4B-30E7-7E45-7E878C72FD1C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5680760" y="42088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58B03391-E4D5-06F0-D6FE-EC66F662A3F1}"/>
                    </a:ext>
                  </a:extLst>
                </p14:cNvPr>
                <p14:cNvContentPartPr/>
                <p14:nvPr/>
              </p14:nvContentPartPr>
              <p14:xfrm>
                <a:off x="5848520" y="4261720"/>
                <a:ext cx="91800" cy="1717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58B03391-E4D5-06F0-D6FE-EC66F662A3F1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5838080" y="4251280"/>
                  <a:ext cx="1130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9B488705-39AF-29C6-5DE4-54C4AB063060}"/>
                    </a:ext>
                  </a:extLst>
                </p14:cNvPr>
                <p14:cNvContentPartPr/>
                <p14:nvPr/>
              </p14:nvContentPartPr>
              <p14:xfrm>
                <a:off x="5964800" y="4225360"/>
                <a:ext cx="129600" cy="27108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9B488705-39AF-29C6-5DE4-54C4AB063060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5954360" y="4214560"/>
                  <a:ext cx="150840" cy="29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5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2D39176E-1EDE-9B97-1ADB-4794FDB34130}"/>
                  </a:ext>
                </a:extLst>
              </p14:cNvPr>
              <p14:cNvContentPartPr/>
              <p14:nvPr/>
            </p14:nvContentPartPr>
            <p14:xfrm>
              <a:off x="6352520" y="4237240"/>
              <a:ext cx="292320" cy="156240"/>
            </p14:xfrm>
          </p:contentPart>
        </mc:Choice>
        <mc:Fallback xmlns=""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2D39176E-1EDE-9B97-1ADB-4794FDB34130}"/>
                  </a:ext>
                </a:extLst>
              </p:cNvPr>
              <p:cNvPicPr/>
              <p:nvPr/>
            </p:nvPicPr>
            <p:blipFill>
              <a:blip r:embed="rId496"/>
              <a:stretch>
                <a:fillRect/>
              </a:stretch>
            </p:blipFill>
            <p:spPr>
              <a:xfrm>
                <a:off x="6342080" y="4226800"/>
                <a:ext cx="313560" cy="17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5" name="Group 394">
            <a:extLst>
              <a:ext uri="{FF2B5EF4-FFF2-40B4-BE49-F238E27FC236}">
                <a16:creationId xmlns:a16="http://schemas.microsoft.com/office/drawing/2014/main" id="{3E857FBA-9543-792C-77BB-1AF2607F3FC3}"/>
              </a:ext>
            </a:extLst>
          </p:cNvPr>
          <p:cNvGrpSpPr/>
          <p:nvPr/>
        </p:nvGrpSpPr>
        <p:grpSpPr>
          <a:xfrm>
            <a:off x="6888200" y="4137160"/>
            <a:ext cx="366840" cy="299520"/>
            <a:chOff x="6888200" y="4137160"/>
            <a:chExt cx="366840" cy="2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0F90419F-9100-D2BA-96C6-FE601656FD2B}"/>
                    </a:ext>
                  </a:extLst>
                </p14:cNvPr>
                <p14:cNvContentPartPr/>
                <p14:nvPr/>
              </p14:nvContentPartPr>
              <p14:xfrm>
                <a:off x="6967040" y="4137160"/>
                <a:ext cx="14400" cy="29952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0F90419F-9100-D2BA-96C6-FE601656FD2B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6956240" y="4126720"/>
                  <a:ext cx="356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18ECA004-00C7-3C4C-4314-411765A33104}"/>
                    </a:ext>
                  </a:extLst>
                </p14:cNvPr>
                <p14:cNvContentPartPr/>
                <p14:nvPr/>
              </p14:nvContentPartPr>
              <p14:xfrm>
                <a:off x="6888200" y="4311040"/>
                <a:ext cx="156600" cy="2772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18ECA004-00C7-3C4C-4314-411765A33104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6877760" y="4300240"/>
                  <a:ext cx="177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E8EC0EB2-2B55-E248-2DF0-3921856A315C}"/>
                    </a:ext>
                  </a:extLst>
                </p14:cNvPr>
                <p14:cNvContentPartPr/>
                <p14:nvPr/>
              </p14:nvContentPartPr>
              <p14:xfrm>
                <a:off x="7058120" y="4139680"/>
                <a:ext cx="111960" cy="25164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E8EC0EB2-2B55-E248-2DF0-3921856A315C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7047680" y="4128880"/>
                  <a:ext cx="133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73660233-78F6-C5B0-4A64-8FAC83714A5E}"/>
                    </a:ext>
                  </a:extLst>
                </p14:cNvPr>
                <p14:cNvContentPartPr/>
                <p14:nvPr/>
              </p14:nvContentPartPr>
              <p14:xfrm>
                <a:off x="7219400" y="4220680"/>
                <a:ext cx="35640" cy="16380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73660233-78F6-C5B0-4A64-8FAC83714A5E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7208960" y="4209880"/>
                  <a:ext cx="5688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E9EE3C29-DBBE-317A-8E7E-B8F3DC06C3A7}"/>
              </a:ext>
            </a:extLst>
          </p:cNvPr>
          <p:cNvGrpSpPr/>
          <p:nvPr/>
        </p:nvGrpSpPr>
        <p:grpSpPr>
          <a:xfrm>
            <a:off x="7464560" y="4028440"/>
            <a:ext cx="577800" cy="430560"/>
            <a:chOff x="7464560" y="4028440"/>
            <a:chExt cx="577800" cy="4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2163F8E5-DFBA-0C81-B9CE-3EF9C3172591}"/>
                    </a:ext>
                  </a:extLst>
                </p14:cNvPr>
                <p14:cNvContentPartPr/>
                <p14:nvPr/>
              </p14:nvContentPartPr>
              <p14:xfrm>
                <a:off x="7464560" y="4069840"/>
                <a:ext cx="81720" cy="3333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2163F8E5-DFBA-0C81-B9CE-3EF9C3172591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7453760" y="4059040"/>
                  <a:ext cx="1029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FD02D97B-3C47-D65A-2367-FC195C4206FC}"/>
                    </a:ext>
                  </a:extLst>
                </p14:cNvPr>
                <p14:cNvContentPartPr/>
                <p14:nvPr/>
              </p14:nvContentPartPr>
              <p14:xfrm>
                <a:off x="7629440" y="4208080"/>
                <a:ext cx="62640" cy="12168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FD02D97B-3C47-D65A-2367-FC195C4206FC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7619000" y="4197280"/>
                  <a:ext cx="838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6806DB91-916D-9DE3-9415-85CDE66D9DF1}"/>
                    </a:ext>
                  </a:extLst>
                </p14:cNvPr>
                <p14:cNvContentPartPr/>
                <p14:nvPr/>
              </p14:nvContentPartPr>
              <p14:xfrm>
                <a:off x="7850480" y="4153360"/>
                <a:ext cx="360" cy="36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6806DB91-916D-9DE3-9415-85CDE66D9DF1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7839680" y="41425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C6A2126E-65E0-F3DE-D5B1-E5ADBB05C41D}"/>
                    </a:ext>
                  </a:extLst>
                </p14:cNvPr>
                <p14:cNvContentPartPr/>
                <p14:nvPr/>
              </p14:nvContentPartPr>
              <p14:xfrm>
                <a:off x="7738880" y="4028440"/>
                <a:ext cx="111960" cy="12528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C6A2126E-65E0-F3DE-D5B1-E5ADBB05C41D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728440" y="4018000"/>
                  <a:ext cx="1332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FBADE7F1-5733-F0B3-7658-C85D82B7AA06}"/>
                    </a:ext>
                  </a:extLst>
                </p14:cNvPr>
                <p14:cNvContentPartPr/>
                <p14:nvPr/>
              </p14:nvContentPartPr>
              <p14:xfrm>
                <a:off x="7741040" y="4078840"/>
                <a:ext cx="90360" cy="38016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FBADE7F1-5733-F0B3-7658-C85D82B7AA06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7730600" y="4068400"/>
                  <a:ext cx="11160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0DF44CFC-C993-228E-620F-495EF3F58B38}"/>
                    </a:ext>
                  </a:extLst>
                </p14:cNvPr>
                <p14:cNvContentPartPr/>
                <p14:nvPr/>
              </p14:nvContentPartPr>
              <p14:xfrm>
                <a:off x="7749680" y="4309600"/>
                <a:ext cx="146520" cy="918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0DF44CFC-C993-228E-620F-495EF3F58B38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739240" y="4299160"/>
                  <a:ext cx="1677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E76D6475-22EE-EB33-6A61-D7D07A291E94}"/>
                    </a:ext>
                  </a:extLst>
                </p14:cNvPr>
                <p14:cNvContentPartPr/>
                <p14:nvPr/>
              </p14:nvContentPartPr>
              <p14:xfrm>
                <a:off x="7931480" y="4065160"/>
                <a:ext cx="56160" cy="27684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E76D6475-22EE-EB33-6A61-D7D07A291E94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7921040" y="4054720"/>
                  <a:ext cx="774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8902AE30-F715-305A-F7EF-566650D05C52}"/>
                    </a:ext>
                  </a:extLst>
                </p14:cNvPr>
                <p14:cNvContentPartPr/>
                <p14:nvPr/>
              </p14:nvContentPartPr>
              <p14:xfrm>
                <a:off x="7913840" y="4216000"/>
                <a:ext cx="128520" cy="1764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8902AE30-F715-305A-F7EF-566650D05C52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903040" y="4205560"/>
                  <a:ext cx="14976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22D91D7C-5530-01BF-1737-FA3AE00E53C7}"/>
              </a:ext>
            </a:extLst>
          </p:cNvPr>
          <p:cNvGrpSpPr/>
          <p:nvPr/>
        </p:nvGrpSpPr>
        <p:grpSpPr>
          <a:xfrm>
            <a:off x="8352320" y="4099720"/>
            <a:ext cx="761760" cy="229680"/>
            <a:chOff x="8352320" y="4099720"/>
            <a:chExt cx="76176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96410C60-B229-1F70-B375-8FE2D929A5C8}"/>
                    </a:ext>
                  </a:extLst>
                </p14:cNvPr>
                <p14:cNvContentPartPr/>
                <p14:nvPr/>
              </p14:nvContentPartPr>
              <p14:xfrm>
                <a:off x="8352320" y="4124560"/>
                <a:ext cx="290160" cy="20484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96410C60-B229-1F70-B375-8FE2D929A5C8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8341880" y="4114120"/>
                  <a:ext cx="3114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386CBE5-CA42-E124-0F12-29C7EFD1E521}"/>
                    </a:ext>
                  </a:extLst>
                </p14:cNvPr>
                <p14:cNvContentPartPr/>
                <p14:nvPr/>
              </p14:nvContentPartPr>
              <p14:xfrm>
                <a:off x="8773160" y="4099720"/>
                <a:ext cx="61200" cy="2095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386CBE5-CA42-E124-0F12-29C7EFD1E521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8762360" y="4088920"/>
                  <a:ext cx="824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CE8F90CF-7937-0BF3-D4CA-A5E32CF80968}"/>
                    </a:ext>
                  </a:extLst>
                </p14:cNvPr>
                <p14:cNvContentPartPr/>
                <p14:nvPr/>
              </p14:nvContentPartPr>
              <p14:xfrm>
                <a:off x="8957480" y="4154440"/>
                <a:ext cx="156600" cy="1303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CE8F90CF-7937-0BF3-D4CA-A5E32CF80968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8946680" y="4144000"/>
                  <a:ext cx="17784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5" name="Group 434">
            <a:extLst>
              <a:ext uri="{FF2B5EF4-FFF2-40B4-BE49-F238E27FC236}">
                <a16:creationId xmlns:a16="http://schemas.microsoft.com/office/drawing/2014/main" id="{16EB13BC-2D71-C049-C3EA-114626462C91}"/>
              </a:ext>
            </a:extLst>
          </p:cNvPr>
          <p:cNvGrpSpPr/>
          <p:nvPr/>
        </p:nvGrpSpPr>
        <p:grpSpPr>
          <a:xfrm>
            <a:off x="4472960" y="4690120"/>
            <a:ext cx="1709640" cy="326520"/>
            <a:chOff x="4472960" y="4690120"/>
            <a:chExt cx="170964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A0EE8318-907F-635F-7558-D0BF244C70ED}"/>
                    </a:ext>
                  </a:extLst>
                </p14:cNvPr>
                <p14:cNvContentPartPr/>
                <p14:nvPr/>
              </p14:nvContentPartPr>
              <p14:xfrm>
                <a:off x="4472960" y="4715320"/>
                <a:ext cx="218520" cy="27252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A0EE8318-907F-635F-7558-D0BF244C70ED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462160" y="4704520"/>
                  <a:ext cx="2397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6C383289-02D3-7113-767E-64C95BC497AF}"/>
                    </a:ext>
                  </a:extLst>
                </p14:cNvPr>
                <p14:cNvContentPartPr/>
                <p14:nvPr/>
              </p14:nvContentPartPr>
              <p14:xfrm>
                <a:off x="4695080" y="4848880"/>
                <a:ext cx="80280" cy="15012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6C383289-02D3-7113-767E-64C95BC497AF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4684280" y="4838440"/>
                  <a:ext cx="1015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495C3FC6-79F4-665C-55B2-FF6F770FF20A}"/>
                    </a:ext>
                  </a:extLst>
                </p14:cNvPr>
                <p14:cNvContentPartPr/>
                <p14:nvPr/>
              </p14:nvContentPartPr>
              <p14:xfrm>
                <a:off x="4861040" y="4842760"/>
                <a:ext cx="56160" cy="15732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495C3FC6-79F4-665C-55B2-FF6F770FF20A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850600" y="4831960"/>
                  <a:ext cx="774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B9A34B7D-0F84-4AC6-575F-92E394C7065D}"/>
                    </a:ext>
                  </a:extLst>
                </p14:cNvPr>
                <p14:cNvContentPartPr/>
                <p14:nvPr/>
              </p14:nvContentPartPr>
              <p14:xfrm>
                <a:off x="5027360" y="4852120"/>
                <a:ext cx="47520" cy="1191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B9A34B7D-0F84-4AC6-575F-92E394C7065D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5016920" y="4841680"/>
                  <a:ext cx="687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F9CBCA2F-BD33-8781-F4F4-BF49AA2948B9}"/>
                    </a:ext>
                  </a:extLst>
                </p14:cNvPr>
                <p14:cNvContentPartPr/>
                <p14:nvPr/>
              </p14:nvContentPartPr>
              <p14:xfrm>
                <a:off x="5193680" y="4831960"/>
                <a:ext cx="103320" cy="18468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F9CBCA2F-BD33-8781-F4F4-BF49AA2948B9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182880" y="4821160"/>
                  <a:ext cx="1245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6A8AEBF2-5ACE-55F9-0102-E60DBD9EA5F7}"/>
                    </a:ext>
                  </a:extLst>
                </p14:cNvPr>
                <p14:cNvContentPartPr/>
                <p14:nvPr/>
              </p14:nvContentPartPr>
              <p14:xfrm>
                <a:off x="5432360" y="4690120"/>
                <a:ext cx="289800" cy="2642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6A8AEBF2-5ACE-55F9-0102-E60DBD9EA5F7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421560" y="4679680"/>
                  <a:ext cx="3110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ADF2B3CA-6EEC-EAC5-2EC6-3CEB40B010FC}"/>
                    </a:ext>
                  </a:extLst>
                </p14:cNvPr>
                <p14:cNvContentPartPr/>
                <p14:nvPr/>
              </p14:nvContentPartPr>
              <p14:xfrm>
                <a:off x="5797760" y="4821520"/>
                <a:ext cx="9360" cy="1270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ADF2B3CA-6EEC-EAC5-2EC6-3CEB40B010FC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787320" y="4810720"/>
                  <a:ext cx="306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7463D27F-27F9-15EB-8599-7A78B5CBC32E}"/>
                    </a:ext>
                  </a:extLst>
                </p14:cNvPr>
                <p14:cNvContentPartPr/>
                <p14:nvPr/>
              </p14:nvContentPartPr>
              <p14:xfrm>
                <a:off x="5784080" y="4729000"/>
                <a:ext cx="360" cy="36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7463D27F-27F9-15EB-8599-7A78B5CBC32E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5773280" y="47182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F6352A6E-E8A1-4AF6-A97C-A86E15FE72E2}"/>
                    </a:ext>
                  </a:extLst>
                </p14:cNvPr>
                <p14:cNvContentPartPr/>
                <p14:nvPr/>
              </p14:nvContentPartPr>
              <p14:xfrm>
                <a:off x="5839880" y="4777240"/>
                <a:ext cx="136080" cy="17856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F6352A6E-E8A1-4AF6-A97C-A86E15FE72E2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5829080" y="4766440"/>
                  <a:ext cx="1573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97C6CA02-95A4-41B5-D2BF-ED44D946E928}"/>
                    </a:ext>
                  </a:extLst>
                </p14:cNvPr>
                <p14:cNvContentPartPr/>
                <p14:nvPr/>
              </p14:nvContentPartPr>
              <p14:xfrm>
                <a:off x="6038960" y="4779040"/>
                <a:ext cx="143640" cy="1828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97C6CA02-95A4-41B5-D2BF-ED44D946E928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6028520" y="4768600"/>
                  <a:ext cx="164880" cy="20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5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6AE49183-7C6F-9300-0AF9-D747630A026B}"/>
                  </a:ext>
                </a:extLst>
              </p14:cNvPr>
              <p14:cNvContentPartPr/>
              <p14:nvPr/>
            </p14:nvContentPartPr>
            <p14:xfrm>
              <a:off x="6368720" y="4780840"/>
              <a:ext cx="263520" cy="144720"/>
            </p14:xfrm>
          </p:contentPart>
        </mc:Choice>
        <mc:Fallback xmlns=""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6AE49183-7C6F-9300-0AF9-D747630A026B}"/>
                  </a:ext>
                </a:extLst>
              </p:cNvPr>
              <p:cNvPicPr/>
              <p:nvPr/>
            </p:nvPicPr>
            <p:blipFill>
              <a:blip r:embed="rId546"/>
              <a:stretch>
                <a:fillRect/>
              </a:stretch>
            </p:blipFill>
            <p:spPr>
              <a:xfrm>
                <a:off x="6358280" y="4770400"/>
                <a:ext cx="284760" cy="16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3" name="Group 432">
            <a:extLst>
              <a:ext uri="{FF2B5EF4-FFF2-40B4-BE49-F238E27FC236}">
                <a16:creationId xmlns:a16="http://schemas.microsoft.com/office/drawing/2014/main" id="{934F0F35-1BCF-4EFF-5380-05CBECA92E0D}"/>
              </a:ext>
            </a:extLst>
          </p:cNvPr>
          <p:cNvGrpSpPr/>
          <p:nvPr/>
        </p:nvGrpSpPr>
        <p:grpSpPr>
          <a:xfrm>
            <a:off x="6962000" y="4651240"/>
            <a:ext cx="411480" cy="260280"/>
            <a:chOff x="6962000" y="4651240"/>
            <a:chExt cx="411480" cy="26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E4BA76C1-F30C-2890-161F-FEC9E2CD1315}"/>
                    </a:ext>
                  </a:extLst>
                </p14:cNvPr>
                <p14:cNvContentPartPr/>
                <p14:nvPr/>
              </p14:nvContentPartPr>
              <p14:xfrm>
                <a:off x="7019960" y="4705960"/>
                <a:ext cx="91440" cy="20556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E4BA76C1-F30C-2890-161F-FEC9E2CD1315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7009520" y="4695520"/>
                  <a:ext cx="1126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D037035B-1DA3-6C6C-F65F-566976F110C3}"/>
                    </a:ext>
                  </a:extLst>
                </p14:cNvPr>
                <p14:cNvContentPartPr/>
                <p14:nvPr/>
              </p14:nvContentPartPr>
              <p14:xfrm>
                <a:off x="6962000" y="4783720"/>
                <a:ext cx="122040" cy="5544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D037035B-1DA3-6C6C-F65F-566976F110C3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6951200" y="4773280"/>
                  <a:ext cx="1432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EE02004E-3280-6694-8596-562F684846EB}"/>
                    </a:ext>
                  </a:extLst>
                </p14:cNvPr>
                <p14:cNvContentPartPr/>
                <p14:nvPr/>
              </p14:nvContentPartPr>
              <p14:xfrm>
                <a:off x="7181960" y="4651240"/>
                <a:ext cx="90000" cy="25956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EE02004E-3280-6694-8596-562F684846EB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7171520" y="4640800"/>
                  <a:ext cx="1112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49568E19-7E4C-2180-0B9F-AA23CCEFD2C4}"/>
                    </a:ext>
                  </a:extLst>
                </p14:cNvPr>
                <p14:cNvContentPartPr/>
                <p14:nvPr/>
              </p14:nvContentPartPr>
              <p14:xfrm>
                <a:off x="7307600" y="4744840"/>
                <a:ext cx="65880" cy="15480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49568E19-7E4C-2180-0B9F-AA23CCEFD2C4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7297160" y="4734400"/>
                  <a:ext cx="8712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7DA84173-6A59-0B5C-8918-E7ADA7695037}"/>
              </a:ext>
            </a:extLst>
          </p:cNvPr>
          <p:cNvGrpSpPr/>
          <p:nvPr/>
        </p:nvGrpSpPr>
        <p:grpSpPr>
          <a:xfrm>
            <a:off x="7616840" y="4567720"/>
            <a:ext cx="843120" cy="316800"/>
            <a:chOff x="7616840" y="4567720"/>
            <a:chExt cx="84312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8C60E955-4F2A-326F-2B13-C57E60D61827}"/>
                    </a:ext>
                  </a:extLst>
                </p14:cNvPr>
                <p14:cNvContentPartPr/>
                <p14:nvPr/>
              </p14:nvContentPartPr>
              <p14:xfrm>
                <a:off x="7616840" y="4753120"/>
                <a:ext cx="140040" cy="12564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8C60E955-4F2A-326F-2B13-C57E60D61827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7606040" y="4742320"/>
                  <a:ext cx="1612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40069362-FF26-778C-8863-D283FBB68292}"/>
                    </a:ext>
                  </a:extLst>
                </p14:cNvPr>
                <p14:cNvContentPartPr/>
                <p14:nvPr/>
              </p14:nvContentPartPr>
              <p14:xfrm>
                <a:off x="7818440" y="4754200"/>
                <a:ext cx="15480" cy="10440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40069362-FF26-778C-8863-D283FBB68292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7808000" y="4743400"/>
                  <a:ext cx="367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F829FBD6-3BCA-804E-757D-936B4E2EEF98}"/>
                    </a:ext>
                  </a:extLst>
                </p14:cNvPr>
                <p14:cNvContentPartPr/>
                <p14:nvPr/>
              </p14:nvContentPartPr>
              <p14:xfrm>
                <a:off x="7819880" y="4669600"/>
                <a:ext cx="34560" cy="1296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F829FBD6-3BCA-804E-757D-936B4E2EEF98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7809080" y="4658800"/>
                  <a:ext cx="55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3B81EAA-AF4D-C79B-A468-D0C0E09A38E9}"/>
                    </a:ext>
                  </a:extLst>
                </p14:cNvPr>
                <p14:cNvContentPartPr/>
                <p14:nvPr/>
              </p14:nvContentPartPr>
              <p14:xfrm>
                <a:off x="7918880" y="4672840"/>
                <a:ext cx="118080" cy="21168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3B81EAA-AF4D-C79B-A468-D0C0E09A38E9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7908080" y="4662400"/>
                  <a:ext cx="1393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46FE471D-1007-B0D2-95F4-55C0CD1207BE}"/>
                    </a:ext>
                  </a:extLst>
                </p14:cNvPr>
                <p14:cNvContentPartPr/>
                <p14:nvPr/>
              </p14:nvContentPartPr>
              <p14:xfrm>
                <a:off x="8063600" y="4620280"/>
                <a:ext cx="156600" cy="2242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46FE471D-1007-B0D2-95F4-55C0CD1207BE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8052800" y="4609840"/>
                  <a:ext cx="1778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5481DCF4-374F-3B2A-1048-C98E949C4502}"/>
                    </a:ext>
                  </a:extLst>
                </p14:cNvPr>
                <p14:cNvContentPartPr/>
                <p14:nvPr/>
              </p14:nvContentPartPr>
              <p14:xfrm>
                <a:off x="8319920" y="4567720"/>
                <a:ext cx="47520" cy="23796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5481DCF4-374F-3B2A-1048-C98E949C4502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8309480" y="4557280"/>
                  <a:ext cx="687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47F51FD4-51EE-9424-15CD-53C7A4768818}"/>
                    </a:ext>
                  </a:extLst>
                </p14:cNvPr>
                <p14:cNvContentPartPr/>
                <p14:nvPr/>
              </p14:nvContentPartPr>
              <p14:xfrm>
                <a:off x="8288240" y="4711720"/>
                <a:ext cx="171720" cy="1080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47F51FD4-51EE-9424-15CD-53C7A4768818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8277440" y="4701280"/>
                  <a:ext cx="19296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9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AD55296E-A9AA-0DDF-CF39-6D4F6BE5941C}"/>
                  </a:ext>
                </a:extLst>
              </p14:cNvPr>
              <p14:cNvContentPartPr/>
              <p14:nvPr/>
            </p14:nvContentPartPr>
            <p14:xfrm>
              <a:off x="8699360" y="4685440"/>
              <a:ext cx="172080" cy="152280"/>
            </p14:xfrm>
          </p:contentPart>
        </mc:Choice>
        <mc:Fallback xmlns=""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AD55296E-A9AA-0DDF-CF39-6D4F6BE5941C}"/>
                  </a:ext>
                </a:extLst>
              </p:cNvPr>
              <p:cNvPicPr/>
              <p:nvPr/>
            </p:nvPicPr>
            <p:blipFill>
              <a:blip r:embed="rId570"/>
              <a:stretch>
                <a:fillRect/>
              </a:stretch>
            </p:blipFill>
            <p:spPr>
              <a:xfrm>
                <a:off x="8688920" y="4675000"/>
                <a:ext cx="193320" cy="17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9" name="Group 428">
            <a:extLst>
              <a:ext uri="{FF2B5EF4-FFF2-40B4-BE49-F238E27FC236}">
                <a16:creationId xmlns:a16="http://schemas.microsoft.com/office/drawing/2014/main" id="{A8EA47EF-D340-381C-D699-4DEB514D7A02}"/>
              </a:ext>
            </a:extLst>
          </p:cNvPr>
          <p:cNvGrpSpPr/>
          <p:nvPr/>
        </p:nvGrpSpPr>
        <p:grpSpPr>
          <a:xfrm>
            <a:off x="9056120" y="4639360"/>
            <a:ext cx="334800" cy="186840"/>
            <a:chOff x="9056120" y="4639360"/>
            <a:chExt cx="334800" cy="18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D26C4FF0-BCB4-A711-4ABF-152EC49D1843}"/>
                    </a:ext>
                  </a:extLst>
                </p14:cNvPr>
                <p14:cNvContentPartPr/>
                <p14:nvPr/>
              </p14:nvContentPartPr>
              <p14:xfrm>
                <a:off x="9056120" y="4639720"/>
                <a:ext cx="14400" cy="18648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D26C4FF0-BCB4-A711-4ABF-152EC49D1843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9045680" y="4629280"/>
                  <a:ext cx="356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A447DA85-D4F6-20EA-A200-5B084F15C004}"/>
                    </a:ext>
                  </a:extLst>
                </p14:cNvPr>
                <p14:cNvContentPartPr/>
                <p14:nvPr/>
              </p14:nvContentPartPr>
              <p14:xfrm>
                <a:off x="9165200" y="4639360"/>
                <a:ext cx="225720" cy="1396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A447DA85-D4F6-20EA-A200-5B084F15C004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9154760" y="4628560"/>
                  <a:ext cx="24696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C6726C02-F499-30A6-BAA2-2EE7100979EE}"/>
              </a:ext>
            </a:extLst>
          </p:cNvPr>
          <p:cNvGrpSpPr/>
          <p:nvPr/>
        </p:nvGrpSpPr>
        <p:grpSpPr>
          <a:xfrm>
            <a:off x="4372520" y="5380240"/>
            <a:ext cx="572760" cy="381600"/>
            <a:chOff x="4372520" y="5380240"/>
            <a:chExt cx="57276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E5213738-9AAD-2C0B-C513-AAB8F1596D25}"/>
                    </a:ext>
                  </a:extLst>
                </p14:cNvPr>
                <p14:cNvContentPartPr/>
                <p14:nvPr/>
              </p14:nvContentPartPr>
              <p14:xfrm>
                <a:off x="4372520" y="5380240"/>
                <a:ext cx="160200" cy="38160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E5213738-9AAD-2C0B-C513-AAB8F1596D25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4362080" y="5369800"/>
                  <a:ext cx="1814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DAAF731E-0850-2AC2-27BF-2CA616ABF16F}"/>
                    </a:ext>
                  </a:extLst>
                </p14:cNvPr>
                <p14:cNvContentPartPr/>
                <p14:nvPr/>
              </p14:nvContentPartPr>
              <p14:xfrm>
                <a:off x="4428320" y="5607400"/>
                <a:ext cx="149040" cy="1512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DAAF731E-0850-2AC2-27BF-2CA616ABF16F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4417880" y="5596960"/>
                  <a:ext cx="170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06386E66-B384-C7CA-E70A-AD8C1CD6340A}"/>
                    </a:ext>
                  </a:extLst>
                </p14:cNvPr>
                <p14:cNvContentPartPr/>
                <p14:nvPr/>
              </p14:nvContentPartPr>
              <p14:xfrm>
                <a:off x="4666280" y="5523880"/>
                <a:ext cx="77400" cy="17424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06386E66-B384-C7CA-E70A-AD8C1CD6340A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4655840" y="5513080"/>
                  <a:ext cx="986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7CF94E9D-BAA8-2E89-B7E4-9CC7923AB637}"/>
                    </a:ext>
                  </a:extLst>
                </p14:cNvPr>
                <p14:cNvContentPartPr/>
                <p14:nvPr/>
              </p14:nvContentPartPr>
              <p14:xfrm>
                <a:off x="4808840" y="5391400"/>
                <a:ext cx="136440" cy="26280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7CF94E9D-BAA8-2E89-B7E4-9CC7923AB637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4798400" y="5380960"/>
                  <a:ext cx="15768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8" name="Group 457">
            <a:extLst>
              <a:ext uri="{FF2B5EF4-FFF2-40B4-BE49-F238E27FC236}">
                <a16:creationId xmlns:a16="http://schemas.microsoft.com/office/drawing/2014/main" id="{ADC53956-B345-72FD-4B8D-79354E158810}"/>
              </a:ext>
            </a:extLst>
          </p:cNvPr>
          <p:cNvGrpSpPr/>
          <p:nvPr/>
        </p:nvGrpSpPr>
        <p:grpSpPr>
          <a:xfrm>
            <a:off x="5277560" y="5356120"/>
            <a:ext cx="451080" cy="286920"/>
            <a:chOff x="5277560" y="5356120"/>
            <a:chExt cx="451080" cy="2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59F43004-C99E-4F95-6227-F1DAE45E1E20}"/>
                    </a:ext>
                  </a:extLst>
                </p14:cNvPr>
                <p14:cNvContentPartPr/>
                <p14:nvPr/>
              </p14:nvContentPartPr>
              <p14:xfrm>
                <a:off x="5281160" y="5373400"/>
                <a:ext cx="156600" cy="26964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59F43004-C99E-4F95-6227-F1DAE45E1E20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5270720" y="5362600"/>
                  <a:ext cx="1778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EF2BE81E-8EDF-4737-656F-7C45A73D7858}"/>
                    </a:ext>
                  </a:extLst>
                </p14:cNvPr>
                <p14:cNvContentPartPr/>
                <p14:nvPr/>
              </p14:nvContentPartPr>
              <p14:xfrm>
                <a:off x="5277560" y="5505880"/>
                <a:ext cx="135000" cy="1980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EF2BE81E-8EDF-4737-656F-7C45A73D7858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5266760" y="5495080"/>
                  <a:ext cx="1562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1B2340B5-ACCD-4024-DB79-70CF65F98865}"/>
                    </a:ext>
                  </a:extLst>
                </p14:cNvPr>
                <p14:cNvContentPartPr/>
                <p14:nvPr/>
              </p14:nvContentPartPr>
              <p14:xfrm>
                <a:off x="5439920" y="5356120"/>
                <a:ext cx="180720" cy="27108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1B2340B5-ACCD-4024-DB79-70CF65F98865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5429480" y="5345680"/>
                  <a:ext cx="2019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95D8351E-A96D-568C-96FE-4148316100BE}"/>
                    </a:ext>
                  </a:extLst>
                </p14:cNvPr>
                <p14:cNvContentPartPr/>
                <p14:nvPr/>
              </p14:nvContentPartPr>
              <p14:xfrm>
                <a:off x="5642240" y="5445400"/>
                <a:ext cx="86400" cy="16344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95D8351E-A96D-568C-96FE-4148316100BE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5631800" y="5434600"/>
                  <a:ext cx="10764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F326485F-2D4C-A70D-09D3-C856486E903C}"/>
              </a:ext>
            </a:extLst>
          </p:cNvPr>
          <p:cNvGrpSpPr/>
          <p:nvPr/>
        </p:nvGrpSpPr>
        <p:grpSpPr>
          <a:xfrm>
            <a:off x="6113120" y="5416240"/>
            <a:ext cx="745200" cy="170640"/>
            <a:chOff x="6113120" y="5416240"/>
            <a:chExt cx="745200" cy="17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E053114A-E546-A7B6-2BD8-497D62E473ED}"/>
                    </a:ext>
                  </a:extLst>
                </p14:cNvPr>
                <p14:cNvContentPartPr/>
                <p14:nvPr/>
              </p14:nvContentPartPr>
              <p14:xfrm>
                <a:off x="6113120" y="5437480"/>
                <a:ext cx="95040" cy="14940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E053114A-E546-A7B6-2BD8-497D62E473ED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6102680" y="5426680"/>
                  <a:ext cx="1162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5097FE95-BD3A-90E6-A18E-566D91F980BD}"/>
                    </a:ext>
                  </a:extLst>
                </p14:cNvPr>
                <p14:cNvContentPartPr/>
                <p14:nvPr/>
              </p14:nvContentPartPr>
              <p14:xfrm>
                <a:off x="6312200" y="5420560"/>
                <a:ext cx="444240" cy="13248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5097FE95-BD3A-90E6-A18E-566D91F980BD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6301760" y="5409760"/>
                  <a:ext cx="4654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74036EB8-5F62-1444-3D8D-18C332552AEE}"/>
                    </a:ext>
                  </a:extLst>
                </p14:cNvPr>
                <p14:cNvContentPartPr/>
                <p14:nvPr/>
              </p14:nvContentPartPr>
              <p14:xfrm>
                <a:off x="6771560" y="5416240"/>
                <a:ext cx="86760" cy="12780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74036EB8-5F62-1444-3D8D-18C332552AEE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6760760" y="5405440"/>
                  <a:ext cx="10800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CA3C8896-3363-CA7D-2479-873B48D0D78A}"/>
              </a:ext>
            </a:extLst>
          </p:cNvPr>
          <p:cNvGrpSpPr/>
          <p:nvPr/>
        </p:nvGrpSpPr>
        <p:grpSpPr>
          <a:xfrm>
            <a:off x="7290680" y="5293480"/>
            <a:ext cx="496800" cy="311760"/>
            <a:chOff x="7290680" y="5293480"/>
            <a:chExt cx="496800" cy="31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31BEDDA0-3EDC-DD35-6F89-6B12A6E9E554}"/>
                    </a:ext>
                  </a:extLst>
                </p14:cNvPr>
                <p14:cNvContentPartPr/>
                <p14:nvPr/>
              </p14:nvContentPartPr>
              <p14:xfrm>
                <a:off x="7290680" y="5472760"/>
                <a:ext cx="118440" cy="13248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31BEDDA0-3EDC-DD35-6F89-6B12A6E9E554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7279880" y="5461960"/>
                  <a:ext cx="1396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B1DD5113-B0EC-ABF1-13A0-0378F7BAFDE8}"/>
                    </a:ext>
                  </a:extLst>
                </p14:cNvPr>
                <p14:cNvContentPartPr/>
                <p14:nvPr/>
              </p14:nvContentPartPr>
              <p14:xfrm>
                <a:off x="7483640" y="5450800"/>
                <a:ext cx="60120" cy="13824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B1DD5113-B0EC-ABF1-13A0-0378F7BAFDE8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7472840" y="5440360"/>
                  <a:ext cx="813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0B10C73E-0FDF-1D5D-6D13-7FAFB192F24D}"/>
                    </a:ext>
                  </a:extLst>
                </p14:cNvPr>
                <p14:cNvContentPartPr/>
                <p14:nvPr/>
              </p14:nvContentPartPr>
              <p14:xfrm>
                <a:off x="7626560" y="5293480"/>
                <a:ext cx="22320" cy="26208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0B10C73E-0FDF-1D5D-6D13-7FAFB192F24D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7615760" y="5282680"/>
                  <a:ext cx="435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A7247E44-4890-9D37-FC98-F8EBA7173B27}"/>
                    </a:ext>
                  </a:extLst>
                </p14:cNvPr>
                <p14:cNvContentPartPr/>
                <p14:nvPr/>
              </p14:nvContentPartPr>
              <p14:xfrm>
                <a:off x="7735280" y="5397880"/>
                <a:ext cx="52200" cy="11952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A7247E44-4890-9D37-FC98-F8EBA7173B27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7724480" y="5387440"/>
                  <a:ext cx="7344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56C9009F-CC5B-4E0B-1412-970C87D1AC39}"/>
              </a:ext>
            </a:extLst>
          </p:cNvPr>
          <p:cNvGrpSpPr/>
          <p:nvPr/>
        </p:nvGrpSpPr>
        <p:grpSpPr>
          <a:xfrm>
            <a:off x="8071520" y="5226160"/>
            <a:ext cx="1086480" cy="421200"/>
            <a:chOff x="8071520" y="5226160"/>
            <a:chExt cx="1086480" cy="4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1696CE1A-7D72-B051-C6D9-701B1AABC347}"/>
                    </a:ext>
                  </a:extLst>
                </p14:cNvPr>
                <p14:cNvContentPartPr/>
                <p14:nvPr/>
              </p14:nvContentPartPr>
              <p14:xfrm>
                <a:off x="8071520" y="5404000"/>
                <a:ext cx="356040" cy="24336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1696CE1A-7D72-B051-C6D9-701B1AABC347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8060720" y="5393560"/>
                  <a:ext cx="3772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03A8F509-94AF-8B8E-C335-A6DA257E0757}"/>
                    </a:ext>
                  </a:extLst>
                </p14:cNvPr>
                <p14:cNvContentPartPr/>
                <p14:nvPr/>
              </p14:nvContentPartPr>
              <p14:xfrm>
                <a:off x="8510720" y="5406520"/>
                <a:ext cx="87480" cy="20952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03A8F509-94AF-8B8E-C335-A6DA257E0757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8499920" y="5395720"/>
                  <a:ext cx="1087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288CCF06-A394-E237-9FD5-B00534F8B186}"/>
                    </a:ext>
                  </a:extLst>
                </p14:cNvPr>
                <p14:cNvContentPartPr/>
                <p14:nvPr/>
              </p14:nvContentPartPr>
              <p14:xfrm>
                <a:off x="8653640" y="5252080"/>
                <a:ext cx="36000" cy="29700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288CCF06-A394-E237-9FD5-B00534F8B186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8643200" y="5241640"/>
                  <a:ext cx="5724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2EF3DA4D-AC7E-B1BE-0F95-752B0F081AF8}"/>
                    </a:ext>
                  </a:extLst>
                </p14:cNvPr>
                <p14:cNvContentPartPr/>
                <p14:nvPr/>
              </p14:nvContentPartPr>
              <p14:xfrm>
                <a:off x="8806640" y="5371960"/>
                <a:ext cx="34200" cy="14652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2EF3DA4D-AC7E-B1BE-0F95-752B0F081AF8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8795840" y="5361520"/>
                  <a:ext cx="554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BE595244-91E7-04ED-2E77-9C0E261600A8}"/>
                    </a:ext>
                  </a:extLst>
                </p14:cNvPr>
                <p14:cNvContentPartPr/>
                <p14:nvPr/>
              </p14:nvContentPartPr>
              <p14:xfrm>
                <a:off x="8814920" y="5226160"/>
                <a:ext cx="66240" cy="4824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BE595244-91E7-04ED-2E77-9C0E261600A8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8804480" y="5215360"/>
                  <a:ext cx="874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00DF02C2-BCCF-BBC1-4CE0-931F15C09E13}"/>
                    </a:ext>
                  </a:extLst>
                </p14:cNvPr>
                <p14:cNvContentPartPr/>
                <p14:nvPr/>
              </p14:nvContentPartPr>
              <p14:xfrm>
                <a:off x="8925800" y="5322280"/>
                <a:ext cx="81000" cy="14400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00DF02C2-BCCF-BBC1-4CE0-931F15C09E13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8915360" y="5311480"/>
                  <a:ext cx="102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1465AAAA-9EE3-318C-48F4-5D3062694855}"/>
                    </a:ext>
                  </a:extLst>
                </p14:cNvPr>
                <p14:cNvContentPartPr/>
                <p14:nvPr/>
              </p14:nvContentPartPr>
              <p14:xfrm>
                <a:off x="9082400" y="5327680"/>
                <a:ext cx="75600" cy="19512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1465AAAA-9EE3-318C-48F4-5D3062694855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9071960" y="5316880"/>
                  <a:ext cx="96840" cy="21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9">
            <p14:nvContentPartPr>
              <p14:cNvPr id="475" name="Ink 474">
                <a:extLst>
                  <a:ext uri="{FF2B5EF4-FFF2-40B4-BE49-F238E27FC236}">
                    <a16:creationId xmlns:a16="http://schemas.microsoft.com/office/drawing/2014/main" id="{07DC0971-3A20-F412-7C64-3A95B584083D}"/>
                  </a:ext>
                </a:extLst>
              </p14:cNvPr>
              <p14:cNvContentPartPr/>
              <p14:nvPr/>
            </p14:nvContentPartPr>
            <p14:xfrm>
              <a:off x="10569200" y="5113840"/>
              <a:ext cx="360" cy="360"/>
            </p14:xfrm>
          </p:contentPart>
        </mc:Choice>
        <mc:Fallback xmlns="">
          <p:pic>
            <p:nvPicPr>
              <p:cNvPr id="475" name="Ink 474">
                <a:extLst>
                  <a:ext uri="{FF2B5EF4-FFF2-40B4-BE49-F238E27FC236}">
                    <a16:creationId xmlns:a16="http://schemas.microsoft.com/office/drawing/2014/main" id="{07DC0971-3A20-F412-7C64-3A95B584083D}"/>
                  </a:ext>
                </a:extLst>
              </p:cNvPr>
              <p:cNvPicPr/>
              <p:nvPr/>
            </p:nvPicPr>
            <p:blipFill>
              <a:blip r:embed="rId490"/>
              <a:stretch>
                <a:fillRect/>
              </a:stretch>
            </p:blipFill>
            <p:spPr>
              <a:xfrm>
                <a:off x="10558400" y="5103400"/>
                <a:ext cx="2160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1" name="Group 480">
            <a:extLst>
              <a:ext uri="{FF2B5EF4-FFF2-40B4-BE49-F238E27FC236}">
                <a16:creationId xmlns:a16="http://schemas.microsoft.com/office/drawing/2014/main" id="{F89F6A65-8A0D-EFBD-84B3-E7FEE81A8436}"/>
              </a:ext>
            </a:extLst>
          </p:cNvPr>
          <p:cNvGrpSpPr/>
          <p:nvPr/>
        </p:nvGrpSpPr>
        <p:grpSpPr>
          <a:xfrm>
            <a:off x="10706000" y="5029240"/>
            <a:ext cx="485280" cy="403920"/>
            <a:chOff x="10706000" y="5029240"/>
            <a:chExt cx="48528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AD298252-9439-D3AC-5E8A-406969B60063}"/>
                    </a:ext>
                  </a:extLst>
                </p14:cNvPr>
                <p14:cNvContentPartPr/>
                <p14:nvPr/>
              </p14:nvContentPartPr>
              <p14:xfrm>
                <a:off x="10706000" y="5186920"/>
                <a:ext cx="122400" cy="13752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AD298252-9439-D3AC-5E8A-406969B60063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0695560" y="5176480"/>
                  <a:ext cx="1436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DBE62FC1-26C1-3CD5-271E-08341BE48748}"/>
                    </a:ext>
                  </a:extLst>
                </p14:cNvPr>
                <p14:cNvContentPartPr/>
                <p14:nvPr/>
              </p14:nvContentPartPr>
              <p14:xfrm>
                <a:off x="10853960" y="5158480"/>
                <a:ext cx="69480" cy="17496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DBE62FC1-26C1-3CD5-271E-08341BE48748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0843520" y="5148040"/>
                  <a:ext cx="907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0228E989-9E8C-62FA-CF72-08D55F861C3D}"/>
                    </a:ext>
                  </a:extLst>
                </p14:cNvPr>
                <p14:cNvContentPartPr/>
                <p14:nvPr/>
              </p14:nvContentPartPr>
              <p14:xfrm>
                <a:off x="10991840" y="5029240"/>
                <a:ext cx="7920" cy="27000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0228E989-9E8C-62FA-CF72-08D55F861C3D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0981040" y="5018800"/>
                  <a:ext cx="291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4708C64C-3D1B-309D-6F75-1B06D6EFD83C}"/>
                    </a:ext>
                  </a:extLst>
                </p14:cNvPr>
                <p14:cNvContentPartPr/>
                <p14:nvPr/>
              </p14:nvContentPartPr>
              <p14:xfrm>
                <a:off x="11026040" y="5204200"/>
                <a:ext cx="165240" cy="22896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4708C64C-3D1B-309D-6F75-1B06D6EFD83C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1015240" y="5193400"/>
                  <a:ext cx="18648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6" name="Group 485">
            <a:extLst>
              <a:ext uri="{FF2B5EF4-FFF2-40B4-BE49-F238E27FC236}">
                <a16:creationId xmlns:a16="http://schemas.microsoft.com/office/drawing/2014/main" id="{7C77F656-589B-C9BE-CA5E-6ED378BA6611}"/>
              </a:ext>
            </a:extLst>
          </p:cNvPr>
          <p:cNvGrpSpPr/>
          <p:nvPr/>
        </p:nvGrpSpPr>
        <p:grpSpPr>
          <a:xfrm>
            <a:off x="9550040" y="5225080"/>
            <a:ext cx="1002960" cy="213840"/>
            <a:chOff x="9550040" y="5225080"/>
            <a:chExt cx="100296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4007E905-69B7-8890-8784-83971D464CA0}"/>
                    </a:ext>
                  </a:extLst>
                </p14:cNvPr>
                <p14:cNvContentPartPr/>
                <p14:nvPr/>
              </p14:nvContentPartPr>
              <p14:xfrm>
                <a:off x="9550040" y="5257840"/>
                <a:ext cx="120960" cy="18108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4007E905-69B7-8890-8784-83971D464CA0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539240" y="5247400"/>
                  <a:ext cx="1422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F94D6CE8-9AF4-89AA-FBF8-419F4602B771}"/>
                    </a:ext>
                  </a:extLst>
                </p14:cNvPr>
                <p14:cNvContentPartPr/>
                <p14:nvPr/>
              </p14:nvContentPartPr>
              <p14:xfrm>
                <a:off x="9727520" y="5248480"/>
                <a:ext cx="57600" cy="16956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F94D6CE8-9AF4-89AA-FBF8-419F4602B771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9717080" y="5238040"/>
                  <a:ext cx="788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C051C0D6-FDF3-7415-62F6-E678FA0643F0}"/>
                    </a:ext>
                  </a:extLst>
                </p14:cNvPr>
                <p14:cNvContentPartPr/>
                <p14:nvPr/>
              </p14:nvContentPartPr>
              <p14:xfrm>
                <a:off x="9855320" y="5264680"/>
                <a:ext cx="234360" cy="13320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C051C0D6-FDF3-7415-62F6-E678FA0643F0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9844520" y="5254240"/>
                  <a:ext cx="2556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2C521A91-A6F7-68D9-22AA-387F93E6DA5B}"/>
                    </a:ext>
                  </a:extLst>
                </p14:cNvPr>
                <p14:cNvContentPartPr/>
                <p14:nvPr/>
              </p14:nvContentPartPr>
              <p14:xfrm>
                <a:off x="10200920" y="5225080"/>
                <a:ext cx="113400" cy="15660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2C521A91-A6F7-68D9-22AA-387F93E6DA5B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0190480" y="5214640"/>
                  <a:ext cx="1346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527717DC-3DFC-DDAD-5645-C75F2ECEB1D0}"/>
                    </a:ext>
                  </a:extLst>
                </p14:cNvPr>
                <p14:cNvContentPartPr/>
                <p14:nvPr/>
              </p14:nvContentPartPr>
              <p14:xfrm>
                <a:off x="10513400" y="5235160"/>
                <a:ext cx="39600" cy="13752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527717DC-3DFC-DDAD-5645-C75F2ECEB1D0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502600" y="5224360"/>
                  <a:ext cx="608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CC2F42F2-7544-FA4F-F5D6-2315F616FDA7}"/>
                    </a:ext>
                  </a:extLst>
                </p14:cNvPr>
                <p14:cNvContentPartPr/>
                <p14:nvPr/>
              </p14:nvContentPartPr>
              <p14:xfrm>
                <a:off x="10344560" y="5231200"/>
                <a:ext cx="92880" cy="13500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CC2F42F2-7544-FA4F-F5D6-2315F616FDA7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0333760" y="5220400"/>
                  <a:ext cx="11412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648E3786-80DA-D8BF-6EBF-44E4E10CC27C}"/>
              </a:ext>
            </a:extLst>
          </p:cNvPr>
          <p:cNvGrpSpPr/>
          <p:nvPr/>
        </p:nvGrpSpPr>
        <p:grpSpPr>
          <a:xfrm>
            <a:off x="4466480" y="5877760"/>
            <a:ext cx="400320" cy="445680"/>
            <a:chOff x="4466480" y="5877760"/>
            <a:chExt cx="400320" cy="44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90E70734-9D66-6713-0C9B-FA5B847F0BA4}"/>
                    </a:ext>
                  </a:extLst>
                </p14:cNvPr>
                <p14:cNvContentPartPr/>
                <p14:nvPr/>
              </p14:nvContentPartPr>
              <p14:xfrm>
                <a:off x="4466480" y="5877760"/>
                <a:ext cx="124920" cy="44568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90E70734-9D66-6713-0C9B-FA5B847F0BA4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4455680" y="5867320"/>
                  <a:ext cx="14616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6E338AAB-FD3C-2F15-62CE-B797D76AE7CA}"/>
                    </a:ext>
                  </a:extLst>
                </p14:cNvPr>
                <p14:cNvContentPartPr/>
                <p14:nvPr/>
              </p14:nvContentPartPr>
              <p14:xfrm>
                <a:off x="4498160" y="6016720"/>
                <a:ext cx="193680" cy="17712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6E338AAB-FD3C-2F15-62CE-B797D76AE7CA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4487720" y="6005920"/>
                  <a:ext cx="2149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740C5C27-8751-4A73-0F42-70D700796B86}"/>
                    </a:ext>
                  </a:extLst>
                </p14:cNvPr>
                <p14:cNvContentPartPr/>
                <p14:nvPr/>
              </p14:nvContentPartPr>
              <p14:xfrm>
                <a:off x="4784360" y="6002680"/>
                <a:ext cx="82440" cy="13968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740C5C27-8751-4A73-0F42-70D700796B86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4773560" y="5992240"/>
                  <a:ext cx="10368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79DD5D07-B65C-64C5-6E6A-5522ADC37768}"/>
              </a:ext>
            </a:extLst>
          </p:cNvPr>
          <p:cNvGrpSpPr/>
          <p:nvPr/>
        </p:nvGrpSpPr>
        <p:grpSpPr>
          <a:xfrm>
            <a:off x="5101520" y="5944360"/>
            <a:ext cx="806760" cy="281160"/>
            <a:chOff x="5101520" y="5944360"/>
            <a:chExt cx="80676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A5EF221B-8978-951B-3400-3B199D145B6E}"/>
                    </a:ext>
                  </a:extLst>
                </p14:cNvPr>
                <p14:cNvContentPartPr/>
                <p14:nvPr/>
              </p14:nvContentPartPr>
              <p14:xfrm>
                <a:off x="5101520" y="5986120"/>
                <a:ext cx="133200" cy="16308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A5EF221B-8978-951B-3400-3B199D145B6E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5090720" y="5975320"/>
                  <a:ext cx="154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C694D9A4-EEFB-F191-AA3C-7294683AAB05}"/>
                    </a:ext>
                  </a:extLst>
                </p14:cNvPr>
                <p14:cNvContentPartPr/>
                <p14:nvPr/>
              </p14:nvContentPartPr>
              <p14:xfrm>
                <a:off x="5286560" y="5966320"/>
                <a:ext cx="151560" cy="19044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C694D9A4-EEFB-F191-AA3C-7294683AAB05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5275760" y="5955520"/>
                  <a:ext cx="1728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0FF061D2-0D62-48CB-597C-8AB3C278EA1F}"/>
                    </a:ext>
                  </a:extLst>
                </p14:cNvPr>
                <p14:cNvContentPartPr/>
                <p14:nvPr/>
              </p14:nvContentPartPr>
              <p14:xfrm>
                <a:off x="5484920" y="5974240"/>
                <a:ext cx="81000" cy="14760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0FF061D2-0D62-48CB-597C-8AB3C278EA1F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5474480" y="5963800"/>
                  <a:ext cx="1022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B83178DB-DF5E-280F-4C80-EA499CDF573E}"/>
                    </a:ext>
                  </a:extLst>
                </p14:cNvPr>
                <p14:cNvContentPartPr/>
                <p14:nvPr/>
              </p14:nvContentPartPr>
              <p14:xfrm>
                <a:off x="5657000" y="5944360"/>
                <a:ext cx="108360" cy="13608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B83178DB-DF5E-280F-4C80-EA499CDF573E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5646560" y="5933920"/>
                  <a:ext cx="1296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E563E5B3-BAA0-9EC2-06DF-CD356A92AF2E}"/>
                    </a:ext>
                  </a:extLst>
                </p14:cNvPr>
                <p14:cNvContentPartPr/>
                <p14:nvPr/>
              </p14:nvContentPartPr>
              <p14:xfrm>
                <a:off x="5792720" y="5947600"/>
                <a:ext cx="115560" cy="27792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E563E5B3-BAA0-9EC2-06DF-CD356A92AF2E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5781920" y="5937160"/>
                  <a:ext cx="13680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779FA5C9-03EF-12F8-49AA-274E027691CE}"/>
              </a:ext>
            </a:extLst>
          </p:cNvPr>
          <p:cNvGrpSpPr/>
          <p:nvPr/>
        </p:nvGrpSpPr>
        <p:grpSpPr>
          <a:xfrm>
            <a:off x="6195200" y="5830240"/>
            <a:ext cx="523080" cy="264240"/>
            <a:chOff x="6195200" y="5830240"/>
            <a:chExt cx="523080" cy="26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109F1AB5-5B82-6599-5465-E2105DA50F88}"/>
                    </a:ext>
                  </a:extLst>
                </p14:cNvPr>
                <p14:cNvContentPartPr/>
                <p14:nvPr/>
              </p14:nvContentPartPr>
              <p14:xfrm>
                <a:off x="6195200" y="5920960"/>
                <a:ext cx="232920" cy="15984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109F1AB5-5B82-6599-5465-E2105DA50F88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6184400" y="5910520"/>
                  <a:ext cx="2541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E8EF7AD2-ED08-2B12-3B49-EAEC5407A005}"/>
                    </a:ext>
                  </a:extLst>
                </p14:cNvPr>
                <p14:cNvContentPartPr/>
                <p14:nvPr/>
              </p14:nvContentPartPr>
              <p14:xfrm>
                <a:off x="6473480" y="5830240"/>
                <a:ext cx="132120" cy="23904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E8EF7AD2-ED08-2B12-3B49-EAEC5407A005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6462680" y="5819440"/>
                  <a:ext cx="1533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A0B26B5E-158F-0E37-07A7-AEACB9B05195}"/>
                    </a:ext>
                  </a:extLst>
                </p14:cNvPr>
                <p14:cNvContentPartPr/>
                <p14:nvPr/>
              </p14:nvContentPartPr>
              <p14:xfrm>
                <a:off x="6686240" y="5919160"/>
                <a:ext cx="32040" cy="1753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A0B26B5E-158F-0E37-07A7-AEACB9B05195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6675800" y="5908360"/>
                  <a:ext cx="5328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3969B78E-2103-07F7-CFF4-34B528100893}"/>
              </a:ext>
            </a:extLst>
          </p:cNvPr>
          <p:cNvGrpSpPr/>
          <p:nvPr/>
        </p:nvGrpSpPr>
        <p:grpSpPr>
          <a:xfrm>
            <a:off x="7031480" y="5843560"/>
            <a:ext cx="350640" cy="390240"/>
            <a:chOff x="7031480" y="5843560"/>
            <a:chExt cx="350640" cy="39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CF9EBC3B-0B9D-2D45-4A25-611CDA036EE4}"/>
                    </a:ext>
                  </a:extLst>
                </p14:cNvPr>
                <p14:cNvContentPartPr/>
                <p14:nvPr/>
              </p14:nvContentPartPr>
              <p14:xfrm>
                <a:off x="7031480" y="5843560"/>
                <a:ext cx="206280" cy="39024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CF9EBC3B-0B9D-2D45-4A25-611CDA036EE4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7021040" y="5833120"/>
                  <a:ext cx="2275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9E455F93-2E12-38BC-1168-E4CE618EB1DF}"/>
                    </a:ext>
                  </a:extLst>
                </p14:cNvPr>
                <p14:cNvContentPartPr/>
                <p14:nvPr/>
              </p14:nvContentPartPr>
              <p14:xfrm>
                <a:off x="7195280" y="6070000"/>
                <a:ext cx="186840" cy="10188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9E455F93-2E12-38BC-1168-E4CE618EB1DF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7184840" y="6059560"/>
                  <a:ext cx="20808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19D8349A-C3E4-2059-3A23-5546B21611AB}"/>
              </a:ext>
            </a:extLst>
          </p:cNvPr>
          <p:cNvGrpSpPr/>
          <p:nvPr/>
        </p:nvGrpSpPr>
        <p:grpSpPr>
          <a:xfrm>
            <a:off x="7529000" y="5847160"/>
            <a:ext cx="471240" cy="272160"/>
            <a:chOff x="7529000" y="5847160"/>
            <a:chExt cx="47124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757D8680-7099-7609-FEE6-A57A7C08C370}"/>
                    </a:ext>
                  </a:extLst>
                </p14:cNvPr>
                <p14:cNvContentPartPr/>
                <p14:nvPr/>
              </p14:nvContentPartPr>
              <p14:xfrm>
                <a:off x="7613600" y="5847160"/>
                <a:ext cx="13680" cy="27216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757D8680-7099-7609-FEE6-A57A7C08C370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7602800" y="5836720"/>
                  <a:ext cx="349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6FEF91D9-1452-B971-89F9-C1D846C6EE16}"/>
                    </a:ext>
                  </a:extLst>
                </p14:cNvPr>
                <p14:cNvContentPartPr/>
                <p14:nvPr/>
              </p14:nvContentPartPr>
              <p14:xfrm>
                <a:off x="7529000" y="5994760"/>
                <a:ext cx="205920" cy="3132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6FEF91D9-1452-B971-89F9-C1D846C6EE16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7518560" y="5983960"/>
                  <a:ext cx="2271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1E672F44-EC24-C27C-6134-25F06026B51A}"/>
                    </a:ext>
                  </a:extLst>
                </p14:cNvPr>
                <p14:cNvContentPartPr/>
                <p14:nvPr/>
              </p14:nvContentPartPr>
              <p14:xfrm>
                <a:off x="7817360" y="5847160"/>
                <a:ext cx="111960" cy="23220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1E672F44-EC24-C27C-6134-25F06026B51A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7806560" y="5836720"/>
                  <a:ext cx="1332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3F80197D-4986-3293-4D13-C8CD4F26B415}"/>
                    </a:ext>
                  </a:extLst>
                </p14:cNvPr>
                <p14:cNvContentPartPr/>
                <p14:nvPr/>
              </p14:nvContentPartPr>
              <p14:xfrm>
                <a:off x="7946600" y="5927440"/>
                <a:ext cx="53640" cy="15012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3F80197D-4986-3293-4D13-C8CD4F26B415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7936160" y="5916640"/>
                  <a:ext cx="7488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033E4775-94F6-935B-BE0D-AC5F30A587F5}"/>
              </a:ext>
            </a:extLst>
          </p:cNvPr>
          <p:cNvGrpSpPr/>
          <p:nvPr/>
        </p:nvGrpSpPr>
        <p:grpSpPr>
          <a:xfrm>
            <a:off x="8440520" y="5812960"/>
            <a:ext cx="867240" cy="258480"/>
            <a:chOff x="8440520" y="5812960"/>
            <a:chExt cx="86724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388C8455-59F8-4351-0DF3-120C79D51B27}"/>
                    </a:ext>
                  </a:extLst>
                </p14:cNvPr>
                <p14:cNvContentPartPr/>
                <p14:nvPr/>
              </p14:nvContentPartPr>
              <p14:xfrm>
                <a:off x="8489840" y="5812960"/>
                <a:ext cx="14400" cy="25848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388C8455-59F8-4351-0DF3-120C79D51B27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8479400" y="5802520"/>
                  <a:ext cx="356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41D703ED-F04A-1CDA-75CB-7D3A433F4B55}"/>
                    </a:ext>
                  </a:extLst>
                </p14:cNvPr>
                <p14:cNvContentPartPr/>
                <p14:nvPr/>
              </p14:nvContentPartPr>
              <p14:xfrm>
                <a:off x="8440520" y="5924920"/>
                <a:ext cx="222480" cy="2448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41D703ED-F04A-1CDA-75CB-7D3A433F4B55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8429720" y="5914480"/>
                  <a:ext cx="243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6F759EFB-5177-4B94-EF55-C6A0D19AEAE0}"/>
                    </a:ext>
                  </a:extLst>
                </p14:cNvPr>
                <p14:cNvContentPartPr/>
                <p14:nvPr/>
              </p14:nvContentPartPr>
              <p14:xfrm>
                <a:off x="8701880" y="5879560"/>
                <a:ext cx="114480" cy="13500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6F759EFB-5177-4B94-EF55-C6A0D19AEAE0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8691440" y="5869120"/>
                  <a:ext cx="1357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CAEA5EBC-0EBE-3FB0-8E0D-0548C640E57B}"/>
                    </a:ext>
                  </a:extLst>
                </p14:cNvPr>
                <p14:cNvContentPartPr/>
                <p14:nvPr/>
              </p14:nvContentPartPr>
              <p14:xfrm>
                <a:off x="8861360" y="5897560"/>
                <a:ext cx="89640" cy="15228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CAEA5EBC-0EBE-3FB0-8E0D-0548C640E57B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8850560" y="5886760"/>
                  <a:ext cx="1108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683E7A2E-BC9A-E4EA-4A41-33047E91E680}"/>
                    </a:ext>
                  </a:extLst>
                </p14:cNvPr>
                <p14:cNvContentPartPr/>
                <p14:nvPr/>
              </p14:nvContentPartPr>
              <p14:xfrm>
                <a:off x="9076280" y="5841040"/>
                <a:ext cx="94320" cy="13932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683E7A2E-BC9A-E4EA-4A41-33047E91E680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9065840" y="5830240"/>
                  <a:ext cx="1155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682E6F15-4A8D-1E70-4933-BCEDCB6B5116}"/>
                    </a:ext>
                  </a:extLst>
                </p14:cNvPr>
                <p14:cNvContentPartPr/>
                <p14:nvPr/>
              </p14:nvContentPartPr>
              <p14:xfrm>
                <a:off x="9307400" y="5969560"/>
                <a:ext cx="360" cy="36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682E6F15-4A8D-1E70-4933-BCEDCB6B5116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9296960" y="59591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5">
            <p14:nvContentPartPr>
              <p14:cNvPr id="522" name="Ink 521">
                <a:extLst>
                  <a:ext uri="{FF2B5EF4-FFF2-40B4-BE49-F238E27FC236}">
                    <a16:creationId xmlns:a16="http://schemas.microsoft.com/office/drawing/2014/main" id="{C372EF32-E411-BE1B-2293-CC385222495E}"/>
                  </a:ext>
                </a:extLst>
              </p14:cNvPr>
              <p14:cNvContentPartPr/>
              <p14:nvPr/>
            </p14:nvContentPartPr>
            <p14:xfrm>
              <a:off x="483440" y="6007360"/>
              <a:ext cx="2777400" cy="171720"/>
            </p14:xfrm>
          </p:contentPart>
        </mc:Choice>
        <mc:Fallback xmlns="">
          <p:pic>
            <p:nvPicPr>
              <p:cNvPr id="522" name="Ink 521">
                <a:extLst>
                  <a:ext uri="{FF2B5EF4-FFF2-40B4-BE49-F238E27FC236}">
                    <a16:creationId xmlns:a16="http://schemas.microsoft.com/office/drawing/2014/main" id="{C372EF32-E411-BE1B-2293-CC385222495E}"/>
                  </a:ext>
                </a:extLst>
              </p:cNvPr>
              <p:cNvPicPr/>
              <p:nvPr/>
            </p:nvPicPr>
            <p:blipFill>
              <a:blip r:embed="rId686"/>
              <a:stretch>
                <a:fillRect/>
              </a:stretch>
            </p:blipFill>
            <p:spPr>
              <a:xfrm>
                <a:off x="473000" y="5996560"/>
                <a:ext cx="2798640" cy="19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40" name="Group 539">
            <a:extLst>
              <a:ext uri="{FF2B5EF4-FFF2-40B4-BE49-F238E27FC236}">
                <a16:creationId xmlns:a16="http://schemas.microsoft.com/office/drawing/2014/main" id="{16374F26-0B4E-8898-0A8D-E71F21BA8AD9}"/>
              </a:ext>
            </a:extLst>
          </p:cNvPr>
          <p:cNvGrpSpPr/>
          <p:nvPr/>
        </p:nvGrpSpPr>
        <p:grpSpPr>
          <a:xfrm>
            <a:off x="368600" y="6371680"/>
            <a:ext cx="1978560" cy="291600"/>
            <a:chOff x="368600" y="6371680"/>
            <a:chExt cx="197856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68BE9B2D-D9A7-058E-C077-E27991408389}"/>
                    </a:ext>
                  </a:extLst>
                </p14:cNvPr>
                <p14:cNvContentPartPr/>
                <p14:nvPr/>
              </p14:nvContentPartPr>
              <p14:xfrm>
                <a:off x="368600" y="6428200"/>
                <a:ext cx="154440" cy="23508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68BE9B2D-D9A7-058E-C077-E27991408389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358160" y="6417400"/>
                  <a:ext cx="1756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3C5323AB-D908-901E-6191-FCE85D9537F1}"/>
                    </a:ext>
                  </a:extLst>
                </p14:cNvPr>
                <p14:cNvContentPartPr/>
                <p14:nvPr/>
              </p14:nvContentPartPr>
              <p14:xfrm>
                <a:off x="619880" y="6403720"/>
                <a:ext cx="171360" cy="19764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3C5323AB-D908-901E-6191-FCE85D9537F1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609080" y="6392920"/>
                  <a:ext cx="1926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E315F034-2B44-A333-21BB-25AF23021EC4}"/>
                    </a:ext>
                  </a:extLst>
                </p14:cNvPr>
                <p14:cNvContentPartPr/>
                <p14:nvPr/>
              </p14:nvContentPartPr>
              <p14:xfrm>
                <a:off x="889520" y="6396880"/>
                <a:ext cx="83880" cy="19404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E315F034-2B44-A333-21BB-25AF23021EC4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879080" y="6386080"/>
                  <a:ext cx="1051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CF32D82D-2FB0-C7B9-46A3-3E702DF2F5A5}"/>
                    </a:ext>
                  </a:extLst>
                </p14:cNvPr>
                <p14:cNvContentPartPr/>
                <p14:nvPr/>
              </p14:nvContentPartPr>
              <p14:xfrm>
                <a:off x="912560" y="6406960"/>
                <a:ext cx="135000" cy="828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CF32D82D-2FB0-C7B9-46A3-3E702DF2F5A5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901760" y="6396520"/>
                  <a:ext cx="1562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1BDA3F13-36F3-3E7F-86C4-CB2715E0A52F}"/>
                    </a:ext>
                  </a:extLst>
                </p14:cNvPr>
                <p14:cNvContentPartPr/>
                <p14:nvPr/>
              </p14:nvContentPartPr>
              <p14:xfrm>
                <a:off x="1088600" y="6410560"/>
                <a:ext cx="163080" cy="17388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1BDA3F13-36F3-3E7F-86C4-CB2715E0A52F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1078160" y="6399760"/>
                  <a:ext cx="1843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7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A89D0DB0-6E58-8591-F6CD-CA789AB9266A}"/>
                    </a:ext>
                  </a:extLst>
                </p14:cNvPr>
                <p14:cNvContentPartPr/>
                <p14:nvPr/>
              </p14:nvContentPartPr>
              <p14:xfrm>
                <a:off x="1364360" y="6387520"/>
                <a:ext cx="139680" cy="24948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A89D0DB0-6E58-8591-F6CD-CA789AB9266A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1353560" y="6377080"/>
                  <a:ext cx="1609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571C7B5E-D869-4399-3D1F-677BE7809B03}"/>
                    </a:ext>
                  </a:extLst>
                </p14:cNvPr>
                <p14:cNvContentPartPr/>
                <p14:nvPr/>
              </p14:nvContentPartPr>
              <p14:xfrm>
                <a:off x="1421600" y="6528280"/>
                <a:ext cx="96840" cy="396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571C7B5E-D869-4399-3D1F-677BE7809B03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1410800" y="6517480"/>
                  <a:ext cx="1180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1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F2DB1FC9-7851-498A-EB39-542FD84D3620}"/>
                    </a:ext>
                  </a:extLst>
                </p14:cNvPr>
                <p14:cNvContentPartPr/>
                <p14:nvPr/>
              </p14:nvContentPartPr>
              <p14:xfrm>
                <a:off x="1623560" y="6371680"/>
                <a:ext cx="157320" cy="22644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F2DB1FC9-7851-498A-EB39-542FD84D3620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1613120" y="6360880"/>
                  <a:ext cx="1785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3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AAEA3B39-A941-A75C-98D5-225B0BABBFA8}"/>
                    </a:ext>
                  </a:extLst>
                </p14:cNvPr>
                <p14:cNvContentPartPr/>
                <p14:nvPr/>
              </p14:nvContentPartPr>
              <p14:xfrm>
                <a:off x="1864400" y="6428920"/>
                <a:ext cx="8640" cy="15444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AAEA3B39-A941-A75C-98D5-225B0BABBFA8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1853960" y="6418120"/>
                  <a:ext cx="29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6354BDBD-AAAD-62A1-8D4A-2AD220192EF0}"/>
                    </a:ext>
                  </a:extLst>
                </p14:cNvPr>
                <p14:cNvContentPartPr/>
                <p14:nvPr/>
              </p14:nvContentPartPr>
              <p14:xfrm>
                <a:off x="1962680" y="6462760"/>
                <a:ext cx="106920" cy="13932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6354BDBD-AAAD-62A1-8D4A-2AD220192EF0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1951880" y="6452320"/>
                  <a:ext cx="128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C675A17F-B9E7-D078-8FB3-EA0726808E9F}"/>
                    </a:ext>
                  </a:extLst>
                </p14:cNvPr>
                <p14:cNvContentPartPr/>
                <p14:nvPr/>
              </p14:nvContentPartPr>
              <p14:xfrm>
                <a:off x="2219000" y="6435760"/>
                <a:ext cx="128160" cy="14328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C675A17F-B9E7-D078-8FB3-EA0726808E9F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2208560" y="6424960"/>
                  <a:ext cx="14940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1" name="Group 550">
            <a:extLst>
              <a:ext uri="{FF2B5EF4-FFF2-40B4-BE49-F238E27FC236}">
                <a16:creationId xmlns:a16="http://schemas.microsoft.com/office/drawing/2014/main" id="{FD4C0AB1-1C80-B788-2138-BF2F57887AD5}"/>
              </a:ext>
            </a:extLst>
          </p:cNvPr>
          <p:cNvGrpSpPr/>
          <p:nvPr/>
        </p:nvGrpSpPr>
        <p:grpSpPr>
          <a:xfrm>
            <a:off x="2567480" y="6365920"/>
            <a:ext cx="1133280" cy="228960"/>
            <a:chOff x="2567480" y="6365920"/>
            <a:chExt cx="113328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687E7D76-5289-5ADB-783E-FC5ACFF5EE2D}"/>
                    </a:ext>
                  </a:extLst>
                </p14:cNvPr>
                <p14:cNvContentPartPr/>
                <p14:nvPr/>
              </p14:nvContentPartPr>
              <p14:xfrm>
                <a:off x="2567480" y="6396880"/>
                <a:ext cx="16920" cy="19800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687E7D76-5289-5ADB-783E-FC5ACFF5EE2D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2557040" y="6386080"/>
                  <a:ext cx="381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558D3FF4-DB53-F4B0-ADAB-02E16CE9A9AF}"/>
                    </a:ext>
                  </a:extLst>
                </p14:cNvPr>
                <p14:cNvContentPartPr/>
                <p14:nvPr/>
              </p14:nvContentPartPr>
              <p14:xfrm>
                <a:off x="2690600" y="6405880"/>
                <a:ext cx="170280" cy="16776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558D3FF4-DB53-F4B0-ADAB-02E16CE9A9AF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2680160" y="6395440"/>
                  <a:ext cx="1915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038D536F-6D5B-A19B-1E0A-583DD63C8B15}"/>
                    </a:ext>
                  </a:extLst>
                </p14:cNvPr>
                <p14:cNvContentPartPr/>
                <p14:nvPr/>
              </p14:nvContentPartPr>
              <p14:xfrm>
                <a:off x="2732720" y="6385360"/>
                <a:ext cx="127440" cy="144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038D536F-6D5B-A19B-1E0A-583DD63C8B15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2721920" y="6374560"/>
                  <a:ext cx="1486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CF3DB428-6EBD-991A-D946-35DF87BAF63F}"/>
                    </a:ext>
                  </a:extLst>
                </p14:cNvPr>
                <p14:cNvContentPartPr/>
                <p14:nvPr/>
              </p14:nvContentPartPr>
              <p14:xfrm>
                <a:off x="2995160" y="6365920"/>
                <a:ext cx="141480" cy="20376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CF3DB428-6EBD-991A-D946-35DF87BAF63F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2984720" y="6355480"/>
                  <a:ext cx="1627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332031B9-4CF3-678D-51D3-27D3CF907F8A}"/>
                    </a:ext>
                  </a:extLst>
                </p14:cNvPr>
                <p14:cNvContentPartPr/>
                <p14:nvPr/>
              </p14:nvContentPartPr>
              <p14:xfrm>
                <a:off x="3236360" y="6400840"/>
                <a:ext cx="216000" cy="17568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332031B9-4CF3-678D-51D3-27D3CF907F8A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3225920" y="6390040"/>
                  <a:ext cx="2372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9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D26824DE-7624-2A28-D2D7-810336DCE49F}"/>
                    </a:ext>
                  </a:extLst>
                </p14:cNvPr>
                <p14:cNvContentPartPr/>
                <p14:nvPr/>
              </p14:nvContentPartPr>
              <p14:xfrm>
                <a:off x="3461360" y="6385360"/>
                <a:ext cx="239400" cy="20700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D26824DE-7624-2A28-D2D7-810336DCE49F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3450560" y="6374920"/>
                  <a:ext cx="260640" cy="228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9754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B4C9C-1902-4A2C-5329-7E982B123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48B1F33-C430-79F5-75D2-F4104F10D586}"/>
              </a:ext>
            </a:extLst>
          </p:cNvPr>
          <p:cNvGrpSpPr/>
          <p:nvPr/>
        </p:nvGrpSpPr>
        <p:grpSpPr>
          <a:xfrm>
            <a:off x="297320" y="259600"/>
            <a:ext cx="243720" cy="385200"/>
            <a:chOff x="297320" y="259600"/>
            <a:chExt cx="243720" cy="38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3B08927-C5E4-C197-2CA8-F6812F2051F1}"/>
                    </a:ext>
                  </a:extLst>
                </p14:cNvPr>
                <p14:cNvContentPartPr/>
                <p14:nvPr/>
              </p14:nvContentPartPr>
              <p14:xfrm>
                <a:off x="297320" y="259600"/>
                <a:ext cx="229320" cy="385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3B08927-C5E4-C197-2CA8-F6812F2051F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6880" y="248800"/>
                  <a:ext cx="25056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EB37B1A-20AD-A244-AD21-98475CEE2CA2}"/>
                    </a:ext>
                  </a:extLst>
                </p14:cNvPr>
                <p14:cNvContentPartPr/>
                <p14:nvPr/>
              </p14:nvContentPartPr>
              <p14:xfrm>
                <a:off x="350240" y="500080"/>
                <a:ext cx="190800" cy="9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EB37B1A-20AD-A244-AD21-98475CEE2CA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9440" y="489280"/>
                  <a:ext cx="21204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13D85A-8503-ECCB-B590-8C0A71CC3C48}"/>
              </a:ext>
            </a:extLst>
          </p:cNvPr>
          <p:cNvGrpSpPr/>
          <p:nvPr/>
        </p:nvGrpSpPr>
        <p:grpSpPr>
          <a:xfrm>
            <a:off x="918680" y="284080"/>
            <a:ext cx="769680" cy="298440"/>
            <a:chOff x="918680" y="284080"/>
            <a:chExt cx="76968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0B3BC78-F947-9005-ED87-28E518B50FDC}"/>
                    </a:ext>
                  </a:extLst>
                </p14:cNvPr>
                <p14:cNvContentPartPr/>
                <p14:nvPr/>
              </p14:nvContentPartPr>
              <p14:xfrm>
                <a:off x="974840" y="379120"/>
                <a:ext cx="46080" cy="196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0B3BC78-F947-9005-ED87-28E518B50FD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4040" y="368320"/>
                  <a:ext cx="673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7AC6A15-3746-5F05-3B85-908BA628F593}"/>
                    </a:ext>
                  </a:extLst>
                </p14:cNvPr>
                <p14:cNvContentPartPr/>
                <p14:nvPr/>
              </p14:nvContentPartPr>
              <p14:xfrm>
                <a:off x="918680" y="313600"/>
                <a:ext cx="259560" cy="268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7AC6A15-3746-5F05-3B85-908BA628F59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8240" y="302800"/>
                  <a:ext cx="2808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5F5F1D3-DBB9-A21D-CEC0-CA6A7C06BBC6}"/>
                    </a:ext>
                  </a:extLst>
                </p14:cNvPr>
                <p14:cNvContentPartPr/>
                <p14:nvPr/>
              </p14:nvContentPartPr>
              <p14:xfrm>
                <a:off x="1270400" y="298840"/>
                <a:ext cx="166680" cy="218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5F5F1D3-DBB9-A21D-CEC0-CA6A7C06BBC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59960" y="288400"/>
                  <a:ext cx="1879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E3A04F6-A956-F2E6-26F8-FB0B54DBBB10}"/>
                    </a:ext>
                  </a:extLst>
                </p14:cNvPr>
                <p14:cNvContentPartPr/>
                <p14:nvPr/>
              </p14:nvContentPartPr>
              <p14:xfrm>
                <a:off x="1563800" y="284080"/>
                <a:ext cx="6840" cy="215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E3A04F6-A956-F2E6-26F8-FB0B54DBBB1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53000" y="273640"/>
                  <a:ext cx="280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2B1C489-3F71-CE93-E0D2-88177F7CA2B4}"/>
                    </a:ext>
                  </a:extLst>
                </p14:cNvPr>
                <p14:cNvContentPartPr/>
                <p14:nvPr/>
              </p14:nvContentPartPr>
              <p14:xfrm>
                <a:off x="1506560" y="292000"/>
                <a:ext cx="181800" cy="3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2B1C489-3F71-CE93-E0D2-88177F7CA2B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95760" y="281560"/>
                  <a:ext cx="20304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6DB9D3F-1189-F532-FE6D-1BDD0E95A0BE}"/>
              </a:ext>
            </a:extLst>
          </p:cNvPr>
          <p:cNvGrpSpPr/>
          <p:nvPr/>
        </p:nvGrpSpPr>
        <p:grpSpPr>
          <a:xfrm>
            <a:off x="2128640" y="196240"/>
            <a:ext cx="332640" cy="289440"/>
            <a:chOff x="2128640" y="196240"/>
            <a:chExt cx="33264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2C57CF-BB7A-C85A-C3F9-ED97ACCC37FD}"/>
                    </a:ext>
                  </a:extLst>
                </p14:cNvPr>
                <p14:cNvContentPartPr/>
                <p14:nvPr/>
              </p14:nvContentPartPr>
              <p14:xfrm>
                <a:off x="2167880" y="327640"/>
                <a:ext cx="6840" cy="158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2C57CF-BB7A-C85A-C3F9-ED97ACCC37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57080" y="316840"/>
                  <a:ext cx="280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22BA2AC-632F-371C-FBED-93DEE77276B7}"/>
                    </a:ext>
                  </a:extLst>
                </p14:cNvPr>
                <p14:cNvContentPartPr/>
                <p14:nvPr/>
              </p14:nvContentPartPr>
              <p14:xfrm>
                <a:off x="2128640" y="196240"/>
                <a:ext cx="85680" cy="95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22BA2AC-632F-371C-FBED-93DEE77276B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17840" y="185800"/>
                  <a:ext cx="106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2203BB3-3F3A-F4A6-3C9D-8940FA070C6B}"/>
                    </a:ext>
                  </a:extLst>
                </p14:cNvPr>
                <p14:cNvContentPartPr/>
                <p14:nvPr/>
              </p14:nvContentPartPr>
              <p14:xfrm>
                <a:off x="2365520" y="271120"/>
                <a:ext cx="95760" cy="185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2203BB3-3F3A-F4A6-3C9D-8940FA070C6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55080" y="260320"/>
                  <a:ext cx="11700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91DD745-AFB8-29CF-9143-0676B0699ADE}"/>
              </a:ext>
            </a:extLst>
          </p:cNvPr>
          <p:cNvGrpSpPr/>
          <p:nvPr/>
        </p:nvGrpSpPr>
        <p:grpSpPr>
          <a:xfrm>
            <a:off x="2849360" y="96880"/>
            <a:ext cx="2077920" cy="481680"/>
            <a:chOff x="2849360" y="96880"/>
            <a:chExt cx="2077920" cy="48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508D40A-4E58-DDA8-5147-6214A206A711}"/>
                    </a:ext>
                  </a:extLst>
                </p14:cNvPr>
                <p14:cNvContentPartPr/>
                <p14:nvPr/>
              </p14:nvContentPartPr>
              <p14:xfrm>
                <a:off x="2849360" y="317200"/>
                <a:ext cx="149400" cy="261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508D40A-4E58-DDA8-5147-6214A206A71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38920" y="306760"/>
                  <a:ext cx="1706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E24900B-0335-018D-A03D-03EB74740381}"/>
                    </a:ext>
                  </a:extLst>
                </p14:cNvPr>
                <p14:cNvContentPartPr/>
                <p14:nvPr/>
              </p14:nvContentPartPr>
              <p14:xfrm>
                <a:off x="3055640" y="293440"/>
                <a:ext cx="125280" cy="161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E24900B-0335-018D-A03D-03EB7474038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45200" y="282640"/>
                  <a:ext cx="1465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1751D22-06BA-D8DF-28E2-AFFA35B0D4A8}"/>
                    </a:ext>
                  </a:extLst>
                </p14:cNvPr>
                <p14:cNvContentPartPr/>
                <p14:nvPr/>
              </p14:nvContentPartPr>
              <p14:xfrm>
                <a:off x="3269120" y="238360"/>
                <a:ext cx="117720" cy="140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1751D22-06BA-D8DF-28E2-AFFA35B0D4A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58320" y="227920"/>
                  <a:ext cx="1389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05F13B2-4EB2-B16C-20B7-D5441D023F9B}"/>
                    </a:ext>
                  </a:extLst>
                </p14:cNvPr>
                <p14:cNvContentPartPr/>
                <p14:nvPr/>
              </p14:nvContentPartPr>
              <p14:xfrm>
                <a:off x="3596720" y="130000"/>
                <a:ext cx="15840" cy="272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05F13B2-4EB2-B16C-20B7-D5441D023F9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85920" y="119200"/>
                  <a:ext cx="370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8902BE-620A-DD0F-A125-846F62562E3E}"/>
                    </a:ext>
                  </a:extLst>
                </p14:cNvPr>
                <p14:cNvContentPartPr/>
                <p14:nvPr/>
              </p14:nvContentPartPr>
              <p14:xfrm>
                <a:off x="3514640" y="263200"/>
                <a:ext cx="254160" cy="147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8902BE-620A-DD0F-A125-846F62562E3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03840" y="252760"/>
                  <a:ext cx="2754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B9994AE-EA69-FD76-761E-460907CD72DF}"/>
                    </a:ext>
                  </a:extLst>
                </p14:cNvPr>
                <p14:cNvContentPartPr/>
                <p14:nvPr/>
              </p14:nvContentPartPr>
              <p14:xfrm>
                <a:off x="3723800" y="195160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B9994AE-EA69-FD76-761E-460907CD72D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13360" y="1843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28D17B2-B41E-5702-07CE-CB8D7297CFDF}"/>
                    </a:ext>
                  </a:extLst>
                </p14:cNvPr>
                <p14:cNvContentPartPr/>
                <p14:nvPr/>
              </p14:nvContentPartPr>
              <p14:xfrm>
                <a:off x="3839720" y="248800"/>
                <a:ext cx="236160" cy="165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28D17B2-B41E-5702-07CE-CB8D7297CFD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29280" y="238000"/>
                  <a:ext cx="2574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53EF632-AD9C-0CBE-D4D5-44139AE35184}"/>
                    </a:ext>
                  </a:extLst>
                </p14:cNvPr>
                <p14:cNvContentPartPr/>
                <p14:nvPr/>
              </p14:nvContentPartPr>
              <p14:xfrm>
                <a:off x="4087040" y="149440"/>
                <a:ext cx="88920" cy="286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53EF632-AD9C-0CBE-D4D5-44139AE3518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76240" y="138640"/>
                  <a:ext cx="1101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2DBBE87-61E7-62D1-E699-0B7BDD29E402}"/>
                    </a:ext>
                  </a:extLst>
                </p14:cNvPr>
                <p14:cNvContentPartPr/>
                <p14:nvPr/>
              </p14:nvContentPartPr>
              <p14:xfrm>
                <a:off x="4242920" y="281920"/>
                <a:ext cx="162000" cy="110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2DBBE87-61E7-62D1-E699-0B7BDD29E40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32120" y="271120"/>
                  <a:ext cx="1832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468C167-DC83-4928-0BBF-6EEF3D89B17F}"/>
                    </a:ext>
                  </a:extLst>
                </p14:cNvPr>
                <p14:cNvContentPartPr/>
                <p14:nvPr/>
              </p14:nvContentPartPr>
              <p14:xfrm>
                <a:off x="4506440" y="279400"/>
                <a:ext cx="90000" cy="110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468C167-DC83-4928-0BBF-6EEF3D89B17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95640" y="268960"/>
                  <a:ext cx="111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72F847F-26F5-28AF-2A73-FEEC7AC40831}"/>
                    </a:ext>
                  </a:extLst>
                </p14:cNvPr>
                <p14:cNvContentPartPr/>
                <p14:nvPr/>
              </p14:nvContentPartPr>
              <p14:xfrm>
                <a:off x="4702640" y="96880"/>
                <a:ext cx="43560" cy="243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72F847F-26F5-28AF-2A73-FEEC7AC4083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91840" y="86080"/>
                  <a:ext cx="648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9BEFA6C-6C8E-6B61-906B-5224E4CB637D}"/>
                    </a:ext>
                  </a:extLst>
                </p14:cNvPr>
                <p14:cNvContentPartPr/>
                <p14:nvPr/>
              </p14:nvContentPartPr>
              <p14:xfrm>
                <a:off x="4766000" y="209920"/>
                <a:ext cx="161280" cy="257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9BEFA6C-6C8E-6B61-906B-5224E4CB637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55200" y="199120"/>
                  <a:ext cx="18252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35974AA-00D0-7590-9365-D562005FDE19}"/>
              </a:ext>
            </a:extLst>
          </p:cNvPr>
          <p:cNvGrpSpPr/>
          <p:nvPr/>
        </p:nvGrpSpPr>
        <p:grpSpPr>
          <a:xfrm>
            <a:off x="5569880" y="145480"/>
            <a:ext cx="1133280" cy="324000"/>
            <a:chOff x="5569880" y="145480"/>
            <a:chExt cx="113328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608488B-6315-952B-EFB2-038537C071C6}"/>
                    </a:ext>
                  </a:extLst>
                </p14:cNvPr>
                <p14:cNvContentPartPr/>
                <p14:nvPr/>
              </p14:nvContentPartPr>
              <p14:xfrm>
                <a:off x="5569880" y="224680"/>
                <a:ext cx="111600" cy="191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608488B-6315-952B-EFB2-038537C071C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59440" y="214240"/>
                  <a:ext cx="1328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20E364B-9B04-76F9-321D-E608927B8D20}"/>
                    </a:ext>
                  </a:extLst>
                </p14:cNvPr>
                <p14:cNvContentPartPr/>
                <p14:nvPr/>
              </p14:nvContentPartPr>
              <p14:xfrm>
                <a:off x="5801000" y="245200"/>
                <a:ext cx="134280" cy="194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20E364B-9B04-76F9-321D-E608927B8D2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90560" y="234400"/>
                  <a:ext cx="1555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C008EA8-503B-8840-1859-E7111E222EC1}"/>
                    </a:ext>
                  </a:extLst>
                </p14:cNvPr>
                <p14:cNvContentPartPr/>
                <p14:nvPr/>
              </p14:nvContentPartPr>
              <p14:xfrm>
                <a:off x="6035720" y="243400"/>
                <a:ext cx="68400" cy="172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C008EA8-503B-8840-1859-E7111E222EC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24920" y="232600"/>
                  <a:ext cx="896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DC51B60-1553-3608-05B4-92FC04BDEECD}"/>
                    </a:ext>
                  </a:extLst>
                </p14:cNvPr>
                <p14:cNvContentPartPr/>
                <p14:nvPr/>
              </p14:nvContentPartPr>
              <p14:xfrm>
                <a:off x="6255320" y="145480"/>
                <a:ext cx="110160" cy="324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DC51B60-1553-3608-05B4-92FC04BDEEC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44520" y="135040"/>
                  <a:ext cx="1314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B613358-9723-15CC-430B-3337FD6B6C17}"/>
                    </a:ext>
                  </a:extLst>
                </p14:cNvPr>
                <p14:cNvContentPartPr/>
                <p14:nvPr/>
              </p14:nvContentPartPr>
              <p14:xfrm>
                <a:off x="6263600" y="268240"/>
                <a:ext cx="295920" cy="152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B613358-9723-15CC-430B-3337FD6B6C1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53160" y="257440"/>
                  <a:ext cx="3171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EF44C7D-2B49-1FD7-1E95-3968108B482C}"/>
                    </a:ext>
                  </a:extLst>
                </p14:cNvPr>
                <p14:cNvContentPartPr/>
                <p14:nvPr/>
              </p14:nvContentPartPr>
              <p14:xfrm>
                <a:off x="6653480" y="171040"/>
                <a:ext cx="49680" cy="245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EF44C7D-2B49-1FD7-1E95-3968108B482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42680" y="160240"/>
                  <a:ext cx="7092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B0A565C-40AB-780D-879F-15A8E011661F}"/>
              </a:ext>
            </a:extLst>
          </p:cNvPr>
          <p:cNvGrpSpPr/>
          <p:nvPr/>
        </p:nvGrpSpPr>
        <p:grpSpPr>
          <a:xfrm>
            <a:off x="7359080" y="97960"/>
            <a:ext cx="574200" cy="388080"/>
            <a:chOff x="7359080" y="97960"/>
            <a:chExt cx="57420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FED0EFF-E69B-9DA2-BDB4-9FBB41512018}"/>
                    </a:ext>
                  </a:extLst>
                </p14:cNvPr>
                <p14:cNvContentPartPr/>
                <p14:nvPr/>
              </p14:nvContentPartPr>
              <p14:xfrm>
                <a:off x="7359080" y="97960"/>
                <a:ext cx="336960" cy="388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FED0EFF-E69B-9DA2-BDB4-9FBB4151201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48640" y="87160"/>
                  <a:ext cx="35820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6E8A814-99D0-D7E4-CB69-7B9C76EDCC1C}"/>
                    </a:ext>
                  </a:extLst>
                </p14:cNvPr>
                <p14:cNvContentPartPr/>
                <p14:nvPr/>
              </p14:nvContentPartPr>
              <p14:xfrm>
                <a:off x="7798280" y="240880"/>
                <a:ext cx="135000" cy="133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6E8A814-99D0-D7E4-CB69-7B9C76EDCC1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87840" y="230080"/>
                  <a:ext cx="15624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2F8B2D3-D3FB-D27C-BEF4-3BD4036EC45D}"/>
              </a:ext>
            </a:extLst>
          </p:cNvPr>
          <p:cNvGrpSpPr/>
          <p:nvPr/>
        </p:nvGrpSpPr>
        <p:grpSpPr>
          <a:xfrm>
            <a:off x="8530520" y="169960"/>
            <a:ext cx="1132200" cy="317160"/>
            <a:chOff x="8530520" y="169960"/>
            <a:chExt cx="1132200" cy="31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013B8DF-FDA4-D3FD-A386-8D89AE9D94DC}"/>
                    </a:ext>
                  </a:extLst>
                </p14:cNvPr>
                <p14:cNvContentPartPr/>
                <p14:nvPr/>
              </p14:nvContentPartPr>
              <p14:xfrm>
                <a:off x="8530520" y="169960"/>
                <a:ext cx="188640" cy="240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013B8DF-FDA4-D3FD-A386-8D89AE9D94D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20080" y="159160"/>
                  <a:ext cx="2098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666BEE9-505F-7354-B3F3-2238127394BA}"/>
                    </a:ext>
                  </a:extLst>
                </p14:cNvPr>
                <p14:cNvContentPartPr/>
                <p14:nvPr/>
              </p14:nvContentPartPr>
              <p14:xfrm>
                <a:off x="8768120" y="255640"/>
                <a:ext cx="46080" cy="132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666BEE9-505F-7354-B3F3-2238127394B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57320" y="244840"/>
                  <a:ext cx="673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E5743A3-EF5B-7EB3-81AC-B11A2731DB4D}"/>
                    </a:ext>
                  </a:extLst>
                </p14:cNvPr>
                <p14:cNvContentPartPr/>
                <p14:nvPr/>
              </p14:nvContentPartPr>
              <p14:xfrm>
                <a:off x="8805920" y="175720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E5743A3-EF5B-7EB3-81AC-B11A2731DB4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95480" y="1649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BF87178-8F4B-7F85-B633-2A394349DB70}"/>
                    </a:ext>
                  </a:extLst>
                </p14:cNvPr>
                <p14:cNvContentPartPr/>
                <p14:nvPr/>
              </p14:nvContentPartPr>
              <p14:xfrm>
                <a:off x="8950640" y="213880"/>
                <a:ext cx="95400" cy="158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BF87178-8F4B-7F85-B633-2A394349DB7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940200" y="203440"/>
                  <a:ext cx="1166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4909C10-51D0-FEC9-67D1-4E7B2D0EF40B}"/>
                    </a:ext>
                  </a:extLst>
                </p14:cNvPr>
                <p14:cNvContentPartPr/>
                <p14:nvPr/>
              </p14:nvContentPartPr>
              <p14:xfrm>
                <a:off x="9090320" y="210640"/>
                <a:ext cx="225000" cy="146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4909C10-51D0-FEC9-67D1-4E7B2D0EF40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079520" y="199840"/>
                  <a:ext cx="2462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2B70E98-28CF-AACF-7AF2-AC9845126138}"/>
                    </a:ext>
                  </a:extLst>
                </p14:cNvPr>
                <p14:cNvContentPartPr/>
                <p14:nvPr/>
              </p14:nvContentPartPr>
              <p14:xfrm>
                <a:off x="9364640" y="239440"/>
                <a:ext cx="85320" cy="142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2B70E98-28CF-AACF-7AF2-AC984512613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353840" y="229000"/>
                  <a:ext cx="1065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07B86C2-A1B3-3F29-A5A7-174BD1AACE43}"/>
                    </a:ext>
                  </a:extLst>
                </p14:cNvPr>
                <p14:cNvContentPartPr/>
                <p14:nvPr/>
              </p14:nvContentPartPr>
              <p14:xfrm>
                <a:off x="9553640" y="225760"/>
                <a:ext cx="109080" cy="261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07B86C2-A1B3-3F29-A5A7-174BD1AACE4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543200" y="215320"/>
                  <a:ext cx="130320" cy="28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CA983C3-F3DC-7A63-52F3-0FDEFB0FD030}"/>
              </a:ext>
            </a:extLst>
          </p:cNvPr>
          <p:cNvGrpSpPr/>
          <p:nvPr/>
        </p:nvGrpSpPr>
        <p:grpSpPr>
          <a:xfrm>
            <a:off x="10068800" y="198760"/>
            <a:ext cx="870120" cy="189720"/>
            <a:chOff x="10068800" y="198760"/>
            <a:chExt cx="87012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D138C14-F421-EB79-088C-605E400C4776}"/>
                    </a:ext>
                  </a:extLst>
                </p14:cNvPr>
                <p14:cNvContentPartPr/>
                <p14:nvPr/>
              </p14:nvContentPartPr>
              <p14:xfrm>
                <a:off x="10068800" y="211000"/>
                <a:ext cx="161640" cy="177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D138C14-F421-EB79-088C-605E400C477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058360" y="200560"/>
                  <a:ext cx="1828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FE4902A-7C8B-3CB7-ECD6-CD1226FEA90A}"/>
                    </a:ext>
                  </a:extLst>
                </p14:cNvPr>
                <p14:cNvContentPartPr/>
                <p14:nvPr/>
              </p14:nvContentPartPr>
              <p14:xfrm>
                <a:off x="10313960" y="228640"/>
                <a:ext cx="115920" cy="155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FE4902A-7C8B-3CB7-ECD6-CD1226FEA90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303160" y="218200"/>
                  <a:ext cx="137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010F00F-A0BC-FF1F-A5B0-56B209E17CC5}"/>
                    </a:ext>
                  </a:extLst>
                </p14:cNvPr>
                <p14:cNvContentPartPr/>
                <p14:nvPr/>
              </p14:nvContentPartPr>
              <p14:xfrm>
                <a:off x="10476680" y="246280"/>
                <a:ext cx="218160" cy="120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010F00F-A0BC-FF1F-A5B0-56B209E17CC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466240" y="235840"/>
                  <a:ext cx="2394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FC0FC81-23F8-C24A-1685-5C4D9AE01A05}"/>
                    </a:ext>
                  </a:extLst>
                </p14:cNvPr>
                <p14:cNvContentPartPr/>
                <p14:nvPr/>
              </p14:nvContentPartPr>
              <p14:xfrm>
                <a:off x="10788800" y="198760"/>
                <a:ext cx="150120" cy="144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FC0FC81-23F8-C24A-1685-5C4D9AE01A0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778000" y="187960"/>
                  <a:ext cx="17136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E0A5135-5708-5E1D-9220-37180C74CF3F}"/>
              </a:ext>
            </a:extLst>
          </p:cNvPr>
          <p:cNvGrpSpPr/>
          <p:nvPr/>
        </p:nvGrpSpPr>
        <p:grpSpPr>
          <a:xfrm>
            <a:off x="11120720" y="163120"/>
            <a:ext cx="492120" cy="198720"/>
            <a:chOff x="11120720" y="163120"/>
            <a:chExt cx="492120" cy="19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8D2A498-D52B-AA39-B096-3E69FA1B8A86}"/>
                    </a:ext>
                  </a:extLst>
                </p14:cNvPr>
                <p14:cNvContentPartPr/>
                <p14:nvPr/>
              </p14:nvContentPartPr>
              <p14:xfrm>
                <a:off x="11120720" y="163120"/>
                <a:ext cx="356400" cy="198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8D2A498-D52B-AA39-B096-3E69FA1B8A8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109920" y="152680"/>
                  <a:ext cx="3776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62CEDE5-820E-E4D7-B363-8D35827559D3}"/>
                    </a:ext>
                  </a:extLst>
                </p14:cNvPr>
                <p14:cNvContentPartPr/>
                <p14:nvPr/>
              </p14:nvContentPartPr>
              <p14:xfrm>
                <a:off x="11612480" y="343480"/>
                <a:ext cx="360" cy="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62CEDE5-820E-E4D7-B363-8D35827559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601680" y="3330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3EC67E4-480E-5427-393A-4355F4723488}"/>
              </a:ext>
            </a:extLst>
          </p:cNvPr>
          <p:cNvGrpSpPr/>
          <p:nvPr/>
        </p:nvGrpSpPr>
        <p:grpSpPr>
          <a:xfrm>
            <a:off x="228560" y="994720"/>
            <a:ext cx="1830240" cy="265680"/>
            <a:chOff x="228560" y="994720"/>
            <a:chExt cx="183024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D1E7856-AF00-033C-EA0E-D047584BD57C}"/>
                    </a:ext>
                  </a:extLst>
                </p14:cNvPr>
                <p14:cNvContentPartPr/>
                <p14:nvPr/>
              </p14:nvContentPartPr>
              <p14:xfrm>
                <a:off x="372920" y="1040440"/>
                <a:ext cx="62640" cy="177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D1E7856-AF00-033C-EA0E-D047584BD57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2480" y="1029640"/>
                  <a:ext cx="838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11557D6-282C-C80D-F0C7-EE413DBFDDA3}"/>
                    </a:ext>
                  </a:extLst>
                </p14:cNvPr>
                <p14:cNvContentPartPr/>
                <p14:nvPr/>
              </p14:nvContentPartPr>
              <p14:xfrm>
                <a:off x="228560" y="1036480"/>
                <a:ext cx="426960" cy="248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11557D6-282C-C80D-F0C7-EE413DBFDDA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17760" y="1025680"/>
                  <a:ext cx="448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E09B6A9-7D3B-66DB-CCFE-17E8E37E63EA}"/>
                    </a:ext>
                  </a:extLst>
                </p14:cNvPr>
                <p14:cNvContentPartPr/>
                <p14:nvPr/>
              </p14:nvContentPartPr>
              <p14:xfrm>
                <a:off x="256280" y="1226560"/>
                <a:ext cx="405360" cy="33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E09B6A9-7D3B-66DB-CCFE-17E8E37E63E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5840" y="1216120"/>
                  <a:ext cx="4266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9739BEA-A8EE-DD8C-B14A-8331A02FFD49}"/>
                    </a:ext>
                  </a:extLst>
                </p14:cNvPr>
                <p14:cNvContentPartPr/>
                <p14:nvPr/>
              </p14:nvContentPartPr>
              <p14:xfrm>
                <a:off x="772880" y="1085440"/>
                <a:ext cx="327960" cy="158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9739BEA-A8EE-DD8C-B14A-8331A02FFD4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2080" y="1074640"/>
                  <a:ext cx="3492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C2BD852-13CD-360C-D091-C70AE981077F}"/>
                    </a:ext>
                  </a:extLst>
                </p14:cNvPr>
                <p14:cNvContentPartPr/>
                <p14:nvPr/>
              </p14:nvContentPartPr>
              <p14:xfrm>
                <a:off x="1131080" y="1058800"/>
                <a:ext cx="246240" cy="119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C2BD852-13CD-360C-D091-C70AE981077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20640" y="1048000"/>
                  <a:ext cx="2674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EB05CD3-C005-06BA-C36D-BC9D5B568CEF}"/>
                    </a:ext>
                  </a:extLst>
                </p14:cNvPr>
                <p14:cNvContentPartPr/>
                <p14:nvPr/>
              </p14:nvContentPartPr>
              <p14:xfrm>
                <a:off x="1385960" y="1056280"/>
                <a:ext cx="117000" cy="191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EB05CD3-C005-06BA-C36D-BC9D5B568CE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75160" y="1045840"/>
                  <a:ext cx="138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4045A00-9CD9-B062-D06E-D81998478ECA}"/>
                    </a:ext>
                  </a:extLst>
                </p14:cNvPr>
                <p14:cNvContentPartPr/>
                <p14:nvPr/>
              </p14:nvContentPartPr>
              <p14:xfrm>
                <a:off x="1651280" y="1077880"/>
                <a:ext cx="26280" cy="108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4045A00-9CD9-B062-D06E-D81998478EC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640480" y="1067440"/>
                  <a:ext cx="47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98F8390-71D9-C8C4-F2F9-D85F2E7C9DF7}"/>
                    </a:ext>
                  </a:extLst>
                </p14:cNvPr>
                <p14:cNvContentPartPr/>
                <p14:nvPr/>
              </p14:nvContentPartPr>
              <p14:xfrm>
                <a:off x="1629680" y="994720"/>
                <a:ext cx="360" cy="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98F8390-71D9-C8C4-F2F9-D85F2E7C9DF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18880" y="9839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6320DB1-E6F9-6FFA-A266-69A4D757EBD4}"/>
                    </a:ext>
                  </a:extLst>
                </p14:cNvPr>
                <p14:cNvContentPartPr/>
                <p14:nvPr/>
              </p14:nvContentPartPr>
              <p14:xfrm>
                <a:off x="1774400" y="1006600"/>
                <a:ext cx="165240" cy="116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6320DB1-E6F9-6FFA-A266-69A4D757EBD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763600" y="996160"/>
                  <a:ext cx="1864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E95962E-A5E3-1C1E-557A-65041BAD6593}"/>
                    </a:ext>
                  </a:extLst>
                </p14:cNvPr>
                <p14:cNvContentPartPr/>
                <p14:nvPr/>
              </p14:nvContentPartPr>
              <p14:xfrm>
                <a:off x="1960520" y="1012360"/>
                <a:ext cx="98280" cy="108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E95962E-A5E3-1C1E-557A-65041BAD659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949720" y="1001920"/>
                  <a:ext cx="11952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C06AFAC-7F9B-5820-BBEC-ADFE3019B082}"/>
              </a:ext>
            </a:extLst>
          </p:cNvPr>
          <p:cNvGrpSpPr/>
          <p:nvPr/>
        </p:nvGrpSpPr>
        <p:grpSpPr>
          <a:xfrm>
            <a:off x="2441840" y="942160"/>
            <a:ext cx="619920" cy="298080"/>
            <a:chOff x="2441840" y="942160"/>
            <a:chExt cx="619920" cy="29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91C2FE2-67E4-799D-0C1C-2A4CB2BB255E}"/>
                    </a:ext>
                  </a:extLst>
                </p14:cNvPr>
                <p14:cNvContentPartPr/>
                <p14:nvPr/>
              </p14:nvContentPartPr>
              <p14:xfrm>
                <a:off x="2441840" y="942160"/>
                <a:ext cx="100800" cy="298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91C2FE2-67E4-799D-0C1C-2A4CB2BB255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431400" y="931360"/>
                  <a:ext cx="1220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8423F51-F0A4-B970-9EC5-FA5CA15B4979}"/>
                    </a:ext>
                  </a:extLst>
                </p14:cNvPr>
                <p14:cNvContentPartPr/>
                <p14:nvPr/>
              </p14:nvContentPartPr>
              <p14:xfrm>
                <a:off x="2694560" y="1001560"/>
                <a:ext cx="90000" cy="946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8423F51-F0A4-B970-9EC5-FA5CA15B497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684120" y="990760"/>
                  <a:ext cx="1112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56082EE-DD79-31BB-438E-FA8CA8CE116F}"/>
                    </a:ext>
                  </a:extLst>
                </p14:cNvPr>
                <p14:cNvContentPartPr/>
                <p14:nvPr/>
              </p14:nvContentPartPr>
              <p14:xfrm>
                <a:off x="2934320" y="968440"/>
                <a:ext cx="127440" cy="136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56082EE-DD79-31BB-438E-FA8CA8CE116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923880" y="957640"/>
                  <a:ext cx="14868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6F8C2A8-C79B-B42D-F57D-B032ED045521}"/>
              </a:ext>
            </a:extLst>
          </p:cNvPr>
          <p:cNvGrpSpPr/>
          <p:nvPr/>
        </p:nvGrpSpPr>
        <p:grpSpPr>
          <a:xfrm>
            <a:off x="3629120" y="786640"/>
            <a:ext cx="781920" cy="302400"/>
            <a:chOff x="3629120" y="786640"/>
            <a:chExt cx="781920" cy="30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659DDD8-3D61-35D2-4729-3B44DD381254}"/>
                    </a:ext>
                  </a:extLst>
                </p14:cNvPr>
                <p14:cNvContentPartPr/>
                <p14:nvPr/>
              </p14:nvContentPartPr>
              <p14:xfrm>
                <a:off x="3629120" y="891760"/>
                <a:ext cx="196920" cy="197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659DDD8-3D61-35D2-4729-3B44DD38125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618320" y="881320"/>
                  <a:ext cx="218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56EED6C-1C51-E2BD-6BF2-36B387875296}"/>
                    </a:ext>
                  </a:extLst>
                </p14:cNvPr>
                <p14:cNvContentPartPr/>
                <p14:nvPr/>
              </p14:nvContentPartPr>
              <p14:xfrm>
                <a:off x="3916040" y="936400"/>
                <a:ext cx="291960" cy="127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56EED6C-1C51-E2BD-6BF2-36B38787529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905240" y="925600"/>
                  <a:ext cx="3132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FD8B77E-7217-DB78-F206-A2BA1EDA14C9}"/>
                    </a:ext>
                  </a:extLst>
                </p14:cNvPr>
                <p14:cNvContentPartPr/>
                <p14:nvPr/>
              </p14:nvContentPartPr>
              <p14:xfrm>
                <a:off x="4285040" y="786640"/>
                <a:ext cx="46080" cy="268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FD8B77E-7217-DB78-F206-A2BA1EDA14C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274240" y="776200"/>
                  <a:ext cx="673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BCE5DBC-DEF7-09C9-CED2-C4209218B302}"/>
                    </a:ext>
                  </a:extLst>
                </p14:cNvPr>
                <p14:cNvContentPartPr/>
                <p14:nvPr/>
              </p14:nvContentPartPr>
              <p14:xfrm>
                <a:off x="4259480" y="899680"/>
                <a:ext cx="151560" cy="32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BCE5DBC-DEF7-09C9-CED2-C4209218B30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249040" y="889240"/>
                  <a:ext cx="17280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1313AC6-17EC-E895-7037-712EFB11E8C2}"/>
              </a:ext>
            </a:extLst>
          </p:cNvPr>
          <p:cNvGrpSpPr/>
          <p:nvPr/>
        </p:nvGrpSpPr>
        <p:grpSpPr>
          <a:xfrm>
            <a:off x="4921160" y="789880"/>
            <a:ext cx="1074960" cy="246600"/>
            <a:chOff x="4921160" y="789880"/>
            <a:chExt cx="107496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9864115-576F-684D-9970-C41F8EE09893}"/>
                    </a:ext>
                  </a:extLst>
                </p14:cNvPr>
                <p14:cNvContentPartPr/>
                <p14:nvPr/>
              </p14:nvContentPartPr>
              <p14:xfrm>
                <a:off x="4921160" y="881680"/>
                <a:ext cx="109080" cy="154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9864115-576F-684D-9970-C41F8EE0989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910360" y="871240"/>
                  <a:ext cx="1303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728282B-4DAA-971B-484B-7E46E9D440D5}"/>
                    </a:ext>
                  </a:extLst>
                </p14:cNvPr>
                <p14:cNvContentPartPr/>
                <p14:nvPr/>
              </p14:nvContentPartPr>
              <p14:xfrm>
                <a:off x="5070560" y="890320"/>
                <a:ext cx="84960" cy="140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728282B-4DAA-971B-484B-7E46E9D440D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060120" y="879520"/>
                  <a:ext cx="106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1D1D408-7CF1-DA92-FFB6-03CCD22E4983}"/>
                    </a:ext>
                  </a:extLst>
                </p14:cNvPr>
                <p14:cNvContentPartPr/>
                <p14:nvPr/>
              </p14:nvContentPartPr>
              <p14:xfrm>
                <a:off x="5239400" y="884200"/>
                <a:ext cx="136440" cy="111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1D1D408-7CF1-DA92-FFB6-03CCD22E498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228600" y="873760"/>
                  <a:ext cx="1576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DC4AABE-2108-5961-ADA7-2B9210CFDA5F}"/>
                    </a:ext>
                  </a:extLst>
                </p14:cNvPr>
                <p14:cNvContentPartPr/>
                <p14:nvPr/>
              </p14:nvContentPartPr>
              <p14:xfrm>
                <a:off x="5441360" y="892840"/>
                <a:ext cx="152640" cy="91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DC4AABE-2108-5961-ADA7-2B9210CFDA5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430560" y="882400"/>
                  <a:ext cx="173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17D9873-24A6-41F5-E3EB-0BC5DCDFEC0B}"/>
                    </a:ext>
                  </a:extLst>
                </p14:cNvPr>
                <p14:cNvContentPartPr/>
                <p14:nvPr/>
              </p14:nvContentPartPr>
              <p14:xfrm>
                <a:off x="5638280" y="789880"/>
                <a:ext cx="357840" cy="217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17D9873-24A6-41F5-E3EB-0BC5DCDFEC0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627480" y="779080"/>
                  <a:ext cx="37908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8289024-3EF1-BFA1-4BAE-3712B4A30BB5}"/>
              </a:ext>
            </a:extLst>
          </p:cNvPr>
          <p:cNvGrpSpPr/>
          <p:nvPr/>
        </p:nvGrpSpPr>
        <p:grpSpPr>
          <a:xfrm>
            <a:off x="6395720" y="729760"/>
            <a:ext cx="478800" cy="297360"/>
            <a:chOff x="6395720" y="729760"/>
            <a:chExt cx="47880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0352C60-3BA1-F02B-4ADA-9679505B4509}"/>
                    </a:ext>
                  </a:extLst>
                </p14:cNvPr>
                <p14:cNvContentPartPr/>
                <p14:nvPr/>
              </p14:nvContentPartPr>
              <p14:xfrm>
                <a:off x="6457640" y="776560"/>
                <a:ext cx="123840" cy="250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0352C60-3BA1-F02B-4ADA-9679505B450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446840" y="765760"/>
                  <a:ext cx="1450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36D986B-1267-AF31-DE8F-325DA3BF6A4C}"/>
                    </a:ext>
                  </a:extLst>
                </p14:cNvPr>
                <p14:cNvContentPartPr/>
                <p14:nvPr/>
              </p14:nvContentPartPr>
              <p14:xfrm>
                <a:off x="6395720" y="881680"/>
                <a:ext cx="200880" cy="8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36D986B-1267-AF31-DE8F-325DA3BF6A4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385280" y="870880"/>
                  <a:ext cx="2221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C99BE16-E9DB-9444-6B8A-CA7639C9032C}"/>
                    </a:ext>
                  </a:extLst>
                </p14:cNvPr>
                <p14:cNvContentPartPr/>
                <p14:nvPr/>
              </p14:nvContentPartPr>
              <p14:xfrm>
                <a:off x="6646280" y="729760"/>
                <a:ext cx="154800" cy="272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C99BE16-E9DB-9444-6B8A-CA7639C9032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635840" y="718960"/>
                  <a:ext cx="1760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DBF01CF-A913-31E8-26A7-3C75DADAD9E2}"/>
                    </a:ext>
                  </a:extLst>
                </p14:cNvPr>
                <p14:cNvContentPartPr/>
                <p14:nvPr/>
              </p14:nvContentPartPr>
              <p14:xfrm>
                <a:off x="6815840" y="836680"/>
                <a:ext cx="58680" cy="159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DBF01CF-A913-31E8-26A7-3C75DADAD9E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805400" y="826240"/>
                  <a:ext cx="79920" cy="18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9B754D6-E0F7-AFB2-B96C-9EC1695DBEF7}"/>
              </a:ext>
            </a:extLst>
          </p:cNvPr>
          <p:cNvGrpSpPr/>
          <p:nvPr/>
        </p:nvGrpSpPr>
        <p:grpSpPr>
          <a:xfrm>
            <a:off x="7291760" y="722920"/>
            <a:ext cx="1216800" cy="282240"/>
            <a:chOff x="7291760" y="722920"/>
            <a:chExt cx="121680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3E12BB4-2B04-8058-925F-F31DB8FD77F4}"/>
                    </a:ext>
                  </a:extLst>
                </p14:cNvPr>
                <p14:cNvContentPartPr/>
                <p14:nvPr/>
              </p14:nvContentPartPr>
              <p14:xfrm>
                <a:off x="7291760" y="839920"/>
                <a:ext cx="208440" cy="1652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3E12BB4-2B04-8058-925F-F31DB8FD77F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281320" y="829480"/>
                  <a:ext cx="2296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557031F-60B6-D1C5-BD96-E769B16A6931}"/>
                    </a:ext>
                  </a:extLst>
                </p14:cNvPr>
                <p14:cNvContentPartPr/>
                <p14:nvPr/>
              </p14:nvContentPartPr>
              <p14:xfrm>
                <a:off x="7580120" y="849640"/>
                <a:ext cx="152640" cy="135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557031F-60B6-D1C5-BD96-E769B16A693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569320" y="838840"/>
                  <a:ext cx="1738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6E4D973-FD31-192A-C1DF-1BE2E8BD58AD}"/>
                    </a:ext>
                  </a:extLst>
                </p14:cNvPr>
                <p14:cNvContentPartPr/>
                <p14:nvPr/>
              </p14:nvContentPartPr>
              <p14:xfrm>
                <a:off x="7798280" y="848560"/>
                <a:ext cx="303840" cy="147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6E4D973-FD31-192A-C1DF-1BE2E8BD58A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787840" y="838120"/>
                  <a:ext cx="3250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C7BB930-3B07-9263-988B-42A7811402A1}"/>
                    </a:ext>
                  </a:extLst>
                </p14:cNvPr>
                <p14:cNvContentPartPr/>
                <p14:nvPr/>
              </p14:nvContentPartPr>
              <p14:xfrm>
                <a:off x="8186000" y="722920"/>
                <a:ext cx="146880" cy="2548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C7BB930-3B07-9263-988B-42A7811402A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175200" y="712120"/>
                  <a:ext cx="1681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D302E6F-F7D9-2C51-7B0D-9E0E6191FD1A}"/>
                    </a:ext>
                  </a:extLst>
                </p14:cNvPr>
                <p14:cNvContentPartPr/>
                <p14:nvPr/>
              </p14:nvContentPartPr>
              <p14:xfrm>
                <a:off x="8440520" y="832360"/>
                <a:ext cx="68040" cy="129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D302E6F-F7D9-2C51-7B0D-9E0E6191FD1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430080" y="821560"/>
                  <a:ext cx="89280" cy="15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A8D56B60-6B85-330E-70F8-C173F760FDF2}"/>
                  </a:ext>
                </a:extLst>
              </p14:cNvPr>
              <p14:cNvContentPartPr/>
              <p14:nvPr/>
            </p14:nvContentPartPr>
            <p14:xfrm>
              <a:off x="8746520" y="815440"/>
              <a:ext cx="109440" cy="1407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A8D56B60-6B85-330E-70F8-C173F760FDF2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8735720" y="804640"/>
                <a:ext cx="130680" cy="16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401EED6-C27D-1BAC-3FBD-12286EE1E2DD}"/>
              </a:ext>
            </a:extLst>
          </p:cNvPr>
          <p:cNvGrpSpPr/>
          <p:nvPr/>
        </p:nvGrpSpPr>
        <p:grpSpPr>
          <a:xfrm>
            <a:off x="9878720" y="758200"/>
            <a:ext cx="315000" cy="244800"/>
            <a:chOff x="9878720" y="758200"/>
            <a:chExt cx="315000" cy="24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D522783-F996-291E-1FE7-21C5F940EC48}"/>
                    </a:ext>
                  </a:extLst>
                </p14:cNvPr>
                <p14:cNvContentPartPr/>
                <p14:nvPr/>
              </p14:nvContentPartPr>
              <p14:xfrm>
                <a:off x="9938120" y="877000"/>
                <a:ext cx="6840" cy="126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D522783-F996-291E-1FE7-21C5F940EC4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927680" y="866560"/>
                  <a:ext cx="280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64A7F5F-FBC0-4E12-CCEA-4DD8ABDA0EC4}"/>
                    </a:ext>
                  </a:extLst>
                </p14:cNvPr>
                <p14:cNvContentPartPr/>
                <p14:nvPr/>
              </p14:nvContentPartPr>
              <p14:xfrm>
                <a:off x="9878720" y="758200"/>
                <a:ext cx="78120" cy="72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64A7F5F-FBC0-4E12-CCEA-4DD8ABDA0EC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867920" y="747760"/>
                  <a:ext cx="993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38034C1-EE4F-F1A5-8C11-C6965F9EB952}"/>
                    </a:ext>
                  </a:extLst>
                </p14:cNvPr>
                <p14:cNvContentPartPr/>
                <p14:nvPr/>
              </p14:nvContentPartPr>
              <p14:xfrm>
                <a:off x="10082120" y="829120"/>
                <a:ext cx="111600" cy="156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38034C1-EE4F-F1A5-8C11-C6965F9EB95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071320" y="818680"/>
                  <a:ext cx="13284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7475545-A2B1-F7ED-0E12-1DD01EAC9978}"/>
              </a:ext>
            </a:extLst>
          </p:cNvPr>
          <p:cNvGrpSpPr/>
          <p:nvPr/>
        </p:nvGrpSpPr>
        <p:grpSpPr>
          <a:xfrm>
            <a:off x="10497920" y="682960"/>
            <a:ext cx="463320" cy="286560"/>
            <a:chOff x="10497920" y="682960"/>
            <a:chExt cx="463320" cy="28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B73895B-946E-E86B-E000-3AA13A48865C}"/>
                    </a:ext>
                  </a:extLst>
                </p14:cNvPr>
                <p14:cNvContentPartPr/>
                <p14:nvPr/>
              </p14:nvContentPartPr>
              <p14:xfrm>
                <a:off x="10532120" y="724000"/>
                <a:ext cx="152640" cy="245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B73895B-946E-E86B-E000-3AA13A48865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521680" y="713200"/>
                  <a:ext cx="1738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9CABFBD-EBD3-AF0E-C0C6-9806E159366F}"/>
                    </a:ext>
                  </a:extLst>
                </p14:cNvPr>
                <p14:cNvContentPartPr/>
                <p14:nvPr/>
              </p14:nvContentPartPr>
              <p14:xfrm>
                <a:off x="10497920" y="844960"/>
                <a:ext cx="200880" cy="8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9CABFBD-EBD3-AF0E-C0C6-9806E159366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487480" y="834520"/>
                  <a:ext cx="2221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33A1F7B-CB69-ABE8-95B3-6441B716BFD9}"/>
                    </a:ext>
                  </a:extLst>
                </p14:cNvPr>
                <p14:cNvContentPartPr/>
                <p14:nvPr/>
              </p14:nvContentPartPr>
              <p14:xfrm>
                <a:off x="10741640" y="682960"/>
                <a:ext cx="141120" cy="251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33A1F7B-CB69-ABE8-95B3-6441B716BFD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731200" y="672160"/>
                  <a:ext cx="1623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62302D9-DC83-988B-99BC-AC3EC352B9DD}"/>
                    </a:ext>
                  </a:extLst>
                </p14:cNvPr>
                <p14:cNvContentPartPr/>
                <p14:nvPr/>
              </p14:nvContentPartPr>
              <p14:xfrm>
                <a:off x="10911920" y="795640"/>
                <a:ext cx="49320" cy="1238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62302D9-DC83-988B-99BC-AC3EC352B9D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901120" y="785200"/>
                  <a:ext cx="7056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1EE73828-E242-3541-56BE-8CB44263A5F6}"/>
              </a:ext>
            </a:extLst>
          </p:cNvPr>
          <p:cNvGrpSpPr/>
          <p:nvPr/>
        </p:nvGrpSpPr>
        <p:grpSpPr>
          <a:xfrm>
            <a:off x="444200" y="1473880"/>
            <a:ext cx="1455840" cy="466560"/>
            <a:chOff x="444200" y="1473880"/>
            <a:chExt cx="1455840" cy="46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22108E0-8693-10F7-6045-51F8FAFA418E}"/>
                    </a:ext>
                  </a:extLst>
                </p14:cNvPr>
                <p14:cNvContentPartPr/>
                <p14:nvPr/>
              </p14:nvContentPartPr>
              <p14:xfrm>
                <a:off x="444200" y="1473880"/>
                <a:ext cx="137160" cy="466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22108E0-8693-10F7-6045-51F8FAFA418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33400" y="1463080"/>
                  <a:ext cx="15840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A58882B-B51B-D670-946E-1358DF260D70}"/>
                    </a:ext>
                  </a:extLst>
                </p14:cNvPr>
                <p14:cNvContentPartPr/>
                <p14:nvPr/>
              </p14:nvContentPartPr>
              <p14:xfrm>
                <a:off x="444200" y="1725880"/>
                <a:ext cx="261360" cy="939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A58882B-B51B-D670-946E-1358DF260D7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33400" y="1715440"/>
                  <a:ext cx="2826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ACAC778-377F-0AAC-C1BE-343988792F1D}"/>
                    </a:ext>
                  </a:extLst>
                </p14:cNvPr>
                <p14:cNvContentPartPr/>
                <p14:nvPr/>
              </p14:nvContentPartPr>
              <p14:xfrm>
                <a:off x="819680" y="1489360"/>
                <a:ext cx="5400" cy="291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ACAC778-377F-0AAC-C1BE-343988792F1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09240" y="1478560"/>
                  <a:ext cx="266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A0FCF15-BC47-44FA-D683-A78163F1D7EA}"/>
                    </a:ext>
                  </a:extLst>
                </p14:cNvPr>
                <p14:cNvContentPartPr/>
                <p14:nvPr/>
              </p14:nvContentPartPr>
              <p14:xfrm>
                <a:off x="883400" y="1507720"/>
                <a:ext cx="44640" cy="275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A0FCF15-BC47-44FA-D683-A78163F1D7E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72600" y="1496920"/>
                  <a:ext cx="658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433E003-9268-261A-E484-07F06B8E5487}"/>
                    </a:ext>
                  </a:extLst>
                </p14:cNvPr>
                <p14:cNvContentPartPr/>
                <p14:nvPr/>
              </p14:nvContentPartPr>
              <p14:xfrm>
                <a:off x="954320" y="1672960"/>
                <a:ext cx="117360" cy="114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433E003-9268-261A-E484-07F06B8E548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43880" y="1662520"/>
                  <a:ext cx="138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7C6D5DD-2C97-EC16-26AD-65825DAB3BCA}"/>
                    </a:ext>
                  </a:extLst>
                </p14:cNvPr>
                <p14:cNvContentPartPr/>
                <p14:nvPr/>
              </p14:nvContentPartPr>
              <p14:xfrm>
                <a:off x="1145840" y="1645960"/>
                <a:ext cx="212760" cy="163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7C6D5DD-2C97-EC16-26AD-65825DAB3BC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35040" y="1635160"/>
                  <a:ext cx="2340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00CB74F-33DA-C950-52F7-AC560EADDD5A}"/>
                    </a:ext>
                  </a:extLst>
                </p14:cNvPr>
                <p14:cNvContentPartPr/>
                <p14:nvPr/>
              </p14:nvContentPartPr>
              <p14:xfrm>
                <a:off x="1440680" y="1667560"/>
                <a:ext cx="10440" cy="128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00CB74F-33DA-C950-52F7-AC560EADDD5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429880" y="1656760"/>
                  <a:ext cx="316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57B8CA2-39AA-93FB-BA5D-10DD8E502A53}"/>
                    </a:ext>
                  </a:extLst>
                </p14:cNvPr>
                <p14:cNvContentPartPr/>
                <p14:nvPr/>
              </p14:nvContentPartPr>
              <p14:xfrm>
                <a:off x="1438160" y="1556680"/>
                <a:ext cx="38160" cy="622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57B8CA2-39AA-93FB-BA5D-10DD8E502A5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427360" y="1546240"/>
                  <a:ext cx="594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F97E778-E99B-989F-07D2-BFE2AD374720}"/>
                    </a:ext>
                  </a:extLst>
                </p14:cNvPr>
                <p14:cNvContentPartPr/>
                <p14:nvPr/>
              </p14:nvContentPartPr>
              <p14:xfrm>
                <a:off x="1590080" y="1624720"/>
                <a:ext cx="119880" cy="1332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F97E778-E99B-989F-07D2-BFE2AD37472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579640" y="1614280"/>
                  <a:ext cx="1411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CCE995D-E9EB-8D66-5D6E-96B2C97D4696}"/>
                    </a:ext>
                  </a:extLst>
                </p14:cNvPr>
                <p14:cNvContentPartPr/>
                <p14:nvPr/>
              </p14:nvContentPartPr>
              <p14:xfrm>
                <a:off x="1748480" y="1593400"/>
                <a:ext cx="151560" cy="2692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CCE995D-E9EB-8D66-5D6E-96B2C97D469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737680" y="1582600"/>
                  <a:ext cx="172800" cy="29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F91311A-F2CC-3DD6-BFD0-45620BE4DDE0}"/>
              </a:ext>
            </a:extLst>
          </p:cNvPr>
          <p:cNvGrpSpPr/>
          <p:nvPr/>
        </p:nvGrpSpPr>
        <p:grpSpPr>
          <a:xfrm>
            <a:off x="2189480" y="1510960"/>
            <a:ext cx="1005840" cy="249480"/>
            <a:chOff x="2189480" y="1510960"/>
            <a:chExt cx="1005840" cy="24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9D2DC71-A476-07C0-0EB5-CB4537B5126B}"/>
                    </a:ext>
                  </a:extLst>
                </p14:cNvPr>
                <p14:cNvContentPartPr/>
                <p14:nvPr/>
              </p14:nvContentPartPr>
              <p14:xfrm>
                <a:off x="2254280" y="1510960"/>
                <a:ext cx="29520" cy="2026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9D2DC71-A476-07C0-0EB5-CB4537B5126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243480" y="1500520"/>
                  <a:ext cx="507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B9CF6B1-8CEF-884A-F690-7C41284594AF}"/>
                    </a:ext>
                  </a:extLst>
                </p14:cNvPr>
                <p14:cNvContentPartPr/>
                <p14:nvPr/>
              </p14:nvContentPartPr>
              <p14:xfrm>
                <a:off x="2189480" y="1621840"/>
                <a:ext cx="189360" cy="39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B9CF6B1-8CEF-884A-F690-7C41284594A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178680" y="1611040"/>
                  <a:ext cx="2106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98FE09B-028D-0A38-A490-78B6A472E47D}"/>
                    </a:ext>
                  </a:extLst>
                </p14:cNvPr>
                <p14:cNvContentPartPr/>
                <p14:nvPr/>
              </p14:nvContentPartPr>
              <p14:xfrm>
                <a:off x="2402600" y="1565680"/>
                <a:ext cx="146160" cy="121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98FE09B-028D-0A38-A490-78B6A472E47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392160" y="1555240"/>
                  <a:ext cx="1674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B6857AA-80B6-5B8B-C0B7-8F068847A75E}"/>
                    </a:ext>
                  </a:extLst>
                </p14:cNvPr>
                <p14:cNvContentPartPr/>
                <p14:nvPr/>
              </p14:nvContentPartPr>
              <p14:xfrm>
                <a:off x="2603840" y="1575760"/>
                <a:ext cx="96120" cy="150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B6857AA-80B6-5B8B-C0B7-8F068847A75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593400" y="1564960"/>
                  <a:ext cx="1173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54216C1-5BFE-52E0-FF5A-DCB961F29564}"/>
                    </a:ext>
                  </a:extLst>
                </p14:cNvPr>
                <p14:cNvContentPartPr/>
                <p14:nvPr/>
              </p14:nvContentPartPr>
              <p14:xfrm>
                <a:off x="2856560" y="1552000"/>
                <a:ext cx="99720" cy="2084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54216C1-5BFE-52E0-FF5A-DCB961F2956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846120" y="1541200"/>
                  <a:ext cx="1209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DA6DD93-8E72-EC42-DB98-B1CE742D24E3}"/>
                    </a:ext>
                  </a:extLst>
                </p14:cNvPr>
                <p14:cNvContentPartPr/>
                <p14:nvPr/>
              </p14:nvContentPartPr>
              <p14:xfrm>
                <a:off x="3114320" y="1659640"/>
                <a:ext cx="81000" cy="640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DA6DD93-8E72-EC42-DB98-B1CE742D24E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103880" y="1649200"/>
                  <a:ext cx="1022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498F733-9F9B-00DC-61C9-9D33BBCECB7E}"/>
                    </a:ext>
                  </a:extLst>
                </p14:cNvPr>
                <p14:cNvContentPartPr/>
                <p14:nvPr/>
              </p14:nvContentPartPr>
              <p14:xfrm>
                <a:off x="3047360" y="1518880"/>
                <a:ext cx="118800" cy="432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498F733-9F9B-00DC-61C9-9D33BBCECB7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036920" y="1508080"/>
                  <a:ext cx="1400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1ABDDBC3-DD20-A59D-BF90-62D1EC577B48}"/>
              </a:ext>
            </a:extLst>
          </p:cNvPr>
          <p:cNvGrpSpPr/>
          <p:nvPr/>
        </p:nvGrpSpPr>
        <p:grpSpPr>
          <a:xfrm>
            <a:off x="2132240" y="2444440"/>
            <a:ext cx="313920" cy="333720"/>
            <a:chOff x="2132240" y="2444440"/>
            <a:chExt cx="31392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DA75DE9-9F4D-CD6E-16B4-D058C1048BEF}"/>
                    </a:ext>
                  </a:extLst>
                </p14:cNvPr>
                <p14:cNvContentPartPr/>
                <p14:nvPr/>
              </p14:nvContentPartPr>
              <p14:xfrm>
                <a:off x="2132240" y="2444440"/>
                <a:ext cx="28440" cy="325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DA75DE9-9F4D-CD6E-16B4-D058C1048BE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121800" y="2433640"/>
                  <a:ext cx="496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FECA5AA-2991-7131-DC31-8A6AA7F3EB97}"/>
                    </a:ext>
                  </a:extLst>
                </p14:cNvPr>
                <p14:cNvContentPartPr/>
                <p14:nvPr/>
              </p14:nvContentPartPr>
              <p14:xfrm>
                <a:off x="2204600" y="2517880"/>
                <a:ext cx="241560" cy="2602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FECA5AA-2991-7131-DC31-8A6AA7F3EB9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194160" y="2507080"/>
                  <a:ext cx="26280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DCAD96F3-2C28-0FF4-0001-5403B3CDE4DF}"/>
              </a:ext>
            </a:extLst>
          </p:cNvPr>
          <p:cNvGrpSpPr/>
          <p:nvPr/>
        </p:nvGrpSpPr>
        <p:grpSpPr>
          <a:xfrm>
            <a:off x="1185440" y="3122680"/>
            <a:ext cx="286920" cy="288000"/>
            <a:chOff x="1185440" y="3122680"/>
            <a:chExt cx="286920" cy="2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4F328FC-A1B7-F9DD-B500-BCC5E29DD3DD}"/>
                    </a:ext>
                  </a:extLst>
                </p14:cNvPr>
                <p14:cNvContentPartPr/>
                <p14:nvPr/>
              </p14:nvContentPartPr>
              <p14:xfrm>
                <a:off x="1185440" y="3160480"/>
                <a:ext cx="183600" cy="2502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4F328FC-A1B7-F9DD-B500-BCC5E29DD3D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74640" y="3150040"/>
                  <a:ext cx="2048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FDB3CFD-DD15-69FF-0F1C-F3721275C9D1}"/>
                    </a:ext>
                  </a:extLst>
                </p14:cNvPr>
                <p14:cNvContentPartPr/>
                <p14:nvPr/>
              </p14:nvContentPartPr>
              <p14:xfrm>
                <a:off x="1288040" y="3122680"/>
                <a:ext cx="184320" cy="208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FDB3CFD-DD15-69FF-0F1C-F3721275C9D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277600" y="3112240"/>
                  <a:ext cx="20556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CD9C5AA-CE77-4747-6FC3-3D2A8B092812}"/>
              </a:ext>
            </a:extLst>
          </p:cNvPr>
          <p:cNvGrpSpPr/>
          <p:nvPr/>
        </p:nvGrpSpPr>
        <p:grpSpPr>
          <a:xfrm>
            <a:off x="2869880" y="3093160"/>
            <a:ext cx="462240" cy="269640"/>
            <a:chOff x="2869880" y="3093160"/>
            <a:chExt cx="46224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9CDACE6-4A83-E179-3A06-5724934A275D}"/>
                    </a:ext>
                  </a:extLst>
                </p14:cNvPr>
                <p14:cNvContentPartPr/>
                <p14:nvPr/>
              </p14:nvContentPartPr>
              <p14:xfrm>
                <a:off x="2869880" y="3148960"/>
                <a:ext cx="10440" cy="213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9CDACE6-4A83-E179-3A06-5724934A275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859080" y="3138520"/>
                  <a:ext cx="316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475AACA-D442-B59A-866F-7D08D6208A62}"/>
                    </a:ext>
                  </a:extLst>
                </p14:cNvPr>
                <p14:cNvContentPartPr/>
                <p14:nvPr/>
              </p14:nvContentPartPr>
              <p14:xfrm>
                <a:off x="3030800" y="3162640"/>
                <a:ext cx="147960" cy="171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475AACA-D442-B59A-866F-7D08D6208A6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020360" y="3152200"/>
                  <a:ext cx="1692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A7243D8-F1CC-C996-6095-382F9167486D}"/>
                    </a:ext>
                  </a:extLst>
                </p14:cNvPr>
                <p14:cNvContentPartPr/>
                <p14:nvPr/>
              </p14:nvContentPartPr>
              <p14:xfrm>
                <a:off x="3119720" y="3093160"/>
                <a:ext cx="212400" cy="345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A7243D8-F1CC-C996-6095-382F9167486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109280" y="3082360"/>
                  <a:ext cx="23364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A5119373-1965-FA88-9FE8-0DE2113B7FEE}"/>
                  </a:ext>
                </a:extLst>
              </p14:cNvPr>
              <p14:cNvContentPartPr/>
              <p14:nvPr/>
            </p14:nvContentPartPr>
            <p14:xfrm>
              <a:off x="498560" y="3946360"/>
              <a:ext cx="240480" cy="3034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A5119373-1965-FA88-9FE8-0DE2113B7FEE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488120" y="3935560"/>
                <a:ext cx="261720" cy="32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34A023B2-1A93-2500-4CF7-2FCB08677879}"/>
              </a:ext>
            </a:extLst>
          </p:cNvPr>
          <p:cNvGrpSpPr/>
          <p:nvPr/>
        </p:nvGrpSpPr>
        <p:grpSpPr>
          <a:xfrm>
            <a:off x="1454360" y="3997840"/>
            <a:ext cx="264600" cy="239040"/>
            <a:chOff x="1454360" y="3997840"/>
            <a:chExt cx="26460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DF2EF3D-A18F-BE2C-AED7-C1A74C156D5A}"/>
                    </a:ext>
                  </a:extLst>
                </p14:cNvPr>
                <p14:cNvContentPartPr/>
                <p14:nvPr/>
              </p14:nvContentPartPr>
              <p14:xfrm>
                <a:off x="1454360" y="3997840"/>
                <a:ext cx="166680" cy="2390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DF2EF3D-A18F-BE2C-AED7-C1A74C156D5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443920" y="3987400"/>
                  <a:ext cx="1879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28A5754-0D1E-912E-D2AE-549663A01C27}"/>
                    </a:ext>
                  </a:extLst>
                </p14:cNvPr>
                <p14:cNvContentPartPr/>
                <p14:nvPr/>
              </p14:nvContentPartPr>
              <p14:xfrm>
                <a:off x="1530680" y="4140760"/>
                <a:ext cx="188280" cy="12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28A5754-0D1E-912E-D2AE-549663A01C2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519880" y="4129960"/>
                  <a:ext cx="20952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83298AFE-D579-4773-9360-45130006462C}"/>
              </a:ext>
            </a:extLst>
          </p:cNvPr>
          <p:cNvGrpSpPr/>
          <p:nvPr/>
        </p:nvGrpSpPr>
        <p:grpSpPr>
          <a:xfrm>
            <a:off x="2471000" y="3910000"/>
            <a:ext cx="321840" cy="269280"/>
            <a:chOff x="2471000" y="3910000"/>
            <a:chExt cx="32184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DB82A87-33A2-FE4F-66ED-4E232294CE8E}"/>
                    </a:ext>
                  </a:extLst>
                </p14:cNvPr>
                <p14:cNvContentPartPr/>
                <p14:nvPr/>
              </p14:nvContentPartPr>
              <p14:xfrm>
                <a:off x="2471000" y="3910000"/>
                <a:ext cx="44640" cy="2426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DB82A87-33A2-FE4F-66ED-4E232294CE8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460560" y="3899200"/>
                  <a:ext cx="658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F7581F3-EAE7-F95F-3B7D-D830DBC42194}"/>
                    </a:ext>
                  </a:extLst>
                </p14:cNvPr>
                <p14:cNvContentPartPr/>
                <p14:nvPr/>
              </p14:nvContentPartPr>
              <p14:xfrm>
                <a:off x="2618960" y="3942760"/>
                <a:ext cx="173880" cy="236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F7581F3-EAE7-F95F-3B7D-D830DBC4219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608160" y="3932320"/>
                  <a:ext cx="195120" cy="25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0B764AE6-6153-DF8B-E3A8-92FAE4B5BC40}"/>
              </a:ext>
            </a:extLst>
          </p:cNvPr>
          <p:cNvGrpSpPr/>
          <p:nvPr/>
        </p:nvGrpSpPr>
        <p:grpSpPr>
          <a:xfrm>
            <a:off x="3556400" y="3861760"/>
            <a:ext cx="491760" cy="242640"/>
            <a:chOff x="3556400" y="3861760"/>
            <a:chExt cx="49176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05898A6-F8CD-1524-7577-C7A3AB17BC1E}"/>
                    </a:ext>
                  </a:extLst>
                </p14:cNvPr>
                <p14:cNvContentPartPr/>
                <p14:nvPr/>
              </p14:nvContentPartPr>
              <p14:xfrm>
                <a:off x="3556400" y="3861760"/>
                <a:ext cx="245160" cy="2426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05898A6-F8CD-1524-7577-C7A3AB17BC1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545600" y="3851320"/>
                  <a:ext cx="2664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B15B3D1-60BC-672D-1B70-DEE282AA3F35}"/>
                    </a:ext>
                  </a:extLst>
                </p14:cNvPr>
                <p14:cNvContentPartPr/>
                <p14:nvPr/>
              </p14:nvContentPartPr>
              <p14:xfrm>
                <a:off x="3839360" y="3941320"/>
                <a:ext cx="208800" cy="1508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B15B3D1-60BC-672D-1B70-DEE282AA3F3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828920" y="3930520"/>
                  <a:ext cx="23004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3D7D5F4-19B9-086F-0992-258D27997C2F}"/>
              </a:ext>
            </a:extLst>
          </p:cNvPr>
          <p:cNvGrpSpPr/>
          <p:nvPr/>
        </p:nvGrpSpPr>
        <p:grpSpPr>
          <a:xfrm>
            <a:off x="9174200" y="783400"/>
            <a:ext cx="388800" cy="222120"/>
            <a:chOff x="9174200" y="783400"/>
            <a:chExt cx="388800" cy="2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3BDDCA7-67DA-2BFF-11D2-E272237C9461}"/>
                    </a:ext>
                  </a:extLst>
                </p14:cNvPr>
                <p14:cNvContentPartPr/>
                <p14:nvPr/>
              </p14:nvContentPartPr>
              <p14:xfrm>
                <a:off x="9174200" y="794920"/>
                <a:ext cx="15120" cy="210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3BDDCA7-67DA-2BFF-11D2-E272237C946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163400" y="784120"/>
                  <a:ext cx="363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1E0CA94-CF44-419C-BECB-B243426B6488}"/>
                    </a:ext>
                  </a:extLst>
                </p14:cNvPr>
                <p14:cNvContentPartPr/>
                <p14:nvPr/>
              </p14:nvContentPartPr>
              <p14:xfrm>
                <a:off x="9332960" y="783400"/>
                <a:ext cx="230040" cy="2221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1E0CA94-CF44-419C-BECB-B243426B6488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322160" y="772600"/>
                  <a:ext cx="251280" cy="24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9C9DB351-B0DB-573E-962C-AD94929715BD}"/>
                  </a:ext>
                </a:extLst>
              </p14:cNvPr>
              <p14:cNvContentPartPr/>
              <p14:nvPr/>
            </p14:nvContentPartPr>
            <p14:xfrm>
              <a:off x="772880" y="3536320"/>
              <a:ext cx="264240" cy="33264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9C9DB351-B0DB-573E-962C-AD94929715BD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762080" y="3525880"/>
                <a:ext cx="28548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1DBAEF26-01D4-0565-7974-8A5A6C8F50B1}"/>
                  </a:ext>
                </a:extLst>
              </p14:cNvPr>
              <p14:cNvContentPartPr/>
              <p14:nvPr/>
            </p14:nvContentPartPr>
            <p14:xfrm>
              <a:off x="1286960" y="3593560"/>
              <a:ext cx="234000" cy="28512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1DBAEF26-01D4-0565-7974-8A5A6C8F50B1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1276160" y="3582760"/>
                <a:ext cx="25524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0588FC1D-2B61-29A3-423C-DBFBF64ED87C}"/>
                  </a:ext>
                </a:extLst>
              </p14:cNvPr>
              <p14:cNvContentPartPr/>
              <p14:nvPr/>
            </p14:nvContentPartPr>
            <p14:xfrm>
              <a:off x="1595480" y="2958520"/>
              <a:ext cx="374760" cy="30780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0588FC1D-2B61-29A3-423C-DBFBF64ED87C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1584680" y="2947720"/>
                <a:ext cx="39600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C8BCC692-6226-7036-D686-CFAEF99FA60B}"/>
                  </a:ext>
                </a:extLst>
              </p14:cNvPr>
              <p14:cNvContentPartPr/>
              <p14:nvPr/>
            </p14:nvContentPartPr>
            <p14:xfrm>
              <a:off x="2685560" y="3506800"/>
              <a:ext cx="104400" cy="2012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C8BCC692-6226-7036-D686-CFAEF99FA60B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2675120" y="3496000"/>
                <a:ext cx="1256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4C911B42-8B76-B7F2-611C-769497F84367}"/>
                  </a:ext>
                </a:extLst>
              </p14:cNvPr>
              <p14:cNvContentPartPr/>
              <p14:nvPr/>
            </p14:nvContentPartPr>
            <p14:xfrm>
              <a:off x="2492600" y="2890840"/>
              <a:ext cx="216000" cy="15912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4C911B42-8B76-B7F2-611C-769497F84367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2482160" y="2880400"/>
                <a:ext cx="23724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8FAEB305-968C-E9AC-951C-6291F31D8377}"/>
                  </a:ext>
                </a:extLst>
              </p14:cNvPr>
              <p14:cNvContentPartPr/>
              <p14:nvPr/>
            </p14:nvContentPartPr>
            <p14:xfrm>
              <a:off x="3260840" y="3425440"/>
              <a:ext cx="329040" cy="26316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8FAEB305-968C-E9AC-951C-6291F31D8377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3250040" y="3415000"/>
                <a:ext cx="350280" cy="28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A01CAD91-254C-2B67-BD9F-B938A9FE1341}"/>
              </a:ext>
            </a:extLst>
          </p:cNvPr>
          <p:cNvGrpSpPr/>
          <p:nvPr/>
        </p:nvGrpSpPr>
        <p:grpSpPr>
          <a:xfrm>
            <a:off x="5407880" y="1598800"/>
            <a:ext cx="308520" cy="512280"/>
            <a:chOff x="5407880" y="1598800"/>
            <a:chExt cx="308520" cy="51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34E9620-38BE-5A89-25C0-1EC2BAD079B0}"/>
                    </a:ext>
                  </a:extLst>
                </p14:cNvPr>
                <p14:cNvContentPartPr/>
                <p14:nvPr/>
              </p14:nvContentPartPr>
              <p14:xfrm>
                <a:off x="5407880" y="1692760"/>
                <a:ext cx="136440" cy="2620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34E9620-38BE-5A89-25C0-1EC2BAD079B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397440" y="1681960"/>
                  <a:ext cx="1576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CBCD5AF-753F-2053-576A-551B83EC19B2}"/>
                    </a:ext>
                  </a:extLst>
                </p14:cNvPr>
                <p14:cNvContentPartPr/>
                <p14:nvPr/>
              </p14:nvContentPartPr>
              <p14:xfrm>
                <a:off x="5527400" y="1598800"/>
                <a:ext cx="189000" cy="5122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CBCD5AF-753F-2053-576A-551B83EC19B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516960" y="1588360"/>
                  <a:ext cx="210240" cy="53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8B58F157-AE1D-7162-88B2-62E78D019C24}"/>
              </a:ext>
            </a:extLst>
          </p:cNvPr>
          <p:cNvGrpSpPr/>
          <p:nvPr/>
        </p:nvGrpSpPr>
        <p:grpSpPr>
          <a:xfrm>
            <a:off x="5923760" y="1578280"/>
            <a:ext cx="889920" cy="368640"/>
            <a:chOff x="5923760" y="1578280"/>
            <a:chExt cx="889920" cy="3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5A927584-DA82-8F7F-0C81-4ED3AA64159A}"/>
                    </a:ext>
                  </a:extLst>
                </p14:cNvPr>
                <p14:cNvContentPartPr/>
                <p14:nvPr/>
              </p14:nvContentPartPr>
              <p14:xfrm>
                <a:off x="5923760" y="1765840"/>
                <a:ext cx="119520" cy="1810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5A927584-DA82-8F7F-0C81-4ED3AA64159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913320" y="1755400"/>
                  <a:ext cx="1407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574658E-EB91-3463-FBBC-9403B08D42A1}"/>
                    </a:ext>
                  </a:extLst>
                </p14:cNvPr>
                <p14:cNvContentPartPr/>
                <p14:nvPr/>
              </p14:nvContentPartPr>
              <p14:xfrm>
                <a:off x="6113840" y="1672240"/>
                <a:ext cx="48600" cy="2700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574658E-EB91-3463-FBBC-9403B08D42A1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103400" y="1661440"/>
                  <a:ext cx="698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3AFEB66-48C1-C5EA-3429-7495B0478DE0}"/>
                    </a:ext>
                  </a:extLst>
                </p14:cNvPr>
                <p14:cNvContentPartPr/>
                <p14:nvPr/>
              </p14:nvContentPartPr>
              <p14:xfrm>
                <a:off x="6132920" y="1817320"/>
                <a:ext cx="147600" cy="151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3AFEB66-48C1-C5EA-3429-7495B0478DE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122480" y="1806520"/>
                  <a:ext cx="168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97C11F1-58B3-EF2B-5D79-80E273D05732}"/>
                    </a:ext>
                  </a:extLst>
                </p14:cNvPr>
                <p14:cNvContentPartPr/>
                <p14:nvPr/>
              </p14:nvContentPartPr>
              <p14:xfrm>
                <a:off x="6265040" y="1764760"/>
                <a:ext cx="163080" cy="1443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97C11F1-58B3-EF2B-5D79-80E273D05732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254240" y="1753960"/>
                  <a:ext cx="1843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2269911-BC80-601E-7E4B-1BA605610692}"/>
                    </a:ext>
                  </a:extLst>
                </p14:cNvPr>
                <p14:cNvContentPartPr/>
                <p14:nvPr/>
              </p14:nvContentPartPr>
              <p14:xfrm>
                <a:off x="6493280" y="1778440"/>
                <a:ext cx="113400" cy="1144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2269911-BC80-601E-7E4B-1BA605610692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482840" y="1767640"/>
                  <a:ext cx="1346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8C9B52F-DEB6-CA73-8524-FA1BF193243D}"/>
                    </a:ext>
                  </a:extLst>
                </p14:cNvPr>
                <p14:cNvContentPartPr/>
                <p14:nvPr/>
              </p14:nvContentPartPr>
              <p14:xfrm>
                <a:off x="6678680" y="1578280"/>
                <a:ext cx="66240" cy="3351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8C9B52F-DEB6-CA73-8524-FA1BF193243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668240" y="1567840"/>
                  <a:ext cx="874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F95B46E-2A7C-5A6B-1F65-238BA926F980}"/>
                    </a:ext>
                  </a:extLst>
                </p14:cNvPr>
                <p14:cNvContentPartPr/>
                <p14:nvPr/>
              </p14:nvContentPartPr>
              <p14:xfrm>
                <a:off x="6634400" y="1724800"/>
                <a:ext cx="179280" cy="93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F95B46E-2A7C-5A6B-1F65-238BA926F98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623600" y="1714000"/>
                  <a:ext cx="20052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43232755-EE4A-D5A4-F6AC-D2116CBB14DA}"/>
              </a:ext>
            </a:extLst>
          </p:cNvPr>
          <p:cNvGrpSpPr/>
          <p:nvPr/>
        </p:nvGrpSpPr>
        <p:grpSpPr>
          <a:xfrm>
            <a:off x="7115000" y="1556680"/>
            <a:ext cx="460080" cy="354240"/>
            <a:chOff x="7115000" y="1556680"/>
            <a:chExt cx="460080" cy="35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729B906-BDA8-8523-280B-29C9761E5AD5}"/>
                    </a:ext>
                  </a:extLst>
                </p14:cNvPr>
                <p14:cNvContentPartPr/>
                <p14:nvPr/>
              </p14:nvContentPartPr>
              <p14:xfrm>
                <a:off x="7115000" y="1745320"/>
                <a:ext cx="220680" cy="1656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729B906-BDA8-8523-280B-29C9761E5AD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104200" y="1734520"/>
                  <a:ext cx="2419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036AA74-0611-E8FD-C2C4-9D708B06CF51}"/>
                    </a:ext>
                  </a:extLst>
                </p14:cNvPr>
                <p14:cNvContentPartPr/>
                <p14:nvPr/>
              </p14:nvContentPartPr>
              <p14:xfrm>
                <a:off x="7423880" y="1556680"/>
                <a:ext cx="76680" cy="3315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036AA74-0611-E8FD-C2C4-9D708B06CF51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413080" y="1546240"/>
                  <a:ext cx="979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BB452C2-F33C-3FD0-C8B1-8FF6D4B48329}"/>
                    </a:ext>
                  </a:extLst>
                </p14:cNvPr>
                <p14:cNvContentPartPr/>
                <p14:nvPr/>
              </p14:nvContentPartPr>
              <p14:xfrm>
                <a:off x="7403360" y="1724800"/>
                <a:ext cx="171720" cy="176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BB452C2-F33C-3FD0-C8B1-8FF6D4B4832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392920" y="1714000"/>
                  <a:ext cx="19296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F64137CE-4063-8EE3-CD1C-6DDDC6BB0D44}"/>
              </a:ext>
            </a:extLst>
          </p:cNvPr>
          <p:cNvGrpSpPr/>
          <p:nvPr/>
        </p:nvGrpSpPr>
        <p:grpSpPr>
          <a:xfrm>
            <a:off x="7914920" y="1651360"/>
            <a:ext cx="303120" cy="191880"/>
            <a:chOff x="7914920" y="1651360"/>
            <a:chExt cx="30312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D76ED24-D469-6A5E-459D-2E425F0D8E34}"/>
                    </a:ext>
                  </a:extLst>
                </p14:cNvPr>
                <p14:cNvContentPartPr/>
                <p14:nvPr/>
              </p14:nvContentPartPr>
              <p14:xfrm>
                <a:off x="7914920" y="1651360"/>
                <a:ext cx="32040" cy="1918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D76ED24-D469-6A5E-459D-2E425F0D8E3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904480" y="1640920"/>
                  <a:ext cx="532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9FA1D00-9090-F7DD-F714-EC5E60DEC580}"/>
                    </a:ext>
                  </a:extLst>
                </p14:cNvPr>
                <p14:cNvContentPartPr/>
                <p14:nvPr/>
              </p14:nvContentPartPr>
              <p14:xfrm>
                <a:off x="8032640" y="1663600"/>
                <a:ext cx="185400" cy="1699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9FA1D00-9090-F7DD-F714-EC5E60DEC58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022200" y="1653160"/>
                  <a:ext cx="20664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354FBC03-B8D2-3BFD-A047-77E49D4B0732}"/>
              </a:ext>
            </a:extLst>
          </p:cNvPr>
          <p:cNvGrpSpPr/>
          <p:nvPr/>
        </p:nvGrpSpPr>
        <p:grpSpPr>
          <a:xfrm>
            <a:off x="8480840" y="1464160"/>
            <a:ext cx="1065600" cy="389880"/>
            <a:chOff x="8480840" y="1464160"/>
            <a:chExt cx="1065600" cy="38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64514D5-E8A6-7F28-6C97-023CDB3C90B4}"/>
                    </a:ext>
                  </a:extLst>
                </p14:cNvPr>
                <p14:cNvContentPartPr/>
                <p14:nvPr/>
              </p14:nvContentPartPr>
              <p14:xfrm>
                <a:off x="8480840" y="1589800"/>
                <a:ext cx="60480" cy="2642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64514D5-E8A6-7F28-6C97-023CDB3C90B4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470400" y="1579360"/>
                  <a:ext cx="817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58BA9CE-FE38-509D-E142-CA50BDF332BE}"/>
                    </a:ext>
                  </a:extLst>
                </p14:cNvPr>
                <p14:cNvContentPartPr/>
                <p14:nvPr/>
              </p14:nvContentPartPr>
              <p14:xfrm>
                <a:off x="8652560" y="1638760"/>
                <a:ext cx="114480" cy="1468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58BA9CE-FE38-509D-E142-CA50BDF332B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641760" y="1628320"/>
                  <a:ext cx="1357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B8DEA93-45C6-FB33-4271-2A91783F0DC7}"/>
                    </a:ext>
                  </a:extLst>
                </p14:cNvPr>
                <p14:cNvContentPartPr/>
                <p14:nvPr/>
              </p14:nvContentPartPr>
              <p14:xfrm>
                <a:off x="8794760" y="1678000"/>
                <a:ext cx="184320" cy="1040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B8DEA93-45C6-FB33-4271-2A91783F0DC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783960" y="1667560"/>
                  <a:ext cx="2055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B61D6E1-5180-8520-E840-15F3497D8E11}"/>
                    </a:ext>
                  </a:extLst>
                </p14:cNvPr>
                <p14:cNvContentPartPr/>
                <p14:nvPr/>
              </p14:nvContentPartPr>
              <p14:xfrm>
                <a:off x="9066200" y="1684840"/>
                <a:ext cx="144720" cy="84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B61D6E1-5180-8520-E840-15F3497D8E1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055760" y="1674400"/>
                  <a:ext cx="165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BF4B808-3CA2-86E1-8208-003D47180045}"/>
                    </a:ext>
                  </a:extLst>
                </p14:cNvPr>
                <p14:cNvContentPartPr/>
                <p14:nvPr/>
              </p14:nvContentPartPr>
              <p14:xfrm>
                <a:off x="9254120" y="1497280"/>
                <a:ext cx="98280" cy="3369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BF4B808-3CA2-86E1-8208-003D4718004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243320" y="1486840"/>
                  <a:ext cx="11952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0E6BD27-038B-BB28-D5E5-6E06660D44EC}"/>
                    </a:ext>
                  </a:extLst>
                </p14:cNvPr>
                <p14:cNvContentPartPr/>
                <p14:nvPr/>
              </p14:nvContentPartPr>
              <p14:xfrm>
                <a:off x="9191840" y="1659640"/>
                <a:ext cx="203400" cy="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0E6BD27-038B-BB28-D5E5-6E06660D44EC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181400" y="1648840"/>
                  <a:ext cx="224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906C0AE-D05C-125E-0384-1D64EF86DFD4}"/>
                    </a:ext>
                  </a:extLst>
                </p14:cNvPr>
                <p14:cNvContentPartPr/>
                <p14:nvPr/>
              </p14:nvContentPartPr>
              <p14:xfrm>
                <a:off x="9384800" y="1464160"/>
                <a:ext cx="161640" cy="3783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906C0AE-D05C-125E-0384-1D64EF86DFD4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374360" y="1453720"/>
                  <a:ext cx="182880" cy="39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3DE0CE23-4326-FA5A-9C2E-1F4B4F707F0E}"/>
                  </a:ext>
                </a:extLst>
              </p14:cNvPr>
              <p14:cNvContentPartPr/>
              <p14:nvPr/>
            </p14:nvContentPartPr>
            <p14:xfrm>
              <a:off x="1973480" y="2267320"/>
              <a:ext cx="713520" cy="61272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3DE0CE23-4326-FA5A-9C2E-1F4B4F707F0E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1963040" y="2256520"/>
                <a:ext cx="734760" cy="63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AEA6BB96-A680-B445-9400-40544A8672EF}"/>
              </a:ext>
            </a:extLst>
          </p:cNvPr>
          <p:cNvGrpSpPr/>
          <p:nvPr/>
        </p:nvGrpSpPr>
        <p:grpSpPr>
          <a:xfrm>
            <a:off x="5438840" y="2260480"/>
            <a:ext cx="340560" cy="460800"/>
            <a:chOff x="5438840" y="2260480"/>
            <a:chExt cx="340560" cy="46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980387B-2F5B-110C-884E-9F0D9159CE3D}"/>
                    </a:ext>
                  </a:extLst>
                </p14:cNvPr>
                <p14:cNvContentPartPr/>
                <p14:nvPr/>
              </p14:nvContentPartPr>
              <p14:xfrm>
                <a:off x="5438840" y="2405560"/>
                <a:ext cx="184320" cy="2106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980387B-2F5B-110C-884E-9F0D9159CE3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428400" y="2394760"/>
                  <a:ext cx="205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6F0E217-5BD6-A093-FAE4-D1FE7E999290}"/>
                    </a:ext>
                  </a:extLst>
                </p14:cNvPr>
                <p14:cNvContentPartPr/>
                <p14:nvPr/>
              </p14:nvContentPartPr>
              <p14:xfrm>
                <a:off x="5669600" y="2260480"/>
                <a:ext cx="109800" cy="4608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6F0E217-5BD6-A093-FAE4-D1FE7E999290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659160" y="2249680"/>
                  <a:ext cx="131040" cy="48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B32F8CFF-2BD6-AA8C-8DB6-20489436D6B1}"/>
              </a:ext>
            </a:extLst>
          </p:cNvPr>
          <p:cNvGrpSpPr/>
          <p:nvPr/>
        </p:nvGrpSpPr>
        <p:grpSpPr>
          <a:xfrm>
            <a:off x="6105200" y="2229160"/>
            <a:ext cx="386280" cy="387720"/>
            <a:chOff x="6105200" y="2229160"/>
            <a:chExt cx="386280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625D307-49A3-4397-14AA-794B5822FBDD}"/>
                    </a:ext>
                  </a:extLst>
                </p14:cNvPr>
                <p14:cNvContentPartPr/>
                <p14:nvPr/>
              </p14:nvContentPartPr>
              <p14:xfrm>
                <a:off x="6118880" y="2449840"/>
                <a:ext cx="51120" cy="1191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625D307-49A3-4397-14AA-794B5822FBD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108440" y="2439400"/>
                  <a:ext cx="723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DCBBB3C-0062-4C73-2166-FCA785224597}"/>
                    </a:ext>
                  </a:extLst>
                </p14:cNvPr>
                <p14:cNvContentPartPr/>
                <p14:nvPr/>
              </p14:nvContentPartPr>
              <p14:xfrm>
                <a:off x="6105200" y="2291440"/>
                <a:ext cx="108720" cy="867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DCBBB3C-0062-4C73-2166-FCA78522459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094400" y="2281000"/>
                  <a:ext cx="1299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BF54406-3619-09ED-C15B-9CF784A4E8AC}"/>
                    </a:ext>
                  </a:extLst>
                </p14:cNvPr>
                <p14:cNvContentPartPr/>
                <p14:nvPr/>
              </p14:nvContentPartPr>
              <p14:xfrm>
                <a:off x="6353600" y="2229160"/>
                <a:ext cx="84240" cy="3877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BF54406-3619-09ED-C15B-9CF784A4E8A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343160" y="2218720"/>
                  <a:ext cx="10548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6F259FD-ABF8-F1F4-64E9-3DAD471EC81E}"/>
                    </a:ext>
                  </a:extLst>
                </p14:cNvPr>
                <p14:cNvContentPartPr/>
                <p14:nvPr/>
              </p14:nvContentPartPr>
              <p14:xfrm>
                <a:off x="6342440" y="2478640"/>
                <a:ext cx="149040" cy="25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6F259FD-ABF8-F1F4-64E9-3DAD471EC81E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331640" y="2468200"/>
                  <a:ext cx="17028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7E1ED229-2CA3-29BE-1D90-34B2E1081176}"/>
              </a:ext>
            </a:extLst>
          </p:cNvPr>
          <p:cNvGrpSpPr/>
          <p:nvPr/>
        </p:nvGrpSpPr>
        <p:grpSpPr>
          <a:xfrm>
            <a:off x="6965600" y="2306200"/>
            <a:ext cx="564120" cy="259560"/>
            <a:chOff x="6965600" y="2306200"/>
            <a:chExt cx="56412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7A2E57F-88C3-5497-7271-A6B9E4936EB3}"/>
                    </a:ext>
                  </a:extLst>
                </p14:cNvPr>
                <p14:cNvContentPartPr/>
                <p14:nvPr/>
              </p14:nvContentPartPr>
              <p14:xfrm>
                <a:off x="6965600" y="2314120"/>
                <a:ext cx="15480" cy="2289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7A2E57F-88C3-5497-7271-A6B9E4936EB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955160" y="2303320"/>
                  <a:ext cx="367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6700947-7BD9-2364-CD0C-78D6D1CB0163}"/>
                    </a:ext>
                  </a:extLst>
                </p14:cNvPr>
                <p14:cNvContentPartPr/>
                <p14:nvPr/>
              </p14:nvContentPartPr>
              <p14:xfrm>
                <a:off x="7094840" y="2306200"/>
                <a:ext cx="182160" cy="2595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6700947-7BD9-2364-CD0C-78D6D1CB016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084400" y="2295400"/>
                  <a:ext cx="2034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B12A4AF-5CDB-E5B9-0DBC-9B110255FAE2}"/>
                    </a:ext>
                  </a:extLst>
                </p14:cNvPr>
                <p14:cNvContentPartPr/>
                <p14:nvPr/>
              </p14:nvContentPartPr>
              <p14:xfrm>
                <a:off x="7341440" y="2318800"/>
                <a:ext cx="188280" cy="2343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B12A4AF-5CDB-E5B9-0DBC-9B110255FAE2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330640" y="2308000"/>
                  <a:ext cx="20952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07564716-812F-ABC6-01CA-39E8F4628ECB}"/>
              </a:ext>
            </a:extLst>
          </p:cNvPr>
          <p:cNvGrpSpPr/>
          <p:nvPr/>
        </p:nvGrpSpPr>
        <p:grpSpPr>
          <a:xfrm>
            <a:off x="7694240" y="2295760"/>
            <a:ext cx="330840" cy="195840"/>
            <a:chOff x="7694240" y="2295760"/>
            <a:chExt cx="33084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C02D424-CA6F-BEDB-6FDD-53FB4029F5C5}"/>
                    </a:ext>
                  </a:extLst>
                </p14:cNvPr>
                <p14:cNvContentPartPr/>
                <p14:nvPr/>
              </p14:nvContentPartPr>
              <p14:xfrm>
                <a:off x="7694240" y="2295760"/>
                <a:ext cx="57600" cy="1958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C02D424-CA6F-BEDB-6FDD-53FB4029F5C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683440" y="2285320"/>
                  <a:ext cx="788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26B0EE38-5771-C06A-38AE-C206FE7AEE6D}"/>
                    </a:ext>
                  </a:extLst>
                </p14:cNvPr>
                <p14:cNvContentPartPr/>
                <p14:nvPr/>
              </p14:nvContentPartPr>
              <p14:xfrm>
                <a:off x="7859480" y="2315920"/>
                <a:ext cx="165600" cy="1670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26B0EE38-5771-C06A-38AE-C206FE7AEE6D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848680" y="2305480"/>
                  <a:ext cx="18684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8ABD6328-F5D3-8555-6BA2-771E9B88BF0F}"/>
              </a:ext>
            </a:extLst>
          </p:cNvPr>
          <p:cNvGrpSpPr/>
          <p:nvPr/>
        </p:nvGrpSpPr>
        <p:grpSpPr>
          <a:xfrm>
            <a:off x="8445560" y="2212600"/>
            <a:ext cx="753120" cy="272520"/>
            <a:chOff x="8445560" y="2212600"/>
            <a:chExt cx="753120" cy="2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616268D-E1FC-9ADA-83C1-649EB93D8E82}"/>
                    </a:ext>
                  </a:extLst>
                </p14:cNvPr>
                <p14:cNvContentPartPr/>
                <p14:nvPr/>
              </p14:nvContentPartPr>
              <p14:xfrm>
                <a:off x="8495600" y="2238520"/>
                <a:ext cx="158400" cy="2466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616268D-E1FC-9ADA-83C1-649EB93D8E8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484800" y="2228080"/>
                  <a:ext cx="1796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E07852A-F5AB-FDAA-D4D9-5167977DEA15}"/>
                    </a:ext>
                  </a:extLst>
                </p14:cNvPr>
                <p14:cNvContentPartPr/>
                <p14:nvPr/>
              </p14:nvContentPartPr>
              <p14:xfrm>
                <a:off x="8445560" y="2363080"/>
                <a:ext cx="209880" cy="118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E07852A-F5AB-FDAA-D4D9-5167977DEA1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435120" y="2352640"/>
                  <a:ext cx="231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B366019-8188-73E8-5D49-B02D8839CF48}"/>
                    </a:ext>
                  </a:extLst>
                </p14:cNvPr>
                <p14:cNvContentPartPr/>
                <p14:nvPr/>
              </p14:nvContentPartPr>
              <p14:xfrm>
                <a:off x="8724920" y="2212600"/>
                <a:ext cx="159120" cy="2552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B366019-8188-73E8-5D49-B02D8839CF48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714120" y="2201800"/>
                  <a:ext cx="1803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D3430E6-0F98-B274-25D4-F46E3FC45064}"/>
                    </a:ext>
                  </a:extLst>
                </p14:cNvPr>
                <p14:cNvContentPartPr/>
                <p14:nvPr/>
              </p14:nvContentPartPr>
              <p14:xfrm>
                <a:off x="8894480" y="2308360"/>
                <a:ext cx="52560" cy="1339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D3430E6-0F98-B274-25D4-F46E3FC4506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884040" y="2297920"/>
                  <a:ext cx="738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7E8EE2C-F819-B46F-12BF-F77C90489342}"/>
                    </a:ext>
                  </a:extLst>
                </p14:cNvPr>
                <p14:cNvContentPartPr/>
                <p14:nvPr/>
              </p14:nvContentPartPr>
              <p14:xfrm>
                <a:off x="9072680" y="2324200"/>
                <a:ext cx="126000" cy="1180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7E8EE2C-F819-B46F-12BF-F77C90489342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9061880" y="2313400"/>
                  <a:ext cx="14724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D682EE6D-184A-7454-EFE3-B55DA393BBD2}"/>
              </a:ext>
            </a:extLst>
          </p:cNvPr>
          <p:cNvGrpSpPr/>
          <p:nvPr/>
        </p:nvGrpSpPr>
        <p:grpSpPr>
          <a:xfrm>
            <a:off x="9468680" y="2257960"/>
            <a:ext cx="304560" cy="239040"/>
            <a:chOff x="9468680" y="2257960"/>
            <a:chExt cx="30456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D53FF3B-1C19-CABC-6C46-9FA08FC6C297}"/>
                    </a:ext>
                  </a:extLst>
                </p14:cNvPr>
                <p14:cNvContentPartPr/>
                <p14:nvPr/>
              </p14:nvContentPartPr>
              <p14:xfrm>
                <a:off x="9468680" y="2257960"/>
                <a:ext cx="154080" cy="2390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D53FF3B-1C19-CABC-6C46-9FA08FC6C297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457880" y="2247520"/>
                  <a:ext cx="1753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E3645F3-54B8-6CCE-D5D9-CFC21B4818B1}"/>
                    </a:ext>
                  </a:extLst>
                </p14:cNvPr>
                <p14:cNvContentPartPr/>
                <p14:nvPr/>
              </p14:nvContentPartPr>
              <p14:xfrm>
                <a:off x="9675680" y="2312320"/>
                <a:ext cx="97560" cy="828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E3645F3-54B8-6CCE-D5D9-CFC21B4818B1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664880" y="2301520"/>
                  <a:ext cx="11880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0E9EF53F-870F-D048-AA7E-F31D0D7C97CB}"/>
              </a:ext>
            </a:extLst>
          </p:cNvPr>
          <p:cNvGrpSpPr/>
          <p:nvPr/>
        </p:nvGrpSpPr>
        <p:grpSpPr>
          <a:xfrm>
            <a:off x="10033520" y="2149600"/>
            <a:ext cx="308520" cy="258120"/>
            <a:chOff x="10033520" y="2149600"/>
            <a:chExt cx="30852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5863FA9-E327-DFA1-2E72-722CAB6F4CA0}"/>
                    </a:ext>
                  </a:extLst>
                </p14:cNvPr>
                <p14:cNvContentPartPr/>
                <p14:nvPr/>
              </p14:nvContentPartPr>
              <p14:xfrm>
                <a:off x="10050080" y="2149600"/>
                <a:ext cx="149040" cy="2581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5863FA9-E327-DFA1-2E72-722CAB6F4CA0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039280" y="2138800"/>
                  <a:ext cx="1702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229A868-1501-36C3-A1BC-872D8569FB39}"/>
                    </a:ext>
                  </a:extLst>
                </p14:cNvPr>
                <p14:cNvContentPartPr/>
                <p14:nvPr/>
              </p14:nvContentPartPr>
              <p14:xfrm>
                <a:off x="10033520" y="2270560"/>
                <a:ext cx="169200" cy="140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229A868-1501-36C3-A1BC-872D8569FB39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022720" y="2260120"/>
                  <a:ext cx="190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A763E56-D076-3370-10F5-B7A42B5E137F}"/>
                    </a:ext>
                  </a:extLst>
                </p14:cNvPr>
                <p14:cNvContentPartPr/>
                <p14:nvPr/>
              </p14:nvContentPartPr>
              <p14:xfrm>
                <a:off x="10221440" y="2268760"/>
                <a:ext cx="120600" cy="1112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A763E56-D076-3370-10F5-B7A42B5E137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0210640" y="2258320"/>
                  <a:ext cx="14184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DEBCB394-8AAB-4F9E-206D-60F6A528C9AF}"/>
              </a:ext>
            </a:extLst>
          </p:cNvPr>
          <p:cNvGrpSpPr/>
          <p:nvPr/>
        </p:nvGrpSpPr>
        <p:grpSpPr>
          <a:xfrm>
            <a:off x="10574240" y="2139160"/>
            <a:ext cx="461160" cy="251280"/>
            <a:chOff x="10574240" y="2139160"/>
            <a:chExt cx="46116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C8B1AAB-865F-86C7-9228-AFB4263AF9B9}"/>
                    </a:ext>
                  </a:extLst>
                </p14:cNvPr>
                <p14:cNvContentPartPr/>
                <p14:nvPr/>
              </p14:nvContentPartPr>
              <p14:xfrm>
                <a:off x="10610960" y="2146000"/>
                <a:ext cx="158760" cy="2444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C8B1AAB-865F-86C7-9228-AFB4263AF9B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0600160" y="2135560"/>
                  <a:ext cx="1800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F5467E7-6D5E-C4D4-B746-9C7A7AA25146}"/>
                    </a:ext>
                  </a:extLst>
                </p14:cNvPr>
                <p14:cNvContentPartPr/>
                <p14:nvPr/>
              </p14:nvContentPartPr>
              <p14:xfrm>
                <a:off x="10574240" y="2281000"/>
                <a:ext cx="141120" cy="72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F5467E7-6D5E-C4D4-B746-9C7A7AA25146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563440" y="2270200"/>
                  <a:ext cx="162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69F5027-B567-5C2B-E70A-B1BDDACF3995}"/>
                    </a:ext>
                  </a:extLst>
                </p14:cNvPr>
                <p14:cNvContentPartPr/>
                <p14:nvPr/>
              </p14:nvContentPartPr>
              <p14:xfrm>
                <a:off x="10774760" y="2139160"/>
                <a:ext cx="171720" cy="2185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69F5027-B567-5C2B-E70A-B1BDDACF3995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763960" y="2128720"/>
                  <a:ext cx="1929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10A00DF-3F2B-5221-D2FD-DF311F7CACDB}"/>
                    </a:ext>
                  </a:extLst>
                </p14:cNvPr>
                <p14:cNvContentPartPr/>
                <p14:nvPr/>
              </p14:nvContentPartPr>
              <p14:xfrm>
                <a:off x="10997960" y="2221960"/>
                <a:ext cx="37440" cy="1656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10A00DF-3F2B-5221-D2FD-DF311F7CACDB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987520" y="2211520"/>
                  <a:ext cx="5868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6E874438-3218-74FF-E7C6-D27700026927}"/>
              </a:ext>
            </a:extLst>
          </p:cNvPr>
          <p:cNvGrpSpPr/>
          <p:nvPr/>
        </p:nvGrpSpPr>
        <p:grpSpPr>
          <a:xfrm>
            <a:off x="11279840" y="2078680"/>
            <a:ext cx="693360" cy="289440"/>
            <a:chOff x="11279840" y="2078680"/>
            <a:chExt cx="69336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24B148C-2D31-AB0A-9439-172C2477BA5C}"/>
                    </a:ext>
                  </a:extLst>
                </p14:cNvPr>
                <p14:cNvContentPartPr/>
                <p14:nvPr/>
              </p14:nvContentPartPr>
              <p14:xfrm>
                <a:off x="11279840" y="2215840"/>
                <a:ext cx="100440" cy="878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24B148C-2D31-AB0A-9439-172C2477BA5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1269400" y="2205040"/>
                  <a:ext cx="1216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28AF59C-190F-4E45-625C-C71B2ECF7282}"/>
                    </a:ext>
                  </a:extLst>
                </p14:cNvPr>
                <p14:cNvContentPartPr/>
                <p14:nvPr/>
              </p14:nvContentPartPr>
              <p14:xfrm>
                <a:off x="11444720" y="2207920"/>
                <a:ext cx="13680" cy="1328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28AF59C-190F-4E45-625C-C71B2ECF7282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1434280" y="2197120"/>
                  <a:ext cx="349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8362A7D7-7CF4-B2E7-05A2-E152EE94445F}"/>
                    </a:ext>
                  </a:extLst>
                </p14:cNvPr>
                <p14:cNvContentPartPr/>
                <p14:nvPr/>
              </p14:nvContentPartPr>
              <p14:xfrm>
                <a:off x="11438600" y="2155360"/>
                <a:ext cx="360" cy="3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8362A7D7-7CF4-B2E7-05A2-E152EE94445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427800" y="21445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BEC6BDC-14DC-43FF-1AB3-90A0B59654C4}"/>
                    </a:ext>
                  </a:extLst>
                </p14:cNvPr>
                <p14:cNvContentPartPr/>
                <p14:nvPr/>
              </p14:nvContentPartPr>
              <p14:xfrm>
                <a:off x="11510600" y="2179120"/>
                <a:ext cx="113400" cy="1890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BEC6BDC-14DC-43FF-1AB3-90A0B59654C4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1500160" y="2168680"/>
                  <a:ext cx="1346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05A1CB8-2031-84FA-753E-FA91F06E7A21}"/>
                    </a:ext>
                  </a:extLst>
                </p14:cNvPr>
                <p14:cNvContentPartPr/>
                <p14:nvPr/>
              </p14:nvContentPartPr>
              <p14:xfrm>
                <a:off x="11654240" y="2107480"/>
                <a:ext cx="162720" cy="2278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205A1CB8-2031-84FA-753E-FA91F06E7A21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1643800" y="2096680"/>
                  <a:ext cx="1839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8407A576-2F3B-AA9F-B416-B1DD9B1314BC}"/>
                    </a:ext>
                  </a:extLst>
                </p14:cNvPr>
                <p14:cNvContentPartPr/>
                <p14:nvPr/>
              </p14:nvContentPartPr>
              <p14:xfrm>
                <a:off x="11851160" y="2078680"/>
                <a:ext cx="61200" cy="2232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8407A576-2F3B-AA9F-B416-B1DD9B1314BC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1840360" y="2068240"/>
                  <a:ext cx="824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5EDC9EF-C1B7-5C79-3709-483B66BA2A56}"/>
                    </a:ext>
                  </a:extLst>
                </p14:cNvPr>
                <p14:cNvContentPartPr/>
                <p14:nvPr/>
              </p14:nvContentPartPr>
              <p14:xfrm>
                <a:off x="11816600" y="2147080"/>
                <a:ext cx="156600" cy="118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5EDC9EF-C1B7-5C79-3709-483B66BA2A56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1806160" y="2136640"/>
                  <a:ext cx="17784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9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27FD44A2-6A4D-B40D-EC86-C6D901C4CF6B}"/>
                  </a:ext>
                </a:extLst>
              </p14:cNvPr>
              <p14:cNvContentPartPr/>
              <p14:nvPr/>
            </p14:nvContentPartPr>
            <p14:xfrm>
              <a:off x="2681960" y="2897680"/>
              <a:ext cx="837360" cy="66960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27FD44A2-6A4D-B40D-EC86-C6D901C4CF6B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2671160" y="2887240"/>
                <a:ext cx="858600" cy="69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6C10BD7B-3AE4-F1F4-7617-C7E5D1E72943}"/>
              </a:ext>
            </a:extLst>
          </p:cNvPr>
          <p:cNvGrpSpPr/>
          <p:nvPr/>
        </p:nvGrpSpPr>
        <p:grpSpPr>
          <a:xfrm>
            <a:off x="5476640" y="3134200"/>
            <a:ext cx="370440" cy="427680"/>
            <a:chOff x="5476640" y="3134200"/>
            <a:chExt cx="370440" cy="42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F24BF9A1-D1F5-48D1-4A8E-1ECEABDB7ECD}"/>
                    </a:ext>
                  </a:extLst>
                </p14:cNvPr>
                <p14:cNvContentPartPr/>
                <p14:nvPr/>
              </p14:nvContentPartPr>
              <p14:xfrm>
                <a:off x="5476640" y="3205480"/>
                <a:ext cx="142920" cy="2599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F24BF9A1-D1F5-48D1-4A8E-1ECEABDB7ECD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5466200" y="3195040"/>
                  <a:ext cx="1641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59B0B93-2E9D-AAD6-75D3-C4E6246E4FCC}"/>
                    </a:ext>
                  </a:extLst>
                </p14:cNvPr>
                <p14:cNvContentPartPr/>
                <p14:nvPr/>
              </p14:nvContentPartPr>
              <p14:xfrm>
                <a:off x="5686160" y="3134200"/>
                <a:ext cx="160920" cy="4276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59B0B93-2E9D-AAD6-75D3-C4E6246E4FCC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5675720" y="3123760"/>
                  <a:ext cx="182160" cy="44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09F12B4D-16FA-294B-9EF9-3256A9F8B3CB}"/>
              </a:ext>
            </a:extLst>
          </p:cNvPr>
          <p:cNvGrpSpPr/>
          <p:nvPr/>
        </p:nvGrpSpPr>
        <p:grpSpPr>
          <a:xfrm>
            <a:off x="6130400" y="3026560"/>
            <a:ext cx="351000" cy="455400"/>
            <a:chOff x="6130400" y="3026560"/>
            <a:chExt cx="351000" cy="45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640097AC-51B5-828C-1FA4-20DD356CAC48}"/>
                    </a:ext>
                  </a:extLst>
                </p14:cNvPr>
                <p14:cNvContentPartPr/>
                <p14:nvPr/>
              </p14:nvContentPartPr>
              <p14:xfrm>
                <a:off x="6182600" y="3273520"/>
                <a:ext cx="2880" cy="1443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640097AC-51B5-828C-1FA4-20DD356CAC48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171800" y="3263080"/>
                  <a:ext cx="241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FB55629F-DCD0-A6CC-919E-35079DC61AD2}"/>
                    </a:ext>
                  </a:extLst>
                </p14:cNvPr>
                <p14:cNvContentPartPr/>
                <p14:nvPr/>
              </p14:nvContentPartPr>
              <p14:xfrm>
                <a:off x="6130400" y="3133120"/>
                <a:ext cx="77760" cy="756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FB55629F-DCD0-A6CC-919E-35079DC61AD2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119960" y="3122680"/>
                  <a:ext cx="990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C0029F5-B623-2C4F-A5B1-866DFEF79957}"/>
                    </a:ext>
                  </a:extLst>
                </p14:cNvPr>
                <p14:cNvContentPartPr/>
                <p14:nvPr/>
              </p14:nvContentPartPr>
              <p14:xfrm>
                <a:off x="6360800" y="3026560"/>
                <a:ext cx="100080" cy="4554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C0029F5-B623-2C4F-A5B1-866DFEF7995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350360" y="3016120"/>
                  <a:ext cx="12132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940E341-C852-2CD8-34F6-B00665C463CF}"/>
                    </a:ext>
                  </a:extLst>
                </p14:cNvPr>
                <p14:cNvContentPartPr/>
                <p14:nvPr/>
              </p14:nvContentPartPr>
              <p14:xfrm>
                <a:off x="6343880" y="3352000"/>
                <a:ext cx="137520" cy="43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940E341-C852-2CD8-34F6-B00665C463CF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333080" y="3341200"/>
                  <a:ext cx="15876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03C32DD1-7E68-9753-848E-D7A58DA87F08}"/>
              </a:ext>
            </a:extLst>
          </p:cNvPr>
          <p:cNvGrpSpPr/>
          <p:nvPr/>
        </p:nvGrpSpPr>
        <p:grpSpPr>
          <a:xfrm>
            <a:off x="7036880" y="3097840"/>
            <a:ext cx="1138680" cy="300960"/>
            <a:chOff x="7036880" y="3097840"/>
            <a:chExt cx="1138680" cy="30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EAA68E1-2318-E304-6DDF-10BE24D31123}"/>
                    </a:ext>
                  </a:extLst>
                </p14:cNvPr>
                <p14:cNvContentPartPr/>
                <p14:nvPr/>
              </p14:nvContentPartPr>
              <p14:xfrm>
                <a:off x="7036880" y="3174160"/>
                <a:ext cx="34560" cy="1969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EAA68E1-2318-E304-6DDF-10BE24D31123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026080" y="3163720"/>
                  <a:ext cx="558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EDCB8E7-698D-5444-6C95-B76D4E2739DD}"/>
                    </a:ext>
                  </a:extLst>
                </p14:cNvPr>
                <p14:cNvContentPartPr/>
                <p14:nvPr/>
              </p14:nvContentPartPr>
              <p14:xfrm>
                <a:off x="7161440" y="3176320"/>
                <a:ext cx="190440" cy="2224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EDCB8E7-698D-5444-6C95-B76D4E2739DD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151000" y="3165520"/>
                  <a:ext cx="2116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AAD9442-8EF5-C2CA-81A5-3BA52F44BE10}"/>
                    </a:ext>
                  </a:extLst>
                </p14:cNvPr>
                <p14:cNvContentPartPr/>
                <p14:nvPr/>
              </p14:nvContentPartPr>
              <p14:xfrm>
                <a:off x="7439720" y="3164080"/>
                <a:ext cx="232200" cy="22932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AAD9442-8EF5-C2CA-81A5-3BA52F44BE10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428920" y="3153280"/>
                  <a:ext cx="2534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03DA920-F94C-D20A-3051-58BAE7E3DF34}"/>
                    </a:ext>
                  </a:extLst>
                </p14:cNvPr>
                <p14:cNvContentPartPr/>
                <p14:nvPr/>
              </p14:nvContentPartPr>
              <p14:xfrm>
                <a:off x="7799360" y="3097840"/>
                <a:ext cx="53640" cy="2574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03DA920-F94C-D20A-3051-58BAE7E3DF34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788920" y="3087040"/>
                  <a:ext cx="748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5F93DD6-B043-B89E-DC36-E1E1DFF66246}"/>
                    </a:ext>
                  </a:extLst>
                </p14:cNvPr>
                <p14:cNvContentPartPr/>
                <p14:nvPr/>
              </p14:nvContentPartPr>
              <p14:xfrm>
                <a:off x="7950560" y="3145720"/>
                <a:ext cx="116640" cy="1972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5F93DD6-B043-B89E-DC36-E1E1DFF66246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940120" y="3134920"/>
                  <a:ext cx="1378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775F1AF8-8265-C66A-0D83-5D3BE1860D20}"/>
                    </a:ext>
                  </a:extLst>
                </p14:cNvPr>
                <p14:cNvContentPartPr/>
                <p14:nvPr/>
              </p14:nvContentPartPr>
              <p14:xfrm>
                <a:off x="7987280" y="3111520"/>
                <a:ext cx="188280" cy="208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775F1AF8-8265-C66A-0D83-5D3BE1860D20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976840" y="3100720"/>
                  <a:ext cx="20952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9B44D790-1483-B138-F91A-7D4658D233E6}"/>
              </a:ext>
            </a:extLst>
          </p:cNvPr>
          <p:cNvGrpSpPr/>
          <p:nvPr/>
        </p:nvGrpSpPr>
        <p:grpSpPr>
          <a:xfrm>
            <a:off x="8478680" y="3020080"/>
            <a:ext cx="749160" cy="289440"/>
            <a:chOff x="8478680" y="3020080"/>
            <a:chExt cx="74916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5D3206C2-D3E6-8FC8-6A33-B2182F1B740B}"/>
                    </a:ext>
                  </a:extLst>
                </p14:cNvPr>
                <p14:cNvContentPartPr/>
                <p14:nvPr/>
              </p14:nvContentPartPr>
              <p14:xfrm>
                <a:off x="8518640" y="3020080"/>
                <a:ext cx="121680" cy="2894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5D3206C2-D3E6-8FC8-6A33-B2182F1B740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507840" y="3009280"/>
                  <a:ext cx="1429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B7FAC775-F8D6-B2F5-90B0-227B1F7D872F}"/>
                    </a:ext>
                  </a:extLst>
                </p14:cNvPr>
                <p14:cNvContentPartPr/>
                <p14:nvPr/>
              </p14:nvContentPartPr>
              <p14:xfrm>
                <a:off x="8478680" y="3194680"/>
                <a:ext cx="184320" cy="198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B7FAC775-F8D6-B2F5-90B0-227B1F7D872F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467880" y="3184240"/>
                  <a:ext cx="2055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F8FAEF8-F88C-A0DA-7E89-9DAD3896CB84}"/>
                    </a:ext>
                  </a:extLst>
                </p14:cNvPr>
                <p14:cNvContentPartPr/>
                <p14:nvPr/>
              </p14:nvContentPartPr>
              <p14:xfrm>
                <a:off x="8711960" y="3032680"/>
                <a:ext cx="165240" cy="2653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F8FAEF8-F88C-A0DA-7E89-9DAD3896CB8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701520" y="3021880"/>
                  <a:ext cx="1864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C891EC71-4F89-4D11-D5F2-20239432DD34}"/>
                    </a:ext>
                  </a:extLst>
                </p14:cNvPr>
                <p14:cNvContentPartPr/>
                <p14:nvPr/>
              </p14:nvContentPartPr>
              <p14:xfrm>
                <a:off x="8925080" y="3136720"/>
                <a:ext cx="68760" cy="1576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C891EC71-4F89-4D11-D5F2-20239432DD34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914640" y="3126280"/>
                  <a:ext cx="90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B72C8D7-885F-6ADB-AFAD-E29E86CC0EFB}"/>
                    </a:ext>
                  </a:extLst>
                </p14:cNvPr>
                <p14:cNvContentPartPr/>
                <p14:nvPr/>
              </p14:nvContentPartPr>
              <p14:xfrm>
                <a:off x="9114440" y="3111520"/>
                <a:ext cx="113400" cy="1580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B72C8D7-885F-6ADB-AFAD-E29E86CC0EF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104000" y="3101080"/>
                  <a:ext cx="13464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50E1DF0C-6972-2123-C0EB-335BB44C9A60}"/>
              </a:ext>
            </a:extLst>
          </p:cNvPr>
          <p:cNvGrpSpPr/>
          <p:nvPr/>
        </p:nvGrpSpPr>
        <p:grpSpPr>
          <a:xfrm>
            <a:off x="9429440" y="3105040"/>
            <a:ext cx="355680" cy="228600"/>
            <a:chOff x="9429440" y="3105040"/>
            <a:chExt cx="355680" cy="2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9E21EAB-5B6D-BF55-F006-273DDF04537D}"/>
                    </a:ext>
                  </a:extLst>
                </p14:cNvPr>
                <p14:cNvContentPartPr/>
                <p14:nvPr/>
              </p14:nvContentPartPr>
              <p14:xfrm>
                <a:off x="9429440" y="3105040"/>
                <a:ext cx="158400" cy="2286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9E21EAB-5B6D-BF55-F006-273DDF04537D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419000" y="3094600"/>
                  <a:ext cx="1796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0AFEEE5-17E2-2A48-1DF9-BEEEC821BD76}"/>
                    </a:ext>
                  </a:extLst>
                </p14:cNvPr>
                <p14:cNvContentPartPr/>
                <p14:nvPr/>
              </p14:nvContentPartPr>
              <p14:xfrm>
                <a:off x="9660200" y="3150760"/>
                <a:ext cx="124920" cy="1015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0AFEEE5-17E2-2A48-1DF9-BEEEC821BD76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649760" y="3140320"/>
                  <a:ext cx="14616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FF2418BC-64F1-0783-691B-2A1DBFFECC31}"/>
              </a:ext>
            </a:extLst>
          </p:cNvPr>
          <p:cNvGrpSpPr/>
          <p:nvPr/>
        </p:nvGrpSpPr>
        <p:grpSpPr>
          <a:xfrm>
            <a:off x="10066640" y="2942320"/>
            <a:ext cx="328680" cy="306360"/>
            <a:chOff x="10066640" y="2942320"/>
            <a:chExt cx="32868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EC6BA878-0A19-9CFD-E4E2-7DB75A04E730}"/>
                    </a:ext>
                  </a:extLst>
                </p14:cNvPr>
                <p14:cNvContentPartPr/>
                <p14:nvPr/>
              </p14:nvContentPartPr>
              <p14:xfrm>
                <a:off x="10117040" y="2942320"/>
                <a:ext cx="23400" cy="3063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EC6BA878-0A19-9CFD-E4E2-7DB75A04E73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106600" y="2931880"/>
                  <a:ext cx="446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3903424C-07FA-CB7B-BAD7-F2914C0344F8}"/>
                    </a:ext>
                  </a:extLst>
                </p14:cNvPr>
                <p14:cNvContentPartPr/>
                <p14:nvPr/>
              </p14:nvContentPartPr>
              <p14:xfrm>
                <a:off x="10066640" y="3140320"/>
                <a:ext cx="328680" cy="946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3903424C-07FA-CB7B-BAD7-F2914C0344F8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055840" y="3129880"/>
                  <a:ext cx="34992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0EDC1E68-165F-9CAB-4FEA-035DA0DD4D28}"/>
              </a:ext>
            </a:extLst>
          </p:cNvPr>
          <p:cNvGrpSpPr/>
          <p:nvPr/>
        </p:nvGrpSpPr>
        <p:grpSpPr>
          <a:xfrm>
            <a:off x="10630040" y="2912800"/>
            <a:ext cx="501480" cy="316080"/>
            <a:chOff x="10630040" y="2912800"/>
            <a:chExt cx="50148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8FFF0B1-3FC4-8331-8428-F461E3C0EA6F}"/>
                    </a:ext>
                  </a:extLst>
                </p14:cNvPr>
                <p14:cNvContentPartPr/>
                <p14:nvPr/>
              </p14:nvContentPartPr>
              <p14:xfrm>
                <a:off x="10687640" y="2992720"/>
                <a:ext cx="64080" cy="2361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8FFF0B1-3FC4-8331-8428-F461E3C0EA6F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677200" y="2981920"/>
                  <a:ext cx="853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B7ECB375-D7C3-20B7-ACC2-10308DB23707}"/>
                    </a:ext>
                  </a:extLst>
                </p14:cNvPr>
                <p14:cNvContentPartPr/>
                <p14:nvPr/>
              </p14:nvContentPartPr>
              <p14:xfrm>
                <a:off x="10630040" y="3129520"/>
                <a:ext cx="162720" cy="187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B7ECB375-D7C3-20B7-ACC2-10308DB23707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0619240" y="3119080"/>
                  <a:ext cx="183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0902C80A-DB0F-0D98-4FEE-AAE1C6ADAB13}"/>
                    </a:ext>
                  </a:extLst>
                </p14:cNvPr>
                <p14:cNvContentPartPr/>
                <p14:nvPr/>
              </p14:nvContentPartPr>
              <p14:xfrm>
                <a:off x="10907240" y="2912800"/>
                <a:ext cx="103320" cy="3146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0902C80A-DB0F-0D98-4FEE-AAE1C6ADAB13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896800" y="2902000"/>
                  <a:ext cx="1245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DCA466E-3D56-84A6-EF97-AB6161E3A4B9}"/>
                    </a:ext>
                  </a:extLst>
                </p14:cNvPr>
                <p14:cNvContentPartPr/>
                <p14:nvPr/>
              </p14:nvContentPartPr>
              <p14:xfrm>
                <a:off x="11058440" y="3047800"/>
                <a:ext cx="73080" cy="1335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DCA466E-3D56-84A6-EF97-AB6161E3A4B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048000" y="3037360"/>
                  <a:ext cx="9432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59062DC4-6BBC-D2DF-CB7E-ED0006DFEECB}"/>
              </a:ext>
            </a:extLst>
          </p:cNvPr>
          <p:cNvGrpSpPr/>
          <p:nvPr/>
        </p:nvGrpSpPr>
        <p:grpSpPr>
          <a:xfrm>
            <a:off x="11382800" y="2878240"/>
            <a:ext cx="621000" cy="410760"/>
            <a:chOff x="11382800" y="2878240"/>
            <a:chExt cx="621000" cy="41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DA63561D-37D0-3A2D-8D40-512E8275978E}"/>
                    </a:ext>
                  </a:extLst>
                </p14:cNvPr>
                <p14:cNvContentPartPr/>
                <p14:nvPr/>
              </p14:nvContentPartPr>
              <p14:xfrm>
                <a:off x="11382800" y="2920720"/>
                <a:ext cx="43560" cy="2836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DA63561D-37D0-3A2D-8D40-512E8275978E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372000" y="2909920"/>
                  <a:ext cx="648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ECB92C7-70DE-E1E9-3F7F-2A48CAA22284}"/>
                    </a:ext>
                  </a:extLst>
                </p14:cNvPr>
                <p14:cNvContentPartPr/>
                <p14:nvPr/>
              </p14:nvContentPartPr>
              <p14:xfrm>
                <a:off x="11526080" y="3037000"/>
                <a:ext cx="58680" cy="1389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ECB92C7-70DE-E1E9-3F7F-2A48CAA22284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1515280" y="3026200"/>
                  <a:ext cx="799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6548E579-510A-5EEC-9860-55BC430976FA}"/>
                    </a:ext>
                  </a:extLst>
                </p14:cNvPr>
                <p14:cNvContentPartPr/>
                <p14:nvPr/>
              </p14:nvContentPartPr>
              <p14:xfrm>
                <a:off x="11685200" y="2878240"/>
                <a:ext cx="99000" cy="4107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6548E579-510A-5EEC-9860-55BC430976FA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674400" y="2867440"/>
                  <a:ext cx="12024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105E09D0-54B0-EEB9-89EF-8952E636EC35}"/>
                    </a:ext>
                  </a:extLst>
                </p14:cNvPr>
                <p14:cNvContentPartPr/>
                <p14:nvPr/>
              </p14:nvContentPartPr>
              <p14:xfrm>
                <a:off x="11687360" y="3179920"/>
                <a:ext cx="156600" cy="36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105E09D0-54B0-EEB9-89EF-8952E636EC35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1676560" y="3169480"/>
                  <a:ext cx="1778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83C457C9-1C4D-A71A-595E-A6E7FAE54326}"/>
                    </a:ext>
                  </a:extLst>
                </p14:cNvPr>
                <p14:cNvContentPartPr/>
                <p14:nvPr/>
              </p14:nvContentPartPr>
              <p14:xfrm>
                <a:off x="11905520" y="2918200"/>
                <a:ext cx="41040" cy="3020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83C457C9-1C4D-A71A-595E-A6E7FAE54326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895080" y="2907760"/>
                  <a:ext cx="622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8D27959F-E2AE-18CC-2D60-6B3C4A5F7678}"/>
                    </a:ext>
                  </a:extLst>
                </p14:cNvPr>
                <p14:cNvContentPartPr/>
                <p14:nvPr/>
              </p14:nvContentPartPr>
              <p14:xfrm>
                <a:off x="11881400" y="3109000"/>
                <a:ext cx="122400" cy="208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8D27959F-E2AE-18CC-2D60-6B3C4A5F7678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870960" y="3098560"/>
                  <a:ext cx="14364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3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D7841C90-666A-3128-B903-BD00153509BC}"/>
                  </a:ext>
                </a:extLst>
              </p14:cNvPr>
              <p14:cNvContentPartPr/>
              <p14:nvPr/>
            </p14:nvContentPartPr>
            <p14:xfrm>
              <a:off x="2267960" y="3755560"/>
              <a:ext cx="637200" cy="61632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D7841C90-666A-3128-B903-BD00153509BC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2257520" y="3745120"/>
                <a:ext cx="658440" cy="63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3" name="Group 322">
            <a:extLst>
              <a:ext uri="{FF2B5EF4-FFF2-40B4-BE49-F238E27FC236}">
                <a16:creationId xmlns:a16="http://schemas.microsoft.com/office/drawing/2014/main" id="{4BAF829C-D1C1-D594-B18A-C3DAA377499B}"/>
              </a:ext>
            </a:extLst>
          </p:cNvPr>
          <p:cNvGrpSpPr/>
          <p:nvPr/>
        </p:nvGrpSpPr>
        <p:grpSpPr>
          <a:xfrm>
            <a:off x="5497880" y="3962560"/>
            <a:ext cx="312840" cy="604800"/>
            <a:chOff x="5497880" y="3962560"/>
            <a:chExt cx="312840" cy="60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5BB15DB6-89E3-89DA-C729-75E6C146E5B8}"/>
                    </a:ext>
                  </a:extLst>
                </p14:cNvPr>
                <p14:cNvContentPartPr/>
                <p14:nvPr/>
              </p14:nvContentPartPr>
              <p14:xfrm>
                <a:off x="5497880" y="4108720"/>
                <a:ext cx="115200" cy="18324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5BB15DB6-89E3-89DA-C729-75E6C146E5B8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487080" y="4097920"/>
                  <a:ext cx="1364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4E66D97B-2765-737E-7F23-E742F80FF6B6}"/>
                    </a:ext>
                  </a:extLst>
                </p14:cNvPr>
                <p14:cNvContentPartPr/>
                <p14:nvPr/>
              </p14:nvContentPartPr>
              <p14:xfrm>
                <a:off x="5602280" y="4117720"/>
                <a:ext cx="28440" cy="3146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4E66D97B-2765-737E-7F23-E742F80FF6B6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591840" y="4107280"/>
                  <a:ext cx="496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220D6C7-92DD-168A-0601-3B0A60035494}"/>
                    </a:ext>
                  </a:extLst>
                </p14:cNvPr>
                <p14:cNvContentPartPr/>
                <p14:nvPr/>
              </p14:nvContentPartPr>
              <p14:xfrm>
                <a:off x="5709200" y="3962560"/>
                <a:ext cx="101520" cy="60480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220D6C7-92DD-168A-0601-3B0A60035494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698400" y="3951760"/>
                  <a:ext cx="122760" cy="62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CE46372B-7D70-6FDD-B25A-40CB17AFB2FD}"/>
              </a:ext>
            </a:extLst>
          </p:cNvPr>
          <p:cNvGrpSpPr/>
          <p:nvPr/>
        </p:nvGrpSpPr>
        <p:grpSpPr>
          <a:xfrm>
            <a:off x="6168560" y="3990280"/>
            <a:ext cx="88200" cy="351720"/>
            <a:chOff x="6168560" y="3990280"/>
            <a:chExt cx="88200" cy="35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137EBF84-C42F-3FFA-B4C3-0069BAFCFAE5}"/>
                    </a:ext>
                  </a:extLst>
                </p14:cNvPr>
                <p14:cNvContentPartPr/>
                <p14:nvPr/>
              </p14:nvContentPartPr>
              <p14:xfrm>
                <a:off x="6185120" y="4160200"/>
                <a:ext cx="11160" cy="18180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137EBF84-C42F-3FFA-B4C3-0069BAFCFAE5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174320" y="4149760"/>
                  <a:ext cx="324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313A2437-2556-D347-1161-C2A266EED6F3}"/>
                    </a:ext>
                  </a:extLst>
                </p14:cNvPr>
                <p14:cNvContentPartPr/>
                <p14:nvPr/>
              </p14:nvContentPartPr>
              <p14:xfrm>
                <a:off x="6168560" y="3990280"/>
                <a:ext cx="88200" cy="694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313A2437-2556-D347-1161-C2A266EED6F3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157760" y="3979840"/>
                  <a:ext cx="10944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00B9078D-03E1-A158-114E-B453F9B3A9D8}"/>
              </a:ext>
            </a:extLst>
          </p:cNvPr>
          <p:cNvGrpSpPr/>
          <p:nvPr/>
        </p:nvGrpSpPr>
        <p:grpSpPr>
          <a:xfrm>
            <a:off x="6434960" y="3958600"/>
            <a:ext cx="96840" cy="440640"/>
            <a:chOff x="6434960" y="3958600"/>
            <a:chExt cx="96840" cy="44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4EF86CD-158D-205A-E172-3BC401BB9BA4}"/>
                    </a:ext>
                  </a:extLst>
                </p14:cNvPr>
                <p14:cNvContentPartPr/>
                <p14:nvPr/>
              </p14:nvContentPartPr>
              <p14:xfrm>
                <a:off x="6438200" y="3958600"/>
                <a:ext cx="83160" cy="4406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D4EF86CD-158D-205A-E172-3BC401BB9BA4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427400" y="3947800"/>
                  <a:ext cx="10440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15FA35F4-67B1-64E0-7FA7-8E8BA4601EC1}"/>
                    </a:ext>
                  </a:extLst>
                </p14:cNvPr>
                <p14:cNvContentPartPr/>
                <p14:nvPr/>
              </p14:nvContentPartPr>
              <p14:xfrm>
                <a:off x="6434960" y="4230760"/>
                <a:ext cx="96840" cy="1188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15FA35F4-67B1-64E0-7FA7-8E8BA4601EC1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424520" y="4220320"/>
                  <a:ext cx="11808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1CFFB728-3DA1-2856-69B6-C8ABCE9FCA48}"/>
              </a:ext>
            </a:extLst>
          </p:cNvPr>
          <p:cNvGrpSpPr/>
          <p:nvPr/>
        </p:nvGrpSpPr>
        <p:grpSpPr>
          <a:xfrm>
            <a:off x="7023920" y="4057960"/>
            <a:ext cx="569160" cy="236520"/>
            <a:chOff x="7023920" y="4057960"/>
            <a:chExt cx="569160" cy="23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661B025-3254-2DAF-822E-6547F99A67B0}"/>
                    </a:ext>
                  </a:extLst>
                </p14:cNvPr>
                <p14:cNvContentPartPr/>
                <p14:nvPr/>
              </p14:nvContentPartPr>
              <p14:xfrm>
                <a:off x="7023920" y="4058320"/>
                <a:ext cx="21960" cy="2242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661B025-3254-2DAF-822E-6547F99A67B0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013480" y="4047880"/>
                  <a:ext cx="432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D53945E1-7C2A-8F93-2C15-E3AB276CFF94}"/>
                    </a:ext>
                  </a:extLst>
                </p14:cNvPr>
                <p14:cNvContentPartPr/>
                <p14:nvPr/>
              </p14:nvContentPartPr>
              <p14:xfrm>
                <a:off x="7155680" y="4057960"/>
                <a:ext cx="217800" cy="2365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D53945E1-7C2A-8F93-2C15-E3AB276CFF94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145240" y="4047160"/>
                  <a:ext cx="2390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3FB25BB1-D90E-8958-D459-0A64699E5173}"/>
                    </a:ext>
                  </a:extLst>
                </p14:cNvPr>
                <p14:cNvContentPartPr/>
                <p14:nvPr/>
              </p14:nvContentPartPr>
              <p14:xfrm>
                <a:off x="7463120" y="4212760"/>
                <a:ext cx="129960" cy="720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3FB25BB1-D90E-8958-D459-0A64699E5173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7452680" y="4201960"/>
                  <a:ext cx="1512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35C6D855-958C-CBCA-F8FA-A97612C56CBF}"/>
                    </a:ext>
                  </a:extLst>
                </p14:cNvPr>
                <p14:cNvContentPartPr/>
                <p14:nvPr/>
              </p14:nvContentPartPr>
              <p14:xfrm>
                <a:off x="7445480" y="4117360"/>
                <a:ext cx="136080" cy="237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35C6D855-958C-CBCA-F8FA-A97612C56CBF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434680" y="4106560"/>
                  <a:ext cx="15732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1E0F8378-D9C4-1621-FD43-E42918A22C6B}"/>
              </a:ext>
            </a:extLst>
          </p:cNvPr>
          <p:cNvGrpSpPr/>
          <p:nvPr/>
        </p:nvGrpSpPr>
        <p:grpSpPr>
          <a:xfrm>
            <a:off x="7868120" y="4016560"/>
            <a:ext cx="419400" cy="236160"/>
            <a:chOff x="7868120" y="4016560"/>
            <a:chExt cx="41940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72339999-EE1A-F4C3-0B0C-F0C4C53A2ABD}"/>
                    </a:ext>
                  </a:extLst>
                </p14:cNvPr>
                <p14:cNvContentPartPr/>
                <p14:nvPr/>
              </p14:nvContentPartPr>
              <p14:xfrm>
                <a:off x="7868120" y="4038880"/>
                <a:ext cx="14400" cy="2138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72339999-EE1A-F4C3-0B0C-F0C4C53A2ABD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857320" y="4028440"/>
                  <a:ext cx="356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C245DCD9-5988-55B7-E7A1-D74078E1C0A7}"/>
                    </a:ext>
                  </a:extLst>
                </p14:cNvPr>
                <p14:cNvContentPartPr/>
                <p14:nvPr/>
              </p14:nvContentPartPr>
              <p14:xfrm>
                <a:off x="8007800" y="4016560"/>
                <a:ext cx="279720" cy="2203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C245DCD9-5988-55B7-E7A1-D74078E1C0A7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7997000" y="4005760"/>
                  <a:ext cx="300960" cy="24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9B265F63-C8F4-8D9E-5843-9D20BB4C8F0B}"/>
              </a:ext>
            </a:extLst>
          </p:cNvPr>
          <p:cNvGrpSpPr/>
          <p:nvPr/>
        </p:nvGrpSpPr>
        <p:grpSpPr>
          <a:xfrm>
            <a:off x="8761280" y="3818920"/>
            <a:ext cx="970200" cy="511200"/>
            <a:chOff x="8761280" y="3818920"/>
            <a:chExt cx="970200" cy="51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0BF2685-709A-625F-67D1-4F47037777CC}"/>
                    </a:ext>
                  </a:extLst>
                </p14:cNvPr>
                <p14:cNvContentPartPr/>
                <p14:nvPr/>
              </p14:nvContentPartPr>
              <p14:xfrm>
                <a:off x="8761280" y="3818920"/>
                <a:ext cx="337680" cy="51120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0BF2685-709A-625F-67D1-4F47037777CC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750840" y="3808120"/>
                  <a:ext cx="35892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0F7CEEAA-A31A-7961-B10B-36F8893E3374}"/>
                    </a:ext>
                  </a:extLst>
                </p14:cNvPr>
                <p14:cNvContentPartPr/>
                <p14:nvPr/>
              </p14:nvContentPartPr>
              <p14:xfrm>
                <a:off x="9197960" y="4017280"/>
                <a:ext cx="168120" cy="1742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0F7CEEAA-A31A-7961-B10B-36F8893E3374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9187520" y="4006840"/>
                  <a:ext cx="189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50E932C7-0020-3454-93E6-F7045793C461}"/>
                    </a:ext>
                  </a:extLst>
                </p14:cNvPr>
                <p14:cNvContentPartPr/>
                <p14:nvPr/>
              </p14:nvContentPartPr>
              <p14:xfrm>
                <a:off x="9433040" y="4010080"/>
                <a:ext cx="142560" cy="13104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50E932C7-0020-3454-93E6-F7045793C461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9422600" y="3999280"/>
                  <a:ext cx="163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6982FC52-A069-CDEC-25C6-885C4BAB3DEC}"/>
                    </a:ext>
                  </a:extLst>
                </p14:cNvPr>
                <p14:cNvContentPartPr/>
                <p14:nvPr/>
              </p14:nvContentPartPr>
              <p14:xfrm>
                <a:off x="9606560" y="3839080"/>
                <a:ext cx="124920" cy="2948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6982FC52-A069-CDEC-25C6-885C4BAB3DEC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596120" y="3828640"/>
                  <a:ext cx="146160" cy="31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9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23D7C79E-6985-43CA-1ED1-EABE3B2BDDBC}"/>
                  </a:ext>
                </a:extLst>
              </p14:cNvPr>
              <p14:cNvContentPartPr/>
              <p14:nvPr/>
            </p14:nvContentPartPr>
            <p14:xfrm>
              <a:off x="9996800" y="3784360"/>
              <a:ext cx="6840" cy="31788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23D7C79E-6985-43CA-1ED1-EABE3B2BDDBC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9986000" y="3773560"/>
                <a:ext cx="2808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1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81C3F361-5189-829F-8843-329167661FF7}"/>
                  </a:ext>
                </a:extLst>
              </p14:cNvPr>
              <p14:cNvContentPartPr/>
              <p14:nvPr/>
            </p14:nvContentPartPr>
            <p14:xfrm>
              <a:off x="9876200" y="4263160"/>
              <a:ext cx="126000" cy="10044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81C3F361-5189-829F-8843-329167661FF7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9865400" y="4252720"/>
                <a:ext cx="14724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3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F5A2BC44-9A44-2C74-EA39-2E9749BECF86}"/>
                  </a:ext>
                </a:extLst>
              </p14:cNvPr>
              <p14:cNvContentPartPr/>
              <p14:nvPr/>
            </p14:nvContentPartPr>
            <p14:xfrm>
              <a:off x="5685440" y="4820440"/>
              <a:ext cx="390240" cy="59724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F5A2BC44-9A44-2C74-EA39-2E9749BECF86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5675000" y="4809640"/>
                <a:ext cx="411480" cy="61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1" name="Group 370">
            <a:extLst>
              <a:ext uri="{FF2B5EF4-FFF2-40B4-BE49-F238E27FC236}">
                <a16:creationId xmlns:a16="http://schemas.microsoft.com/office/drawing/2014/main" id="{A1FE45C2-191A-3389-967F-D2DEA9FEDA7E}"/>
              </a:ext>
            </a:extLst>
          </p:cNvPr>
          <p:cNvGrpSpPr/>
          <p:nvPr/>
        </p:nvGrpSpPr>
        <p:grpSpPr>
          <a:xfrm>
            <a:off x="6469520" y="5156320"/>
            <a:ext cx="304920" cy="338400"/>
            <a:chOff x="6469520" y="5156320"/>
            <a:chExt cx="304920" cy="33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B6BB77A-E52F-B36D-2DD2-F7190BDE076A}"/>
                    </a:ext>
                  </a:extLst>
                </p14:cNvPr>
                <p14:cNvContentPartPr/>
                <p14:nvPr/>
              </p14:nvContentPartPr>
              <p14:xfrm>
                <a:off x="6469520" y="5292040"/>
                <a:ext cx="28440" cy="2026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B6BB77A-E52F-B36D-2DD2-F7190BDE076A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6458720" y="5281600"/>
                  <a:ext cx="496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2BB72B3D-CBD7-555C-4F86-9F07B2FBA045}"/>
                    </a:ext>
                  </a:extLst>
                </p14:cNvPr>
                <p14:cNvContentPartPr/>
                <p14:nvPr/>
              </p14:nvContentPartPr>
              <p14:xfrm>
                <a:off x="6470600" y="5156320"/>
                <a:ext cx="360" cy="3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2BB72B3D-CBD7-555C-4F86-9F07B2FBA045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460160" y="51455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581C1D6C-815C-69F2-DA0D-D99761B024F7}"/>
                    </a:ext>
                  </a:extLst>
                </p14:cNvPr>
                <p14:cNvContentPartPr/>
                <p14:nvPr/>
              </p14:nvContentPartPr>
              <p14:xfrm>
                <a:off x="6665000" y="5230120"/>
                <a:ext cx="109440" cy="1803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581C1D6C-815C-69F2-DA0D-D99761B024F7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6654200" y="5219320"/>
                  <a:ext cx="13068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02E17904-E875-C073-F980-397815D5E585}"/>
              </a:ext>
            </a:extLst>
          </p:cNvPr>
          <p:cNvGrpSpPr/>
          <p:nvPr/>
        </p:nvGrpSpPr>
        <p:grpSpPr>
          <a:xfrm>
            <a:off x="7071080" y="5011240"/>
            <a:ext cx="893520" cy="395640"/>
            <a:chOff x="7071080" y="5011240"/>
            <a:chExt cx="893520" cy="3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A5267316-5024-E5D1-F917-8A89A95F794E}"/>
                    </a:ext>
                  </a:extLst>
                </p14:cNvPr>
                <p14:cNvContentPartPr/>
                <p14:nvPr/>
              </p14:nvContentPartPr>
              <p14:xfrm>
                <a:off x="7071080" y="5242000"/>
                <a:ext cx="146520" cy="1648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A5267316-5024-E5D1-F917-8A89A95F794E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7060280" y="5231560"/>
                  <a:ext cx="1677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1D9B1ABB-FA2F-6F1B-9F7C-7D4CBFA77637}"/>
                    </a:ext>
                  </a:extLst>
                </p14:cNvPr>
                <p14:cNvContentPartPr/>
                <p14:nvPr/>
              </p14:nvContentPartPr>
              <p14:xfrm>
                <a:off x="7275200" y="5044360"/>
                <a:ext cx="87840" cy="35028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1D9B1ABB-FA2F-6F1B-9F7C-7D4CBFA77637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264760" y="5033560"/>
                  <a:ext cx="10908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04CBC5C4-FB65-2449-03A4-8854433EE105}"/>
                    </a:ext>
                  </a:extLst>
                </p14:cNvPr>
                <p14:cNvContentPartPr/>
                <p14:nvPr/>
              </p14:nvContentPartPr>
              <p14:xfrm>
                <a:off x="7281680" y="5220040"/>
                <a:ext cx="127440" cy="3132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04CBC5C4-FB65-2449-03A4-8854433EE105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7271240" y="5209600"/>
                  <a:ext cx="1486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22608325-C896-9399-C9BD-754532EC3AA2}"/>
                    </a:ext>
                  </a:extLst>
                </p14:cNvPr>
                <p14:cNvContentPartPr/>
                <p14:nvPr/>
              </p14:nvContentPartPr>
              <p14:xfrm>
                <a:off x="7436480" y="5011240"/>
                <a:ext cx="207360" cy="34200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22608325-C896-9399-C9BD-754532EC3AA2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426040" y="5000440"/>
                  <a:ext cx="22860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9204DA3E-109A-0CF4-A5B8-9E7F8A18E992}"/>
                    </a:ext>
                  </a:extLst>
                </p14:cNvPr>
                <p14:cNvContentPartPr/>
                <p14:nvPr/>
              </p14:nvContentPartPr>
              <p14:xfrm>
                <a:off x="7658600" y="5176480"/>
                <a:ext cx="66240" cy="1904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9204DA3E-109A-0CF4-A5B8-9E7F8A18E992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7648160" y="5165680"/>
                  <a:ext cx="874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24FEE82D-07B8-8D05-7C7C-FE1E1A74D374}"/>
                    </a:ext>
                  </a:extLst>
                </p14:cNvPr>
                <p14:cNvContentPartPr/>
                <p14:nvPr/>
              </p14:nvContentPartPr>
              <p14:xfrm>
                <a:off x="7869200" y="5163160"/>
                <a:ext cx="95400" cy="1785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24FEE82D-07B8-8D05-7C7C-FE1E1A74D374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7858760" y="5152720"/>
                  <a:ext cx="11664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F00130B5-B1AA-4328-9114-19813F3A5414}"/>
              </a:ext>
            </a:extLst>
          </p:cNvPr>
          <p:cNvGrpSpPr/>
          <p:nvPr/>
        </p:nvGrpSpPr>
        <p:grpSpPr>
          <a:xfrm>
            <a:off x="8455640" y="4992880"/>
            <a:ext cx="1564200" cy="315360"/>
            <a:chOff x="8455640" y="4992880"/>
            <a:chExt cx="156420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C822B44E-CBDB-24DD-F1B8-34E28AAD6317}"/>
                    </a:ext>
                  </a:extLst>
                </p14:cNvPr>
                <p14:cNvContentPartPr/>
                <p14:nvPr/>
              </p14:nvContentPartPr>
              <p14:xfrm>
                <a:off x="8455640" y="5145160"/>
                <a:ext cx="95400" cy="1630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C822B44E-CBDB-24DD-F1B8-34E28AAD6317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8444840" y="5134360"/>
                  <a:ext cx="1166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1A44819E-BB3B-CF96-1374-46A910100AC8}"/>
                    </a:ext>
                  </a:extLst>
                </p14:cNvPr>
                <p14:cNvContentPartPr/>
                <p14:nvPr/>
              </p14:nvContentPartPr>
              <p14:xfrm>
                <a:off x="8671640" y="5137960"/>
                <a:ext cx="165240" cy="15804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1A44819E-BB3B-CF96-1374-46A910100AC8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8660840" y="5127160"/>
                  <a:ext cx="1864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FD0E08BC-0DC0-6F49-B9D8-114BF311660C}"/>
                    </a:ext>
                  </a:extLst>
                </p14:cNvPr>
                <p14:cNvContentPartPr/>
                <p14:nvPr/>
              </p14:nvContentPartPr>
              <p14:xfrm>
                <a:off x="8857040" y="5110600"/>
                <a:ext cx="93600" cy="1177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FD0E08BC-0DC0-6F49-B9D8-114BF311660C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8846600" y="5100160"/>
                  <a:ext cx="1148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9C973AA4-1D80-AE0F-404D-92B3EFA559BE}"/>
                    </a:ext>
                  </a:extLst>
                </p14:cNvPr>
                <p14:cNvContentPartPr/>
                <p14:nvPr/>
              </p14:nvContentPartPr>
              <p14:xfrm>
                <a:off x="9014360" y="5107360"/>
                <a:ext cx="120960" cy="1350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9C973AA4-1D80-AE0F-404D-92B3EFA559BE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9003560" y="5096560"/>
                  <a:ext cx="1422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0BFBF736-3DCA-6443-A6CE-3EF65C0E44A1}"/>
                    </a:ext>
                  </a:extLst>
                </p14:cNvPr>
                <p14:cNvContentPartPr/>
                <p14:nvPr/>
              </p14:nvContentPartPr>
              <p14:xfrm>
                <a:off x="9152600" y="5107000"/>
                <a:ext cx="159120" cy="13068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0BFBF736-3DCA-6443-A6CE-3EF65C0E44A1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141800" y="5096560"/>
                  <a:ext cx="1803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B95D0085-E14A-074E-1A08-79A538C44CE5}"/>
                    </a:ext>
                  </a:extLst>
                </p14:cNvPr>
                <p14:cNvContentPartPr/>
                <p14:nvPr/>
              </p14:nvContentPartPr>
              <p14:xfrm>
                <a:off x="9381200" y="5083240"/>
                <a:ext cx="147600" cy="1292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B95D0085-E14A-074E-1A08-79A538C44CE5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9370400" y="5072440"/>
                  <a:ext cx="1688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0C37C60D-F76E-F4C5-4B9B-94753257F2E3}"/>
                    </a:ext>
                  </a:extLst>
                </p14:cNvPr>
                <p14:cNvContentPartPr/>
                <p14:nvPr/>
              </p14:nvContentPartPr>
              <p14:xfrm>
                <a:off x="9570200" y="5093320"/>
                <a:ext cx="32040" cy="1191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0C37C60D-F76E-F4C5-4B9B-94753257F2E3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9559400" y="5082880"/>
                  <a:ext cx="53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8BBC68BD-4318-19E0-C526-FE213577F25E}"/>
                    </a:ext>
                  </a:extLst>
                </p14:cNvPr>
                <p14:cNvContentPartPr/>
                <p14:nvPr/>
              </p14:nvContentPartPr>
              <p14:xfrm>
                <a:off x="9572720" y="4992880"/>
                <a:ext cx="360" cy="3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8BBC68BD-4318-19E0-C526-FE213577F25E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9562280" y="49820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A2618AD8-B051-B596-54B8-F5B75104A8F7}"/>
                    </a:ext>
                  </a:extLst>
                </p14:cNvPr>
                <p14:cNvContentPartPr/>
                <p14:nvPr/>
              </p14:nvContentPartPr>
              <p14:xfrm>
                <a:off x="9715280" y="5062000"/>
                <a:ext cx="153000" cy="15948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A2618AD8-B051-B596-54B8-F5B75104A8F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704480" y="5051560"/>
                  <a:ext cx="1742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5ECC735C-EBDA-9DAF-374A-B4AB31F3E041}"/>
                    </a:ext>
                  </a:extLst>
                </p14:cNvPr>
                <p14:cNvContentPartPr/>
                <p14:nvPr/>
              </p14:nvContentPartPr>
              <p14:xfrm>
                <a:off x="10009760" y="5152720"/>
                <a:ext cx="10080" cy="15012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5ECC735C-EBDA-9DAF-374A-B4AB31F3E041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999320" y="5142280"/>
                  <a:ext cx="3132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F4F3E85C-337D-0887-1D73-7BCB83E00B26}"/>
              </a:ext>
            </a:extLst>
          </p:cNvPr>
          <p:cNvGrpSpPr/>
          <p:nvPr/>
        </p:nvGrpSpPr>
        <p:grpSpPr>
          <a:xfrm>
            <a:off x="10362200" y="4951480"/>
            <a:ext cx="1311480" cy="280080"/>
            <a:chOff x="10362200" y="4951480"/>
            <a:chExt cx="131148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E524C428-FECC-4F46-3C6C-B8E5FFBDE480}"/>
                    </a:ext>
                  </a:extLst>
                </p14:cNvPr>
                <p14:cNvContentPartPr/>
                <p14:nvPr/>
              </p14:nvContentPartPr>
              <p14:xfrm>
                <a:off x="10362200" y="5062720"/>
                <a:ext cx="81720" cy="1494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E524C428-FECC-4F46-3C6C-B8E5FFBDE480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0351400" y="5051920"/>
                  <a:ext cx="1029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2B6BAB10-3448-24BE-8FB5-99E32B92E221}"/>
                    </a:ext>
                  </a:extLst>
                </p14:cNvPr>
                <p14:cNvContentPartPr/>
                <p14:nvPr/>
              </p14:nvContentPartPr>
              <p14:xfrm>
                <a:off x="10529600" y="5071720"/>
                <a:ext cx="101880" cy="9288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2B6BAB10-3448-24BE-8FB5-99E32B92E221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519160" y="5060920"/>
                  <a:ext cx="1231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843B9AF6-4166-3CAB-1915-43D9D63EF490}"/>
                    </a:ext>
                  </a:extLst>
                </p14:cNvPr>
                <p14:cNvContentPartPr/>
                <p14:nvPr/>
              </p14:nvContentPartPr>
              <p14:xfrm>
                <a:off x="10749200" y="5029240"/>
                <a:ext cx="111960" cy="20232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843B9AF6-4166-3CAB-1915-43D9D63EF490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0738760" y="5018440"/>
                  <a:ext cx="1332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9582C0D5-5383-2220-2A82-B1849FC0C776}"/>
                    </a:ext>
                  </a:extLst>
                </p14:cNvPr>
                <p14:cNvContentPartPr/>
                <p14:nvPr/>
              </p14:nvContentPartPr>
              <p14:xfrm>
                <a:off x="10994360" y="4995760"/>
                <a:ext cx="104400" cy="18360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9582C0D5-5383-2220-2A82-B1849FC0C776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983560" y="4985320"/>
                  <a:ext cx="1256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80034C71-3A9F-BDBF-9F2B-D4A04085F2BE}"/>
                    </a:ext>
                  </a:extLst>
                </p14:cNvPr>
                <p14:cNvContentPartPr/>
                <p14:nvPr/>
              </p14:nvContentPartPr>
              <p14:xfrm>
                <a:off x="11191640" y="5013040"/>
                <a:ext cx="117000" cy="12564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80034C71-3A9F-BDBF-9F2B-D4A04085F2BE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1180840" y="5002240"/>
                  <a:ext cx="138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95A40C95-8969-DE7B-A2BC-82661CE118DF}"/>
                    </a:ext>
                  </a:extLst>
                </p14:cNvPr>
                <p14:cNvContentPartPr/>
                <p14:nvPr/>
              </p14:nvContentPartPr>
              <p14:xfrm>
                <a:off x="11382800" y="5006920"/>
                <a:ext cx="106920" cy="14436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95A40C95-8969-DE7B-A2BC-82661CE118DF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1372360" y="4996120"/>
                  <a:ext cx="1281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9E513294-7992-4A59-2B42-432B98F19FD2}"/>
                    </a:ext>
                  </a:extLst>
                </p14:cNvPr>
                <p14:cNvContentPartPr/>
                <p14:nvPr/>
              </p14:nvContentPartPr>
              <p14:xfrm>
                <a:off x="11571080" y="4951480"/>
                <a:ext cx="102600" cy="17856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9E513294-7992-4A59-2B42-432B98F19FD2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1560280" y="4941040"/>
                  <a:ext cx="12384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DD4600D3-A3F9-35D2-A214-BC8E7EC23F0D}"/>
              </a:ext>
            </a:extLst>
          </p:cNvPr>
          <p:cNvGrpSpPr/>
          <p:nvPr/>
        </p:nvGrpSpPr>
        <p:grpSpPr>
          <a:xfrm>
            <a:off x="6468080" y="5656720"/>
            <a:ext cx="478800" cy="240480"/>
            <a:chOff x="6468080" y="5656720"/>
            <a:chExt cx="47880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57ACFF38-9662-7DD9-0002-75F1EE738296}"/>
                    </a:ext>
                  </a:extLst>
                </p14:cNvPr>
                <p14:cNvContentPartPr/>
                <p14:nvPr/>
              </p14:nvContentPartPr>
              <p14:xfrm>
                <a:off x="6502280" y="5702440"/>
                <a:ext cx="101880" cy="1947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57ACFF38-9662-7DD9-0002-75F1EE738296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491840" y="5691640"/>
                  <a:ext cx="1231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2CEB061F-69C2-AB64-A821-A5194DFBCEA7}"/>
                    </a:ext>
                  </a:extLst>
                </p14:cNvPr>
                <p14:cNvContentPartPr/>
                <p14:nvPr/>
              </p14:nvContentPartPr>
              <p14:xfrm>
                <a:off x="6468080" y="5804680"/>
                <a:ext cx="188280" cy="118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2CEB061F-69C2-AB64-A821-A5194DFBCEA7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6457640" y="5794240"/>
                  <a:ext cx="209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1A74D9BF-167F-414C-F290-00886D4820BB}"/>
                    </a:ext>
                  </a:extLst>
                </p14:cNvPr>
                <p14:cNvContentPartPr/>
                <p14:nvPr/>
              </p14:nvContentPartPr>
              <p14:xfrm>
                <a:off x="6670040" y="5656720"/>
                <a:ext cx="150120" cy="20304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1A74D9BF-167F-414C-F290-00886D4820BB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6659240" y="5645920"/>
                  <a:ext cx="1713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0D60F1CD-1DAA-8A0A-CA7A-BD6C4BDB8D0F}"/>
                    </a:ext>
                  </a:extLst>
                </p14:cNvPr>
                <p14:cNvContentPartPr/>
                <p14:nvPr/>
              </p14:nvContentPartPr>
              <p14:xfrm>
                <a:off x="6908720" y="5715760"/>
                <a:ext cx="38160" cy="1479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0D60F1CD-1DAA-8A0A-CA7A-BD6C4BDB8D0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6898280" y="5704960"/>
                  <a:ext cx="5940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87A01853-45FA-75CA-156D-3300F322A081}"/>
              </a:ext>
            </a:extLst>
          </p:cNvPr>
          <p:cNvGrpSpPr/>
          <p:nvPr/>
        </p:nvGrpSpPr>
        <p:grpSpPr>
          <a:xfrm>
            <a:off x="7254320" y="5510920"/>
            <a:ext cx="1055880" cy="311400"/>
            <a:chOff x="7254320" y="5510920"/>
            <a:chExt cx="105588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03A1EF18-D54E-B13D-F186-B1BCA9AB7F25}"/>
                    </a:ext>
                  </a:extLst>
                </p14:cNvPr>
                <p14:cNvContentPartPr/>
                <p14:nvPr/>
              </p14:nvContentPartPr>
              <p14:xfrm>
                <a:off x="7254320" y="5664640"/>
                <a:ext cx="163440" cy="1389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03A1EF18-D54E-B13D-F186-B1BCA9AB7F25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243880" y="5653840"/>
                  <a:ext cx="184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2760C1E3-8AB7-AB06-23CD-3ECF237C83E6}"/>
                    </a:ext>
                  </a:extLst>
                </p14:cNvPr>
                <p14:cNvContentPartPr/>
                <p14:nvPr/>
              </p14:nvContentPartPr>
              <p14:xfrm>
                <a:off x="7473920" y="5573200"/>
                <a:ext cx="224280" cy="2491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2760C1E3-8AB7-AB06-23CD-3ECF237C83E6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7463480" y="5562760"/>
                  <a:ext cx="2455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95674FF4-1184-6494-DE02-8FE1D4534E45}"/>
                    </a:ext>
                  </a:extLst>
                </p14:cNvPr>
                <p14:cNvContentPartPr/>
                <p14:nvPr/>
              </p14:nvContentPartPr>
              <p14:xfrm>
                <a:off x="7625480" y="5641600"/>
                <a:ext cx="171720" cy="3024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95674FF4-1184-6494-DE02-8FE1D4534E45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615040" y="5631160"/>
                  <a:ext cx="192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70E315DF-E9A6-75FB-8EDC-7BE25C59C1F3}"/>
                    </a:ext>
                  </a:extLst>
                </p14:cNvPr>
                <p14:cNvContentPartPr/>
                <p14:nvPr/>
              </p14:nvContentPartPr>
              <p14:xfrm>
                <a:off x="7817000" y="5648440"/>
                <a:ext cx="115920" cy="13284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70E315DF-E9A6-75FB-8EDC-7BE25C59C1F3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7806560" y="5638000"/>
                  <a:ext cx="1371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89ED5CA9-6C33-7576-F498-199C1097FB18}"/>
                    </a:ext>
                  </a:extLst>
                </p14:cNvPr>
                <p14:cNvContentPartPr/>
                <p14:nvPr/>
              </p14:nvContentPartPr>
              <p14:xfrm>
                <a:off x="8004920" y="5510920"/>
                <a:ext cx="305280" cy="2440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89ED5CA9-6C33-7576-F498-199C1097FB18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7994480" y="5500480"/>
                  <a:ext cx="32652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7E71D707-7777-EA11-7C0A-CA94BF5B0FA7}"/>
              </a:ext>
            </a:extLst>
          </p:cNvPr>
          <p:cNvGrpSpPr/>
          <p:nvPr/>
        </p:nvGrpSpPr>
        <p:grpSpPr>
          <a:xfrm>
            <a:off x="8581280" y="5488600"/>
            <a:ext cx="633960" cy="225720"/>
            <a:chOff x="8581280" y="5488600"/>
            <a:chExt cx="63396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F66484D2-AF5E-8B99-EF7D-8342C3313560}"/>
                    </a:ext>
                  </a:extLst>
                </p14:cNvPr>
                <p14:cNvContentPartPr/>
                <p14:nvPr/>
              </p14:nvContentPartPr>
              <p14:xfrm>
                <a:off x="8581280" y="5586160"/>
                <a:ext cx="113400" cy="1281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F66484D2-AF5E-8B99-EF7D-8342C331356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8570840" y="5575360"/>
                  <a:ext cx="1346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8BAC404-5DE1-7170-E7DF-96D5EA3C42D9}"/>
                    </a:ext>
                  </a:extLst>
                </p14:cNvPr>
                <p14:cNvContentPartPr/>
                <p14:nvPr/>
              </p14:nvContentPartPr>
              <p14:xfrm>
                <a:off x="8747600" y="5613520"/>
                <a:ext cx="157320" cy="9828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8BAC404-5DE1-7170-E7DF-96D5EA3C42D9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8737160" y="5602720"/>
                  <a:ext cx="1785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8598CD95-FE80-A981-ECCE-9E96B256EF20}"/>
                    </a:ext>
                  </a:extLst>
                </p14:cNvPr>
                <p14:cNvContentPartPr/>
                <p14:nvPr/>
              </p14:nvContentPartPr>
              <p14:xfrm>
                <a:off x="8934800" y="5488600"/>
                <a:ext cx="151560" cy="22392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8598CD95-FE80-A981-ECCE-9E96B256EF20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8924000" y="5478160"/>
                  <a:ext cx="1728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ED42FE80-1953-A7DB-67E3-F2FCCEF739DD}"/>
                    </a:ext>
                  </a:extLst>
                </p14:cNvPr>
                <p14:cNvContentPartPr/>
                <p14:nvPr/>
              </p14:nvContentPartPr>
              <p14:xfrm>
                <a:off x="9181760" y="5547280"/>
                <a:ext cx="33480" cy="1533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ED42FE80-1953-A7DB-67E3-F2FCCEF739D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9171320" y="5536480"/>
                  <a:ext cx="5472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44AD7F8F-7A1D-396D-9E48-C0858DB68574}"/>
              </a:ext>
            </a:extLst>
          </p:cNvPr>
          <p:cNvGrpSpPr/>
          <p:nvPr/>
        </p:nvGrpSpPr>
        <p:grpSpPr>
          <a:xfrm>
            <a:off x="9584240" y="5442160"/>
            <a:ext cx="84240" cy="257040"/>
            <a:chOff x="9584240" y="5442160"/>
            <a:chExt cx="84240" cy="25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AF2C819B-6DC7-DC9A-A242-AD2BA42D2F08}"/>
                    </a:ext>
                  </a:extLst>
                </p14:cNvPr>
                <p14:cNvContentPartPr/>
                <p14:nvPr/>
              </p14:nvContentPartPr>
              <p14:xfrm>
                <a:off x="9631760" y="5552680"/>
                <a:ext cx="17640" cy="14652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AF2C819B-6DC7-DC9A-A242-AD2BA42D2F08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9620960" y="5541880"/>
                  <a:ext cx="38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E6157BB5-1895-A849-1C73-39366CAFA793}"/>
                    </a:ext>
                  </a:extLst>
                </p14:cNvPr>
                <p14:cNvContentPartPr/>
                <p14:nvPr/>
              </p14:nvContentPartPr>
              <p14:xfrm>
                <a:off x="9584240" y="5442160"/>
                <a:ext cx="84240" cy="586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E6157BB5-1895-A849-1C73-39366CAFA793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9573440" y="5431720"/>
                  <a:ext cx="105480" cy="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6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510D5F1C-3A96-D94B-DB15-D3F8816B3F5B}"/>
                  </a:ext>
                </a:extLst>
              </p14:cNvPr>
              <p14:cNvContentPartPr/>
              <p14:nvPr/>
            </p14:nvContentPartPr>
            <p14:xfrm>
              <a:off x="9822920" y="5495440"/>
              <a:ext cx="128520" cy="153000"/>
            </p14:xfrm>
          </p:contentPart>
        </mc:Choice>
        <mc:Fallback xmlns=""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510D5F1C-3A96-D94B-DB15-D3F8816B3F5B}"/>
                  </a:ext>
                </a:extLst>
              </p:cNvPr>
              <p:cNvPicPr/>
              <p:nvPr/>
            </p:nvPicPr>
            <p:blipFill>
              <a:blip r:embed="rId537"/>
              <a:stretch>
                <a:fillRect/>
              </a:stretch>
            </p:blipFill>
            <p:spPr>
              <a:xfrm>
                <a:off x="9812120" y="5484640"/>
                <a:ext cx="149760" cy="17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0" name="Group 429">
            <a:extLst>
              <a:ext uri="{FF2B5EF4-FFF2-40B4-BE49-F238E27FC236}">
                <a16:creationId xmlns:a16="http://schemas.microsoft.com/office/drawing/2014/main" id="{64FDF457-F6E5-D448-280D-6EE85DFF6D3A}"/>
              </a:ext>
            </a:extLst>
          </p:cNvPr>
          <p:cNvGrpSpPr/>
          <p:nvPr/>
        </p:nvGrpSpPr>
        <p:grpSpPr>
          <a:xfrm>
            <a:off x="10457960" y="5395000"/>
            <a:ext cx="308160" cy="302400"/>
            <a:chOff x="10457960" y="5395000"/>
            <a:chExt cx="308160" cy="30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08BF295-71C3-21AF-F470-F9EDD6B460C1}"/>
                    </a:ext>
                  </a:extLst>
                </p14:cNvPr>
                <p14:cNvContentPartPr/>
                <p14:nvPr/>
              </p14:nvContentPartPr>
              <p14:xfrm>
                <a:off x="10457960" y="5395000"/>
                <a:ext cx="91080" cy="30240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08BF295-71C3-21AF-F470-F9EDD6B460C1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0447520" y="5384200"/>
                  <a:ext cx="1123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B4E7FFAC-4D79-B894-33AD-F6C1D9B53B44}"/>
                    </a:ext>
                  </a:extLst>
                </p14:cNvPr>
                <p14:cNvContentPartPr/>
                <p14:nvPr/>
              </p14:nvContentPartPr>
              <p14:xfrm>
                <a:off x="10610960" y="5415520"/>
                <a:ext cx="155160" cy="23508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B4E7FFAC-4D79-B894-33AD-F6C1D9B53B44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10600160" y="5404720"/>
                  <a:ext cx="17640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A2E04AC8-D15A-DA35-334C-DAA168BC22FB}"/>
              </a:ext>
            </a:extLst>
          </p:cNvPr>
          <p:cNvGrpSpPr/>
          <p:nvPr/>
        </p:nvGrpSpPr>
        <p:grpSpPr>
          <a:xfrm>
            <a:off x="6477080" y="6142000"/>
            <a:ext cx="699480" cy="253800"/>
            <a:chOff x="6477080" y="6142000"/>
            <a:chExt cx="69948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B564C386-9149-59D4-BA85-B64760DDC869}"/>
                    </a:ext>
                  </a:extLst>
                </p14:cNvPr>
                <p14:cNvContentPartPr/>
                <p14:nvPr/>
              </p14:nvContentPartPr>
              <p14:xfrm>
                <a:off x="6577160" y="6147760"/>
                <a:ext cx="126360" cy="24804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B564C386-9149-59D4-BA85-B64760DDC869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6566720" y="6137320"/>
                  <a:ext cx="1476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E2D55329-B26B-7C21-3A70-AFA441753E81}"/>
                    </a:ext>
                  </a:extLst>
                </p14:cNvPr>
                <p14:cNvContentPartPr/>
                <p14:nvPr/>
              </p14:nvContentPartPr>
              <p14:xfrm>
                <a:off x="6477080" y="6282400"/>
                <a:ext cx="207360" cy="1296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E2D55329-B26B-7C21-3A70-AFA441753E81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6466280" y="6271960"/>
                  <a:ext cx="228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FEA59447-3438-53BB-1D08-246344D82987}"/>
                    </a:ext>
                  </a:extLst>
                </p14:cNvPr>
                <p14:cNvContentPartPr/>
                <p14:nvPr/>
              </p14:nvContentPartPr>
              <p14:xfrm>
                <a:off x="6737000" y="6142000"/>
                <a:ext cx="89280" cy="24012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FEA59447-3438-53BB-1D08-246344D82987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6726560" y="6131560"/>
                  <a:ext cx="1105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70AAD610-15B1-6659-5665-A102AE8C5B70}"/>
                    </a:ext>
                  </a:extLst>
                </p14:cNvPr>
                <p14:cNvContentPartPr/>
                <p14:nvPr/>
              </p14:nvContentPartPr>
              <p14:xfrm>
                <a:off x="6916280" y="6195280"/>
                <a:ext cx="95760" cy="14472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70AAD610-15B1-6659-5665-A102AE8C5B70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6905480" y="6184480"/>
                  <a:ext cx="1170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BA825898-A315-FC67-704D-166D7F9838CB}"/>
                    </a:ext>
                  </a:extLst>
                </p14:cNvPr>
                <p14:cNvContentPartPr/>
                <p14:nvPr/>
              </p14:nvContentPartPr>
              <p14:xfrm>
                <a:off x="7093760" y="6194920"/>
                <a:ext cx="82800" cy="13140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BA825898-A315-FC67-704D-166D7F9838CB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7083320" y="6184120"/>
                  <a:ext cx="10404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0" name="Group 439">
            <a:extLst>
              <a:ext uri="{FF2B5EF4-FFF2-40B4-BE49-F238E27FC236}">
                <a16:creationId xmlns:a16="http://schemas.microsoft.com/office/drawing/2014/main" id="{8C5CC79E-3FCC-4EAE-C292-E9FF6A32CF57}"/>
              </a:ext>
            </a:extLst>
          </p:cNvPr>
          <p:cNvGrpSpPr/>
          <p:nvPr/>
        </p:nvGrpSpPr>
        <p:grpSpPr>
          <a:xfrm>
            <a:off x="7558520" y="6107800"/>
            <a:ext cx="583920" cy="287640"/>
            <a:chOff x="7558520" y="6107800"/>
            <a:chExt cx="583920" cy="2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27A31956-1D33-81E0-DCEA-A30872A5A84A}"/>
                    </a:ext>
                  </a:extLst>
                </p14:cNvPr>
                <p14:cNvContentPartPr/>
                <p14:nvPr/>
              </p14:nvContentPartPr>
              <p14:xfrm>
                <a:off x="7558520" y="6121480"/>
                <a:ext cx="57600" cy="2642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27A31956-1D33-81E0-DCEA-A30872A5A84A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7547720" y="6111040"/>
                  <a:ext cx="788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FF9D8A68-590B-952F-139E-312D0197CFC8}"/>
                    </a:ext>
                  </a:extLst>
                </p14:cNvPr>
                <p14:cNvContentPartPr/>
                <p14:nvPr/>
              </p14:nvContentPartPr>
              <p14:xfrm>
                <a:off x="7700720" y="6172240"/>
                <a:ext cx="196920" cy="2232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FF9D8A68-590B-952F-139E-312D0197CFC8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7689920" y="6161800"/>
                  <a:ext cx="2181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E7AD3ACE-D753-26EE-357E-C5C6CB9AC1BE}"/>
                    </a:ext>
                  </a:extLst>
                </p14:cNvPr>
                <p14:cNvContentPartPr/>
                <p14:nvPr/>
              </p14:nvContentPartPr>
              <p14:xfrm>
                <a:off x="8011760" y="6107800"/>
                <a:ext cx="130680" cy="20304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E7AD3ACE-D753-26EE-357E-C5C6CB9AC1BE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8001320" y="6097000"/>
                  <a:ext cx="15192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8B0057B5-5097-09B1-3DAB-F565F930D189}"/>
              </a:ext>
            </a:extLst>
          </p:cNvPr>
          <p:cNvGrpSpPr/>
          <p:nvPr/>
        </p:nvGrpSpPr>
        <p:grpSpPr>
          <a:xfrm>
            <a:off x="8349080" y="6111400"/>
            <a:ext cx="414360" cy="252360"/>
            <a:chOff x="8349080" y="6111400"/>
            <a:chExt cx="41436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1F6C090C-2D2C-4DFB-E1FD-22BB19CE54C9}"/>
                    </a:ext>
                  </a:extLst>
                </p14:cNvPr>
                <p14:cNvContentPartPr/>
                <p14:nvPr/>
              </p14:nvContentPartPr>
              <p14:xfrm>
                <a:off x="8349080" y="6112480"/>
                <a:ext cx="28440" cy="20376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1F6C090C-2D2C-4DFB-E1FD-22BB19CE54C9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8338640" y="6101680"/>
                  <a:ext cx="496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0BCE4DF9-5593-12C6-8B06-2086AC7731C4}"/>
                    </a:ext>
                  </a:extLst>
                </p14:cNvPr>
                <p14:cNvContentPartPr/>
                <p14:nvPr/>
              </p14:nvContentPartPr>
              <p14:xfrm>
                <a:off x="8435480" y="6111400"/>
                <a:ext cx="158400" cy="23508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0BCE4DF9-5593-12C6-8B06-2086AC7731C4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8424680" y="6100600"/>
                  <a:ext cx="1796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F1ED48A8-F09D-175C-AA6C-55C90BCF0786}"/>
                    </a:ext>
                  </a:extLst>
                </p14:cNvPr>
                <p14:cNvContentPartPr/>
                <p14:nvPr/>
              </p14:nvContentPartPr>
              <p14:xfrm>
                <a:off x="8719880" y="6234520"/>
                <a:ext cx="43560" cy="1292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F1ED48A8-F09D-175C-AA6C-55C90BCF0786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8709080" y="6224080"/>
                  <a:ext cx="6480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BAB1C623-11CC-3579-107C-1FC529D7086B}"/>
              </a:ext>
            </a:extLst>
          </p:cNvPr>
          <p:cNvGrpSpPr/>
          <p:nvPr/>
        </p:nvGrpSpPr>
        <p:grpSpPr>
          <a:xfrm>
            <a:off x="9013640" y="6124360"/>
            <a:ext cx="338040" cy="168480"/>
            <a:chOff x="9013640" y="6124360"/>
            <a:chExt cx="338040" cy="16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ADBDC39B-4389-1739-32A4-65898B51466F}"/>
                    </a:ext>
                  </a:extLst>
                </p14:cNvPr>
                <p14:cNvContentPartPr/>
                <p14:nvPr/>
              </p14:nvContentPartPr>
              <p14:xfrm>
                <a:off x="9013640" y="6134440"/>
                <a:ext cx="122400" cy="15840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ADBDC39B-4389-1739-32A4-65898B51466F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9002840" y="6124000"/>
                  <a:ext cx="1436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3B15DA24-5C6D-4200-D3FF-86354120FD2C}"/>
                    </a:ext>
                  </a:extLst>
                </p14:cNvPr>
                <p14:cNvContentPartPr/>
                <p14:nvPr/>
              </p14:nvContentPartPr>
              <p14:xfrm>
                <a:off x="9226040" y="6124360"/>
                <a:ext cx="125640" cy="8640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3B15DA24-5C6D-4200-D3FF-86354120FD2C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215600" y="6113920"/>
                  <a:ext cx="14688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D0C4EE99-4823-E5D6-350B-FB3F99F053E1}"/>
              </a:ext>
            </a:extLst>
          </p:cNvPr>
          <p:cNvGrpSpPr/>
          <p:nvPr/>
        </p:nvGrpSpPr>
        <p:grpSpPr>
          <a:xfrm>
            <a:off x="9557600" y="5926000"/>
            <a:ext cx="636120" cy="343440"/>
            <a:chOff x="9557600" y="5926000"/>
            <a:chExt cx="63612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72479139-9BB2-E9FC-3553-62A100D4ADB0}"/>
                    </a:ext>
                  </a:extLst>
                </p14:cNvPr>
                <p14:cNvContentPartPr/>
                <p14:nvPr/>
              </p14:nvContentPartPr>
              <p14:xfrm>
                <a:off x="9557600" y="5954800"/>
                <a:ext cx="33480" cy="24516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72479139-9BB2-E9FC-3553-62A100D4ADB0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9546800" y="5944000"/>
                  <a:ext cx="547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513E5E1C-0206-C96E-20A9-C353D73864D2}"/>
                    </a:ext>
                  </a:extLst>
                </p14:cNvPr>
                <p14:cNvContentPartPr/>
                <p14:nvPr/>
              </p14:nvContentPartPr>
              <p14:xfrm>
                <a:off x="9730400" y="6044080"/>
                <a:ext cx="53280" cy="11988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513E5E1C-0206-C96E-20A9-C353D73864D2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9719960" y="6033640"/>
                  <a:ext cx="745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84CCAA47-EAE9-1F29-99C7-04EA81D97E7D}"/>
                    </a:ext>
                  </a:extLst>
                </p14:cNvPr>
                <p14:cNvContentPartPr/>
                <p14:nvPr/>
              </p14:nvContentPartPr>
              <p14:xfrm>
                <a:off x="9899600" y="5935720"/>
                <a:ext cx="90000" cy="33372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84CCAA47-EAE9-1F29-99C7-04EA81D97E7D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9888800" y="5924920"/>
                  <a:ext cx="1112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C34C879F-0936-04D9-542C-9EBF3C9099AB}"/>
                    </a:ext>
                  </a:extLst>
                </p14:cNvPr>
                <p14:cNvContentPartPr/>
                <p14:nvPr/>
              </p14:nvContentPartPr>
              <p14:xfrm>
                <a:off x="9891320" y="6138760"/>
                <a:ext cx="81720" cy="1872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C34C879F-0936-04D9-542C-9EBF3C9099AB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9880520" y="6127960"/>
                  <a:ext cx="102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57E2547B-E1B4-C2C9-1A75-7E7A736942A0}"/>
                    </a:ext>
                  </a:extLst>
                </p14:cNvPr>
                <p14:cNvContentPartPr/>
                <p14:nvPr/>
              </p14:nvContentPartPr>
              <p14:xfrm>
                <a:off x="10094360" y="5926000"/>
                <a:ext cx="71280" cy="2152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57E2547B-E1B4-C2C9-1A75-7E7A736942A0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0083920" y="5915560"/>
                  <a:ext cx="925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FA251824-C8B1-046D-60AF-0C346E055EB2}"/>
                    </a:ext>
                  </a:extLst>
                </p14:cNvPr>
                <p14:cNvContentPartPr/>
                <p14:nvPr/>
              </p14:nvContentPartPr>
              <p14:xfrm>
                <a:off x="10071680" y="6042640"/>
                <a:ext cx="122040" cy="93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FA251824-C8B1-046D-60AF-0C346E055EB2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0060880" y="6032200"/>
                  <a:ext cx="14328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0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A95911C5-1E4C-C115-2A7E-E7B4CB80A54B}"/>
                  </a:ext>
                </a:extLst>
              </p14:cNvPr>
              <p14:cNvContentPartPr/>
              <p14:nvPr/>
            </p14:nvContentPartPr>
            <p14:xfrm>
              <a:off x="10412960" y="6075760"/>
              <a:ext cx="25920" cy="110160"/>
            </p14:xfrm>
          </p:contentPart>
        </mc:Choice>
        <mc:Fallback xmlns=""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A95911C5-1E4C-C115-2A7E-E7B4CB80A54B}"/>
                  </a:ext>
                </a:extLst>
              </p:cNvPr>
              <p:cNvPicPr/>
              <p:nvPr/>
            </p:nvPicPr>
            <p:blipFill>
              <a:blip r:embed="rId581"/>
              <a:stretch>
                <a:fillRect/>
              </a:stretch>
            </p:blipFill>
            <p:spPr>
              <a:xfrm>
                <a:off x="10402520" y="6065320"/>
                <a:ext cx="47160" cy="1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6" name="Group 475">
            <a:extLst>
              <a:ext uri="{FF2B5EF4-FFF2-40B4-BE49-F238E27FC236}">
                <a16:creationId xmlns:a16="http://schemas.microsoft.com/office/drawing/2014/main" id="{4DB6EAD2-0CDB-313B-38ED-DE691BE6FFCB}"/>
              </a:ext>
            </a:extLst>
          </p:cNvPr>
          <p:cNvGrpSpPr/>
          <p:nvPr/>
        </p:nvGrpSpPr>
        <p:grpSpPr>
          <a:xfrm>
            <a:off x="10645160" y="5865520"/>
            <a:ext cx="489240" cy="263160"/>
            <a:chOff x="10645160" y="5865520"/>
            <a:chExt cx="48924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9A655B5E-732A-C50B-9F38-3D1B8C957EEC}"/>
                    </a:ext>
                  </a:extLst>
                </p14:cNvPr>
                <p14:cNvContentPartPr/>
                <p14:nvPr/>
              </p14:nvContentPartPr>
              <p14:xfrm>
                <a:off x="10645160" y="5926000"/>
                <a:ext cx="142920" cy="20268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9A655B5E-732A-C50B-9F38-3D1B8C957EEC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0634720" y="5915560"/>
                  <a:ext cx="1641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770D9221-E5EF-4549-38B9-792021174878}"/>
                    </a:ext>
                  </a:extLst>
                </p14:cNvPr>
                <p14:cNvContentPartPr/>
                <p14:nvPr/>
              </p14:nvContentPartPr>
              <p14:xfrm>
                <a:off x="10861160" y="6009520"/>
                <a:ext cx="79200" cy="7344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770D9221-E5EF-4549-38B9-792021174878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0850360" y="5999080"/>
                  <a:ext cx="1004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99F43D58-15D7-DAFC-7965-C3A22525EC4F}"/>
                    </a:ext>
                  </a:extLst>
                </p14:cNvPr>
                <p14:cNvContentPartPr/>
                <p14:nvPr/>
              </p14:nvContentPartPr>
              <p14:xfrm>
                <a:off x="11036120" y="5865520"/>
                <a:ext cx="58680" cy="21960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99F43D58-15D7-DAFC-7965-C3A22525EC4F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1025680" y="5855080"/>
                  <a:ext cx="799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B8EF1177-0F8E-6114-5CD3-68106E4B16CE}"/>
                    </a:ext>
                  </a:extLst>
                </p14:cNvPr>
                <p14:cNvContentPartPr/>
                <p14:nvPr/>
              </p14:nvContentPartPr>
              <p14:xfrm>
                <a:off x="10936040" y="5945440"/>
                <a:ext cx="198360" cy="828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B8EF1177-0F8E-6114-5CD3-68106E4B16CE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0925240" y="5935000"/>
                  <a:ext cx="21960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1CE19690-4099-6FAE-9AAA-C94CC59C3FCA}"/>
              </a:ext>
            </a:extLst>
          </p:cNvPr>
          <p:cNvGrpSpPr/>
          <p:nvPr/>
        </p:nvGrpSpPr>
        <p:grpSpPr>
          <a:xfrm>
            <a:off x="11323040" y="5828440"/>
            <a:ext cx="613440" cy="243000"/>
            <a:chOff x="11323040" y="5828440"/>
            <a:chExt cx="613440" cy="24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AB33F9BB-E84B-B870-C0D3-773239C56913}"/>
                    </a:ext>
                  </a:extLst>
                </p14:cNvPr>
                <p14:cNvContentPartPr/>
                <p14:nvPr/>
              </p14:nvContentPartPr>
              <p14:xfrm>
                <a:off x="11373800" y="5847160"/>
                <a:ext cx="137160" cy="22428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AB33F9BB-E84B-B870-C0D3-773239C5691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1363360" y="5836720"/>
                  <a:ext cx="1584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8259F252-905A-1F27-2436-F23F3CB51A11}"/>
                    </a:ext>
                  </a:extLst>
                </p14:cNvPr>
                <p14:cNvContentPartPr/>
                <p14:nvPr/>
              </p14:nvContentPartPr>
              <p14:xfrm>
                <a:off x="11323040" y="5958040"/>
                <a:ext cx="190800" cy="4248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8259F252-905A-1F27-2436-F23F3CB51A11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1312240" y="5947600"/>
                  <a:ext cx="212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72CC796C-EA08-B9E6-B202-43AFD67BAD7E}"/>
                    </a:ext>
                  </a:extLst>
                </p14:cNvPr>
                <p14:cNvContentPartPr/>
                <p14:nvPr/>
              </p14:nvContentPartPr>
              <p14:xfrm>
                <a:off x="11496200" y="5828440"/>
                <a:ext cx="129240" cy="22500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72CC796C-EA08-B9E6-B202-43AFD67BAD7E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1485760" y="5817640"/>
                  <a:ext cx="150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3AC2A985-EA9E-42D3-ABDD-EF11DE077BF1}"/>
                    </a:ext>
                  </a:extLst>
                </p14:cNvPr>
                <p14:cNvContentPartPr/>
                <p14:nvPr/>
              </p14:nvContentPartPr>
              <p14:xfrm>
                <a:off x="11637680" y="5919160"/>
                <a:ext cx="43560" cy="8136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3AC2A985-EA9E-42D3-ABDD-EF11DE077BF1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1627240" y="5908720"/>
                  <a:ext cx="648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E70F8A77-97EB-C562-3761-48AEF036ABDC}"/>
                    </a:ext>
                  </a:extLst>
                </p14:cNvPr>
                <p14:cNvContentPartPr/>
                <p14:nvPr/>
              </p14:nvContentPartPr>
              <p14:xfrm>
                <a:off x="11762240" y="5886040"/>
                <a:ext cx="77760" cy="14256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E70F8A77-97EB-C562-3761-48AEF036ABDC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1751440" y="5875600"/>
                  <a:ext cx="99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4F03F1F9-94EC-A75E-11C0-831258056359}"/>
                    </a:ext>
                  </a:extLst>
                </p14:cNvPr>
                <p14:cNvContentPartPr/>
                <p14:nvPr/>
              </p14:nvContentPartPr>
              <p14:xfrm>
                <a:off x="11905880" y="5904400"/>
                <a:ext cx="30600" cy="10800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4F03F1F9-94EC-A75E-11C0-831258056359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1895080" y="5893600"/>
                  <a:ext cx="5184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5" name="Group 484">
            <a:extLst>
              <a:ext uri="{FF2B5EF4-FFF2-40B4-BE49-F238E27FC236}">
                <a16:creationId xmlns:a16="http://schemas.microsoft.com/office/drawing/2014/main" id="{7D328112-A88D-8B1C-10EE-C11A6F2A21D5}"/>
              </a:ext>
            </a:extLst>
          </p:cNvPr>
          <p:cNvGrpSpPr/>
          <p:nvPr/>
        </p:nvGrpSpPr>
        <p:grpSpPr>
          <a:xfrm>
            <a:off x="6480320" y="6591640"/>
            <a:ext cx="462240" cy="169920"/>
            <a:chOff x="6480320" y="6591640"/>
            <a:chExt cx="462240" cy="16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1AC4DAB2-52B7-0C3E-62D5-92A24C055A47}"/>
                    </a:ext>
                  </a:extLst>
                </p14:cNvPr>
                <p14:cNvContentPartPr/>
                <p14:nvPr/>
              </p14:nvContentPartPr>
              <p14:xfrm>
                <a:off x="6480320" y="6602440"/>
                <a:ext cx="130320" cy="15912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1AC4DAB2-52B7-0C3E-62D5-92A24C055A47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6469880" y="6592000"/>
                  <a:ext cx="1515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3B77385D-5BB1-E428-B599-0F2130A12C75}"/>
                    </a:ext>
                  </a:extLst>
                </p14:cNvPr>
                <p14:cNvContentPartPr/>
                <p14:nvPr/>
              </p14:nvContentPartPr>
              <p14:xfrm>
                <a:off x="6705320" y="6615040"/>
                <a:ext cx="67680" cy="10188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3B77385D-5BB1-E428-B599-0F2130A12C75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6694880" y="6604240"/>
                  <a:ext cx="889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DBD6EC8F-54AB-70B9-1ADF-0E291E6C4A4A}"/>
                    </a:ext>
                  </a:extLst>
                </p14:cNvPr>
                <p14:cNvContentPartPr/>
                <p14:nvPr/>
              </p14:nvContentPartPr>
              <p14:xfrm>
                <a:off x="6871280" y="6591640"/>
                <a:ext cx="71280" cy="12888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DBD6EC8F-54AB-70B9-1ADF-0E291E6C4A4A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6860840" y="6580840"/>
                  <a:ext cx="92520" cy="15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3" name="Group 482">
            <a:extLst>
              <a:ext uri="{FF2B5EF4-FFF2-40B4-BE49-F238E27FC236}">
                <a16:creationId xmlns:a16="http://schemas.microsoft.com/office/drawing/2014/main" id="{81AE773F-15C8-C197-78B8-32CD5EF43611}"/>
              </a:ext>
            </a:extLst>
          </p:cNvPr>
          <p:cNvGrpSpPr/>
          <p:nvPr/>
        </p:nvGrpSpPr>
        <p:grpSpPr>
          <a:xfrm>
            <a:off x="7350080" y="6551320"/>
            <a:ext cx="274680" cy="144000"/>
            <a:chOff x="7350080" y="6551320"/>
            <a:chExt cx="274680" cy="14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A18A2A7B-6B7B-B767-185F-3497636FD9B3}"/>
                    </a:ext>
                  </a:extLst>
                </p14:cNvPr>
                <p14:cNvContentPartPr/>
                <p14:nvPr/>
              </p14:nvContentPartPr>
              <p14:xfrm>
                <a:off x="7350080" y="6551320"/>
                <a:ext cx="90360" cy="14400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A18A2A7B-6B7B-B767-185F-3497636FD9B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7339640" y="6540520"/>
                  <a:ext cx="1116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CC5355E1-89A8-108E-E102-4A86B23F0D47}"/>
                    </a:ext>
                  </a:extLst>
                </p14:cNvPr>
                <p14:cNvContentPartPr/>
                <p14:nvPr/>
              </p14:nvContentPartPr>
              <p14:xfrm>
                <a:off x="7523960" y="6596680"/>
                <a:ext cx="100800" cy="8820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CC5355E1-89A8-108E-E102-4A86B23F0D47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7513520" y="6586240"/>
                  <a:ext cx="12204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8548B6BB-703A-B973-3622-947385AE788D}"/>
              </a:ext>
            </a:extLst>
          </p:cNvPr>
          <p:cNvGrpSpPr/>
          <p:nvPr/>
        </p:nvGrpSpPr>
        <p:grpSpPr>
          <a:xfrm>
            <a:off x="8035520" y="6579400"/>
            <a:ext cx="747000" cy="186840"/>
            <a:chOff x="8035520" y="6579400"/>
            <a:chExt cx="747000" cy="18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AE545160-C3B8-E466-2E19-6CF3047AF4F4}"/>
                    </a:ext>
                  </a:extLst>
                </p14:cNvPr>
                <p14:cNvContentPartPr/>
                <p14:nvPr/>
              </p14:nvContentPartPr>
              <p14:xfrm>
                <a:off x="8035520" y="6622600"/>
                <a:ext cx="280800" cy="14364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AE545160-C3B8-E466-2E19-6CF3047AF4F4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8025080" y="6612160"/>
                  <a:ext cx="3020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EAFCEF30-45D0-65F7-3746-274D84CA3B1A}"/>
                    </a:ext>
                  </a:extLst>
                </p14:cNvPr>
                <p14:cNvContentPartPr/>
                <p14:nvPr/>
              </p14:nvContentPartPr>
              <p14:xfrm>
                <a:off x="8396240" y="6591280"/>
                <a:ext cx="124560" cy="12024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EAFCEF30-45D0-65F7-3746-274D84CA3B1A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8385440" y="6580480"/>
                  <a:ext cx="145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A7B309F6-7B64-265A-35DC-316ADEF990C7}"/>
                    </a:ext>
                  </a:extLst>
                </p14:cNvPr>
                <p14:cNvContentPartPr/>
                <p14:nvPr/>
              </p14:nvContentPartPr>
              <p14:xfrm>
                <a:off x="8548520" y="6604600"/>
                <a:ext cx="123480" cy="11916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A7B309F6-7B64-265A-35DC-316ADEF990C7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537720" y="6594160"/>
                  <a:ext cx="1447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4B197BE8-F071-5613-6E5E-08E48CA3C630}"/>
                    </a:ext>
                  </a:extLst>
                </p14:cNvPr>
                <p14:cNvContentPartPr/>
                <p14:nvPr/>
              </p14:nvContentPartPr>
              <p14:xfrm>
                <a:off x="8726000" y="6579400"/>
                <a:ext cx="56520" cy="12060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4B197BE8-F071-5613-6E5E-08E48CA3C630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715560" y="6568600"/>
                  <a:ext cx="7776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BE77F870-9B24-21CF-651C-B90A0E67D28B}"/>
              </a:ext>
            </a:extLst>
          </p:cNvPr>
          <p:cNvGrpSpPr/>
          <p:nvPr/>
        </p:nvGrpSpPr>
        <p:grpSpPr>
          <a:xfrm>
            <a:off x="9194360" y="6476440"/>
            <a:ext cx="1391760" cy="234360"/>
            <a:chOff x="9194360" y="6476440"/>
            <a:chExt cx="1391760" cy="23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F3441BD1-F526-039C-16C1-2743D8D0F748}"/>
                    </a:ext>
                  </a:extLst>
                </p14:cNvPr>
                <p14:cNvContentPartPr/>
                <p14:nvPr/>
              </p14:nvContentPartPr>
              <p14:xfrm>
                <a:off x="9194360" y="6489400"/>
                <a:ext cx="123120" cy="22140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F3441BD1-F526-039C-16C1-2743D8D0F748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183920" y="6478600"/>
                  <a:ext cx="1443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A5CADD20-50DA-5949-EE1A-C35F76B3BEE9}"/>
                    </a:ext>
                  </a:extLst>
                </p14:cNvPr>
                <p14:cNvContentPartPr/>
                <p14:nvPr/>
              </p14:nvContentPartPr>
              <p14:xfrm>
                <a:off x="9375800" y="6545200"/>
                <a:ext cx="61200" cy="15300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A5CADD20-50DA-5949-EE1A-C35F76B3BEE9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9365360" y="6534760"/>
                  <a:ext cx="824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63D563FA-B2FD-8E25-BFFA-290AC76CCB8B}"/>
                    </a:ext>
                  </a:extLst>
                </p14:cNvPr>
                <p14:cNvContentPartPr/>
                <p14:nvPr/>
              </p14:nvContentPartPr>
              <p14:xfrm>
                <a:off x="9535640" y="6546280"/>
                <a:ext cx="287640" cy="14832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63D563FA-B2FD-8E25-BFFA-290AC76CCB8B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524840" y="6535480"/>
                  <a:ext cx="3088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E0FF3090-25DA-FC55-E874-8B25A86D7170}"/>
                    </a:ext>
                  </a:extLst>
                </p14:cNvPr>
                <p14:cNvContentPartPr/>
                <p14:nvPr/>
              </p14:nvContentPartPr>
              <p14:xfrm>
                <a:off x="9918680" y="6476440"/>
                <a:ext cx="230760" cy="22104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E0FF3090-25DA-FC55-E874-8B25A86D7170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907880" y="6466000"/>
                  <a:ext cx="2520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99091877-0252-310C-347C-72C41110D0C4}"/>
                    </a:ext>
                  </a:extLst>
                </p14:cNvPr>
                <p14:cNvContentPartPr/>
                <p14:nvPr/>
              </p14:nvContentPartPr>
              <p14:xfrm>
                <a:off x="10214960" y="6489400"/>
                <a:ext cx="59400" cy="14868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99091877-0252-310C-347C-72C41110D0C4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0204160" y="6478600"/>
                  <a:ext cx="80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B358987A-4055-54BC-3FAF-1EB473ABD04D}"/>
                    </a:ext>
                  </a:extLst>
                </p14:cNvPr>
                <p14:cNvContentPartPr/>
                <p14:nvPr/>
              </p14:nvContentPartPr>
              <p14:xfrm>
                <a:off x="10358240" y="6525760"/>
                <a:ext cx="115920" cy="17568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B358987A-4055-54BC-3FAF-1EB473ABD04D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0347800" y="6515320"/>
                  <a:ext cx="137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B1C05D8F-929F-0AF9-1B7E-28F39FEC1569}"/>
                    </a:ext>
                  </a:extLst>
                </p14:cNvPr>
                <p14:cNvContentPartPr/>
                <p14:nvPr/>
              </p14:nvContentPartPr>
              <p14:xfrm>
                <a:off x="10567760" y="6596680"/>
                <a:ext cx="18360" cy="10656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B1C05D8F-929F-0AF9-1B7E-28F39FEC1569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0557320" y="6586240"/>
                  <a:ext cx="3960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D4AEEED9-6CF6-BDF3-B673-4D611C8A00D5}"/>
              </a:ext>
            </a:extLst>
          </p:cNvPr>
          <p:cNvGrpSpPr/>
          <p:nvPr/>
        </p:nvGrpSpPr>
        <p:grpSpPr>
          <a:xfrm>
            <a:off x="10744520" y="6520360"/>
            <a:ext cx="317160" cy="136800"/>
            <a:chOff x="10744520" y="6520360"/>
            <a:chExt cx="317160" cy="1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3B0E28B6-7E90-330E-C40A-5F931799EC78}"/>
                    </a:ext>
                  </a:extLst>
                </p14:cNvPr>
                <p14:cNvContentPartPr/>
                <p14:nvPr/>
              </p14:nvContentPartPr>
              <p14:xfrm>
                <a:off x="10744520" y="6520360"/>
                <a:ext cx="125640" cy="13680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3B0E28B6-7E90-330E-C40A-5F931799EC78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0734080" y="6509560"/>
                  <a:ext cx="146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0287275B-624E-513C-8512-E7E8BDF277CC}"/>
                    </a:ext>
                  </a:extLst>
                </p14:cNvPr>
                <p14:cNvContentPartPr/>
                <p14:nvPr/>
              </p14:nvContentPartPr>
              <p14:xfrm>
                <a:off x="10930640" y="6543760"/>
                <a:ext cx="131040" cy="8928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0287275B-624E-513C-8512-E7E8BDF277CC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920200" y="6532960"/>
                  <a:ext cx="15228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BC2ED20B-7932-C743-4190-11E2907BCF64}"/>
              </a:ext>
            </a:extLst>
          </p:cNvPr>
          <p:cNvGrpSpPr/>
          <p:nvPr/>
        </p:nvGrpSpPr>
        <p:grpSpPr>
          <a:xfrm>
            <a:off x="11359760" y="6339640"/>
            <a:ext cx="453600" cy="131400"/>
            <a:chOff x="11359760" y="6339640"/>
            <a:chExt cx="453600" cy="13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160C4135-D2BC-86A0-FA5B-C06D4F5227F1}"/>
                    </a:ext>
                  </a:extLst>
                </p14:cNvPr>
                <p14:cNvContentPartPr/>
                <p14:nvPr/>
              </p14:nvContentPartPr>
              <p14:xfrm>
                <a:off x="11359760" y="6360160"/>
                <a:ext cx="90000" cy="11088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160C4135-D2BC-86A0-FA5B-C06D4F5227F1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1349320" y="6349360"/>
                  <a:ext cx="1112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A42F7C2B-C207-E68E-C1B6-59C5A729D7B9}"/>
                    </a:ext>
                  </a:extLst>
                </p14:cNvPr>
                <p14:cNvContentPartPr/>
                <p14:nvPr/>
              </p14:nvContentPartPr>
              <p14:xfrm>
                <a:off x="11528600" y="6369520"/>
                <a:ext cx="100080" cy="6444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A42F7C2B-C207-E68E-C1B6-59C5A729D7B9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1518160" y="6358720"/>
                  <a:ext cx="1213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C86CB89A-A0CA-6330-0E61-E3C64922D790}"/>
                    </a:ext>
                  </a:extLst>
                </p14:cNvPr>
                <p14:cNvContentPartPr/>
                <p14:nvPr/>
              </p14:nvContentPartPr>
              <p14:xfrm>
                <a:off x="11716520" y="6339640"/>
                <a:ext cx="32040" cy="12384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C86CB89A-A0CA-6330-0E61-E3C64922D790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1705720" y="6329200"/>
                  <a:ext cx="53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A8671C03-9F3E-A5AE-54CA-83DA3930A291}"/>
                    </a:ext>
                  </a:extLst>
                </p14:cNvPr>
                <p14:cNvContentPartPr/>
                <p14:nvPr/>
              </p14:nvContentPartPr>
              <p14:xfrm>
                <a:off x="11653160" y="6340720"/>
                <a:ext cx="160200" cy="144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A8671C03-9F3E-A5AE-54CA-83DA3930A291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11642360" y="6330280"/>
                  <a:ext cx="18144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C1E82982-AB41-EFDD-C20A-04C128FC291E}"/>
              </a:ext>
            </a:extLst>
          </p:cNvPr>
          <p:cNvGrpSpPr/>
          <p:nvPr/>
        </p:nvGrpSpPr>
        <p:grpSpPr>
          <a:xfrm>
            <a:off x="11371280" y="6583360"/>
            <a:ext cx="729360" cy="160560"/>
            <a:chOff x="11371280" y="6583360"/>
            <a:chExt cx="729360" cy="16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F231E3E5-0ABC-806C-2AA8-FAB2DC164EFF}"/>
                    </a:ext>
                  </a:extLst>
                </p14:cNvPr>
                <p14:cNvContentPartPr/>
                <p14:nvPr/>
              </p14:nvContentPartPr>
              <p14:xfrm>
                <a:off x="11371280" y="6583360"/>
                <a:ext cx="127440" cy="16056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F231E3E5-0ABC-806C-2AA8-FAB2DC164EFF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1360480" y="6572920"/>
                  <a:ext cx="1486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C4ECD7AC-CC35-956E-A1A0-BBA1BD6C6820}"/>
                    </a:ext>
                  </a:extLst>
                </p14:cNvPr>
                <p14:cNvContentPartPr/>
                <p14:nvPr/>
              </p14:nvContentPartPr>
              <p14:xfrm>
                <a:off x="11411960" y="6660760"/>
                <a:ext cx="86760" cy="1620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C4ECD7AC-CC35-956E-A1A0-BBA1BD6C6820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1401160" y="6649960"/>
                  <a:ext cx="108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22F1DD06-A78D-1637-24E4-0C78BB76C03B}"/>
                    </a:ext>
                  </a:extLst>
                </p14:cNvPr>
                <p14:cNvContentPartPr/>
                <p14:nvPr/>
              </p14:nvContentPartPr>
              <p14:xfrm>
                <a:off x="11545160" y="6640960"/>
                <a:ext cx="74880" cy="9396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22F1DD06-A78D-1637-24E4-0C78BB76C03B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1534720" y="6630160"/>
                  <a:ext cx="96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B7544E89-B99E-ADFA-C3D5-9BD6B28435F0}"/>
                    </a:ext>
                  </a:extLst>
                </p14:cNvPr>
                <p14:cNvContentPartPr/>
                <p14:nvPr/>
              </p14:nvContentPartPr>
              <p14:xfrm>
                <a:off x="11645600" y="6640240"/>
                <a:ext cx="79200" cy="7308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B7544E89-B99E-ADFA-C3D5-9BD6B28435F0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1634800" y="6629440"/>
                  <a:ext cx="1004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43652D09-075B-0092-09EB-BDB4BD99DE10}"/>
                    </a:ext>
                  </a:extLst>
                </p14:cNvPr>
                <p14:cNvContentPartPr/>
                <p14:nvPr/>
              </p14:nvContentPartPr>
              <p14:xfrm>
                <a:off x="11783840" y="6606040"/>
                <a:ext cx="119520" cy="12564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43652D09-075B-0092-09EB-BDB4BD99DE10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1773040" y="6595600"/>
                  <a:ext cx="1407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C178FC1A-646D-1D3E-84AC-59CD770E538A}"/>
                    </a:ext>
                  </a:extLst>
                </p14:cNvPr>
                <p14:cNvContentPartPr/>
                <p14:nvPr/>
              </p14:nvContentPartPr>
              <p14:xfrm>
                <a:off x="11984360" y="6607480"/>
                <a:ext cx="116280" cy="12384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C178FC1A-646D-1D3E-84AC-59CD770E538A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1973560" y="6596680"/>
                  <a:ext cx="137520" cy="145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67687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0B7F4-02C9-751E-8DC3-CC19ABAB0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C7536796-4EF2-75A3-9734-AAF1BE375010}"/>
              </a:ext>
            </a:extLst>
          </p:cNvPr>
          <p:cNvGrpSpPr/>
          <p:nvPr/>
        </p:nvGrpSpPr>
        <p:grpSpPr>
          <a:xfrm>
            <a:off x="277880" y="146920"/>
            <a:ext cx="1297440" cy="471240"/>
            <a:chOff x="277880" y="146920"/>
            <a:chExt cx="1297440" cy="47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88B4C5B-F615-C984-4A35-54C6EAA405A4}"/>
                    </a:ext>
                  </a:extLst>
                </p14:cNvPr>
                <p14:cNvContentPartPr/>
                <p14:nvPr/>
              </p14:nvContentPartPr>
              <p14:xfrm>
                <a:off x="479840" y="228280"/>
                <a:ext cx="73800" cy="389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88B4C5B-F615-C984-4A35-54C6EAA405A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69040" y="217480"/>
                  <a:ext cx="9504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1202816-DB0E-9F4E-F46E-9D60CF7507A1}"/>
                    </a:ext>
                  </a:extLst>
                </p14:cNvPr>
                <p14:cNvContentPartPr/>
                <p14:nvPr/>
              </p14:nvContentPartPr>
              <p14:xfrm>
                <a:off x="277880" y="237280"/>
                <a:ext cx="388800" cy="47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1202816-DB0E-9F4E-F46E-9D60CF7507A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7080" y="226840"/>
                  <a:ext cx="4100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D61CFB7-EEAF-0CF4-ABB6-EBC2366BBCEF}"/>
                    </a:ext>
                  </a:extLst>
                </p14:cNvPr>
                <p14:cNvContentPartPr/>
                <p14:nvPr/>
              </p14:nvContentPartPr>
              <p14:xfrm>
                <a:off x="338720" y="592960"/>
                <a:ext cx="415440" cy="20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D61CFB7-EEAF-0CF4-ABB6-EBC2366BBCE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8280" y="582520"/>
                  <a:ext cx="4366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E2E1111-E9D3-BDCC-0BC2-6171D69B06A9}"/>
                    </a:ext>
                  </a:extLst>
                </p14:cNvPr>
                <p14:cNvContentPartPr/>
                <p14:nvPr/>
              </p14:nvContentPartPr>
              <p14:xfrm>
                <a:off x="827600" y="337000"/>
                <a:ext cx="117000" cy="237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E2E1111-E9D3-BDCC-0BC2-6171D69B06A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6800" y="326560"/>
                  <a:ext cx="1382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D8097E3-A87C-30F0-9879-BE2428EDDA88}"/>
                    </a:ext>
                  </a:extLst>
                </p14:cNvPr>
                <p14:cNvContentPartPr/>
                <p14:nvPr/>
              </p14:nvContentPartPr>
              <p14:xfrm>
                <a:off x="997520" y="334480"/>
                <a:ext cx="81720" cy="237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D8097E3-A87C-30F0-9879-BE2428EDDA8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87080" y="323680"/>
                  <a:ext cx="1029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984A29C-313E-3AA2-4EEB-FC6498C01C29}"/>
                    </a:ext>
                  </a:extLst>
                </p14:cNvPr>
                <p14:cNvContentPartPr/>
                <p14:nvPr/>
              </p14:nvContentPartPr>
              <p14:xfrm>
                <a:off x="1144760" y="339160"/>
                <a:ext cx="69480" cy="249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984A29C-313E-3AA2-4EEB-FC6498C01C2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33960" y="328360"/>
                  <a:ext cx="90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33460CE-CE61-0846-925B-5157EC1E4EA7}"/>
                    </a:ext>
                  </a:extLst>
                </p14:cNvPr>
                <p14:cNvContentPartPr/>
                <p14:nvPr/>
              </p14:nvContentPartPr>
              <p14:xfrm>
                <a:off x="1281200" y="369760"/>
                <a:ext cx="116640" cy="199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33460CE-CE61-0846-925B-5157EC1E4EA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70400" y="359320"/>
                  <a:ext cx="1378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99A782D-85E5-BE7B-BEEE-3EC092607E24}"/>
                    </a:ext>
                  </a:extLst>
                </p14:cNvPr>
                <p14:cNvContentPartPr/>
                <p14:nvPr/>
              </p14:nvContentPartPr>
              <p14:xfrm>
                <a:off x="1479920" y="146920"/>
                <a:ext cx="29520" cy="418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99A782D-85E5-BE7B-BEEE-3EC092607E2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69120" y="136480"/>
                  <a:ext cx="507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567F838-45F9-DC87-F0FA-D900FEE0D52C}"/>
                    </a:ext>
                  </a:extLst>
                </p14:cNvPr>
                <p14:cNvContentPartPr/>
                <p14:nvPr/>
              </p14:nvContentPartPr>
              <p14:xfrm>
                <a:off x="1444280" y="308200"/>
                <a:ext cx="131040" cy="14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567F838-45F9-DC87-F0FA-D900FEE0D52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33840" y="297400"/>
                  <a:ext cx="15228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0856B5D-354F-2234-AAC5-9F36431556D1}"/>
              </a:ext>
            </a:extLst>
          </p:cNvPr>
          <p:cNvGrpSpPr/>
          <p:nvPr/>
        </p:nvGrpSpPr>
        <p:grpSpPr>
          <a:xfrm>
            <a:off x="1939280" y="192280"/>
            <a:ext cx="1253160" cy="373680"/>
            <a:chOff x="1939280" y="192280"/>
            <a:chExt cx="1253160" cy="37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A036F7C-7843-38D5-C7E8-DDC7D8B8562C}"/>
                    </a:ext>
                  </a:extLst>
                </p14:cNvPr>
                <p14:cNvContentPartPr/>
                <p14:nvPr/>
              </p14:nvContentPartPr>
              <p14:xfrm>
                <a:off x="2030720" y="271480"/>
                <a:ext cx="24480" cy="216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A036F7C-7843-38D5-C7E8-DDC7D8B8562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20280" y="261040"/>
                  <a:ext cx="457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6DD211B-DDB6-4BFB-ECD0-349BFA998D83}"/>
                    </a:ext>
                  </a:extLst>
                </p14:cNvPr>
                <p14:cNvContentPartPr/>
                <p14:nvPr/>
              </p14:nvContentPartPr>
              <p14:xfrm>
                <a:off x="1939280" y="192280"/>
                <a:ext cx="325080" cy="366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6DD211B-DDB6-4BFB-ECD0-349BFA998D8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28840" y="181480"/>
                  <a:ext cx="3463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A7DB011-4323-AF57-F244-83EF8DE9D3A6}"/>
                    </a:ext>
                  </a:extLst>
                </p14:cNvPr>
                <p14:cNvContentPartPr/>
                <p14:nvPr/>
              </p14:nvContentPartPr>
              <p14:xfrm>
                <a:off x="2336720" y="394960"/>
                <a:ext cx="5400" cy="145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A7DB011-4323-AF57-F244-83EF8DE9D3A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25920" y="384160"/>
                  <a:ext cx="266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9670D1C-706A-3237-75D7-9D33C52F84F7}"/>
                    </a:ext>
                  </a:extLst>
                </p14:cNvPr>
                <p14:cNvContentPartPr/>
                <p14:nvPr/>
              </p14:nvContentPartPr>
              <p14:xfrm>
                <a:off x="2289200" y="220720"/>
                <a:ext cx="87480" cy="124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9670D1C-706A-3237-75D7-9D33C52F84F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78400" y="209920"/>
                  <a:ext cx="1087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556E9A2-ECD6-0500-6DC8-04C57C4E844C}"/>
                    </a:ext>
                  </a:extLst>
                </p14:cNvPr>
                <p14:cNvContentPartPr/>
                <p14:nvPr/>
              </p14:nvContentPartPr>
              <p14:xfrm>
                <a:off x="2445800" y="251680"/>
                <a:ext cx="129960" cy="234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556E9A2-ECD6-0500-6DC8-04C57C4E844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35000" y="240880"/>
                  <a:ext cx="1512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51DB355-7339-AFFA-D7BC-2D903D69D909}"/>
                    </a:ext>
                  </a:extLst>
                </p14:cNvPr>
                <p14:cNvContentPartPr/>
                <p14:nvPr/>
              </p14:nvContentPartPr>
              <p14:xfrm>
                <a:off x="2597720" y="262480"/>
                <a:ext cx="147960" cy="242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51DB355-7339-AFFA-D7BC-2D903D69D90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87280" y="252040"/>
                  <a:ext cx="1692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65239E8-19F4-E32C-7CB7-80D3BF48324C}"/>
                    </a:ext>
                  </a:extLst>
                </p14:cNvPr>
                <p14:cNvContentPartPr/>
                <p14:nvPr/>
              </p14:nvContentPartPr>
              <p14:xfrm>
                <a:off x="2855120" y="302440"/>
                <a:ext cx="94680" cy="187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65239E8-19F4-E32C-7CB7-80D3BF48324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44680" y="291640"/>
                  <a:ext cx="1159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FC40E0F-44D9-DD3F-05E7-B024A1AC8112}"/>
                    </a:ext>
                  </a:extLst>
                </p14:cNvPr>
                <p14:cNvContentPartPr/>
                <p14:nvPr/>
              </p14:nvContentPartPr>
              <p14:xfrm>
                <a:off x="2999120" y="270400"/>
                <a:ext cx="193320" cy="295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FC40E0F-44D9-DD3F-05E7-B024A1AC811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88680" y="259960"/>
                  <a:ext cx="214560" cy="31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0974104-3E45-9542-DA5E-56EB2D245D8D}"/>
              </a:ext>
            </a:extLst>
          </p:cNvPr>
          <p:cNvGrpSpPr/>
          <p:nvPr/>
        </p:nvGrpSpPr>
        <p:grpSpPr>
          <a:xfrm>
            <a:off x="3554960" y="132880"/>
            <a:ext cx="1043640" cy="380160"/>
            <a:chOff x="3554960" y="132880"/>
            <a:chExt cx="104364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AEC5D93-7548-07E5-0D95-FCA6DE1C9638}"/>
                    </a:ext>
                  </a:extLst>
                </p14:cNvPr>
                <p14:cNvContentPartPr/>
                <p14:nvPr/>
              </p14:nvContentPartPr>
              <p14:xfrm>
                <a:off x="3675560" y="181480"/>
                <a:ext cx="11880" cy="331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AEC5D93-7548-07E5-0D95-FCA6DE1C963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65120" y="170680"/>
                  <a:ext cx="331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126D163-E1EC-FCEC-BBEC-FF686595F0FB}"/>
                    </a:ext>
                  </a:extLst>
                </p14:cNvPr>
                <p14:cNvContentPartPr/>
                <p14:nvPr/>
              </p14:nvContentPartPr>
              <p14:xfrm>
                <a:off x="3554960" y="132880"/>
                <a:ext cx="312480" cy="13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126D163-E1EC-FCEC-BBEC-FF686595F0F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44520" y="122440"/>
                  <a:ext cx="333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7C64800-1A5E-CC47-4B9C-1611E1A92E11}"/>
                    </a:ext>
                  </a:extLst>
                </p14:cNvPr>
                <p14:cNvContentPartPr/>
                <p14:nvPr/>
              </p14:nvContentPartPr>
              <p14:xfrm>
                <a:off x="3870320" y="263560"/>
                <a:ext cx="138240" cy="191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7C64800-1A5E-CC47-4B9C-1611E1A92E1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59880" y="253120"/>
                  <a:ext cx="1594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F11746C-34AB-99EE-F9F8-7ECA628B5ECC}"/>
                    </a:ext>
                  </a:extLst>
                </p14:cNvPr>
                <p14:cNvContentPartPr/>
                <p14:nvPr/>
              </p14:nvContentPartPr>
              <p14:xfrm>
                <a:off x="4077680" y="243040"/>
                <a:ext cx="111240" cy="228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F11746C-34AB-99EE-F9F8-7ECA628B5EC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66880" y="232600"/>
                  <a:ext cx="1324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918E565-50CF-4315-8B51-58D972285B49}"/>
                    </a:ext>
                  </a:extLst>
                </p14:cNvPr>
                <p14:cNvContentPartPr/>
                <p14:nvPr/>
              </p14:nvContentPartPr>
              <p14:xfrm>
                <a:off x="4265240" y="224680"/>
                <a:ext cx="128880" cy="203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918E565-50CF-4315-8B51-58D972285B4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54800" y="213880"/>
                  <a:ext cx="1501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4B3387F-1E4D-621C-01AE-94F62AF5B00A}"/>
                    </a:ext>
                  </a:extLst>
                </p14:cNvPr>
                <p14:cNvContentPartPr/>
                <p14:nvPr/>
              </p14:nvContentPartPr>
              <p14:xfrm>
                <a:off x="4508240" y="434200"/>
                <a:ext cx="80280" cy="60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4B3387F-1E4D-621C-01AE-94F62AF5B00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97800" y="423400"/>
                  <a:ext cx="1015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7999A04-68E1-4035-E444-3C331F7038F7}"/>
                    </a:ext>
                  </a:extLst>
                </p14:cNvPr>
                <p14:cNvContentPartPr/>
                <p14:nvPr/>
              </p14:nvContentPartPr>
              <p14:xfrm>
                <a:off x="4510760" y="238360"/>
                <a:ext cx="87840" cy="61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7999A04-68E1-4035-E444-3C331F7038F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00320" y="227560"/>
                  <a:ext cx="10908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6E6752C-6A62-AC7F-6BC1-D65DB3BF5C20}"/>
              </a:ext>
            </a:extLst>
          </p:cNvPr>
          <p:cNvGrpSpPr/>
          <p:nvPr/>
        </p:nvGrpSpPr>
        <p:grpSpPr>
          <a:xfrm>
            <a:off x="374360" y="933160"/>
            <a:ext cx="1072800" cy="363600"/>
            <a:chOff x="374360" y="933160"/>
            <a:chExt cx="1072800" cy="36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4D88E23-A9BE-28B4-780D-B40205EB3850}"/>
                    </a:ext>
                  </a:extLst>
                </p14:cNvPr>
                <p14:cNvContentPartPr/>
                <p14:nvPr/>
              </p14:nvContentPartPr>
              <p14:xfrm>
                <a:off x="374360" y="933160"/>
                <a:ext cx="338760" cy="363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4D88E23-A9BE-28B4-780D-B40205EB385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3560" y="922360"/>
                  <a:ext cx="3600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65004F5-2CC1-8761-74D9-1507D4769FFE}"/>
                    </a:ext>
                  </a:extLst>
                </p14:cNvPr>
                <p14:cNvContentPartPr/>
                <p14:nvPr/>
              </p14:nvContentPartPr>
              <p14:xfrm>
                <a:off x="816080" y="1082560"/>
                <a:ext cx="9000" cy="190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65004F5-2CC1-8761-74D9-1507D4769FF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5280" y="1072120"/>
                  <a:ext cx="302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CA5B978-58E9-A2CC-3A28-DEAFEAAA620B}"/>
                    </a:ext>
                  </a:extLst>
                </p14:cNvPr>
                <p14:cNvContentPartPr/>
                <p14:nvPr/>
              </p14:nvContentPartPr>
              <p14:xfrm>
                <a:off x="772880" y="941440"/>
                <a:ext cx="87120" cy="70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CA5B978-58E9-A2CC-3A28-DEAFEAAA620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2080" y="931000"/>
                  <a:ext cx="108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F10BE8E-637C-6CDD-A6FE-2D267C339E11}"/>
                    </a:ext>
                  </a:extLst>
                </p14:cNvPr>
                <p14:cNvContentPartPr/>
                <p14:nvPr/>
              </p14:nvContentPartPr>
              <p14:xfrm>
                <a:off x="949280" y="1011640"/>
                <a:ext cx="108360" cy="178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F10BE8E-637C-6CDD-A6FE-2D267C339E1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38840" y="1001200"/>
                  <a:ext cx="1296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C3ED3A0-FD5D-4F44-83EE-889441688211}"/>
                    </a:ext>
                  </a:extLst>
                </p14:cNvPr>
                <p14:cNvContentPartPr/>
                <p14:nvPr/>
              </p14:nvContentPartPr>
              <p14:xfrm>
                <a:off x="1137200" y="997240"/>
                <a:ext cx="72720" cy="211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C3ED3A0-FD5D-4F44-83EE-88944168821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26400" y="986440"/>
                  <a:ext cx="939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069F537-5A90-9876-4FC9-A61352547EED}"/>
                    </a:ext>
                  </a:extLst>
                </p14:cNvPr>
                <p14:cNvContentPartPr/>
                <p14:nvPr/>
              </p14:nvContentPartPr>
              <p14:xfrm>
                <a:off x="1318640" y="1037200"/>
                <a:ext cx="128520" cy="137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069F537-5A90-9876-4FC9-A61352547EE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308200" y="1026400"/>
                  <a:ext cx="14976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73342D1-F9E3-810A-4EA1-CD1952B7FAD5}"/>
              </a:ext>
            </a:extLst>
          </p:cNvPr>
          <p:cNvGrpSpPr/>
          <p:nvPr/>
        </p:nvGrpSpPr>
        <p:grpSpPr>
          <a:xfrm>
            <a:off x="1817600" y="875920"/>
            <a:ext cx="564120" cy="350640"/>
            <a:chOff x="1817600" y="875920"/>
            <a:chExt cx="56412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0583298-58F4-33CD-F028-E399F4259EDE}"/>
                    </a:ext>
                  </a:extLst>
                </p14:cNvPr>
                <p14:cNvContentPartPr/>
                <p14:nvPr/>
              </p14:nvContentPartPr>
              <p14:xfrm>
                <a:off x="1889960" y="875920"/>
                <a:ext cx="146160" cy="350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0583298-58F4-33CD-F028-E399F4259ED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79160" y="865120"/>
                  <a:ext cx="1674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D8F03AD-FA1B-9170-63E8-35F028095031}"/>
                    </a:ext>
                  </a:extLst>
                </p14:cNvPr>
                <p14:cNvContentPartPr/>
                <p14:nvPr/>
              </p14:nvContentPartPr>
              <p14:xfrm>
                <a:off x="1817600" y="1082560"/>
                <a:ext cx="171720" cy="1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D8F03AD-FA1B-9170-63E8-35F02809503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06800" y="1072120"/>
                  <a:ext cx="1929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52F7083-F262-8610-3C84-A3EF77F21B4B}"/>
                    </a:ext>
                  </a:extLst>
                </p14:cNvPr>
                <p14:cNvContentPartPr/>
                <p14:nvPr/>
              </p14:nvContentPartPr>
              <p14:xfrm>
                <a:off x="2062400" y="892840"/>
                <a:ext cx="185760" cy="312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52F7083-F262-8610-3C84-A3EF77F21B4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51960" y="882400"/>
                  <a:ext cx="2070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BC6FAD1-8E2D-EA40-2568-E1E1100BC9D0}"/>
                    </a:ext>
                  </a:extLst>
                </p14:cNvPr>
                <p14:cNvContentPartPr/>
                <p14:nvPr/>
              </p14:nvContentPartPr>
              <p14:xfrm>
                <a:off x="2277320" y="1014520"/>
                <a:ext cx="104400" cy="153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BC6FAD1-8E2D-EA40-2568-E1E1100BC9D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66520" y="1003720"/>
                  <a:ext cx="12564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B5623C6-1955-F3AF-927D-A45B865ED3FC}"/>
              </a:ext>
            </a:extLst>
          </p:cNvPr>
          <p:cNvGrpSpPr/>
          <p:nvPr/>
        </p:nvGrpSpPr>
        <p:grpSpPr>
          <a:xfrm>
            <a:off x="2618240" y="798160"/>
            <a:ext cx="730080" cy="340920"/>
            <a:chOff x="2618240" y="798160"/>
            <a:chExt cx="730080" cy="34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A53ED4A-8306-B71C-AB43-C9E4216A715E}"/>
                    </a:ext>
                  </a:extLst>
                </p14:cNvPr>
                <p14:cNvContentPartPr/>
                <p14:nvPr/>
              </p14:nvContentPartPr>
              <p14:xfrm>
                <a:off x="2618240" y="983560"/>
                <a:ext cx="104400" cy="135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A53ED4A-8306-B71C-AB43-C9E4216A715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07800" y="972760"/>
                  <a:ext cx="1256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67733BA-D197-0433-C69D-E25898899E0C}"/>
                    </a:ext>
                  </a:extLst>
                </p14:cNvPr>
                <p14:cNvContentPartPr/>
                <p14:nvPr/>
              </p14:nvContentPartPr>
              <p14:xfrm>
                <a:off x="2776640" y="991480"/>
                <a:ext cx="189720" cy="118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67733BA-D197-0433-C69D-E25898899E0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66200" y="980680"/>
                  <a:ext cx="2109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6FFB4D1-A8AF-E5A8-8F4E-D0BC9F7E4109}"/>
                    </a:ext>
                  </a:extLst>
                </p14:cNvPr>
                <p14:cNvContentPartPr/>
                <p14:nvPr/>
              </p14:nvContentPartPr>
              <p14:xfrm>
                <a:off x="3017840" y="991120"/>
                <a:ext cx="121320" cy="114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6FFB4D1-A8AF-E5A8-8F4E-D0BC9F7E410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07040" y="980320"/>
                  <a:ext cx="1425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A6EE08D-D5E1-092A-6297-653D5735C383}"/>
                    </a:ext>
                  </a:extLst>
                </p14:cNvPr>
                <p14:cNvContentPartPr/>
                <p14:nvPr/>
              </p14:nvContentPartPr>
              <p14:xfrm>
                <a:off x="3261200" y="798160"/>
                <a:ext cx="42840" cy="340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A6EE08D-D5E1-092A-6297-653D5735C38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50760" y="787720"/>
                  <a:ext cx="640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9894AC9-4F82-9854-7CB8-45978A6D309A}"/>
                    </a:ext>
                  </a:extLst>
                </p14:cNvPr>
                <p14:cNvContentPartPr/>
                <p14:nvPr/>
              </p14:nvContentPartPr>
              <p14:xfrm>
                <a:off x="3151400" y="967360"/>
                <a:ext cx="196920" cy="9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9894AC9-4F82-9854-7CB8-45978A6D309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140960" y="956920"/>
                  <a:ext cx="21816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EEFF9E0-64C0-6158-E8C3-829597C9C503}"/>
              </a:ext>
            </a:extLst>
          </p:cNvPr>
          <p:cNvGrpSpPr/>
          <p:nvPr/>
        </p:nvGrpSpPr>
        <p:grpSpPr>
          <a:xfrm>
            <a:off x="3874640" y="784120"/>
            <a:ext cx="286200" cy="433800"/>
            <a:chOff x="3874640" y="784120"/>
            <a:chExt cx="28620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F0BBE3A-E126-3E81-6AD3-F5CB34150386}"/>
                    </a:ext>
                  </a:extLst>
                </p14:cNvPr>
                <p14:cNvContentPartPr/>
                <p14:nvPr/>
              </p14:nvContentPartPr>
              <p14:xfrm>
                <a:off x="3874640" y="784120"/>
                <a:ext cx="252000" cy="433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F0BBE3A-E126-3E81-6AD3-F5CB3415038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63840" y="773320"/>
                  <a:ext cx="27324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6E005EE-CACD-0B63-7584-147993A4DA5E}"/>
                    </a:ext>
                  </a:extLst>
                </p14:cNvPr>
                <p14:cNvContentPartPr/>
                <p14:nvPr/>
              </p14:nvContentPartPr>
              <p14:xfrm>
                <a:off x="4051400" y="1089400"/>
                <a:ext cx="109440" cy="21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6E005EE-CACD-0B63-7584-147993A4DA5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40600" y="1078960"/>
                  <a:ext cx="13068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BE4ECA43-80FC-0AF6-23AE-6FF548ABDC5F}"/>
                  </a:ext>
                </a:extLst>
              </p14:cNvPr>
              <p14:cNvContentPartPr/>
              <p14:nvPr/>
            </p14:nvContentPartPr>
            <p14:xfrm>
              <a:off x="4538480" y="880240"/>
              <a:ext cx="172080" cy="2005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BE4ECA43-80FC-0AF6-23AE-6FF548ABDC5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528040" y="869800"/>
                <a:ext cx="19332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D6E0D7E3-A824-E21E-B458-1076B9E07C7A}"/>
              </a:ext>
            </a:extLst>
          </p:cNvPr>
          <p:cNvGrpSpPr/>
          <p:nvPr/>
        </p:nvGrpSpPr>
        <p:grpSpPr>
          <a:xfrm>
            <a:off x="5133920" y="752440"/>
            <a:ext cx="1288800" cy="363240"/>
            <a:chOff x="5133920" y="752440"/>
            <a:chExt cx="128880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BD4DB4D-A879-6383-D57C-33B318F6B715}"/>
                    </a:ext>
                  </a:extLst>
                </p14:cNvPr>
                <p14:cNvContentPartPr/>
                <p14:nvPr/>
              </p14:nvContentPartPr>
              <p14:xfrm>
                <a:off x="5133920" y="752440"/>
                <a:ext cx="240480" cy="284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BD4DB4D-A879-6383-D57C-33B318F6B71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123480" y="742000"/>
                  <a:ext cx="2617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494E8A8-57BC-28FC-995D-0E63FB316876}"/>
                    </a:ext>
                  </a:extLst>
                </p14:cNvPr>
                <p14:cNvContentPartPr/>
                <p14:nvPr/>
              </p14:nvContentPartPr>
              <p14:xfrm>
                <a:off x="5479160" y="901120"/>
                <a:ext cx="25200" cy="127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494E8A8-57BC-28FC-995D-0E63FB31687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468720" y="890320"/>
                  <a:ext cx="46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F41828A-CD1E-4892-3858-FAE099558341}"/>
                    </a:ext>
                  </a:extLst>
                </p14:cNvPr>
                <p14:cNvContentPartPr/>
                <p14:nvPr/>
              </p14:nvContentPartPr>
              <p14:xfrm>
                <a:off x="5439920" y="763240"/>
                <a:ext cx="85320" cy="74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F41828A-CD1E-4892-3858-FAE09955834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29480" y="752440"/>
                  <a:ext cx="1065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9B37B61-2C9D-926A-7E66-C3E7DD20915F}"/>
                    </a:ext>
                  </a:extLst>
                </p14:cNvPr>
                <p14:cNvContentPartPr/>
                <p14:nvPr/>
              </p14:nvContentPartPr>
              <p14:xfrm>
                <a:off x="5621360" y="846400"/>
                <a:ext cx="108360" cy="201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9B37B61-2C9D-926A-7E66-C3E7DD20915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10920" y="835600"/>
                  <a:ext cx="1296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DEA8D2B-E5F2-992F-D391-0F393835C9B0}"/>
                    </a:ext>
                  </a:extLst>
                </p14:cNvPr>
                <p14:cNvContentPartPr/>
                <p14:nvPr/>
              </p14:nvContentPartPr>
              <p14:xfrm>
                <a:off x="5801360" y="856480"/>
                <a:ext cx="155520" cy="144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DEA8D2B-E5F2-992F-D391-0F393835C9B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790560" y="846040"/>
                  <a:ext cx="1767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3B20634-9261-DB92-E293-FA8347A281DD}"/>
                    </a:ext>
                  </a:extLst>
                </p14:cNvPr>
                <p14:cNvContentPartPr/>
                <p14:nvPr/>
              </p14:nvContentPartPr>
              <p14:xfrm>
                <a:off x="6046520" y="834160"/>
                <a:ext cx="135000" cy="135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3B20634-9261-DB92-E293-FA8347A281D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36080" y="823360"/>
                  <a:ext cx="1562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84BA9AB-BFEE-EAB5-15E8-C7059300F337}"/>
                    </a:ext>
                  </a:extLst>
                </p14:cNvPr>
                <p14:cNvContentPartPr/>
                <p14:nvPr/>
              </p14:nvContentPartPr>
              <p14:xfrm>
                <a:off x="6264320" y="812920"/>
                <a:ext cx="158400" cy="3027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84BA9AB-BFEE-EAB5-15E8-C7059300F33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53880" y="802480"/>
                  <a:ext cx="179640" cy="32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7D2D1DE-0374-0780-F354-A451506BC16C}"/>
              </a:ext>
            </a:extLst>
          </p:cNvPr>
          <p:cNvGrpSpPr/>
          <p:nvPr/>
        </p:nvGrpSpPr>
        <p:grpSpPr>
          <a:xfrm>
            <a:off x="6806840" y="627880"/>
            <a:ext cx="990720" cy="385200"/>
            <a:chOff x="6806840" y="627880"/>
            <a:chExt cx="990720" cy="38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7A3CD16-0B67-A989-AE7B-0E2FEE39A4F2}"/>
                    </a:ext>
                  </a:extLst>
                </p14:cNvPr>
                <p14:cNvContentPartPr/>
                <p14:nvPr/>
              </p14:nvContentPartPr>
              <p14:xfrm>
                <a:off x="6880640" y="627880"/>
                <a:ext cx="39600" cy="368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7A3CD16-0B67-A989-AE7B-0E2FEE39A4F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869840" y="617440"/>
                  <a:ext cx="608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E66E7F6-505A-A419-30BA-0F9FE4FCD42D}"/>
                    </a:ext>
                  </a:extLst>
                </p14:cNvPr>
                <p14:cNvContentPartPr/>
                <p14:nvPr/>
              </p14:nvContentPartPr>
              <p14:xfrm>
                <a:off x="6806840" y="830200"/>
                <a:ext cx="226440" cy="403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E66E7F6-505A-A419-30BA-0F9FE4FCD42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796400" y="819400"/>
                  <a:ext cx="247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06EB00E-3908-4EBA-1FA1-FF2A320BC89F}"/>
                    </a:ext>
                  </a:extLst>
                </p14:cNvPr>
                <p14:cNvContentPartPr/>
                <p14:nvPr/>
              </p14:nvContentPartPr>
              <p14:xfrm>
                <a:off x="7116800" y="803920"/>
                <a:ext cx="155160" cy="1490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06EB00E-3908-4EBA-1FA1-FF2A320BC89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06000" y="793120"/>
                  <a:ext cx="1764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D1A7386-1F1D-9458-1C0B-F0933AC08F6B}"/>
                    </a:ext>
                  </a:extLst>
                </p14:cNvPr>
                <p14:cNvContentPartPr/>
                <p14:nvPr/>
              </p14:nvContentPartPr>
              <p14:xfrm>
                <a:off x="7296440" y="777640"/>
                <a:ext cx="93600" cy="1897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D1A7386-1F1D-9458-1C0B-F0933AC08F6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286000" y="767200"/>
                  <a:ext cx="114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AF63C9D-F5A5-C17A-C835-D7E53A0929CE}"/>
                    </a:ext>
                  </a:extLst>
                </p14:cNvPr>
                <p14:cNvContentPartPr/>
                <p14:nvPr/>
              </p14:nvContentPartPr>
              <p14:xfrm>
                <a:off x="7469960" y="749200"/>
                <a:ext cx="114480" cy="176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AF63C9D-F5A5-C17A-C835-D7E53A0929C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59160" y="738400"/>
                  <a:ext cx="1357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FAB0A28-7A66-2361-475F-1332ED581B6E}"/>
                    </a:ext>
                  </a:extLst>
                </p14:cNvPr>
                <p14:cNvContentPartPr/>
                <p14:nvPr/>
              </p14:nvContentPartPr>
              <p14:xfrm>
                <a:off x="7739960" y="838120"/>
                <a:ext cx="57600" cy="174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FAB0A28-7A66-2361-475F-1332ED581B6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29160" y="827680"/>
                  <a:ext cx="7884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5FE5A01-AAE0-A75C-A557-924716E1C8F8}"/>
              </a:ext>
            </a:extLst>
          </p:cNvPr>
          <p:cNvGrpSpPr/>
          <p:nvPr/>
        </p:nvGrpSpPr>
        <p:grpSpPr>
          <a:xfrm>
            <a:off x="8204360" y="481720"/>
            <a:ext cx="1090800" cy="431280"/>
            <a:chOff x="8204360" y="481720"/>
            <a:chExt cx="1090800" cy="43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E57E800-1E05-C02A-7F79-702617A0CD54}"/>
                    </a:ext>
                  </a:extLst>
                </p14:cNvPr>
                <p14:cNvContentPartPr/>
                <p14:nvPr/>
              </p14:nvContentPartPr>
              <p14:xfrm>
                <a:off x="8259080" y="750280"/>
                <a:ext cx="1440" cy="162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E57E800-1E05-C02A-7F79-702617A0CD5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248280" y="739480"/>
                  <a:ext cx="226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FAD8855-8B95-8A22-EBDE-8C0C3E1F3FB7}"/>
                    </a:ext>
                  </a:extLst>
                </p14:cNvPr>
                <p14:cNvContentPartPr/>
                <p14:nvPr/>
              </p14:nvContentPartPr>
              <p14:xfrm>
                <a:off x="8204360" y="637960"/>
                <a:ext cx="57960" cy="82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FAD8855-8B95-8A22-EBDE-8C0C3E1F3FB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193920" y="627160"/>
                  <a:ext cx="792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C00A3C9-E089-5857-1F19-09EE2CD85ED1}"/>
                    </a:ext>
                  </a:extLst>
                </p14:cNvPr>
                <p14:cNvContentPartPr/>
                <p14:nvPr/>
              </p14:nvContentPartPr>
              <p14:xfrm>
                <a:off x="8385800" y="693760"/>
                <a:ext cx="126000" cy="168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C00A3C9-E089-5857-1F19-09EE2CD85ED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375360" y="683320"/>
                  <a:ext cx="1472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1B5BD8D-D51D-847F-A2E0-E495F42855BE}"/>
                    </a:ext>
                  </a:extLst>
                </p14:cNvPr>
                <p14:cNvContentPartPr/>
                <p14:nvPr/>
              </p14:nvContentPartPr>
              <p14:xfrm>
                <a:off x="8568680" y="671440"/>
                <a:ext cx="135000" cy="176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1B5BD8D-D51D-847F-A2E0-E495F42855B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58240" y="660640"/>
                  <a:ext cx="1562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1A85181-96D9-3C6B-4A82-827001CFC43F}"/>
                    </a:ext>
                  </a:extLst>
                </p14:cNvPr>
                <p14:cNvContentPartPr/>
                <p14:nvPr/>
              </p14:nvContentPartPr>
              <p14:xfrm>
                <a:off x="8728520" y="674320"/>
                <a:ext cx="95040" cy="180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1A85181-96D9-3C6B-4A82-827001CFC43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718080" y="663520"/>
                  <a:ext cx="1162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46551A5-7BAE-E76C-BBFD-408814A9C02B}"/>
                    </a:ext>
                  </a:extLst>
                </p14:cNvPr>
                <p14:cNvContentPartPr/>
                <p14:nvPr/>
              </p14:nvContentPartPr>
              <p14:xfrm>
                <a:off x="8944520" y="703840"/>
                <a:ext cx="120960" cy="1476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46551A5-7BAE-E76C-BBFD-408814A9C02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33720" y="693040"/>
                  <a:ext cx="1422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0944662-7EBE-00A3-4B8D-C57750A4D77D}"/>
                    </a:ext>
                  </a:extLst>
                </p14:cNvPr>
                <p14:cNvContentPartPr/>
                <p14:nvPr/>
              </p14:nvContentPartPr>
              <p14:xfrm>
                <a:off x="9119480" y="481720"/>
                <a:ext cx="79200" cy="3121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0944662-7EBE-00A3-4B8D-C57750A4D77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109040" y="471280"/>
                  <a:ext cx="1004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CF91CE1-A5B0-1651-AE8A-34AD97248FF2}"/>
                    </a:ext>
                  </a:extLst>
                </p14:cNvPr>
                <p14:cNvContentPartPr/>
                <p14:nvPr/>
              </p14:nvContentPartPr>
              <p14:xfrm>
                <a:off x="9070160" y="630400"/>
                <a:ext cx="225000" cy="12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CF91CE1-A5B0-1651-AE8A-34AD97248FF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59360" y="619600"/>
                  <a:ext cx="2462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FF7816CC-4540-83DC-D9AD-72D042F7F37F}"/>
              </a:ext>
            </a:extLst>
          </p:cNvPr>
          <p:cNvGrpSpPr/>
          <p:nvPr/>
        </p:nvGrpSpPr>
        <p:grpSpPr>
          <a:xfrm>
            <a:off x="9544640" y="490720"/>
            <a:ext cx="552600" cy="352440"/>
            <a:chOff x="9544640" y="490720"/>
            <a:chExt cx="552600" cy="35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4428A9E-508F-AAF2-1B46-9A2426F048BE}"/>
                    </a:ext>
                  </a:extLst>
                </p14:cNvPr>
                <p14:cNvContentPartPr/>
                <p14:nvPr/>
              </p14:nvContentPartPr>
              <p14:xfrm>
                <a:off x="9590360" y="529600"/>
                <a:ext cx="180720" cy="313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4428A9E-508F-AAF2-1B46-9A2426F048B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579920" y="519160"/>
                  <a:ext cx="2019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F413C06-A118-FBAA-C711-C8813E8EFB34}"/>
                    </a:ext>
                  </a:extLst>
                </p14:cNvPr>
                <p14:cNvContentPartPr/>
                <p14:nvPr/>
              </p14:nvContentPartPr>
              <p14:xfrm>
                <a:off x="9544640" y="694120"/>
                <a:ext cx="193320" cy="14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F413C06-A118-FBAA-C711-C8813E8EFB3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534200" y="683680"/>
                  <a:ext cx="214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6AF38F4-2F46-C003-ACF6-27A6E67F7BFF}"/>
                    </a:ext>
                  </a:extLst>
                </p14:cNvPr>
                <p14:cNvContentPartPr/>
                <p14:nvPr/>
              </p14:nvContentPartPr>
              <p14:xfrm>
                <a:off x="9803840" y="490720"/>
                <a:ext cx="225000" cy="295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6AF38F4-2F46-C003-ACF6-27A6E67F7BF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793040" y="480280"/>
                  <a:ext cx="2462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7252B08-9F5C-A347-1167-457A008C1E74}"/>
                    </a:ext>
                  </a:extLst>
                </p14:cNvPr>
                <p14:cNvContentPartPr/>
                <p14:nvPr/>
              </p14:nvContentPartPr>
              <p14:xfrm>
                <a:off x="10013360" y="606640"/>
                <a:ext cx="83880" cy="1602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7252B08-9F5C-A347-1167-457A008C1E7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02920" y="595840"/>
                  <a:ext cx="10512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9309411-B5E3-5777-1BA0-374FA49C6DC4}"/>
              </a:ext>
            </a:extLst>
          </p:cNvPr>
          <p:cNvGrpSpPr/>
          <p:nvPr/>
        </p:nvGrpSpPr>
        <p:grpSpPr>
          <a:xfrm>
            <a:off x="10439600" y="479560"/>
            <a:ext cx="861120" cy="316800"/>
            <a:chOff x="10439600" y="479560"/>
            <a:chExt cx="86112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FDF2734-732F-7F7A-76A7-20D5084D059D}"/>
                    </a:ext>
                  </a:extLst>
                </p14:cNvPr>
                <p14:cNvContentPartPr/>
                <p14:nvPr/>
              </p14:nvContentPartPr>
              <p14:xfrm>
                <a:off x="10523480" y="479560"/>
                <a:ext cx="55080" cy="3168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FDF2734-732F-7F7A-76A7-20D5084D059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512680" y="468760"/>
                  <a:ext cx="763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FB8BB39-41EA-6C81-12D5-7E067E98F67E}"/>
                    </a:ext>
                  </a:extLst>
                </p14:cNvPr>
                <p14:cNvContentPartPr/>
                <p14:nvPr/>
              </p14:nvContentPartPr>
              <p14:xfrm>
                <a:off x="10439600" y="662440"/>
                <a:ext cx="199800" cy="19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FB8BB39-41EA-6C81-12D5-7E067E98F67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429160" y="651640"/>
                  <a:ext cx="2210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D1B6377-DF9D-B78C-B933-F053D5A88721}"/>
                    </a:ext>
                  </a:extLst>
                </p14:cNvPr>
                <p14:cNvContentPartPr/>
                <p14:nvPr/>
              </p14:nvContentPartPr>
              <p14:xfrm>
                <a:off x="10752080" y="601600"/>
                <a:ext cx="149760" cy="1123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D1B6377-DF9D-B78C-B933-F053D5A8872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741640" y="590800"/>
                  <a:ext cx="1710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91E3465-6A9A-8869-2D27-B290A6768F80}"/>
                    </a:ext>
                  </a:extLst>
                </p14:cNvPr>
                <p14:cNvContentPartPr/>
                <p14:nvPr/>
              </p14:nvContentPartPr>
              <p14:xfrm>
                <a:off x="10934240" y="601600"/>
                <a:ext cx="116280" cy="1717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91E3465-6A9A-8869-2D27-B290A6768F8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923800" y="590800"/>
                  <a:ext cx="1375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0BAAC61-E738-1BEE-E1BD-E9A7F4C5D112}"/>
                    </a:ext>
                  </a:extLst>
                </p14:cNvPr>
                <p14:cNvContentPartPr/>
                <p14:nvPr/>
              </p14:nvContentPartPr>
              <p14:xfrm>
                <a:off x="11130440" y="594040"/>
                <a:ext cx="170280" cy="163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0BAAC61-E738-1BEE-E1BD-E9A7F4C5D11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119640" y="583240"/>
                  <a:ext cx="191520" cy="18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0EB482AC-2414-FBAD-FE49-DE8438483FE5}"/>
                  </a:ext>
                </a:extLst>
              </p14:cNvPr>
              <p14:cNvContentPartPr/>
              <p14:nvPr/>
            </p14:nvContentPartPr>
            <p14:xfrm>
              <a:off x="11345720" y="711400"/>
              <a:ext cx="77040" cy="17964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0EB482AC-2414-FBAD-FE49-DE8438483FE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1335280" y="700600"/>
                <a:ext cx="98280" cy="20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5C1A1B0-7108-8005-B95C-42FD66317256}"/>
              </a:ext>
            </a:extLst>
          </p:cNvPr>
          <p:cNvGrpSpPr/>
          <p:nvPr/>
        </p:nvGrpSpPr>
        <p:grpSpPr>
          <a:xfrm>
            <a:off x="422960" y="1531480"/>
            <a:ext cx="595080" cy="339480"/>
            <a:chOff x="422960" y="1531480"/>
            <a:chExt cx="59508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BBD1208-151F-68D4-89FF-4A75DB8806FD}"/>
                    </a:ext>
                  </a:extLst>
                </p14:cNvPr>
                <p14:cNvContentPartPr/>
                <p14:nvPr/>
              </p14:nvContentPartPr>
              <p14:xfrm>
                <a:off x="422960" y="1644880"/>
                <a:ext cx="352800" cy="2260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BBD1208-151F-68D4-89FF-4A75DB8806F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12520" y="1634440"/>
                  <a:ext cx="3740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4D87206-9FE6-35F4-0168-92D4C3DB7084}"/>
                    </a:ext>
                  </a:extLst>
                </p14:cNvPr>
                <p14:cNvContentPartPr/>
                <p14:nvPr/>
              </p14:nvContentPartPr>
              <p14:xfrm>
                <a:off x="805280" y="1531480"/>
                <a:ext cx="212760" cy="3016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4D87206-9FE6-35F4-0168-92D4C3DB708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94840" y="1521040"/>
                  <a:ext cx="234000" cy="32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77AB119-D163-EB42-8CCE-84E715BB1B01}"/>
              </a:ext>
            </a:extLst>
          </p:cNvPr>
          <p:cNvGrpSpPr/>
          <p:nvPr/>
        </p:nvGrpSpPr>
        <p:grpSpPr>
          <a:xfrm>
            <a:off x="1394240" y="1468840"/>
            <a:ext cx="984600" cy="321120"/>
            <a:chOff x="1394240" y="1468840"/>
            <a:chExt cx="984600" cy="32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AD2222C-A1D9-538D-680A-71376A14DC26}"/>
                    </a:ext>
                  </a:extLst>
                </p14:cNvPr>
                <p14:cNvContentPartPr/>
                <p14:nvPr/>
              </p14:nvContentPartPr>
              <p14:xfrm>
                <a:off x="1394240" y="1625080"/>
                <a:ext cx="146880" cy="1648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AD2222C-A1D9-538D-680A-71376A14DC2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83440" y="1614640"/>
                  <a:ext cx="1681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5CADEF3-8A15-CF93-BAEF-8AD15E544DF7}"/>
                    </a:ext>
                  </a:extLst>
                </p14:cNvPr>
                <p14:cNvContentPartPr/>
                <p14:nvPr/>
              </p14:nvContentPartPr>
              <p14:xfrm>
                <a:off x="1605560" y="1614280"/>
                <a:ext cx="103320" cy="1630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5CADEF3-8A15-CF93-BAEF-8AD15E544DF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94760" y="1603840"/>
                  <a:ext cx="1245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334F8C7-547D-3681-D6DF-2A1AA3AA14C2}"/>
                    </a:ext>
                  </a:extLst>
                </p14:cNvPr>
                <p14:cNvContentPartPr/>
                <p14:nvPr/>
              </p14:nvContentPartPr>
              <p14:xfrm>
                <a:off x="1788440" y="1468840"/>
                <a:ext cx="11880" cy="2926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334F8C7-547D-3681-D6DF-2A1AA3AA14C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777640" y="1458040"/>
                  <a:ext cx="331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CE6B47B-22F1-0C7A-C27C-ED9AEB8A5D9C}"/>
                    </a:ext>
                  </a:extLst>
                </p14:cNvPr>
                <p14:cNvContentPartPr/>
                <p14:nvPr/>
              </p14:nvContentPartPr>
              <p14:xfrm>
                <a:off x="1733720" y="1600240"/>
                <a:ext cx="152640" cy="118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CE6B47B-22F1-0C7A-C27C-ED9AEB8A5D9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722920" y="1589440"/>
                  <a:ext cx="1738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DD42BB1-0BA0-ACED-AC3E-017301B06707}"/>
                    </a:ext>
                  </a:extLst>
                </p14:cNvPr>
                <p14:cNvContentPartPr/>
                <p14:nvPr/>
              </p14:nvContentPartPr>
              <p14:xfrm>
                <a:off x="1943240" y="1576120"/>
                <a:ext cx="73800" cy="1245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DD42BB1-0BA0-ACED-AC3E-017301B0670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932440" y="1565320"/>
                  <a:ext cx="950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C3D7B78-8395-96EA-94D5-68B472084828}"/>
                    </a:ext>
                  </a:extLst>
                </p14:cNvPr>
                <p14:cNvContentPartPr/>
                <p14:nvPr/>
              </p14:nvContentPartPr>
              <p14:xfrm>
                <a:off x="2068880" y="1579360"/>
                <a:ext cx="131040" cy="154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C3D7B78-8395-96EA-94D5-68B47208482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058080" y="1568920"/>
                  <a:ext cx="152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CCED889-03BA-39A8-D9EC-2D901F354B71}"/>
                    </a:ext>
                  </a:extLst>
                </p14:cNvPr>
                <p14:cNvContentPartPr/>
                <p14:nvPr/>
              </p14:nvContentPartPr>
              <p14:xfrm>
                <a:off x="2246720" y="1562440"/>
                <a:ext cx="132120" cy="171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CCED889-03BA-39A8-D9EC-2D901F354B7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236280" y="1552000"/>
                  <a:ext cx="15336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6D9F261D-AF18-C9EA-86CE-3FF713895D8D}"/>
              </a:ext>
            </a:extLst>
          </p:cNvPr>
          <p:cNvGrpSpPr/>
          <p:nvPr/>
        </p:nvGrpSpPr>
        <p:grpSpPr>
          <a:xfrm>
            <a:off x="2670440" y="1445800"/>
            <a:ext cx="595440" cy="308880"/>
            <a:chOff x="2670440" y="1445800"/>
            <a:chExt cx="59544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4A1E735-4D6E-F6FA-32A5-80DEA8B73F81}"/>
                    </a:ext>
                  </a:extLst>
                </p14:cNvPr>
                <p14:cNvContentPartPr/>
                <p14:nvPr/>
              </p14:nvContentPartPr>
              <p14:xfrm>
                <a:off x="2713640" y="1579360"/>
                <a:ext cx="25920" cy="175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4A1E735-4D6E-F6FA-32A5-80DEA8B73F8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702840" y="1568920"/>
                  <a:ext cx="471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1F25EEA-A3D6-4E78-EDB4-36CC930A660F}"/>
                    </a:ext>
                  </a:extLst>
                </p14:cNvPr>
                <p14:cNvContentPartPr/>
                <p14:nvPr/>
              </p14:nvContentPartPr>
              <p14:xfrm>
                <a:off x="2670440" y="1467400"/>
                <a:ext cx="95760" cy="72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1F25EEA-A3D6-4E78-EDB4-36CC930A660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660000" y="1456600"/>
                  <a:ext cx="117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3AE4040-F389-75DD-8281-CDB5A518777B}"/>
                    </a:ext>
                  </a:extLst>
                </p14:cNvPr>
                <p14:cNvContentPartPr/>
                <p14:nvPr/>
              </p14:nvContentPartPr>
              <p14:xfrm>
                <a:off x="2899040" y="1445800"/>
                <a:ext cx="51120" cy="2926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3AE4040-F389-75DD-8281-CDB5A518777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888240" y="1435360"/>
                  <a:ext cx="723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3A834E5-5507-6275-C6A2-B61D2BC1BA98}"/>
                    </a:ext>
                  </a:extLst>
                </p14:cNvPr>
                <p14:cNvContentPartPr/>
                <p14:nvPr/>
              </p14:nvContentPartPr>
              <p14:xfrm>
                <a:off x="2904080" y="1604560"/>
                <a:ext cx="114480" cy="3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3A834E5-5507-6275-C6A2-B61D2BC1BA9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893280" y="1593760"/>
                  <a:ext cx="135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F49A903-4579-27D5-F447-8C5D8890B213}"/>
                    </a:ext>
                  </a:extLst>
                </p14:cNvPr>
                <p14:cNvContentPartPr/>
                <p14:nvPr/>
              </p14:nvContentPartPr>
              <p14:xfrm>
                <a:off x="3128000" y="1518520"/>
                <a:ext cx="137880" cy="2023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F49A903-4579-27D5-F447-8C5D8890B21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17560" y="1508080"/>
                  <a:ext cx="159120" cy="22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9E24294-B1A7-EC4B-F8FB-5749CB153919}"/>
              </a:ext>
            </a:extLst>
          </p:cNvPr>
          <p:cNvGrpSpPr/>
          <p:nvPr/>
        </p:nvGrpSpPr>
        <p:grpSpPr>
          <a:xfrm>
            <a:off x="3690320" y="1325920"/>
            <a:ext cx="878040" cy="366840"/>
            <a:chOff x="3690320" y="1325920"/>
            <a:chExt cx="878040" cy="36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04BF2CC-E492-BBA0-AA5C-5A0259738EF9}"/>
                    </a:ext>
                  </a:extLst>
                </p14:cNvPr>
                <p14:cNvContentPartPr/>
                <p14:nvPr/>
              </p14:nvContentPartPr>
              <p14:xfrm>
                <a:off x="3690320" y="1507720"/>
                <a:ext cx="120240" cy="185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04BF2CC-E492-BBA0-AA5C-5A0259738EF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679520" y="1496920"/>
                  <a:ext cx="1414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F221282-2CB5-643A-F2A2-DAFD48AFA57E}"/>
                    </a:ext>
                  </a:extLst>
                </p14:cNvPr>
                <p14:cNvContentPartPr/>
                <p14:nvPr/>
              </p14:nvContentPartPr>
              <p14:xfrm>
                <a:off x="3899120" y="1530040"/>
                <a:ext cx="152280" cy="123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F221282-2CB5-643A-F2A2-DAFD48AFA57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888680" y="1519600"/>
                  <a:ext cx="1735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224D416-E749-97FA-2D78-96B27A96AEFE}"/>
                    </a:ext>
                  </a:extLst>
                </p14:cNvPr>
                <p14:cNvContentPartPr/>
                <p14:nvPr/>
              </p14:nvContentPartPr>
              <p14:xfrm>
                <a:off x="4116200" y="1533280"/>
                <a:ext cx="164880" cy="91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224D416-E749-97FA-2D78-96B27A96AEF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105400" y="1522480"/>
                  <a:ext cx="1861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85CAFCC-6972-2975-E200-9CFCE9BE5FC7}"/>
                    </a:ext>
                  </a:extLst>
                </p14:cNvPr>
                <p14:cNvContentPartPr/>
                <p14:nvPr/>
              </p14:nvContentPartPr>
              <p14:xfrm>
                <a:off x="4430840" y="1325920"/>
                <a:ext cx="68760" cy="3283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85CAFCC-6972-2975-E200-9CFCE9BE5FC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420400" y="1315480"/>
                  <a:ext cx="900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7E59766-7ACF-A94C-3C4D-C5E5D8BDBCFD}"/>
                    </a:ext>
                  </a:extLst>
                </p14:cNvPr>
                <p14:cNvContentPartPr/>
                <p14:nvPr/>
              </p14:nvContentPartPr>
              <p14:xfrm>
                <a:off x="4396640" y="1473160"/>
                <a:ext cx="171720" cy="118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7E59766-7ACF-A94C-3C4D-C5E5D8BDBCF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386200" y="1462720"/>
                  <a:ext cx="19296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B93B677E-BEEE-4478-035A-6454485072DC}"/>
                  </a:ext>
                </a:extLst>
              </p14:cNvPr>
              <p14:cNvContentPartPr/>
              <p14:nvPr/>
            </p14:nvContentPartPr>
            <p14:xfrm>
              <a:off x="4781120" y="1619680"/>
              <a:ext cx="66600" cy="1072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B93B677E-BEEE-4478-035A-6454485072DC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770320" y="1608880"/>
                <a:ext cx="87840" cy="12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oup 175">
            <a:extLst>
              <a:ext uri="{FF2B5EF4-FFF2-40B4-BE49-F238E27FC236}">
                <a16:creationId xmlns:a16="http://schemas.microsoft.com/office/drawing/2014/main" id="{B16D3129-F211-58E3-2D21-20B05C87971B}"/>
              </a:ext>
            </a:extLst>
          </p:cNvPr>
          <p:cNvGrpSpPr/>
          <p:nvPr/>
        </p:nvGrpSpPr>
        <p:grpSpPr>
          <a:xfrm>
            <a:off x="1744520" y="2567560"/>
            <a:ext cx="185040" cy="318240"/>
            <a:chOff x="1744520" y="2567560"/>
            <a:chExt cx="18504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C36BF68-7FC0-28EF-A4B4-3D1A3EFB048C}"/>
                    </a:ext>
                  </a:extLst>
                </p14:cNvPr>
                <p14:cNvContentPartPr/>
                <p14:nvPr/>
              </p14:nvContentPartPr>
              <p14:xfrm>
                <a:off x="1744520" y="2567560"/>
                <a:ext cx="160920" cy="2026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C36BF68-7FC0-28EF-A4B4-3D1A3EFB048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733720" y="2557120"/>
                  <a:ext cx="1821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763E0CA-C748-5635-32E5-EDE2407DD17B}"/>
                    </a:ext>
                  </a:extLst>
                </p14:cNvPr>
                <p14:cNvContentPartPr/>
                <p14:nvPr/>
              </p14:nvContentPartPr>
              <p14:xfrm>
                <a:off x="1922720" y="2590600"/>
                <a:ext cx="6840" cy="295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763E0CA-C748-5635-32E5-EDE2407DD17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912280" y="2579800"/>
                  <a:ext cx="28080" cy="31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470321BE-838F-6E0E-9A87-6B189846FB20}"/>
                  </a:ext>
                </a:extLst>
              </p14:cNvPr>
              <p14:cNvContentPartPr/>
              <p14:nvPr/>
            </p14:nvContentPartPr>
            <p14:xfrm>
              <a:off x="879800" y="3289360"/>
              <a:ext cx="365760" cy="33264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470321BE-838F-6E0E-9A87-6B189846FB20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69000" y="3278920"/>
                <a:ext cx="387000" cy="35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Group 181">
            <a:extLst>
              <a:ext uri="{FF2B5EF4-FFF2-40B4-BE49-F238E27FC236}">
                <a16:creationId xmlns:a16="http://schemas.microsoft.com/office/drawing/2014/main" id="{16EA9F47-6F46-3DBE-C8B9-A6B9057A1FB5}"/>
              </a:ext>
            </a:extLst>
          </p:cNvPr>
          <p:cNvGrpSpPr/>
          <p:nvPr/>
        </p:nvGrpSpPr>
        <p:grpSpPr>
          <a:xfrm>
            <a:off x="2588000" y="3219880"/>
            <a:ext cx="306000" cy="279000"/>
            <a:chOff x="2588000" y="3219880"/>
            <a:chExt cx="30600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FE266AB-E155-5061-5A43-5F16FD9FDD8C}"/>
                    </a:ext>
                  </a:extLst>
                </p14:cNvPr>
                <p14:cNvContentPartPr/>
                <p14:nvPr/>
              </p14:nvContentPartPr>
              <p14:xfrm>
                <a:off x="2588000" y="3219880"/>
                <a:ext cx="196920" cy="279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FE266AB-E155-5061-5A43-5F16FD9FDD8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577200" y="3209440"/>
                  <a:ext cx="2181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BE4C10F-54B7-4225-78F7-D182AFAABB5E}"/>
                    </a:ext>
                  </a:extLst>
                </p14:cNvPr>
                <p14:cNvContentPartPr/>
                <p14:nvPr/>
              </p14:nvContentPartPr>
              <p14:xfrm>
                <a:off x="2658920" y="3389080"/>
                <a:ext cx="235080" cy="176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BE4C10F-54B7-4225-78F7-D182AFAABB5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648480" y="3378280"/>
                  <a:ext cx="25632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3846DA08-7B87-C268-2DA7-44C48C2AA560}"/>
                  </a:ext>
                </a:extLst>
              </p14:cNvPr>
              <p14:cNvContentPartPr/>
              <p14:nvPr/>
            </p14:nvContentPartPr>
            <p14:xfrm>
              <a:off x="494240" y="4005760"/>
              <a:ext cx="159480" cy="36216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3846DA08-7B87-C268-2DA7-44C48C2AA560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83800" y="3995320"/>
                <a:ext cx="18072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AD8FA2D9-2C60-4BC8-F51D-66F907E5EE51}"/>
                  </a:ext>
                </a:extLst>
              </p14:cNvPr>
              <p14:cNvContentPartPr/>
              <p14:nvPr/>
            </p14:nvContentPartPr>
            <p14:xfrm>
              <a:off x="1382000" y="3920080"/>
              <a:ext cx="191160" cy="28224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AD8FA2D9-2C60-4BC8-F51D-66F907E5EE51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371560" y="3909280"/>
                <a:ext cx="21240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E42E004F-932B-4A5F-2F8A-32C95251497B}"/>
                  </a:ext>
                </a:extLst>
              </p14:cNvPr>
              <p14:cNvContentPartPr/>
              <p14:nvPr/>
            </p14:nvContentPartPr>
            <p14:xfrm>
              <a:off x="2219360" y="3920080"/>
              <a:ext cx="189720" cy="2944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E42E004F-932B-4A5F-2F8A-32C95251497B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208920" y="3909640"/>
                <a:ext cx="21096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0A68BE47-C17E-DBCA-F8E2-1EF7A5469273}"/>
                  </a:ext>
                </a:extLst>
              </p14:cNvPr>
              <p14:cNvContentPartPr/>
              <p14:nvPr/>
            </p14:nvContentPartPr>
            <p14:xfrm>
              <a:off x="2984720" y="3815320"/>
              <a:ext cx="156960" cy="31752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0A68BE47-C17E-DBCA-F8E2-1EF7A5469273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973920" y="3804880"/>
                <a:ext cx="17820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B70EA9B1-56B9-6EDC-8B81-462740AE9546}"/>
                  </a:ext>
                </a:extLst>
              </p14:cNvPr>
              <p14:cNvContentPartPr/>
              <p14:nvPr/>
            </p14:nvContentPartPr>
            <p14:xfrm>
              <a:off x="2347880" y="3535240"/>
              <a:ext cx="217440" cy="2458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B70EA9B1-56B9-6EDC-8B81-462740AE9546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2337440" y="3524440"/>
                <a:ext cx="2386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7F007D30-1C0E-47F0-B8DB-749AEB4DDFFF}"/>
                  </a:ext>
                </a:extLst>
              </p14:cNvPr>
              <p14:cNvContentPartPr/>
              <p14:nvPr/>
            </p14:nvContentPartPr>
            <p14:xfrm>
              <a:off x="2869880" y="3605080"/>
              <a:ext cx="126000" cy="16380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7F007D30-1C0E-47F0-B8DB-749AEB4DDFFF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2859080" y="3594280"/>
                <a:ext cx="1472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9D38694D-E1D6-3940-BDE3-FE86069BC472}"/>
                  </a:ext>
                </a:extLst>
              </p14:cNvPr>
              <p14:cNvContentPartPr/>
              <p14:nvPr/>
            </p14:nvContentPartPr>
            <p14:xfrm>
              <a:off x="748760" y="3783280"/>
              <a:ext cx="129960" cy="1490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9D38694D-E1D6-3940-BDE3-FE86069BC472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38320" y="3772480"/>
                <a:ext cx="15120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AF61333B-582C-01F5-01A4-6C870C1D2768}"/>
                  </a:ext>
                </a:extLst>
              </p14:cNvPr>
              <p14:cNvContentPartPr/>
              <p14:nvPr/>
            </p14:nvContentPartPr>
            <p14:xfrm>
              <a:off x="1212080" y="3787600"/>
              <a:ext cx="131040" cy="14544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AF61333B-582C-01F5-01A4-6C870C1D2768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201280" y="3777160"/>
                <a:ext cx="1522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8EF24A67-C600-FE7A-5645-B670B87F7C16}"/>
                  </a:ext>
                </a:extLst>
              </p14:cNvPr>
              <p14:cNvContentPartPr/>
              <p14:nvPr/>
            </p14:nvContentPartPr>
            <p14:xfrm>
              <a:off x="1309640" y="2998480"/>
              <a:ext cx="260640" cy="22896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8EF24A67-C600-FE7A-5645-B670B87F7C16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299200" y="2987680"/>
                <a:ext cx="2818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2A1B2482-9404-725A-2A62-EE651F9E8C65}"/>
                  </a:ext>
                </a:extLst>
              </p14:cNvPr>
              <p14:cNvContentPartPr/>
              <p14:nvPr/>
            </p14:nvContentPartPr>
            <p14:xfrm>
              <a:off x="2103080" y="3019000"/>
              <a:ext cx="364680" cy="21636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2A1B2482-9404-725A-2A62-EE651F9E8C65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092280" y="3008200"/>
                <a:ext cx="385920" cy="2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DDC1F394-6247-D8B2-CA1B-3E6A3B6B1D6A}"/>
              </a:ext>
            </a:extLst>
          </p:cNvPr>
          <p:cNvGrpSpPr/>
          <p:nvPr/>
        </p:nvGrpSpPr>
        <p:grpSpPr>
          <a:xfrm>
            <a:off x="3737840" y="3164080"/>
            <a:ext cx="994320" cy="457200"/>
            <a:chOff x="3737840" y="3164080"/>
            <a:chExt cx="994320" cy="45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4D9F39D-CB4D-C057-ADE2-1834FB71600F}"/>
                    </a:ext>
                  </a:extLst>
                </p14:cNvPr>
                <p14:cNvContentPartPr/>
                <p14:nvPr/>
              </p14:nvContentPartPr>
              <p14:xfrm>
                <a:off x="3737840" y="3391240"/>
                <a:ext cx="786960" cy="460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4D9F39D-CB4D-C057-ADE2-1834FB71600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727400" y="3380800"/>
                  <a:ext cx="8082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F3E6D7B-31B3-5B29-C098-81B882AB00E6}"/>
                    </a:ext>
                  </a:extLst>
                </p14:cNvPr>
                <p14:cNvContentPartPr/>
                <p14:nvPr/>
              </p14:nvContentPartPr>
              <p14:xfrm>
                <a:off x="3809120" y="3289720"/>
                <a:ext cx="611280" cy="57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F3E6D7B-31B3-5B29-C098-81B882AB00E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798320" y="3278920"/>
                  <a:ext cx="6325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CD6238C-88F8-34D5-5CBC-047EBBA6DA8E}"/>
                    </a:ext>
                  </a:extLst>
                </p14:cNvPr>
                <p14:cNvContentPartPr/>
                <p14:nvPr/>
              </p14:nvContentPartPr>
              <p14:xfrm>
                <a:off x="4364960" y="3164080"/>
                <a:ext cx="367200" cy="4572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CD6238C-88F8-34D5-5CBC-047EBBA6DA8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354160" y="3153280"/>
                  <a:ext cx="388440" cy="47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597B45CD-EF08-F92B-CE7C-271E0AA0188A}"/>
              </a:ext>
            </a:extLst>
          </p:cNvPr>
          <p:cNvGrpSpPr/>
          <p:nvPr/>
        </p:nvGrpSpPr>
        <p:grpSpPr>
          <a:xfrm>
            <a:off x="5979200" y="2394040"/>
            <a:ext cx="1391760" cy="751320"/>
            <a:chOff x="5979200" y="2394040"/>
            <a:chExt cx="1391760" cy="75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EE4F42A-4FEA-C98A-75C2-7A85D006A819}"/>
                    </a:ext>
                  </a:extLst>
                </p14:cNvPr>
                <p14:cNvContentPartPr/>
                <p14:nvPr/>
              </p14:nvContentPartPr>
              <p14:xfrm>
                <a:off x="6470600" y="2394040"/>
                <a:ext cx="213480" cy="173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EE4F42A-4FEA-C98A-75C2-7A85D006A81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460160" y="2383240"/>
                  <a:ext cx="2347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49FACE8-9AA4-C5F8-A4BA-9B19E4DB974F}"/>
                    </a:ext>
                  </a:extLst>
                </p14:cNvPr>
                <p14:cNvContentPartPr/>
                <p14:nvPr/>
              </p14:nvContentPartPr>
              <p14:xfrm>
                <a:off x="6659600" y="2408800"/>
                <a:ext cx="53640" cy="250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49FACE8-9AA4-C5F8-A4BA-9B19E4DB974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649160" y="2398360"/>
                  <a:ext cx="748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27EF9AD-70C1-EFCD-1BB6-8E3295FBFE80}"/>
                    </a:ext>
                  </a:extLst>
                </p14:cNvPr>
                <p14:cNvContentPartPr/>
                <p14:nvPr/>
              </p14:nvContentPartPr>
              <p14:xfrm>
                <a:off x="5979200" y="2672680"/>
                <a:ext cx="442440" cy="4726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27EF9AD-70C1-EFCD-1BB6-8E3295FBFE8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968400" y="2662240"/>
                  <a:ext cx="46368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C641281-AD75-B66A-77C4-CFEB22553106}"/>
                    </a:ext>
                  </a:extLst>
                </p14:cNvPr>
                <p14:cNvContentPartPr/>
                <p14:nvPr/>
              </p14:nvContentPartPr>
              <p14:xfrm>
                <a:off x="6799280" y="2612200"/>
                <a:ext cx="571680" cy="3531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C641281-AD75-B66A-77C4-CFEB2255310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788840" y="2601760"/>
                  <a:ext cx="592920" cy="37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6F0C81D1-F3E1-0AC9-B71A-578E94BD89A3}"/>
              </a:ext>
            </a:extLst>
          </p:cNvPr>
          <p:cNvGrpSpPr/>
          <p:nvPr/>
        </p:nvGrpSpPr>
        <p:grpSpPr>
          <a:xfrm>
            <a:off x="5773640" y="3281440"/>
            <a:ext cx="363240" cy="222840"/>
            <a:chOff x="5773640" y="3281440"/>
            <a:chExt cx="36324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0909081-7EA6-A7EC-014E-DE06D0B9A973}"/>
                    </a:ext>
                  </a:extLst>
                </p14:cNvPr>
                <p14:cNvContentPartPr/>
                <p14:nvPr/>
              </p14:nvContentPartPr>
              <p14:xfrm>
                <a:off x="5773640" y="3281440"/>
                <a:ext cx="282240" cy="2228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0909081-7EA6-A7EC-014E-DE06D0B9A97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763200" y="3270640"/>
                  <a:ext cx="3034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AFEDDFC-4E12-31FC-A0F4-F8AD51723AE0}"/>
                    </a:ext>
                  </a:extLst>
                </p14:cNvPr>
                <p14:cNvContentPartPr/>
                <p14:nvPr/>
              </p14:nvContentPartPr>
              <p14:xfrm>
                <a:off x="5923400" y="3434800"/>
                <a:ext cx="213480" cy="187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AFEDDFC-4E12-31FC-A0F4-F8AD51723AE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912960" y="3424000"/>
                  <a:ext cx="234720" cy="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5DC26CC4-9CAF-4843-EA4C-452881A5ACC0}"/>
                  </a:ext>
                </a:extLst>
              </p14:cNvPr>
              <p14:cNvContentPartPr/>
              <p14:nvPr/>
            </p14:nvContentPartPr>
            <p14:xfrm>
              <a:off x="7309760" y="3106480"/>
              <a:ext cx="356040" cy="2350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5DC26CC4-9CAF-4843-EA4C-452881A5ACC0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7298960" y="3096040"/>
                <a:ext cx="37728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47A0E6FB-BC44-5582-457F-A43D952406C7}"/>
                  </a:ext>
                </a:extLst>
              </p14:cNvPr>
              <p14:cNvContentPartPr/>
              <p14:nvPr/>
            </p14:nvContentPartPr>
            <p14:xfrm>
              <a:off x="5666360" y="3605080"/>
              <a:ext cx="259200" cy="26568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47A0E6FB-BC44-5582-457F-A43D952406C7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5655560" y="3594280"/>
                <a:ext cx="28044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BA099F19-DC68-9FD8-A23F-79CC09CA7FE8}"/>
                  </a:ext>
                </a:extLst>
              </p14:cNvPr>
              <p14:cNvContentPartPr/>
              <p14:nvPr/>
            </p14:nvContentPartPr>
            <p14:xfrm>
              <a:off x="5267480" y="3955360"/>
              <a:ext cx="175320" cy="32292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BA099F19-DC68-9FD8-A23F-79CC09CA7FE8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5257040" y="3944920"/>
                <a:ext cx="19656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9F7D9034-98EA-10A8-F27C-CE1293E3A5B7}"/>
                  </a:ext>
                </a:extLst>
              </p14:cNvPr>
              <p14:cNvContentPartPr/>
              <p14:nvPr/>
            </p14:nvContentPartPr>
            <p14:xfrm>
              <a:off x="6070640" y="3664480"/>
              <a:ext cx="184320" cy="20520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9F7D9034-98EA-10A8-F27C-CE1293E3A5B7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6060200" y="3653680"/>
                <a:ext cx="205560" cy="22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9B1FC1C-41A2-DC3C-68C5-6FFE4BE9219E}"/>
              </a:ext>
            </a:extLst>
          </p:cNvPr>
          <p:cNvGrpSpPr/>
          <p:nvPr/>
        </p:nvGrpSpPr>
        <p:grpSpPr>
          <a:xfrm>
            <a:off x="7378160" y="3493120"/>
            <a:ext cx="949680" cy="737280"/>
            <a:chOff x="7378160" y="3493120"/>
            <a:chExt cx="949680" cy="73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BF20A0F9-9022-4662-4909-E58B55304587}"/>
                    </a:ext>
                  </a:extLst>
                </p14:cNvPr>
                <p14:cNvContentPartPr/>
                <p14:nvPr/>
              </p14:nvContentPartPr>
              <p14:xfrm>
                <a:off x="7427480" y="3508960"/>
                <a:ext cx="169200" cy="3038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BF20A0F9-9022-4662-4909-E58B5530458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417040" y="3498520"/>
                  <a:ext cx="1904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D34B7B6-8461-563A-CFA1-44339AA5F899}"/>
                    </a:ext>
                  </a:extLst>
                </p14:cNvPr>
                <p14:cNvContentPartPr/>
                <p14:nvPr/>
              </p14:nvContentPartPr>
              <p14:xfrm>
                <a:off x="7730960" y="3493120"/>
                <a:ext cx="329040" cy="281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D34B7B6-8461-563A-CFA1-44339AA5F89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720520" y="3482320"/>
                  <a:ext cx="3502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F68D43D-1C05-8FD8-2CD9-42459C93F7F0}"/>
                    </a:ext>
                  </a:extLst>
                </p14:cNvPr>
                <p14:cNvContentPartPr/>
                <p14:nvPr/>
              </p14:nvContentPartPr>
              <p14:xfrm>
                <a:off x="7378160" y="3962200"/>
                <a:ext cx="185400" cy="2682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F68D43D-1C05-8FD8-2CD9-42459C93F7F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367360" y="3951400"/>
                  <a:ext cx="2066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A9FBC48-D824-863E-2E0E-11FCB62A4A99}"/>
                    </a:ext>
                  </a:extLst>
                </p14:cNvPr>
                <p14:cNvContentPartPr/>
                <p14:nvPr/>
              </p14:nvContentPartPr>
              <p14:xfrm>
                <a:off x="7979360" y="3916840"/>
                <a:ext cx="348480" cy="2620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A9FBC48-D824-863E-2E0E-11FCB62A4A9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968560" y="3906040"/>
                  <a:ext cx="369720" cy="28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03762247-51B5-072F-CE9C-A122F4806E35}"/>
                  </a:ext>
                </a:extLst>
              </p14:cNvPr>
              <p14:cNvContentPartPr/>
              <p14:nvPr/>
            </p14:nvContentPartPr>
            <p14:xfrm>
              <a:off x="6278360" y="4108720"/>
              <a:ext cx="266760" cy="28044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03762247-51B5-072F-CE9C-A122F4806E35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6267920" y="4097920"/>
                <a:ext cx="288000" cy="30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4" name="Group 263">
            <a:extLst>
              <a:ext uri="{FF2B5EF4-FFF2-40B4-BE49-F238E27FC236}">
                <a16:creationId xmlns:a16="http://schemas.microsoft.com/office/drawing/2014/main" id="{973B8843-1367-537C-2446-0FB4681FFB85}"/>
              </a:ext>
            </a:extLst>
          </p:cNvPr>
          <p:cNvGrpSpPr/>
          <p:nvPr/>
        </p:nvGrpSpPr>
        <p:grpSpPr>
          <a:xfrm>
            <a:off x="8572640" y="1270120"/>
            <a:ext cx="755280" cy="295200"/>
            <a:chOff x="8572640" y="1270120"/>
            <a:chExt cx="75528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09A83B7-AC21-8AF7-8070-3D1DE1F4956B}"/>
                    </a:ext>
                  </a:extLst>
                </p14:cNvPr>
                <p14:cNvContentPartPr/>
                <p14:nvPr/>
              </p14:nvContentPartPr>
              <p14:xfrm>
                <a:off x="8746520" y="1290640"/>
                <a:ext cx="11880" cy="2746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09A83B7-AC21-8AF7-8070-3D1DE1F4956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735720" y="1279840"/>
                  <a:ext cx="331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5BE5A66-8FA9-3AC5-CF33-1138A2D0703C}"/>
                    </a:ext>
                  </a:extLst>
                </p14:cNvPr>
                <p14:cNvContentPartPr/>
                <p14:nvPr/>
              </p14:nvContentPartPr>
              <p14:xfrm>
                <a:off x="8572640" y="1275160"/>
                <a:ext cx="337320" cy="374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5BE5A66-8FA9-3AC5-CF33-1138A2D0703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561840" y="1264360"/>
                  <a:ext cx="3585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6FDB731-4427-FCBA-7EF4-C4C29F6B42EC}"/>
                    </a:ext>
                  </a:extLst>
                </p14:cNvPr>
                <p14:cNvContentPartPr/>
                <p14:nvPr/>
              </p14:nvContentPartPr>
              <p14:xfrm>
                <a:off x="9014360" y="1270120"/>
                <a:ext cx="193320" cy="268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6FDB731-4427-FCBA-7EF4-C4C29F6B42E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003560" y="1259320"/>
                  <a:ext cx="2145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C8AF04D-AAFB-54A2-1929-E7167BB2B4FF}"/>
                    </a:ext>
                  </a:extLst>
                </p14:cNvPr>
                <p14:cNvContentPartPr/>
                <p14:nvPr/>
              </p14:nvContentPartPr>
              <p14:xfrm>
                <a:off x="9233960" y="1386400"/>
                <a:ext cx="93960" cy="1332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C8AF04D-AAFB-54A2-1929-E7167BB2B4F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223160" y="1375600"/>
                  <a:ext cx="11520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75EC44D8-5E4D-8D70-BECB-B5D89D5ECB4D}"/>
              </a:ext>
            </a:extLst>
          </p:cNvPr>
          <p:cNvGrpSpPr/>
          <p:nvPr/>
        </p:nvGrpSpPr>
        <p:grpSpPr>
          <a:xfrm>
            <a:off x="9735080" y="1189840"/>
            <a:ext cx="725040" cy="303840"/>
            <a:chOff x="9735080" y="1189840"/>
            <a:chExt cx="72504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C4B0F16-4B13-DF75-9C04-90248794FF7E}"/>
                    </a:ext>
                  </a:extLst>
                </p14:cNvPr>
                <p14:cNvContentPartPr/>
                <p14:nvPr/>
              </p14:nvContentPartPr>
              <p14:xfrm>
                <a:off x="9735080" y="1363360"/>
                <a:ext cx="155160" cy="1036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C4B0F16-4B13-DF75-9C04-90248794FF7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724640" y="1352560"/>
                  <a:ext cx="176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480D9AF-CC68-1584-EFE1-24F6F2D1FB37}"/>
                    </a:ext>
                  </a:extLst>
                </p14:cNvPr>
                <p14:cNvContentPartPr/>
                <p14:nvPr/>
              </p14:nvContentPartPr>
              <p14:xfrm>
                <a:off x="9925520" y="1396120"/>
                <a:ext cx="121680" cy="896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480D9AF-CC68-1584-EFE1-24F6F2D1FB3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915080" y="1385320"/>
                  <a:ext cx="142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29C7D84-7409-6EF7-F899-E48844CB4ECD}"/>
                    </a:ext>
                  </a:extLst>
                </p14:cNvPr>
                <p14:cNvContentPartPr/>
                <p14:nvPr/>
              </p14:nvContentPartPr>
              <p14:xfrm>
                <a:off x="10104440" y="1396120"/>
                <a:ext cx="117000" cy="975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29C7D84-7409-6EF7-F899-E48844CB4EC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094000" y="1385680"/>
                  <a:ext cx="138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FB7E9D8-1A6A-05A8-357F-8BB753893B42}"/>
                    </a:ext>
                  </a:extLst>
                </p14:cNvPr>
                <p14:cNvContentPartPr/>
                <p14:nvPr/>
              </p14:nvContentPartPr>
              <p14:xfrm>
                <a:off x="10280840" y="1189840"/>
                <a:ext cx="93600" cy="2858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FB7E9D8-1A6A-05A8-357F-8BB753893B4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270400" y="1179400"/>
                  <a:ext cx="1148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B9BE1F7-5D43-6B4F-C3C4-C17DF0A7420F}"/>
                    </a:ext>
                  </a:extLst>
                </p14:cNvPr>
                <p14:cNvContentPartPr/>
                <p14:nvPr/>
              </p14:nvContentPartPr>
              <p14:xfrm>
                <a:off x="10236560" y="1368040"/>
                <a:ext cx="223560" cy="244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B9BE1F7-5D43-6B4F-C3C4-C17DF0A7420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225760" y="1357600"/>
                  <a:ext cx="2448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4FB7BC37-B329-E2B6-928E-17EB526C6AFF}"/>
              </a:ext>
            </a:extLst>
          </p:cNvPr>
          <p:cNvGrpSpPr/>
          <p:nvPr/>
        </p:nvGrpSpPr>
        <p:grpSpPr>
          <a:xfrm>
            <a:off x="10728320" y="1174000"/>
            <a:ext cx="992160" cy="290160"/>
            <a:chOff x="10728320" y="1174000"/>
            <a:chExt cx="99216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EC31755-A1D7-117E-FF79-82FEA9C8748C}"/>
                    </a:ext>
                  </a:extLst>
                </p14:cNvPr>
                <p14:cNvContentPartPr/>
                <p14:nvPr/>
              </p14:nvContentPartPr>
              <p14:xfrm>
                <a:off x="10728320" y="1338520"/>
                <a:ext cx="249840" cy="1256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EC31755-A1D7-117E-FF79-82FEA9C8748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717520" y="1328080"/>
                  <a:ext cx="2710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17ADDCE-67D8-C62F-7EFE-F458B1621B20}"/>
                    </a:ext>
                  </a:extLst>
                </p14:cNvPr>
                <p14:cNvContentPartPr/>
                <p14:nvPr/>
              </p14:nvContentPartPr>
              <p14:xfrm>
                <a:off x="11018480" y="1358320"/>
                <a:ext cx="175320" cy="1033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17ADDCE-67D8-C62F-7EFE-F458B1621B2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007680" y="1347520"/>
                  <a:ext cx="1965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669B8A1-874F-AB44-25C4-F71E2609DD4E}"/>
                    </a:ext>
                  </a:extLst>
                </p14:cNvPr>
                <p14:cNvContentPartPr/>
                <p14:nvPr/>
              </p14:nvContentPartPr>
              <p14:xfrm>
                <a:off x="11289920" y="1339960"/>
                <a:ext cx="122400" cy="1072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669B8A1-874F-AB44-25C4-F71E2609DD4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279480" y="1329520"/>
                  <a:ext cx="143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C7FB36A-E892-B2DC-3791-1A2C2F2C2152}"/>
                    </a:ext>
                  </a:extLst>
                </p14:cNvPr>
                <p14:cNvContentPartPr/>
                <p14:nvPr/>
              </p14:nvContentPartPr>
              <p14:xfrm>
                <a:off x="11406920" y="1217560"/>
                <a:ext cx="48600" cy="802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C7FB36A-E892-B2DC-3791-1A2C2F2C215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396120" y="1206760"/>
                  <a:ext cx="698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0C90E92-A88A-A8C2-28EB-2CF26FA08C38}"/>
                    </a:ext>
                  </a:extLst>
                </p14:cNvPr>
                <p14:cNvContentPartPr/>
                <p14:nvPr/>
              </p14:nvContentPartPr>
              <p14:xfrm>
                <a:off x="11579360" y="1174000"/>
                <a:ext cx="72720" cy="2653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0C90E92-A88A-A8C2-28EB-2CF26FA08C3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568920" y="1163560"/>
                  <a:ext cx="939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4D7A0E8-6975-8EA8-DF08-536FBD5C28A7}"/>
                    </a:ext>
                  </a:extLst>
                </p14:cNvPr>
                <p14:cNvContentPartPr/>
                <p14:nvPr/>
              </p14:nvContentPartPr>
              <p14:xfrm>
                <a:off x="11581880" y="1336360"/>
                <a:ext cx="138600" cy="140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4D7A0E8-6975-8EA8-DF08-536FBD5C28A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571440" y="1325560"/>
                  <a:ext cx="15984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AD24A2DA-694C-7742-2714-BA16EB868213}"/>
              </a:ext>
            </a:extLst>
          </p:cNvPr>
          <p:cNvGrpSpPr/>
          <p:nvPr/>
        </p:nvGrpSpPr>
        <p:grpSpPr>
          <a:xfrm>
            <a:off x="8791160" y="1765480"/>
            <a:ext cx="1090440" cy="262440"/>
            <a:chOff x="8791160" y="1765480"/>
            <a:chExt cx="109044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048E14DA-9CA9-BD70-7ABB-93CE142DCFA8}"/>
                    </a:ext>
                  </a:extLst>
                </p14:cNvPr>
                <p14:cNvContentPartPr/>
                <p14:nvPr/>
              </p14:nvContentPartPr>
              <p14:xfrm>
                <a:off x="8791160" y="1765480"/>
                <a:ext cx="352800" cy="2476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048E14DA-9CA9-BD70-7ABB-93CE142DCFA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780720" y="1754680"/>
                  <a:ext cx="3740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05774F0-EDA4-7B28-F3C6-3FDD4C9D1AC3}"/>
                    </a:ext>
                  </a:extLst>
                </p14:cNvPr>
                <p14:cNvContentPartPr/>
                <p14:nvPr/>
              </p14:nvContentPartPr>
              <p14:xfrm>
                <a:off x="9191120" y="1831000"/>
                <a:ext cx="266400" cy="1612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05774F0-EDA4-7B28-F3C6-3FDD4C9D1AC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180680" y="1820200"/>
                  <a:ext cx="2876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D0A07E61-6158-3C3E-9E4F-35F3F6D3CF93}"/>
                    </a:ext>
                  </a:extLst>
                </p14:cNvPr>
                <p14:cNvContentPartPr/>
                <p14:nvPr/>
              </p14:nvContentPartPr>
              <p14:xfrm>
                <a:off x="9512600" y="1802560"/>
                <a:ext cx="136440" cy="2253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D0A07E61-6158-3C3E-9E4F-35F3F6D3CF9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502160" y="1791760"/>
                  <a:ext cx="1576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01BA9288-CFC8-6C49-DCDC-866FC5FD7323}"/>
                    </a:ext>
                  </a:extLst>
                </p14:cNvPr>
                <p14:cNvContentPartPr/>
                <p14:nvPr/>
              </p14:nvContentPartPr>
              <p14:xfrm>
                <a:off x="9757400" y="1811920"/>
                <a:ext cx="124200" cy="1656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01BA9288-CFC8-6C49-DCDC-866FC5FD732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746600" y="1801120"/>
                  <a:ext cx="14544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67063A77-BDE9-0C4B-6FF2-9CC663670CCC}"/>
              </a:ext>
            </a:extLst>
          </p:cNvPr>
          <p:cNvGrpSpPr/>
          <p:nvPr/>
        </p:nvGrpSpPr>
        <p:grpSpPr>
          <a:xfrm>
            <a:off x="10155200" y="1631920"/>
            <a:ext cx="420480" cy="308880"/>
            <a:chOff x="10155200" y="1631920"/>
            <a:chExt cx="42048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0731E24F-5E79-5481-0C46-D4A4E45D2D2B}"/>
                    </a:ext>
                  </a:extLst>
                </p14:cNvPr>
                <p14:cNvContentPartPr/>
                <p14:nvPr/>
              </p14:nvContentPartPr>
              <p14:xfrm>
                <a:off x="10155200" y="1819840"/>
                <a:ext cx="268560" cy="1209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0731E24F-5E79-5481-0C46-D4A4E45D2D2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144400" y="1809040"/>
                  <a:ext cx="2898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5B9A9BC-400E-8E10-A058-A88F11CB37FF}"/>
                    </a:ext>
                  </a:extLst>
                </p14:cNvPr>
                <p14:cNvContentPartPr/>
                <p14:nvPr/>
              </p14:nvContentPartPr>
              <p14:xfrm>
                <a:off x="10427000" y="1631920"/>
                <a:ext cx="74160" cy="2916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5B9A9BC-400E-8E10-A058-A88F11CB37F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416200" y="1621480"/>
                  <a:ext cx="954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5AE03B2-9F14-B3C1-7B0F-AD6CEB65DEE6}"/>
                    </a:ext>
                  </a:extLst>
                </p14:cNvPr>
                <p14:cNvContentPartPr/>
                <p14:nvPr/>
              </p14:nvContentPartPr>
              <p14:xfrm>
                <a:off x="10362200" y="1748560"/>
                <a:ext cx="213480" cy="198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5AE03B2-9F14-B3C1-7B0F-AD6CEB65DEE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351400" y="1738120"/>
                  <a:ext cx="23472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9E260D91-640E-E492-DECE-70B03BF142B4}"/>
                  </a:ext>
                </a:extLst>
              </p14:cNvPr>
              <p14:cNvContentPartPr/>
              <p14:nvPr/>
            </p14:nvContentPartPr>
            <p14:xfrm>
              <a:off x="10913720" y="1641640"/>
              <a:ext cx="494640" cy="22392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9E260D91-640E-E492-DECE-70B03BF142B4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0902920" y="1630840"/>
                <a:ext cx="515880" cy="24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Group 279">
            <a:extLst>
              <a:ext uri="{FF2B5EF4-FFF2-40B4-BE49-F238E27FC236}">
                <a16:creationId xmlns:a16="http://schemas.microsoft.com/office/drawing/2014/main" id="{D639986A-ECC1-1E95-F934-F32313947AB9}"/>
              </a:ext>
            </a:extLst>
          </p:cNvPr>
          <p:cNvGrpSpPr/>
          <p:nvPr/>
        </p:nvGrpSpPr>
        <p:grpSpPr>
          <a:xfrm>
            <a:off x="11655680" y="1657120"/>
            <a:ext cx="115560" cy="329040"/>
            <a:chOff x="11655680" y="1657120"/>
            <a:chExt cx="11556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85B06AF-53A0-396B-BA1E-DCA1D677EA8B}"/>
                    </a:ext>
                  </a:extLst>
                </p14:cNvPr>
                <p14:cNvContentPartPr/>
                <p14:nvPr/>
              </p14:nvContentPartPr>
              <p14:xfrm>
                <a:off x="11685920" y="1657120"/>
                <a:ext cx="15480" cy="1738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85B06AF-53A0-396B-BA1E-DCA1D677EA8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675480" y="1646680"/>
                  <a:ext cx="367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176FE6D-1FAD-AB0E-67BB-0B28BCE6CC14}"/>
                    </a:ext>
                  </a:extLst>
                </p14:cNvPr>
                <p14:cNvContentPartPr/>
                <p14:nvPr/>
              </p14:nvContentPartPr>
              <p14:xfrm>
                <a:off x="11655680" y="1912000"/>
                <a:ext cx="115560" cy="741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176FE6D-1FAD-AB0E-67BB-0B28BCE6CC1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644880" y="1901560"/>
                  <a:ext cx="13680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33BB4B47-CFB4-9F96-72EC-659078260324}"/>
              </a:ext>
            </a:extLst>
          </p:cNvPr>
          <p:cNvGrpSpPr/>
          <p:nvPr/>
        </p:nvGrpSpPr>
        <p:grpSpPr>
          <a:xfrm>
            <a:off x="8846600" y="2238520"/>
            <a:ext cx="1747080" cy="416520"/>
            <a:chOff x="8846600" y="2238520"/>
            <a:chExt cx="1747080" cy="41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43B5A84-663F-635E-3CBB-CB0931110C06}"/>
                    </a:ext>
                  </a:extLst>
                </p14:cNvPr>
                <p14:cNvContentPartPr/>
                <p14:nvPr/>
              </p14:nvContentPartPr>
              <p14:xfrm>
                <a:off x="8925440" y="2411320"/>
                <a:ext cx="41040" cy="2275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43B5A84-663F-635E-3CBB-CB0931110C0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914640" y="2400520"/>
                  <a:ext cx="622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BA94D29-7835-61A9-CF95-F3C95ADE44A9}"/>
                    </a:ext>
                  </a:extLst>
                </p14:cNvPr>
                <p14:cNvContentPartPr/>
                <p14:nvPr/>
              </p14:nvContentPartPr>
              <p14:xfrm>
                <a:off x="8846600" y="2320240"/>
                <a:ext cx="301320" cy="3348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BA94D29-7835-61A9-CF95-F3C95ADE44A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836160" y="2309440"/>
                  <a:ext cx="32256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97489DC5-12D0-A77C-F8BF-B4D07B8E3A9D}"/>
                    </a:ext>
                  </a:extLst>
                </p14:cNvPr>
                <p14:cNvContentPartPr/>
                <p14:nvPr/>
              </p14:nvContentPartPr>
              <p14:xfrm>
                <a:off x="9129560" y="2476840"/>
                <a:ext cx="73440" cy="1263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97489DC5-12D0-A77C-F8BF-B4D07B8E3A9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118760" y="2466400"/>
                  <a:ext cx="94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A8580CC-DAB2-EB37-5766-300DD6D748E4}"/>
                    </a:ext>
                  </a:extLst>
                </p14:cNvPr>
                <p14:cNvContentPartPr/>
                <p14:nvPr/>
              </p14:nvContentPartPr>
              <p14:xfrm>
                <a:off x="9290120" y="2469280"/>
                <a:ext cx="232200" cy="1450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A8580CC-DAB2-EB37-5766-300DD6D748E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279320" y="2458840"/>
                  <a:ext cx="2534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15F32F67-A342-A312-27DE-9785386D27C0}"/>
                    </a:ext>
                  </a:extLst>
                </p14:cNvPr>
                <p14:cNvContentPartPr/>
                <p14:nvPr/>
              </p14:nvContentPartPr>
              <p14:xfrm>
                <a:off x="9601880" y="2461360"/>
                <a:ext cx="99360" cy="1375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15F32F67-A342-A312-27DE-9785386D27C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591440" y="2450920"/>
                  <a:ext cx="1206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18E6FC1A-5BDE-925A-750B-37C03714CE71}"/>
                    </a:ext>
                  </a:extLst>
                </p14:cNvPr>
                <p14:cNvContentPartPr/>
                <p14:nvPr/>
              </p14:nvContentPartPr>
              <p14:xfrm>
                <a:off x="9791600" y="2436520"/>
                <a:ext cx="92160" cy="1530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18E6FC1A-5BDE-925A-750B-37C03714CE7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781160" y="2425720"/>
                  <a:ext cx="1134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8E9C87B-0579-EB02-F47B-E4CD330ABBE0}"/>
                    </a:ext>
                  </a:extLst>
                </p14:cNvPr>
                <p14:cNvContentPartPr/>
                <p14:nvPr/>
              </p14:nvContentPartPr>
              <p14:xfrm>
                <a:off x="9993920" y="2451280"/>
                <a:ext cx="12960" cy="1224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8E9C87B-0579-EB02-F47B-E4CD330ABBE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983480" y="2440480"/>
                  <a:ext cx="342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0E5B6486-6A9B-13E0-C1E5-FD034966D8C6}"/>
                    </a:ext>
                  </a:extLst>
                </p14:cNvPr>
                <p14:cNvContentPartPr/>
                <p14:nvPr/>
              </p14:nvContentPartPr>
              <p14:xfrm>
                <a:off x="9977720" y="2385040"/>
                <a:ext cx="360" cy="3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0E5B6486-6A9B-13E0-C1E5-FD034966D8C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966920" y="23742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7771EF5B-0E26-15E9-B3FF-F9FD47B64BD6}"/>
                    </a:ext>
                  </a:extLst>
                </p14:cNvPr>
                <p14:cNvContentPartPr/>
                <p14:nvPr/>
              </p14:nvContentPartPr>
              <p14:xfrm>
                <a:off x="9977720" y="2385040"/>
                <a:ext cx="239040" cy="1940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7771EF5B-0E26-15E9-B3FF-F9FD47B64BD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966920" y="2374240"/>
                  <a:ext cx="2602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197833E-4E69-F0C8-9624-C5843CD9310F}"/>
                    </a:ext>
                  </a:extLst>
                </p14:cNvPr>
                <p14:cNvContentPartPr/>
                <p14:nvPr/>
              </p14:nvContentPartPr>
              <p14:xfrm>
                <a:off x="10247000" y="2401600"/>
                <a:ext cx="75600" cy="1321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197833E-4E69-F0C8-9624-C5843CD9310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236200" y="2391160"/>
                  <a:ext cx="968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E286EFD-8C12-3390-3929-58306C6A479E}"/>
                    </a:ext>
                  </a:extLst>
                </p14:cNvPr>
                <p14:cNvContentPartPr/>
                <p14:nvPr/>
              </p14:nvContentPartPr>
              <p14:xfrm>
                <a:off x="10360760" y="2238520"/>
                <a:ext cx="46080" cy="2962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E286EFD-8C12-3390-3929-58306C6A479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350320" y="2228080"/>
                  <a:ext cx="673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356818D5-A91F-49AD-4CEC-D80BEC0125C9}"/>
                    </a:ext>
                  </a:extLst>
                </p14:cNvPr>
                <p14:cNvContentPartPr/>
                <p14:nvPr/>
              </p14:nvContentPartPr>
              <p14:xfrm>
                <a:off x="10486400" y="2396200"/>
                <a:ext cx="107280" cy="2073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356818D5-A91F-49AD-4CEC-D80BEC0125C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475960" y="2385760"/>
                  <a:ext cx="12852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52213280-A5BA-3BC3-E13D-846471B3CDD2}"/>
              </a:ext>
            </a:extLst>
          </p:cNvPr>
          <p:cNvGrpSpPr/>
          <p:nvPr/>
        </p:nvGrpSpPr>
        <p:grpSpPr>
          <a:xfrm>
            <a:off x="10943600" y="2329960"/>
            <a:ext cx="507960" cy="249120"/>
            <a:chOff x="10943600" y="2329960"/>
            <a:chExt cx="507960" cy="2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33FBDEC9-AB69-B5D7-3CC4-0102A2C1E87A}"/>
                    </a:ext>
                  </a:extLst>
                </p14:cNvPr>
                <p14:cNvContentPartPr/>
                <p14:nvPr/>
              </p14:nvContentPartPr>
              <p14:xfrm>
                <a:off x="10943600" y="2359840"/>
                <a:ext cx="109080" cy="2192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33FBDEC9-AB69-B5D7-3CC4-0102A2C1E87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932800" y="2349040"/>
                  <a:ext cx="1303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C3C4D51-456F-2770-D21E-32534376073F}"/>
                    </a:ext>
                  </a:extLst>
                </p14:cNvPr>
                <p14:cNvContentPartPr/>
                <p14:nvPr/>
              </p14:nvContentPartPr>
              <p14:xfrm>
                <a:off x="11139800" y="2412400"/>
                <a:ext cx="88200" cy="1112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C3C4D51-456F-2770-D21E-32534376073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129000" y="2401960"/>
                  <a:ext cx="1094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884F4BF6-4815-BA02-692B-EF4EC3B2BE5A}"/>
                    </a:ext>
                  </a:extLst>
                </p14:cNvPr>
                <p14:cNvContentPartPr/>
                <p14:nvPr/>
              </p14:nvContentPartPr>
              <p14:xfrm>
                <a:off x="11343200" y="2329960"/>
                <a:ext cx="108360" cy="1540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884F4BF6-4815-BA02-692B-EF4EC3B2BE5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332760" y="2319520"/>
                  <a:ext cx="12960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4999B87-98FD-510A-5DC7-31C89741AFB0}"/>
              </a:ext>
            </a:extLst>
          </p:cNvPr>
          <p:cNvGrpSpPr/>
          <p:nvPr/>
        </p:nvGrpSpPr>
        <p:grpSpPr>
          <a:xfrm>
            <a:off x="9069440" y="2887960"/>
            <a:ext cx="489600" cy="175320"/>
            <a:chOff x="9069440" y="2887960"/>
            <a:chExt cx="489600" cy="17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56941B3-583B-5AA5-76E6-56EAD0F09B99}"/>
                    </a:ext>
                  </a:extLst>
                </p14:cNvPr>
                <p14:cNvContentPartPr/>
                <p14:nvPr/>
              </p14:nvContentPartPr>
              <p14:xfrm>
                <a:off x="9069440" y="2887960"/>
                <a:ext cx="183960" cy="1623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56941B3-583B-5AA5-76E6-56EAD0F09B9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058640" y="2877160"/>
                  <a:ext cx="2052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DDFB796C-4A18-E48A-1A9F-1E1A61EA630A}"/>
                    </a:ext>
                  </a:extLst>
                </p14:cNvPr>
                <p14:cNvContentPartPr/>
                <p14:nvPr/>
              </p14:nvContentPartPr>
              <p14:xfrm>
                <a:off x="9265280" y="2927560"/>
                <a:ext cx="293760" cy="1357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DDFB796C-4A18-E48A-1A9F-1E1A61EA630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254840" y="2917120"/>
                  <a:ext cx="31500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493E53F0-916F-CFD8-F59C-639F7D3138CE}"/>
              </a:ext>
            </a:extLst>
          </p:cNvPr>
          <p:cNvGrpSpPr/>
          <p:nvPr/>
        </p:nvGrpSpPr>
        <p:grpSpPr>
          <a:xfrm>
            <a:off x="9887360" y="2890840"/>
            <a:ext cx="871920" cy="195840"/>
            <a:chOff x="9887360" y="2890840"/>
            <a:chExt cx="87192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F031041-B4EE-5B41-42D8-074A7568F5AA}"/>
                    </a:ext>
                  </a:extLst>
                </p14:cNvPr>
                <p14:cNvContentPartPr/>
                <p14:nvPr/>
              </p14:nvContentPartPr>
              <p14:xfrm>
                <a:off x="9887360" y="2890840"/>
                <a:ext cx="101160" cy="1522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F031041-B4EE-5B41-42D8-074A7568F5A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876560" y="2880040"/>
                  <a:ext cx="1224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0ED1628-6EA1-72AE-C876-D5002E095187}"/>
                    </a:ext>
                  </a:extLst>
                </p14:cNvPr>
                <p14:cNvContentPartPr/>
                <p14:nvPr/>
              </p14:nvContentPartPr>
              <p14:xfrm>
                <a:off x="10101560" y="2903440"/>
                <a:ext cx="156240" cy="1242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0ED1628-6EA1-72AE-C876-D5002E09518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091120" y="2893000"/>
                  <a:ext cx="177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0DD082E0-D092-B5F1-8923-7FED3DC74BD9}"/>
                    </a:ext>
                  </a:extLst>
                </p14:cNvPr>
                <p14:cNvContentPartPr/>
                <p14:nvPr/>
              </p14:nvContentPartPr>
              <p14:xfrm>
                <a:off x="10330880" y="2902360"/>
                <a:ext cx="191880" cy="1328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0DD082E0-D092-B5F1-8923-7FED3DC74BD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320080" y="2891920"/>
                  <a:ext cx="2131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DDB8FA9-F7A8-1E4D-19F3-F21D83A055BE}"/>
                    </a:ext>
                  </a:extLst>
                </p14:cNvPr>
                <p14:cNvContentPartPr/>
                <p14:nvPr/>
              </p14:nvContentPartPr>
              <p14:xfrm>
                <a:off x="10593320" y="2893360"/>
                <a:ext cx="65160" cy="19332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DDB8FA9-F7A8-1E4D-19F3-F21D83A055B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582520" y="2882560"/>
                  <a:ext cx="86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EDEDE7A-430F-2471-5C1E-7AD338C42F9C}"/>
                    </a:ext>
                  </a:extLst>
                </p14:cNvPr>
                <p14:cNvContentPartPr/>
                <p14:nvPr/>
              </p14:nvContentPartPr>
              <p14:xfrm>
                <a:off x="10626080" y="2891920"/>
                <a:ext cx="133200" cy="1180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EDEDE7A-430F-2471-5C1E-7AD338C42F9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615640" y="2881480"/>
                  <a:ext cx="15444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18EE1142-5274-82B5-8379-F67DA1914A8E}"/>
              </a:ext>
            </a:extLst>
          </p:cNvPr>
          <p:cNvGrpSpPr/>
          <p:nvPr/>
        </p:nvGrpSpPr>
        <p:grpSpPr>
          <a:xfrm>
            <a:off x="11117480" y="2759440"/>
            <a:ext cx="362160" cy="254160"/>
            <a:chOff x="11117480" y="2759440"/>
            <a:chExt cx="362160" cy="2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27041D43-DAC8-6DAF-40B3-7CC15BFB2D46}"/>
                    </a:ext>
                  </a:extLst>
                </p14:cNvPr>
                <p14:cNvContentPartPr/>
                <p14:nvPr/>
              </p14:nvContentPartPr>
              <p14:xfrm>
                <a:off x="11165720" y="2775640"/>
                <a:ext cx="26640" cy="2379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27041D43-DAC8-6DAF-40B3-7CC15BFB2D4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154920" y="2764840"/>
                  <a:ext cx="478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538983DC-3025-C12F-AFD2-220FF151729E}"/>
                    </a:ext>
                  </a:extLst>
                </p14:cNvPr>
                <p14:cNvContentPartPr/>
                <p14:nvPr/>
              </p14:nvContentPartPr>
              <p14:xfrm>
                <a:off x="11117480" y="2936560"/>
                <a:ext cx="119520" cy="3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538983DC-3025-C12F-AFD2-220FF151729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106680" y="2926120"/>
                  <a:ext cx="1407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287BF5C3-BCF8-210B-CB52-1C452D4B2538}"/>
                    </a:ext>
                  </a:extLst>
                </p14:cNvPr>
                <p14:cNvContentPartPr/>
                <p14:nvPr/>
              </p14:nvContentPartPr>
              <p14:xfrm>
                <a:off x="11276240" y="2759440"/>
                <a:ext cx="119520" cy="1911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287BF5C3-BCF8-210B-CB52-1C452D4B253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265440" y="2749000"/>
                  <a:ext cx="1407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96100ED-776E-EC97-F2CD-6D65D85B1712}"/>
                    </a:ext>
                  </a:extLst>
                </p14:cNvPr>
                <p14:cNvContentPartPr/>
                <p14:nvPr/>
              </p14:nvContentPartPr>
              <p14:xfrm>
                <a:off x="11423480" y="2828560"/>
                <a:ext cx="56160" cy="1746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96100ED-776E-EC97-F2CD-6D65D85B171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412680" y="2817760"/>
                  <a:ext cx="7740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C5728015-52C6-FA7F-CC94-33FB75C14A92}"/>
              </a:ext>
            </a:extLst>
          </p:cNvPr>
          <p:cNvGrpSpPr/>
          <p:nvPr/>
        </p:nvGrpSpPr>
        <p:grpSpPr>
          <a:xfrm>
            <a:off x="9237920" y="3284320"/>
            <a:ext cx="1794600" cy="253080"/>
            <a:chOff x="9237920" y="3284320"/>
            <a:chExt cx="179460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691DF9BB-DD55-FAF9-8835-3BAA32204B8B}"/>
                    </a:ext>
                  </a:extLst>
                </p14:cNvPr>
                <p14:cNvContentPartPr/>
                <p14:nvPr/>
              </p14:nvContentPartPr>
              <p14:xfrm>
                <a:off x="9237920" y="3379720"/>
                <a:ext cx="192960" cy="1576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691DF9BB-DD55-FAF9-8835-3BAA32204B8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227480" y="3369280"/>
                  <a:ext cx="214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4F73E24A-6DF7-16B4-FB74-4A7710A3AE87}"/>
                    </a:ext>
                  </a:extLst>
                </p14:cNvPr>
                <p14:cNvContentPartPr/>
                <p14:nvPr/>
              </p14:nvContentPartPr>
              <p14:xfrm>
                <a:off x="9450320" y="3305560"/>
                <a:ext cx="135360" cy="1879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4F73E24A-6DF7-16B4-FB74-4A7710A3AE8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439520" y="3295120"/>
                  <a:ext cx="156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2C3C9453-C6FE-766D-DC31-810A21FCDC68}"/>
                    </a:ext>
                  </a:extLst>
                </p14:cNvPr>
                <p14:cNvContentPartPr/>
                <p14:nvPr/>
              </p14:nvContentPartPr>
              <p14:xfrm>
                <a:off x="9698360" y="3358120"/>
                <a:ext cx="157680" cy="12744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2C3C9453-C6FE-766D-DC31-810A21FCDC6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687920" y="3347680"/>
                  <a:ext cx="178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C368F323-8D3B-1183-4405-2FCB4CA9DDBB}"/>
                    </a:ext>
                  </a:extLst>
                </p14:cNvPr>
                <p14:cNvContentPartPr/>
                <p14:nvPr/>
              </p14:nvContentPartPr>
              <p14:xfrm>
                <a:off x="9980240" y="3310600"/>
                <a:ext cx="136080" cy="1317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C368F323-8D3B-1183-4405-2FCB4CA9DDB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969440" y="3299800"/>
                  <a:ext cx="1573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7DBFDB07-DC02-B339-A878-AD2D30E0D044}"/>
                    </a:ext>
                  </a:extLst>
                </p14:cNvPr>
                <p14:cNvContentPartPr/>
                <p14:nvPr/>
              </p14:nvContentPartPr>
              <p14:xfrm>
                <a:off x="10153760" y="3299080"/>
                <a:ext cx="77040" cy="16560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7DBFDB07-DC02-B339-A878-AD2D30E0D04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143320" y="3288640"/>
                  <a:ext cx="98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7E0A3BB4-EC29-5385-FAC8-4ACAD39A5698}"/>
                    </a:ext>
                  </a:extLst>
                </p14:cNvPr>
                <p14:cNvContentPartPr/>
                <p14:nvPr/>
              </p14:nvContentPartPr>
              <p14:xfrm>
                <a:off x="10366880" y="3290800"/>
                <a:ext cx="39960" cy="1548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7E0A3BB4-EC29-5385-FAC8-4ACAD39A569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356440" y="3280000"/>
                  <a:ext cx="612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58D694AB-756A-D6E8-D88E-40315816038D}"/>
                    </a:ext>
                  </a:extLst>
                </p14:cNvPr>
                <p14:cNvContentPartPr/>
                <p14:nvPr/>
              </p14:nvContentPartPr>
              <p14:xfrm>
                <a:off x="10569560" y="3299080"/>
                <a:ext cx="81000" cy="1483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58D694AB-756A-D6E8-D88E-40315816038D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559120" y="3288640"/>
                  <a:ext cx="1022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3EE741E-E7CE-A7C2-DFA8-0C185E0C7C38}"/>
                    </a:ext>
                  </a:extLst>
                </p14:cNvPr>
                <p14:cNvContentPartPr/>
                <p14:nvPr/>
              </p14:nvContentPartPr>
              <p14:xfrm>
                <a:off x="10740560" y="3285400"/>
                <a:ext cx="99000" cy="12780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3EE741E-E7CE-A7C2-DFA8-0C185E0C7C3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730120" y="3274960"/>
                  <a:ext cx="1202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0779612-65DB-B8B4-C30E-24DFB56BA180}"/>
                    </a:ext>
                  </a:extLst>
                </p14:cNvPr>
                <p14:cNvContentPartPr/>
                <p14:nvPr/>
              </p14:nvContentPartPr>
              <p14:xfrm>
                <a:off x="10931720" y="3284320"/>
                <a:ext cx="100800" cy="1731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0779612-65DB-B8B4-C30E-24DFB56BA18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921280" y="3273880"/>
                  <a:ext cx="12204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F3011C35-B0F3-6103-ADB6-C0961A522FCE}"/>
              </a:ext>
            </a:extLst>
          </p:cNvPr>
          <p:cNvGrpSpPr/>
          <p:nvPr/>
        </p:nvGrpSpPr>
        <p:grpSpPr>
          <a:xfrm>
            <a:off x="11339960" y="3192160"/>
            <a:ext cx="374400" cy="317160"/>
            <a:chOff x="11339960" y="3192160"/>
            <a:chExt cx="374400" cy="31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FEB90DC0-E93A-466D-096F-93C0BD27D41A}"/>
                    </a:ext>
                  </a:extLst>
                </p14:cNvPr>
                <p14:cNvContentPartPr/>
                <p14:nvPr/>
              </p14:nvContentPartPr>
              <p14:xfrm>
                <a:off x="11339960" y="3192160"/>
                <a:ext cx="289080" cy="3171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FEB90DC0-E93A-466D-096F-93C0BD27D41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329520" y="3181360"/>
                  <a:ext cx="3103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9F8F5ECC-E3C8-58D3-3A5C-E30CE5959140}"/>
                    </a:ext>
                  </a:extLst>
                </p14:cNvPr>
                <p14:cNvContentPartPr/>
                <p14:nvPr/>
              </p14:nvContentPartPr>
              <p14:xfrm>
                <a:off x="11481800" y="3408520"/>
                <a:ext cx="232560" cy="6300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9F8F5ECC-E3C8-58D3-3A5C-E30CE595914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471000" y="3397720"/>
                  <a:ext cx="25380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D8A05C60-C9D2-7E0E-7DCD-F01E5C64BC2C}"/>
              </a:ext>
            </a:extLst>
          </p:cNvPr>
          <p:cNvGrpSpPr/>
          <p:nvPr/>
        </p:nvGrpSpPr>
        <p:grpSpPr>
          <a:xfrm>
            <a:off x="9265640" y="3775000"/>
            <a:ext cx="402120" cy="282960"/>
            <a:chOff x="9265640" y="3775000"/>
            <a:chExt cx="40212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70152C7B-DC95-D10E-4274-CEF75F24A2A6}"/>
                    </a:ext>
                  </a:extLst>
                </p14:cNvPr>
                <p14:cNvContentPartPr/>
                <p14:nvPr/>
              </p14:nvContentPartPr>
              <p14:xfrm>
                <a:off x="9323240" y="3783280"/>
                <a:ext cx="119880" cy="2746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70152C7B-DC95-D10E-4274-CEF75F24A2A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312440" y="3772480"/>
                  <a:ext cx="1411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28FBFF0E-1B29-E0EF-B5E7-DA59A8BDAAB1}"/>
                    </a:ext>
                  </a:extLst>
                </p14:cNvPr>
                <p14:cNvContentPartPr/>
                <p14:nvPr/>
              </p14:nvContentPartPr>
              <p14:xfrm>
                <a:off x="9265640" y="3946360"/>
                <a:ext cx="195840" cy="3132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28FBFF0E-1B29-E0EF-B5E7-DA59A8BDAAB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254840" y="3935920"/>
                  <a:ext cx="217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C2D16633-6A84-D8E9-0FD3-85FCB61767EB}"/>
                    </a:ext>
                  </a:extLst>
                </p14:cNvPr>
                <p14:cNvContentPartPr/>
                <p14:nvPr/>
              </p14:nvContentPartPr>
              <p14:xfrm>
                <a:off x="9490280" y="3775000"/>
                <a:ext cx="97920" cy="26208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C2D16633-6A84-D8E9-0FD3-85FCB61767E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479480" y="3764560"/>
                  <a:ext cx="1191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D26AF02F-2A47-E5DA-D73B-1DF9FE075C49}"/>
                    </a:ext>
                  </a:extLst>
                </p14:cNvPr>
                <p14:cNvContentPartPr/>
                <p14:nvPr/>
              </p14:nvContentPartPr>
              <p14:xfrm>
                <a:off x="9631040" y="3871120"/>
                <a:ext cx="36720" cy="16740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D26AF02F-2A47-E5DA-D73B-1DF9FE075C4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620600" y="3860320"/>
                  <a:ext cx="5796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C8E35B8F-5B12-0A00-09D2-0D35378EC892}"/>
              </a:ext>
            </a:extLst>
          </p:cNvPr>
          <p:cNvGrpSpPr/>
          <p:nvPr/>
        </p:nvGrpSpPr>
        <p:grpSpPr>
          <a:xfrm>
            <a:off x="10018040" y="3634600"/>
            <a:ext cx="1272240" cy="370080"/>
            <a:chOff x="10018040" y="3634600"/>
            <a:chExt cx="1272240" cy="37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CE948C56-5EF4-032F-6153-A344A2DD46B1}"/>
                    </a:ext>
                  </a:extLst>
                </p14:cNvPr>
                <p14:cNvContentPartPr/>
                <p14:nvPr/>
              </p14:nvContentPartPr>
              <p14:xfrm>
                <a:off x="10018040" y="3733600"/>
                <a:ext cx="352080" cy="27108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CE948C56-5EF4-032F-6153-A344A2DD46B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007240" y="3723160"/>
                  <a:ext cx="3733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1EBB0C5B-2D15-11DD-A1B5-4E89C8BB42FF}"/>
                    </a:ext>
                  </a:extLst>
                </p14:cNvPr>
                <p14:cNvContentPartPr/>
                <p14:nvPr/>
              </p14:nvContentPartPr>
              <p14:xfrm>
                <a:off x="10313960" y="3780040"/>
                <a:ext cx="63720" cy="849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1EBB0C5B-2D15-11DD-A1B5-4E89C8BB42FF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303160" y="3769240"/>
                  <a:ext cx="849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CB403200-DBF5-D52C-4001-F4E1055C1977}"/>
                    </a:ext>
                  </a:extLst>
                </p14:cNvPr>
                <p14:cNvContentPartPr/>
                <p14:nvPr/>
              </p14:nvContentPartPr>
              <p14:xfrm>
                <a:off x="10487120" y="3663040"/>
                <a:ext cx="27720" cy="2894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CB403200-DBF5-D52C-4001-F4E1055C197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476680" y="3652600"/>
                  <a:ext cx="489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BA641DB-56CC-8349-3DC9-EE7387856687}"/>
                    </a:ext>
                  </a:extLst>
                </p14:cNvPr>
                <p14:cNvContentPartPr/>
                <p14:nvPr/>
              </p14:nvContentPartPr>
              <p14:xfrm>
                <a:off x="10575680" y="3634600"/>
                <a:ext cx="117720" cy="2923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BA641DB-56CC-8349-3DC9-EE7387856687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565240" y="3624160"/>
                  <a:ext cx="1389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7C625853-D3CA-E4AF-C4C1-181E05AC74BB}"/>
                    </a:ext>
                  </a:extLst>
                </p14:cNvPr>
                <p14:cNvContentPartPr/>
                <p14:nvPr/>
              </p14:nvContentPartPr>
              <p14:xfrm>
                <a:off x="10834160" y="3779680"/>
                <a:ext cx="65160" cy="1551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7C625853-D3CA-E4AF-C4C1-181E05AC74BB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823720" y="3769240"/>
                  <a:ext cx="864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D727FB66-9691-797D-463A-E1A1511C809F}"/>
                    </a:ext>
                  </a:extLst>
                </p14:cNvPr>
                <p14:cNvContentPartPr/>
                <p14:nvPr/>
              </p14:nvContentPartPr>
              <p14:xfrm>
                <a:off x="10977800" y="3777160"/>
                <a:ext cx="75240" cy="1105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D727FB66-9691-797D-463A-E1A1511C809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967000" y="3766360"/>
                  <a:ext cx="964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936DB962-735A-BF08-2F36-B8FC71851F43}"/>
                    </a:ext>
                  </a:extLst>
                </p14:cNvPr>
                <p14:cNvContentPartPr/>
                <p14:nvPr/>
              </p14:nvContentPartPr>
              <p14:xfrm>
                <a:off x="11174360" y="3764920"/>
                <a:ext cx="115920" cy="1245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936DB962-735A-BF08-2F36-B8FC71851F4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163920" y="3754480"/>
                  <a:ext cx="13716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EB816F67-AC5A-CBCD-0FE4-7BC12A7922A6}"/>
              </a:ext>
            </a:extLst>
          </p:cNvPr>
          <p:cNvGrpSpPr/>
          <p:nvPr/>
        </p:nvGrpSpPr>
        <p:grpSpPr>
          <a:xfrm>
            <a:off x="11531120" y="3690040"/>
            <a:ext cx="385200" cy="310320"/>
            <a:chOff x="11531120" y="3690040"/>
            <a:chExt cx="385200" cy="31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D0BE7B03-47FB-D0B0-F3BA-69DB7F3CC9EF}"/>
                    </a:ext>
                  </a:extLst>
                </p14:cNvPr>
                <p14:cNvContentPartPr/>
                <p14:nvPr/>
              </p14:nvContentPartPr>
              <p14:xfrm>
                <a:off x="11531120" y="3690040"/>
                <a:ext cx="333000" cy="3103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D0BE7B03-47FB-D0B0-F3BA-69DB7F3CC9EF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520680" y="3679600"/>
                  <a:ext cx="3542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DB194075-C8FC-9594-32E2-1FB98A850A11}"/>
                    </a:ext>
                  </a:extLst>
                </p14:cNvPr>
                <p14:cNvContentPartPr/>
                <p14:nvPr/>
              </p14:nvContentPartPr>
              <p14:xfrm>
                <a:off x="11762240" y="3903160"/>
                <a:ext cx="154080" cy="392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DB194075-C8FC-9594-32E2-1FB98A850A1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751440" y="3892360"/>
                  <a:ext cx="17532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4E066930-44D0-DB1A-536C-5FD466EE4DD4}"/>
              </a:ext>
            </a:extLst>
          </p:cNvPr>
          <p:cNvGrpSpPr/>
          <p:nvPr/>
        </p:nvGrpSpPr>
        <p:grpSpPr>
          <a:xfrm>
            <a:off x="9378320" y="4314280"/>
            <a:ext cx="726480" cy="263880"/>
            <a:chOff x="9378320" y="4314280"/>
            <a:chExt cx="72648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E4FD448F-ED9D-A541-74AF-D236C7B986BE}"/>
                    </a:ext>
                  </a:extLst>
                </p14:cNvPr>
                <p14:cNvContentPartPr/>
                <p14:nvPr/>
              </p14:nvContentPartPr>
              <p14:xfrm>
                <a:off x="9378320" y="4401760"/>
                <a:ext cx="189720" cy="1764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E4FD448F-ED9D-A541-74AF-D236C7B986BE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367880" y="4390960"/>
                  <a:ext cx="2109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F1196DD-7F67-D5D9-7023-F7CFAF0E5705}"/>
                    </a:ext>
                  </a:extLst>
                </p14:cNvPr>
                <p14:cNvContentPartPr/>
                <p14:nvPr/>
              </p14:nvContentPartPr>
              <p14:xfrm>
                <a:off x="9573800" y="4389880"/>
                <a:ext cx="208800" cy="1512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F1196DD-7F67-D5D9-7023-F7CFAF0E5705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563360" y="4379080"/>
                  <a:ext cx="2300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00BAC893-3F77-394B-BF16-CFBD2ABD876C}"/>
                    </a:ext>
                  </a:extLst>
                </p14:cNvPr>
                <p14:cNvContentPartPr/>
                <p14:nvPr/>
              </p14:nvContentPartPr>
              <p14:xfrm>
                <a:off x="9834440" y="4314280"/>
                <a:ext cx="270360" cy="20160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00BAC893-3F77-394B-BF16-CFBD2ABD876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824000" y="4303480"/>
                  <a:ext cx="291600" cy="22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A542EF20-65D2-1755-BD0D-956A94CEE37C}"/>
              </a:ext>
            </a:extLst>
          </p:cNvPr>
          <p:cNvGrpSpPr/>
          <p:nvPr/>
        </p:nvGrpSpPr>
        <p:grpSpPr>
          <a:xfrm>
            <a:off x="10452200" y="4230040"/>
            <a:ext cx="623520" cy="254880"/>
            <a:chOff x="10452200" y="4230040"/>
            <a:chExt cx="623520" cy="25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C0A85FCE-3518-DA2D-797B-2028780EB7C7}"/>
                    </a:ext>
                  </a:extLst>
                </p14:cNvPr>
                <p14:cNvContentPartPr/>
                <p14:nvPr/>
              </p14:nvContentPartPr>
              <p14:xfrm>
                <a:off x="10452200" y="4317880"/>
                <a:ext cx="89280" cy="1670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C0A85FCE-3518-DA2D-797B-2028780EB7C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441400" y="4307080"/>
                  <a:ext cx="1105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8A4575BA-73BF-FE9A-FC15-5B399150252E}"/>
                    </a:ext>
                  </a:extLst>
                </p14:cNvPr>
                <p14:cNvContentPartPr/>
                <p14:nvPr/>
              </p14:nvContentPartPr>
              <p14:xfrm>
                <a:off x="10600880" y="4357120"/>
                <a:ext cx="143280" cy="1216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8A4575BA-73BF-FE9A-FC15-5B399150252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590440" y="4346320"/>
                  <a:ext cx="1645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B9E27A2F-2C1C-DFA2-625D-68D51EE4BAB9}"/>
                    </a:ext>
                  </a:extLst>
                </p14:cNvPr>
                <p14:cNvContentPartPr/>
                <p14:nvPr/>
              </p14:nvContentPartPr>
              <p14:xfrm>
                <a:off x="10784480" y="4230040"/>
                <a:ext cx="126720" cy="24948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B9E27A2F-2C1C-DFA2-625D-68D51EE4BAB9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774040" y="4219600"/>
                  <a:ext cx="1479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1E7A8831-6B77-AF78-817A-260E33082892}"/>
                    </a:ext>
                  </a:extLst>
                </p14:cNvPr>
                <p14:cNvContentPartPr/>
                <p14:nvPr/>
              </p14:nvContentPartPr>
              <p14:xfrm>
                <a:off x="11013080" y="4311400"/>
                <a:ext cx="62640" cy="1173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1E7A8831-6B77-AF78-817A-260E33082892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1002640" y="4300600"/>
                  <a:ext cx="83880" cy="13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8E193CDB-2F8C-D444-E530-2C6976A7B510}"/>
                  </a:ext>
                </a:extLst>
              </p14:cNvPr>
              <p14:cNvContentPartPr/>
              <p14:nvPr/>
            </p14:nvContentPartPr>
            <p14:xfrm>
              <a:off x="11261840" y="4369000"/>
              <a:ext cx="62640" cy="77040"/>
            </p14:xfrm>
          </p:contentPart>
        </mc:Choice>
        <mc:Fallback xmlns=""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8E193CDB-2F8C-D444-E530-2C6976A7B510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11251400" y="4358560"/>
                <a:ext cx="83880" cy="9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0" name="Group 499">
            <a:extLst>
              <a:ext uri="{FF2B5EF4-FFF2-40B4-BE49-F238E27FC236}">
                <a16:creationId xmlns:a16="http://schemas.microsoft.com/office/drawing/2014/main" id="{88F51429-CC17-223B-E30D-113819BE7A12}"/>
              </a:ext>
            </a:extLst>
          </p:cNvPr>
          <p:cNvGrpSpPr/>
          <p:nvPr/>
        </p:nvGrpSpPr>
        <p:grpSpPr>
          <a:xfrm>
            <a:off x="270320" y="4772560"/>
            <a:ext cx="6225480" cy="1931040"/>
            <a:chOff x="270320" y="4772560"/>
            <a:chExt cx="6225480" cy="193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EA979FF9-5E2F-DCF2-EC2A-3E8F4821747F}"/>
                    </a:ext>
                  </a:extLst>
                </p14:cNvPr>
                <p14:cNvContentPartPr/>
                <p14:nvPr/>
              </p14:nvContentPartPr>
              <p14:xfrm>
                <a:off x="450680" y="5041840"/>
                <a:ext cx="20520" cy="24948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EA979FF9-5E2F-DCF2-EC2A-3E8F4821747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39880" y="5031400"/>
                  <a:ext cx="417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C0887DF6-3E64-E2FC-285A-E4A6B25CB989}"/>
                    </a:ext>
                  </a:extLst>
                </p14:cNvPr>
                <p14:cNvContentPartPr/>
                <p14:nvPr/>
              </p14:nvContentPartPr>
              <p14:xfrm>
                <a:off x="270320" y="5027800"/>
                <a:ext cx="357120" cy="306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C0887DF6-3E64-E2FC-285A-E4A6B25CB989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59520" y="5017360"/>
                  <a:ext cx="3783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021035CB-2909-B32E-44F6-715F2D30D54F}"/>
                    </a:ext>
                  </a:extLst>
                </p14:cNvPr>
                <p14:cNvContentPartPr/>
                <p14:nvPr/>
              </p14:nvContentPartPr>
              <p14:xfrm>
                <a:off x="277880" y="5296720"/>
                <a:ext cx="406440" cy="424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021035CB-2909-B32E-44F6-715F2D30D54F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67080" y="5285920"/>
                  <a:ext cx="4276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976E6F98-63A3-A782-564C-56D7CAE1F2BC}"/>
                    </a:ext>
                  </a:extLst>
                </p14:cNvPr>
                <p14:cNvContentPartPr/>
                <p14:nvPr/>
              </p14:nvContentPartPr>
              <p14:xfrm>
                <a:off x="701600" y="5097280"/>
                <a:ext cx="297720" cy="1504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976E6F98-63A3-A782-564C-56D7CAE1F2B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90800" y="5086840"/>
                  <a:ext cx="318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BBE9C5E6-C9CF-1DFA-7512-4E9D3894C915}"/>
                    </a:ext>
                  </a:extLst>
                </p14:cNvPr>
                <p14:cNvContentPartPr/>
                <p14:nvPr/>
              </p14:nvContentPartPr>
              <p14:xfrm>
                <a:off x="1101200" y="5072440"/>
                <a:ext cx="110520" cy="2358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BBE9C5E6-C9CF-1DFA-7512-4E9D3894C91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90760" y="5062000"/>
                  <a:ext cx="1317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F28B947A-6FC0-05E6-78D7-45CA839B92BF}"/>
                    </a:ext>
                  </a:extLst>
                </p14:cNvPr>
                <p14:cNvContentPartPr/>
                <p14:nvPr/>
              </p14:nvContentPartPr>
              <p14:xfrm>
                <a:off x="1238720" y="5110600"/>
                <a:ext cx="126000" cy="9576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F28B947A-6FC0-05E6-78D7-45CA839B92BF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227920" y="5099800"/>
                  <a:ext cx="1472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050AE740-476A-6924-9408-75AA460ABB31}"/>
                    </a:ext>
                  </a:extLst>
                </p14:cNvPr>
                <p14:cNvContentPartPr/>
                <p14:nvPr/>
              </p14:nvContentPartPr>
              <p14:xfrm>
                <a:off x="1506560" y="5069560"/>
                <a:ext cx="104400" cy="946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050AE740-476A-6924-9408-75AA460ABB31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495760" y="5058760"/>
                  <a:ext cx="1256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7187E41E-A672-3DE9-B894-BB04BC73A879}"/>
                    </a:ext>
                  </a:extLst>
                </p14:cNvPr>
                <p14:cNvContentPartPr/>
                <p14:nvPr/>
              </p14:nvContentPartPr>
              <p14:xfrm>
                <a:off x="1685480" y="4858240"/>
                <a:ext cx="38520" cy="2984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7187E41E-A672-3DE9-B894-BB04BC73A879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674680" y="4847440"/>
                  <a:ext cx="597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89B31DA-0BB6-E8FA-EF49-F4761256A64E}"/>
                    </a:ext>
                  </a:extLst>
                </p14:cNvPr>
                <p14:cNvContentPartPr/>
                <p14:nvPr/>
              </p14:nvContentPartPr>
              <p14:xfrm>
                <a:off x="1618160" y="4991800"/>
                <a:ext cx="190800" cy="208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89B31DA-0BB6-E8FA-EF49-F4761256A64E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607720" y="4981000"/>
                  <a:ext cx="212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6B6B1C19-2DA2-2089-11BC-F9D2EF1C1FB3}"/>
                    </a:ext>
                  </a:extLst>
                </p14:cNvPr>
                <p14:cNvContentPartPr/>
                <p14:nvPr/>
              </p14:nvContentPartPr>
              <p14:xfrm>
                <a:off x="1840640" y="4980640"/>
                <a:ext cx="322200" cy="1580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6B6B1C19-2DA2-2089-11BC-F9D2EF1C1FB3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830200" y="4969840"/>
                  <a:ext cx="3434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318772AD-94AD-27B2-92AA-0A2A2EBEB839}"/>
                    </a:ext>
                  </a:extLst>
                </p14:cNvPr>
                <p14:cNvContentPartPr/>
                <p14:nvPr/>
              </p14:nvContentPartPr>
              <p14:xfrm>
                <a:off x="2233760" y="4772560"/>
                <a:ext cx="68760" cy="2937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318772AD-94AD-27B2-92AA-0A2A2EBEB839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223320" y="4761760"/>
                  <a:ext cx="900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6B20A8C5-3859-4628-1CF9-9012D4168DA3}"/>
                    </a:ext>
                  </a:extLst>
                </p14:cNvPr>
                <p14:cNvContentPartPr/>
                <p14:nvPr/>
              </p14:nvContentPartPr>
              <p14:xfrm>
                <a:off x="2203520" y="4917280"/>
                <a:ext cx="180720" cy="39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6B20A8C5-3859-4628-1CF9-9012D4168DA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192720" y="4906480"/>
                  <a:ext cx="2019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DDBB446D-CAAD-D0AC-F335-AB4B80588455}"/>
                    </a:ext>
                  </a:extLst>
                </p14:cNvPr>
                <p14:cNvContentPartPr/>
                <p14:nvPr/>
              </p14:nvContentPartPr>
              <p14:xfrm>
                <a:off x="2518160" y="4968400"/>
                <a:ext cx="97560" cy="507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DDBB446D-CAAD-D0AC-F335-AB4B80588455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507720" y="4957600"/>
                  <a:ext cx="1188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1461271E-8AA5-2DB8-F63A-D0E26C846973}"/>
                    </a:ext>
                  </a:extLst>
                </p14:cNvPr>
                <p14:cNvContentPartPr/>
                <p14:nvPr/>
              </p14:nvContentPartPr>
              <p14:xfrm>
                <a:off x="2454800" y="4784080"/>
                <a:ext cx="124560" cy="6768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1461271E-8AA5-2DB8-F63A-D0E26C846973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444000" y="4773280"/>
                  <a:ext cx="145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C8DA8F38-9F34-72EC-9D5C-14FABDB5B965}"/>
                    </a:ext>
                  </a:extLst>
                </p14:cNvPr>
                <p14:cNvContentPartPr/>
                <p14:nvPr/>
              </p14:nvContentPartPr>
              <p14:xfrm>
                <a:off x="389120" y="5554840"/>
                <a:ext cx="168120" cy="2433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C8DA8F38-9F34-72EC-9D5C-14FABDB5B96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78680" y="5544400"/>
                  <a:ext cx="1893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89B3B02F-04F9-0DD6-902F-AF75468DAC34}"/>
                    </a:ext>
                  </a:extLst>
                </p14:cNvPr>
                <p14:cNvContentPartPr/>
                <p14:nvPr/>
              </p14:nvContentPartPr>
              <p14:xfrm>
                <a:off x="650840" y="5569600"/>
                <a:ext cx="87480" cy="16704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89B3B02F-04F9-0DD6-902F-AF75468DAC3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40040" y="5559160"/>
                  <a:ext cx="1087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72069E33-EE43-9BCA-3DC3-0D69A8B9F952}"/>
                    </a:ext>
                  </a:extLst>
                </p14:cNvPr>
                <p14:cNvContentPartPr/>
                <p14:nvPr/>
              </p14:nvContentPartPr>
              <p14:xfrm>
                <a:off x="1132880" y="5520280"/>
                <a:ext cx="107280" cy="1641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72069E33-EE43-9BCA-3DC3-0D69A8B9F952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122080" y="5509480"/>
                  <a:ext cx="1285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FE55582F-BA9C-8F0F-68B9-0A528567AE13}"/>
                    </a:ext>
                  </a:extLst>
                </p14:cNvPr>
                <p14:cNvContentPartPr/>
                <p14:nvPr/>
              </p14:nvContentPartPr>
              <p14:xfrm>
                <a:off x="1309640" y="5510200"/>
                <a:ext cx="124200" cy="14292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FE55582F-BA9C-8F0F-68B9-0A528567AE1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299200" y="5499760"/>
                  <a:ext cx="1454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60014A96-D50C-6C7C-ABDB-AD28E26C459D}"/>
                    </a:ext>
                  </a:extLst>
                </p14:cNvPr>
                <p14:cNvContentPartPr/>
                <p14:nvPr/>
              </p14:nvContentPartPr>
              <p14:xfrm>
                <a:off x="1557680" y="5532160"/>
                <a:ext cx="159840" cy="11448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60014A96-D50C-6C7C-ABDB-AD28E26C459D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547240" y="5521360"/>
                  <a:ext cx="1810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76C98A68-D56B-B36E-CE51-046C3620C42E}"/>
                    </a:ext>
                  </a:extLst>
                </p14:cNvPr>
                <p14:cNvContentPartPr/>
                <p14:nvPr/>
              </p14:nvContentPartPr>
              <p14:xfrm>
                <a:off x="1767920" y="5466640"/>
                <a:ext cx="151560" cy="22644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76C98A68-D56B-B36E-CE51-046C3620C42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757480" y="5455840"/>
                  <a:ext cx="1728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4FD59ECB-9C83-3852-4CEE-8E3565F0C402}"/>
                    </a:ext>
                  </a:extLst>
                </p14:cNvPr>
                <p14:cNvContentPartPr/>
                <p14:nvPr/>
              </p14:nvContentPartPr>
              <p14:xfrm>
                <a:off x="2357960" y="5430280"/>
                <a:ext cx="213840" cy="10188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4FD59ECB-9C83-3852-4CEE-8E3565F0C402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2347160" y="5419840"/>
                  <a:ext cx="2350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6B4ECD43-B87A-FF5D-B175-C47741A0D647}"/>
                    </a:ext>
                  </a:extLst>
                </p14:cNvPr>
                <p14:cNvContentPartPr/>
                <p14:nvPr/>
              </p14:nvContentPartPr>
              <p14:xfrm>
                <a:off x="2594120" y="5302480"/>
                <a:ext cx="137880" cy="22896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6B4ECD43-B87A-FF5D-B175-C47741A0D647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2583680" y="5291680"/>
                  <a:ext cx="1591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B69DDA44-AF2F-AB77-23C5-A2FEFA8AABF3}"/>
                    </a:ext>
                  </a:extLst>
                </p14:cNvPr>
                <p14:cNvContentPartPr/>
                <p14:nvPr/>
              </p14:nvContentPartPr>
              <p14:xfrm>
                <a:off x="2836040" y="5320840"/>
                <a:ext cx="144360" cy="2422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B69DDA44-AF2F-AB77-23C5-A2FEFA8AABF3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2825240" y="5310400"/>
                  <a:ext cx="1656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E0E17043-DD1A-9CB0-FD5D-C9F6137B58C8}"/>
                    </a:ext>
                  </a:extLst>
                </p14:cNvPr>
                <p14:cNvContentPartPr/>
                <p14:nvPr/>
              </p14:nvContentPartPr>
              <p14:xfrm>
                <a:off x="3065360" y="5345680"/>
                <a:ext cx="100440" cy="15192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E0E17043-DD1A-9CB0-FD5D-C9F6137B58C8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054560" y="5335240"/>
                  <a:ext cx="121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C281711F-DA74-65E9-1B74-A27611166DCE}"/>
                    </a:ext>
                  </a:extLst>
                </p14:cNvPr>
                <p14:cNvContentPartPr/>
                <p14:nvPr/>
              </p14:nvContentPartPr>
              <p14:xfrm>
                <a:off x="3211160" y="5337400"/>
                <a:ext cx="90720" cy="13212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C281711F-DA74-65E9-1B74-A27611166DC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3200360" y="5326600"/>
                  <a:ext cx="111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505B3D8F-393F-FF21-ECEA-891EF0EA0C07}"/>
                    </a:ext>
                  </a:extLst>
                </p14:cNvPr>
                <p14:cNvContentPartPr/>
                <p14:nvPr/>
              </p14:nvContentPartPr>
              <p14:xfrm>
                <a:off x="3404120" y="5324080"/>
                <a:ext cx="70200" cy="12024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505B3D8F-393F-FF21-ECEA-891EF0EA0C07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3393320" y="5313640"/>
                  <a:ext cx="91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B2EB247C-ECE9-F57A-EFE8-DF0B4F275785}"/>
                    </a:ext>
                  </a:extLst>
                </p14:cNvPr>
                <p14:cNvContentPartPr/>
                <p14:nvPr/>
              </p14:nvContentPartPr>
              <p14:xfrm>
                <a:off x="3530840" y="5270440"/>
                <a:ext cx="52200" cy="17532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B2EB247C-ECE9-F57A-EFE8-DF0B4F275785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3520040" y="5260000"/>
                  <a:ext cx="734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FA0337D5-CEEC-3B12-1087-AFBEDA746666}"/>
                    </a:ext>
                  </a:extLst>
                </p14:cNvPr>
                <p14:cNvContentPartPr/>
                <p14:nvPr/>
              </p14:nvContentPartPr>
              <p14:xfrm>
                <a:off x="3677360" y="5266480"/>
                <a:ext cx="84600" cy="12888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FA0337D5-CEEC-3B12-1087-AFBEDA746666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3666920" y="5256040"/>
                  <a:ext cx="1058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8EACABF9-4EFA-5E35-B5BB-10A300D25857}"/>
                    </a:ext>
                  </a:extLst>
                </p14:cNvPr>
                <p14:cNvContentPartPr/>
                <p14:nvPr/>
              </p14:nvContentPartPr>
              <p14:xfrm>
                <a:off x="3853400" y="5242000"/>
                <a:ext cx="92880" cy="2019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8EACABF9-4EFA-5E35-B5BB-10A300D25857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842960" y="5231200"/>
                  <a:ext cx="1141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E795CD57-CEF4-33A8-6341-9215FE1D8234}"/>
                    </a:ext>
                  </a:extLst>
                </p14:cNvPr>
                <p14:cNvContentPartPr/>
                <p14:nvPr/>
              </p14:nvContentPartPr>
              <p14:xfrm>
                <a:off x="4213760" y="5374480"/>
                <a:ext cx="19440" cy="14544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E795CD57-CEF4-33A8-6341-9215FE1D8234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4202960" y="5363680"/>
                  <a:ext cx="406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E7B540BE-80C5-5944-3795-B2259D2AB5EE}"/>
                    </a:ext>
                  </a:extLst>
                </p14:cNvPr>
                <p14:cNvContentPartPr/>
                <p14:nvPr/>
              </p14:nvContentPartPr>
              <p14:xfrm>
                <a:off x="4443440" y="5152720"/>
                <a:ext cx="183960" cy="2455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E7B540BE-80C5-5944-3795-B2259D2AB5EE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4433000" y="5142280"/>
                  <a:ext cx="2052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A1562B13-8530-C6A7-0DAD-10F4A2E94A91}"/>
                    </a:ext>
                  </a:extLst>
                </p14:cNvPr>
                <p14:cNvContentPartPr/>
                <p14:nvPr/>
              </p14:nvContentPartPr>
              <p14:xfrm>
                <a:off x="4747280" y="5231560"/>
                <a:ext cx="62280" cy="12060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A1562B13-8530-C6A7-0DAD-10F4A2E94A9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4736480" y="5220760"/>
                  <a:ext cx="835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740236AE-9740-C2E2-0E7E-1A323F28B02B}"/>
                    </a:ext>
                  </a:extLst>
                </p14:cNvPr>
                <p14:cNvContentPartPr/>
                <p14:nvPr/>
              </p14:nvContentPartPr>
              <p14:xfrm>
                <a:off x="4933400" y="5211040"/>
                <a:ext cx="156600" cy="15192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740236AE-9740-C2E2-0E7E-1A323F28B02B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4922600" y="5200240"/>
                  <a:ext cx="1778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F1E0C52C-FDCA-6434-7B90-EA033E69FE9B}"/>
                    </a:ext>
                  </a:extLst>
                </p14:cNvPr>
                <p14:cNvContentPartPr/>
                <p14:nvPr/>
              </p14:nvContentPartPr>
              <p14:xfrm>
                <a:off x="5093240" y="5202040"/>
                <a:ext cx="262800" cy="13212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F1E0C52C-FDCA-6434-7B90-EA033E69FE9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5082440" y="5191240"/>
                  <a:ext cx="2840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10F664B8-3337-CCC3-2619-2CEF42149AC5}"/>
                    </a:ext>
                  </a:extLst>
                </p14:cNvPr>
                <p14:cNvContentPartPr/>
                <p14:nvPr/>
              </p14:nvContentPartPr>
              <p14:xfrm>
                <a:off x="5451800" y="5162080"/>
                <a:ext cx="129240" cy="18828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10F664B8-3337-CCC3-2619-2CEF42149AC5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5441360" y="5151280"/>
                  <a:ext cx="150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5AACD4B8-FF38-3038-A00D-FCF36C723AD4}"/>
                    </a:ext>
                  </a:extLst>
                </p14:cNvPr>
                <p14:cNvContentPartPr/>
                <p14:nvPr/>
              </p14:nvContentPartPr>
              <p14:xfrm>
                <a:off x="5622080" y="5164600"/>
                <a:ext cx="74520" cy="14076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5AACD4B8-FF38-3038-A00D-FCF36C723AD4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5611280" y="5153800"/>
                  <a:ext cx="957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B1D7668F-3942-7CB4-AD0F-6F1837093935}"/>
                    </a:ext>
                  </a:extLst>
                </p14:cNvPr>
                <p14:cNvContentPartPr/>
                <p14:nvPr/>
              </p14:nvContentPartPr>
              <p14:xfrm>
                <a:off x="401720" y="5955880"/>
                <a:ext cx="27720" cy="3009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B1D7668F-3942-7CB4-AD0F-6F1837093935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90920" y="5945080"/>
                  <a:ext cx="489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B8C9BEA3-E3D9-764C-FBE7-50D2C077D0F5}"/>
                    </a:ext>
                  </a:extLst>
                </p14:cNvPr>
                <p14:cNvContentPartPr/>
                <p14:nvPr/>
              </p14:nvContentPartPr>
              <p14:xfrm>
                <a:off x="520880" y="6031480"/>
                <a:ext cx="90720" cy="14760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B8C9BEA3-E3D9-764C-FBE7-50D2C077D0F5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510080" y="6020680"/>
                  <a:ext cx="111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49FDA497-0A65-03D8-523C-9D85822B63B2}"/>
                    </a:ext>
                  </a:extLst>
                </p14:cNvPr>
                <p14:cNvContentPartPr/>
                <p14:nvPr/>
              </p14:nvContentPartPr>
              <p14:xfrm>
                <a:off x="711680" y="5891080"/>
                <a:ext cx="131400" cy="37368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49FDA497-0A65-03D8-523C-9D85822B63B2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701240" y="5880640"/>
                  <a:ext cx="1526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B3194F28-5E27-B880-B837-96F828E49B9F}"/>
                    </a:ext>
                  </a:extLst>
                </p14:cNvPr>
                <p14:cNvContentPartPr/>
                <p14:nvPr/>
              </p14:nvContentPartPr>
              <p14:xfrm>
                <a:off x="910040" y="5920240"/>
                <a:ext cx="16920" cy="24012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B3194F28-5E27-B880-B837-96F828E49B9F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99240" y="5909800"/>
                  <a:ext cx="381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89F92749-BB56-942B-8E3C-293412408BDE}"/>
                    </a:ext>
                  </a:extLst>
                </p14:cNvPr>
                <p14:cNvContentPartPr/>
                <p14:nvPr/>
              </p14:nvContentPartPr>
              <p14:xfrm>
                <a:off x="896000" y="6057400"/>
                <a:ext cx="91800" cy="504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89F92749-BB56-942B-8E3C-293412408BDE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885560" y="6046960"/>
                  <a:ext cx="113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8D363EE3-7DC4-4D7A-50C0-88C1CE61C75B}"/>
                    </a:ext>
                  </a:extLst>
                </p14:cNvPr>
                <p14:cNvContentPartPr/>
                <p14:nvPr/>
              </p14:nvContentPartPr>
              <p14:xfrm>
                <a:off x="1252400" y="5987200"/>
                <a:ext cx="155520" cy="13284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8D363EE3-7DC4-4D7A-50C0-88C1CE61C75B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241600" y="5976400"/>
                  <a:ext cx="1767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F7800AF2-896C-1156-2DDA-B48C25C24808}"/>
                    </a:ext>
                  </a:extLst>
                </p14:cNvPr>
                <p14:cNvContentPartPr/>
                <p14:nvPr/>
              </p14:nvContentPartPr>
              <p14:xfrm>
                <a:off x="1522400" y="5966320"/>
                <a:ext cx="49320" cy="14976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F7800AF2-896C-1156-2DDA-B48C25C24808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511600" y="5955520"/>
                  <a:ext cx="70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FF318EE3-65FA-F3CA-F5A8-A80DD1C531CC}"/>
                    </a:ext>
                  </a:extLst>
                </p14:cNvPr>
                <p14:cNvContentPartPr/>
                <p14:nvPr/>
              </p14:nvContentPartPr>
              <p14:xfrm>
                <a:off x="1635440" y="5805040"/>
                <a:ext cx="115200" cy="29520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FF318EE3-65FA-F3CA-F5A8-A80DD1C531CC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624640" y="5794600"/>
                  <a:ext cx="1364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5468F435-D965-CDC3-7790-1CF8C1C47D0C}"/>
                    </a:ext>
                  </a:extLst>
                </p14:cNvPr>
                <p14:cNvContentPartPr/>
                <p14:nvPr/>
              </p14:nvContentPartPr>
              <p14:xfrm>
                <a:off x="2044760" y="5917360"/>
                <a:ext cx="87840" cy="1404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5468F435-D965-CDC3-7790-1CF8C1C47D0C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2033960" y="5906920"/>
                  <a:ext cx="1090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D4C1E92B-E19C-F465-CFA6-F89ACFC88CB0}"/>
                    </a:ext>
                  </a:extLst>
                </p14:cNvPr>
                <p14:cNvContentPartPr/>
                <p14:nvPr/>
              </p14:nvContentPartPr>
              <p14:xfrm>
                <a:off x="2211080" y="5946880"/>
                <a:ext cx="7920" cy="9396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D4C1E92B-E19C-F465-CFA6-F89ACFC88CB0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2200280" y="5936080"/>
                  <a:ext cx="291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7FC43CC2-1B5A-A49F-651B-76283EC7375E}"/>
                    </a:ext>
                  </a:extLst>
                </p14:cNvPr>
                <p14:cNvContentPartPr/>
                <p14:nvPr/>
              </p14:nvContentPartPr>
              <p14:xfrm>
                <a:off x="2214680" y="5847160"/>
                <a:ext cx="360" cy="36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7FC43CC2-1B5A-A49F-651B-76283EC7375E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2204240" y="58367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1FE5E576-9E10-05EC-1646-0F92378ED2BB}"/>
                    </a:ext>
                  </a:extLst>
                </p14:cNvPr>
                <p14:cNvContentPartPr/>
                <p14:nvPr/>
              </p14:nvContentPartPr>
              <p14:xfrm>
                <a:off x="2350400" y="5882800"/>
                <a:ext cx="99000" cy="15012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1FE5E576-9E10-05EC-1646-0F92378ED2BB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2339960" y="5872000"/>
                  <a:ext cx="1202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A3BD4DA9-E5B9-03B3-9165-A01AA2F542E7}"/>
                    </a:ext>
                  </a:extLst>
                </p14:cNvPr>
                <p14:cNvContentPartPr/>
                <p14:nvPr/>
              </p14:nvContentPartPr>
              <p14:xfrm>
                <a:off x="2464880" y="5775520"/>
                <a:ext cx="129960" cy="23472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A3BD4DA9-E5B9-03B3-9165-A01AA2F542E7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2454080" y="5764720"/>
                  <a:ext cx="1512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CDE7F077-BE20-8368-250A-5F6336C9B94F}"/>
                    </a:ext>
                  </a:extLst>
                </p14:cNvPr>
                <p14:cNvContentPartPr/>
                <p14:nvPr/>
              </p14:nvContentPartPr>
              <p14:xfrm>
                <a:off x="2661440" y="5792440"/>
                <a:ext cx="65160" cy="21888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CDE7F077-BE20-8368-250A-5F6336C9B94F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2651000" y="5782000"/>
                  <a:ext cx="864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27EB10B5-ABC5-2BA4-EA31-8B9390FED89C}"/>
                    </a:ext>
                  </a:extLst>
                </p14:cNvPr>
                <p14:cNvContentPartPr/>
                <p14:nvPr/>
              </p14:nvContentPartPr>
              <p14:xfrm>
                <a:off x="2604560" y="5837080"/>
                <a:ext cx="184320" cy="3132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27EB10B5-ABC5-2BA4-EA31-8B9390FED89C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593760" y="5826280"/>
                  <a:ext cx="2055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11EBF65A-F449-57BD-7C45-8D6A7C96AFC3}"/>
                    </a:ext>
                  </a:extLst>
                </p14:cNvPr>
                <p14:cNvContentPartPr/>
                <p14:nvPr/>
              </p14:nvContentPartPr>
              <p14:xfrm>
                <a:off x="3104960" y="5839960"/>
                <a:ext cx="229680" cy="14364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11EBF65A-F449-57BD-7C45-8D6A7C96AFC3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094160" y="5829160"/>
                  <a:ext cx="2509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145D215D-3DF9-50F9-FFCD-03519C89A04B}"/>
                    </a:ext>
                  </a:extLst>
                </p14:cNvPr>
                <p14:cNvContentPartPr/>
                <p14:nvPr/>
              </p14:nvContentPartPr>
              <p14:xfrm>
                <a:off x="3411680" y="5817280"/>
                <a:ext cx="60120" cy="14364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145D215D-3DF9-50F9-FFCD-03519C89A04B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3401240" y="5806480"/>
                  <a:ext cx="81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100075C8-BDD0-19B0-CAFA-559444042514}"/>
                    </a:ext>
                  </a:extLst>
                </p14:cNvPr>
                <p14:cNvContentPartPr/>
                <p14:nvPr/>
              </p14:nvContentPartPr>
              <p14:xfrm>
                <a:off x="3528680" y="5806840"/>
                <a:ext cx="72360" cy="17208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100075C8-BDD0-19B0-CAFA-559444042514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3518240" y="5796400"/>
                  <a:ext cx="936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E8CD9325-432A-66AB-99BA-A22BD783A747}"/>
                    </a:ext>
                  </a:extLst>
                </p14:cNvPr>
                <p14:cNvContentPartPr/>
                <p14:nvPr/>
              </p14:nvContentPartPr>
              <p14:xfrm>
                <a:off x="3971480" y="5801440"/>
                <a:ext cx="73800" cy="2048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E8CD9325-432A-66AB-99BA-A22BD783A747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3960680" y="5790640"/>
                  <a:ext cx="950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34E4BCB2-EE91-E327-3BF5-79898548E402}"/>
                    </a:ext>
                  </a:extLst>
                </p14:cNvPr>
                <p14:cNvContentPartPr/>
                <p14:nvPr/>
              </p14:nvContentPartPr>
              <p14:xfrm>
                <a:off x="4084520" y="5805040"/>
                <a:ext cx="116280" cy="954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34E4BCB2-EE91-E327-3BF5-79898548E402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073720" y="5794600"/>
                  <a:ext cx="1375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5F02233F-7256-4FBA-8C81-D3DA14C5B1CA}"/>
                    </a:ext>
                  </a:extLst>
                </p14:cNvPr>
                <p14:cNvContentPartPr/>
                <p14:nvPr/>
              </p14:nvContentPartPr>
              <p14:xfrm>
                <a:off x="4306640" y="5793520"/>
                <a:ext cx="7920" cy="1324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5F02233F-7256-4FBA-8C81-D3DA14C5B1CA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295840" y="5783080"/>
                  <a:ext cx="291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40E6D0BA-A3E1-7275-914D-F092AA4EFAD8}"/>
                    </a:ext>
                  </a:extLst>
                </p14:cNvPr>
                <p14:cNvContentPartPr/>
                <p14:nvPr/>
              </p14:nvContentPartPr>
              <p14:xfrm>
                <a:off x="4277480" y="5704240"/>
                <a:ext cx="79920" cy="4464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40E6D0BA-A3E1-7275-914D-F092AA4EFAD8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4266680" y="5693800"/>
                  <a:ext cx="101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0B0CFCFD-75B3-D55E-7DA6-24BBF988F04B}"/>
                    </a:ext>
                  </a:extLst>
                </p14:cNvPr>
                <p14:cNvContentPartPr/>
                <p14:nvPr/>
              </p14:nvContentPartPr>
              <p14:xfrm>
                <a:off x="4409240" y="5703880"/>
                <a:ext cx="105840" cy="18828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0B0CFCFD-75B3-D55E-7DA6-24BBF988F04B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398800" y="5693440"/>
                  <a:ext cx="127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7F5809BC-D8FE-3A55-AFEC-2D66F0565D77}"/>
                    </a:ext>
                  </a:extLst>
                </p14:cNvPr>
                <p14:cNvContentPartPr/>
                <p14:nvPr/>
              </p14:nvContentPartPr>
              <p14:xfrm>
                <a:off x="4613720" y="5614240"/>
                <a:ext cx="49680" cy="30636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7F5809BC-D8FE-3A55-AFEC-2D66F0565D77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4602920" y="5603800"/>
                  <a:ext cx="709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3ED32672-57CA-117D-3C33-C3CC16785A26}"/>
                    </a:ext>
                  </a:extLst>
                </p14:cNvPr>
                <p14:cNvContentPartPr/>
                <p14:nvPr/>
              </p14:nvContentPartPr>
              <p14:xfrm>
                <a:off x="4604720" y="5797120"/>
                <a:ext cx="84240" cy="1620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3ED32672-57CA-117D-3C33-C3CC16785A26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594280" y="5786320"/>
                  <a:ext cx="105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5DD9B408-A797-5C6B-A762-F69B600E6B4E}"/>
                    </a:ext>
                  </a:extLst>
                </p14:cNvPr>
                <p14:cNvContentPartPr/>
                <p14:nvPr/>
              </p14:nvContentPartPr>
              <p14:xfrm>
                <a:off x="4755200" y="5717560"/>
                <a:ext cx="56880" cy="16776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5DD9B408-A797-5C6B-A762-F69B600E6B4E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4744400" y="5707120"/>
                  <a:ext cx="781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E348099B-01B2-A8B6-DF12-F17558F63654}"/>
                    </a:ext>
                  </a:extLst>
                </p14:cNvPr>
                <p14:cNvContentPartPr/>
                <p14:nvPr/>
              </p14:nvContentPartPr>
              <p14:xfrm>
                <a:off x="4930880" y="5698480"/>
                <a:ext cx="70200" cy="10584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E348099B-01B2-A8B6-DF12-F17558F63654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4920440" y="5687680"/>
                  <a:ext cx="91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91A00C6E-4AEC-78D3-852D-FBBA18E25286}"/>
                    </a:ext>
                  </a:extLst>
                </p14:cNvPr>
                <p14:cNvContentPartPr/>
                <p14:nvPr/>
              </p14:nvContentPartPr>
              <p14:xfrm>
                <a:off x="5099720" y="5690920"/>
                <a:ext cx="71280" cy="18432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91A00C6E-4AEC-78D3-852D-FBBA18E25286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089280" y="5680120"/>
                  <a:ext cx="925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C37272F3-8692-2980-4818-92AAB3C972C0}"/>
                    </a:ext>
                  </a:extLst>
                </p14:cNvPr>
                <p14:cNvContentPartPr/>
                <p14:nvPr/>
              </p14:nvContentPartPr>
              <p14:xfrm>
                <a:off x="5240840" y="5794600"/>
                <a:ext cx="32040" cy="13176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C37272F3-8692-2980-4818-92AAB3C972C0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5230040" y="5784160"/>
                  <a:ext cx="532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66AB345F-2D5D-6B04-89BC-DD189714ACD2}"/>
                    </a:ext>
                  </a:extLst>
                </p14:cNvPr>
                <p14:cNvContentPartPr/>
                <p14:nvPr/>
              </p14:nvContentPartPr>
              <p14:xfrm>
                <a:off x="5608760" y="5705680"/>
                <a:ext cx="189360" cy="14580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66AB345F-2D5D-6B04-89BC-DD189714ACD2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5598320" y="5694880"/>
                  <a:ext cx="2106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1E4015B4-F2CF-2F28-AFC7-4138D2EA0A5B}"/>
                    </a:ext>
                  </a:extLst>
                </p14:cNvPr>
                <p14:cNvContentPartPr/>
                <p14:nvPr/>
              </p14:nvContentPartPr>
              <p14:xfrm>
                <a:off x="5893160" y="5686240"/>
                <a:ext cx="38520" cy="17532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1E4015B4-F2CF-2F28-AFC7-4138D2EA0A5B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882360" y="5675440"/>
                  <a:ext cx="597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79B065E1-0E71-CAB6-917E-D724C7442106}"/>
                    </a:ext>
                  </a:extLst>
                </p14:cNvPr>
                <p14:cNvContentPartPr/>
                <p14:nvPr/>
              </p14:nvContentPartPr>
              <p14:xfrm>
                <a:off x="406040" y="6396160"/>
                <a:ext cx="120960" cy="25236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79B065E1-0E71-CAB6-917E-D724C7442106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395240" y="6385360"/>
                  <a:ext cx="1422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9143BFD2-F5C7-AF8D-9A5D-163DC98FD726}"/>
                    </a:ext>
                  </a:extLst>
                </p14:cNvPr>
                <p14:cNvContentPartPr/>
                <p14:nvPr/>
              </p14:nvContentPartPr>
              <p14:xfrm>
                <a:off x="582440" y="6526480"/>
                <a:ext cx="91080" cy="10584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9143BFD2-F5C7-AF8D-9A5D-163DC98FD726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72000" y="6516040"/>
                  <a:ext cx="1123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BF4760FE-4B34-458F-298A-BEC1393054BC}"/>
                    </a:ext>
                  </a:extLst>
                </p14:cNvPr>
                <p14:cNvContentPartPr/>
                <p14:nvPr/>
              </p14:nvContentPartPr>
              <p14:xfrm>
                <a:off x="742280" y="6504160"/>
                <a:ext cx="115920" cy="903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BF4760FE-4B34-458F-298A-BEC1393054BC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731840" y="6493720"/>
                  <a:ext cx="1371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3AE67189-4F28-398C-6E40-5FAFE61ED38C}"/>
                    </a:ext>
                  </a:extLst>
                </p14:cNvPr>
                <p14:cNvContentPartPr/>
                <p14:nvPr/>
              </p14:nvContentPartPr>
              <p14:xfrm>
                <a:off x="876920" y="6375280"/>
                <a:ext cx="77760" cy="11016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3AE67189-4F28-398C-6E40-5FAFE61ED38C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866480" y="6364480"/>
                  <a:ext cx="990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B5F916EF-2AE2-D6E4-146A-4068CE482243}"/>
                    </a:ext>
                  </a:extLst>
                </p14:cNvPr>
                <p14:cNvContentPartPr/>
                <p14:nvPr/>
              </p14:nvContentPartPr>
              <p14:xfrm>
                <a:off x="1064840" y="6372760"/>
                <a:ext cx="11880" cy="24840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B5F916EF-2AE2-D6E4-146A-4068CE482243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054040" y="6362320"/>
                  <a:ext cx="331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46E3E136-5BF3-C4E4-14BE-89E78838ABB8}"/>
                    </a:ext>
                  </a:extLst>
                </p14:cNvPr>
                <p14:cNvContentPartPr/>
                <p14:nvPr/>
              </p14:nvContentPartPr>
              <p14:xfrm>
                <a:off x="1011560" y="6544840"/>
                <a:ext cx="143640" cy="648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46E3E136-5BF3-C4E4-14BE-89E78838ABB8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000760" y="6534400"/>
                  <a:ext cx="164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6598129F-A68B-6DAD-5782-ED48D1E60512}"/>
                    </a:ext>
                  </a:extLst>
                </p14:cNvPr>
                <p14:cNvContentPartPr/>
                <p14:nvPr/>
              </p14:nvContentPartPr>
              <p14:xfrm>
                <a:off x="1483520" y="6452680"/>
                <a:ext cx="103320" cy="18576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6598129F-A68B-6DAD-5782-ED48D1E60512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473080" y="6441880"/>
                  <a:ext cx="1245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FF5F91EE-13D1-0412-C137-5C77E351E0CB}"/>
                    </a:ext>
                  </a:extLst>
                </p14:cNvPr>
                <p14:cNvContentPartPr/>
                <p14:nvPr/>
              </p14:nvContentPartPr>
              <p14:xfrm>
                <a:off x="1657400" y="6484720"/>
                <a:ext cx="135000" cy="14868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FF5F91EE-13D1-0412-C137-5C77E351E0CB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646960" y="6474280"/>
                  <a:ext cx="1562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BCB77275-5EA2-3208-826C-3FFD62ACF86F}"/>
                    </a:ext>
                  </a:extLst>
                </p14:cNvPr>
                <p14:cNvContentPartPr/>
                <p14:nvPr/>
              </p14:nvContentPartPr>
              <p14:xfrm>
                <a:off x="1862960" y="6464200"/>
                <a:ext cx="116280" cy="15156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BCB77275-5EA2-3208-826C-3FFD62ACF86F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852160" y="6453760"/>
                  <a:ext cx="137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36DD557A-755B-6EEC-E6BF-5C18E27AC894}"/>
                    </a:ext>
                  </a:extLst>
                </p14:cNvPr>
                <p14:cNvContentPartPr/>
                <p14:nvPr/>
              </p14:nvContentPartPr>
              <p14:xfrm>
                <a:off x="2026400" y="6440080"/>
                <a:ext cx="110520" cy="26352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36DD557A-755B-6EEC-E6BF-5C18E27AC894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015960" y="6429280"/>
                  <a:ext cx="1317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635BFBB4-E2E3-70A1-1E78-20883B77C2E1}"/>
                    </a:ext>
                  </a:extLst>
                </p14:cNvPr>
                <p14:cNvContentPartPr/>
                <p14:nvPr/>
              </p14:nvContentPartPr>
              <p14:xfrm>
                <a:off x="2450840" y="6289600"/>
                <a:ext cx="127440" cy="26208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635BFBB4-E2E3-70A1-1E78-20883B77C2E1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440400" y="6278800"/>
                  <a:ext cx="1486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67F47C69-3671-9488-7A15-E070CE8A5A33}"/>
                    </a:ext>
                  </a:extLst>
                </p14:cNvPr>
                <p14:cNvContentPartPr/>
                <p14:nvPr/>
              </p14:nvContentPartPr>
              <p14:xfrm>
                <a:off x="2401520" y="6442600"/>
                <a:ext cx="96840" cy="2772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67F47C69-3671-9488-7A15-E070CE8A5A33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2390720" y="6431800"/>
                  <a:ext cx="1180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6CFBCF43-6FE9-2190-6553-DA00E9556467}"/>
                    </a:ext>
                  </a:extLst>
                </p14:cNvPr>
                <p14:cNvContentPartPr/>
                <p14:nvPr/>
              </p14:nvContentPartPr>
              <p14:xfrm>
                <a:off x="2558840" y="6286000"/>
                <a:ext cx="174240" cy="23652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6CFBCF43-6FE9-2190-6553-DA00E9556467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2548040" y="6275200"/>
                  <a:ext cx="1954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65949ED9-4702-CDB8-EA76-9F77E3D138FD}"/>
                    </a:ext>
                  </a:extLst>
                </p14:cNvPr>
                <p14:cNvContentPartPr/>
                <p14:nvPr/>
              </p14:nvContentPartPr>
              <p14:xfrm>
                <a:off x="2780960" y="6386440"/>
                <a:ext cx="29520" cy="14796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65949ED9-4702-CDB8-EA76-9F77E3D138FD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2770160" y="6375640"/>
                  <a:ext cx="507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4D7CAFC4-8DF9-0C6A-D539-41BF5B47261B}"/>
                    </a:ext>
                  </a:extLst>
                </p14:cNvPr>
                <p14:cNvContentPartPr/>
                <p14:nvPr/>
              </p14:nvContentPartPr>
              <p14:xfrm>
                <a:off x="2943320" y="6383200"/>
                <a:ext cx="14400" cy="17856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4D7CAFC4-8DF9-0C6A-D539-41BF5B47261B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2932520" y="6372400"/>
                  <a:ext cx="356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F80D3B7C-E8A7-C3CE-D845-A76774A6B451}"/>
                    </a:ext>
                  </a:extLst>
                </p14:cNvPr>
                <p14:cNvContentPartPr/>
                <p14:nvPr/>
              </p14:nvContentPartPr>
              <p14:xfrm>
                <a:off x="2936120" y="6288880"/>
                <a:ext cx="70920" cy="7164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F80D3B7C-E8A7-C3CE-D845-A76774A6B451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2925680" y="6278080"/>
                  <a:ext cx="921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68D4A767-BA9E-A942-D0F8-9F7C49274B9F}"/>
                    </a:ext>
                  </a:extLst>
                </p14:cNvPr>
                <p14:cNvContentPartPr/>
                <p14:nvPr/>
              </p14:nvContentPartPr>
              <p14:xfrm>
                <a:off x="3130160" y="6376720"/>
                <a:ext cx="86760" cy="16524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68D4A767-BA9E-A942-D0F8-9F7C49274B9F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3119360" y="6366280"/>
                  <a:ext cx="1080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6FD87394-0E8D-BAD5-90DD-1EDC758A45E0}"/>
                    </a:ext>
                  </a:extLst>
                </p14:cNvPr>
                <p14:cNvContentPartPr/>
                <p14:nvPr/>
              </p14:nvContentPartPr>
              <p14:xfrm>
                <a:off x="3319520" y="6362680"/>
                <a:ext cx="43920" cy="22968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6FD87394-0E8D-BAD5-90DD-1EDC758A45E0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3309080" y="6351880"/>
                  <a:ext cx="651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BF08D166-ACBE-0449-FF15-EB920076CECA}"/>
                    </a:ext>
                  </a:extLst>
                </p14:cNvPr>
                <p14:cNvContentPartPr/>
                <p14:nvPr/>
              </p14:nvContentPartPr>
              <p14:xfrm>
                <a:off x="3642800" y="6359080"/>
                <a:ext cx="123480" cy="18792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BF08D166-ACBE-0449-FF15-EB920076CECA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3632000" y="6348640"/>
                  <a:ext cx="1447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DAD62BD9-A657-EADA-04A0-2F7DE9845297}"/>
                    </a:ext>
                  </a:extLst>
                </p14:cNvPr>
                <p14:cNvContentPartPr/>
                <p14:nvPr/>
              </p14:nvContentPartPr>
              <p14:xfrm>
                <a:off x="3857360" y="6205720"/>
                <a:ext cx="270360" cy="31824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DAD62BD9-A657-EADA-04A0-2F7DE9845297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3846920" y="6194920"/>
                  <a:ext cx="2916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AE5240F0-6BB0-8F21-2806-8B641F87CC78}"/>
                    </a:ext>
                  </a:extLst>
                </p14:cNvPr>
                <p14:cNvContentPartPr/>
                <p14:nvPr/>
              </p14:nvContentPartPr>
              <p14:xfrm>
                <a:off x="4179560" y="6331720"/>
                <a:ext cx="80280" cy="17100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AE5240F0-6BB0-8F21-2806-8B641F87CC78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4169120" y="6320920"/>
                  <a:ext cx="1015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664E612E-2915-0085-99DE-2C54C96D3109}"/>
                    </a:ext>
                  </a:extLst>
                </p14:cNvPr>
                <p14:cNvContentPartPr/>
                <p14:nvPr/>
              </p14:nvContentPartPr>
              <p14:xfrm>
                <a:off x="4349120" y="6308680"/>
                <a:ext cx="67320" cy="16272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664E612E-2915-0085-99DE-2C54C96D3109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4338680" y="6298240"/>
                  <a:ext cx="885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53897FC1-0C33-FA0F-10E5-792937B7474A}"/>
                    </a:ext>
                  </a:extLst>
                </p14:cNvPr>
                <p14:cNvContentPartPr/>
                <p14:nvPr/>
              </p14:nvContentPartPr>
              <p14:xfrm>
                <a:off x="4481960" y="6282400"/>
                <a:ext cx="101880" cy="20268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53897FC1-0C33-FA0F-10E5-792937B7474A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4471160" y="6271960"/>
                  <a:ext cx="123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C2831D62-FC44-ADF1-3917-34BA2A560295}"/>
                    </a:ext>
                  </a:extLst>
                </p14:cNvPr>
                <p14:cNvContentPartPr/>
                <p14:nvPr/>
              </p14:nvContentPartPr>
              <p14:xfrm>
                <a:off x="4950680" y="6324880"/>
                <a:ext cx="101880" cy="12636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C2831D62-FC44-ADF1-3917-34BA2A560295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4939880" y="6314080"/>
                  <a:ext cx="123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B0C9E894-CAD8-C989-15B3-6B16405D2690}"/>
                    </a:ext>
                  </a:extLst>
                </p14:cNvPr>
                <p14:cNvContentPartPr/>
                <p14:nvPr/>
              </p14:nvContentPartPr>
              <p14:xfrm>
                <a:off x="5127800" y="6264400"/>
                <a:ext cx="97920" cy="13536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B0C9E894-CAD8-C989-15B3-6B16405D2690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5117000" y="6253960"/>
                  <a:ext cx="1191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092806EB-E1FF-FF9F-D2F6-AC66BB65B2D9}"/>
                    </a:ext>
                  </a:extLst>
                </p14:cNvPr>
                <p14:cNvContentPartPr/>
                <p14:nvPr/>
              </p14:nvContentPartPr>
              <p14:xfrm>
                <a:off x="5267840" y="6136240"/>
                <a:ext cx="34200" cy="29484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092806EB-E1FF-FF9F-D2F6-AC66BB65B2D9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257040" y="6125800"/>
                  <a:ext cx="554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ACC2647C-445C-B188-D4CA-7A73B5D9F8E9}"/>
                    </a:ext>
                  </a:extLst>
                </p14:cNvPr>
                <p14:cNvContentPartPr/>
                <p14:nvPr/>
              </p14:nvContentPartPr>
              <p14:xfrm>
                <a:off x="5324360" y="6275560"/>
                <a:ext cx="119880" cy="20880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ACC2647C-445C-B188-D4CA-7A73B5D9F8E9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5313920" y="6265120"/>
                  <a:ext cx="141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9688B11F-AB6C-7199-E78F-07F9F2A603F6}"/>
                    </a:ext>
                  </a:extLst>
                </p14:cNvPr>
                <p14:cNvContentPartPr/>
                <p14:nvPr/>
              </p14:nvContentPartPr>
              <p14:xfrm>
                <a:off x="5762480" y="5175400"/>
                <a:ext cx="733320" cy="118080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9688B11F-AB6C-7199-E78F-07F9F2A603F6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5751680" y="5164600"/>
                  <a:ext cx="754560" cy="12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4E5D5A5B-F70D-0B8B-C8C7-7F92ED97909B}"/>
              </a:ext>
            </a:extLst>
          </p:cNvPr>
          <p:cNvGrpSpPr/>
          <p:nvPr/>
        </p:nvGrpSpPr>
        <p:grpSpPr>
          <a:xfrm>
            <a:off x="6746000" y="4962640"/>
            <a:ext cx="362160" cy="235080"/>
            <a:chOff x="6746000" y="4962640"/>
            <a:chExt cx="36216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DD65062B-45A0-6C69-A95B-97B43D17AF33}"/>
                    </a:ext>
                  </a:extLst>
                </p14:cNvPr>
                <p14:cNvContentPartPr/>
                <p14:nvPr/>
              </p14:nvContentPartPr>
              <p14:xfrm>
                <a:off x="6746000" y="4962640"/>
                <a:ext cx="135000" cy="17784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DD65062B-45A0-6C69-A95B-97B43D17AF33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6735560" y="4952200"/>
                  <a:ext cx="1562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43994E17-EDA4-AE95-4E93-9F69B067F20C}"/>
                    </a:ext>
                  </a:extLst>
                </p14:cNvPr>
                <p14:cNvContentPartPr/>
                <p14:nvPr/>
              </p14:nvContentPartPr>
              <p14:xfrm>
                <a:off x="6879200" y="5042200"/>
                <a:ext cx="116280" cy="9036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43994E17-EDA4-AE95-4E93-9F69B067F20C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6868760" y="5031760"/>
                  <a:ext cx="1375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2232D8B3-43D5-B4E3-6E75-26459DC1980D}"/>
                    </a:ext>
                  </a:extLst>
                </p14:cNvPr>
                <p14:cNvContentPartPr/>
                <p14:nvPr/>
              </p14:nvContentPartPr>
              <p14:xfrm>
                <a:off x="7081160" y="5091160"/>
                <a:ext cx="27000" cy="10656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2232D8B3-43D5-B4E3-6E75-26459DC1980D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7070360" y="5080360"/>
                  <a:ext cx="4824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7E918107-BD4E-F3FB-98F1-9FBBA82D2C7B}"/>
              </a:ext>
            </a:extLst>
          </p:cNvPr>
          <p:cNvGrpSpPr/>
          <p:nvPr/>
        </p:nvGrpSpPr>
        <p:grpSpPr>
          <a:xfrm>
            <a:off x="7319840" y="4892440"/>
            <a:ext cx="578880" cy="274680"/>
            <a:chOff x="7319840" y="4892440"/>
            <a:chExt cx="57888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FB0F8F2E-71B4-E50F-5955-52244EFEF171}"/>
                    </a:ext>
                  </a:extLst>
                </p14:cNvPr>
                <p14:cNvContentPartPr/>
                <p14:nvPr/>
              </p14:nvContentPartPr>
              <p14:xfrm>
                <a:off x="7319840" y="5033920"/>
                <a:ext cx="159120" cy="13320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FB0F8F2E-71B4-E50F-5955-52244EFEF171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7309040" y="5023480"/>
                  <a:ext cx="180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40C4C0F1-7EDD-64A1-88C6-FC6C13187A6D}"/>
                    </a:ext>
                  </a:extLst>
                </p14:cNvPr>
                <p14:cNvContentPartPr/>
                <p14:nvPr/>
              </p14:nvContentPartPr>
              <p14:xfrm>
                <a:off x="7518920" y="4892440"/>
                <a:ext cx="152640" cy="23904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40C4C0F1-7EDD-64A1-88C6-FC6C13187A6D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7508480" y="4881640"/>
                  <a:ext cx="1738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CF9A8C4E-F764-6E2C-515D-21DD6526B472}"/>
                    </a:ext>
                  </a:extLst>
                </p14:cNvPr>
                <p14:cNvContentPartPr/>
                <p14:nvPr/>
              </p14:nvContentPartPr>
              <p14:xfrm>
                <a:off x="7657520" y="4955440"/>
                <a:ext cx="88200" cy="12924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CF9A8C4E-F764-6E2C-515D-21DD6526B472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7646720" y="4945000"/>
                  <a:ext cx="1094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CF84FAD1-DAD9-5FD8-5E19-0336288D5A1B}"/>
                    </a:ext>
                  </a:extLst>
                </p14:cNvPr>
                <p14:cNvContentPartPr/>
                <p14:nvPr/>
              </p14:nvContentPartPr>
              <p14:xfrm>
                <a:off x="7792160" y="4968040"/>
                <a:ext cx="106560" cy="14184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CF84FAD1-DAD9-5FD8-5E19-0336288D5A1B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7781720" y="4957240"/>
                  <a:ext cx="12780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CA020F13-5C49-8147-D6C3-9B4265FF2E97}"/>
              </a:ext>
            </a:extLst>
          </p:cNvPr>
          <p:cNvGrpSpPr/>
          <p:nvPr/>
        </p:nvGrpSpPr>
        <p:grpSpPr>
          <a:xfrm>
            <a:off x="8240720" y="4937080"/>
            <a:ext cx="1348920" cy="280080"/>
            <a:chOff x="8240720" y="4937080"/>
            <a:chExt cx="134892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9D8348DD-7F88-BC38-EA7F-9E737A58E262}"/>
                    </a:ext>
                  </a:extLst>
                </p14:cNvPr>
                <p14:cNvContentPartPr/>
                <p14:nvPr/>
              </p14:nvContentPartPr>
              <p14:xfrm>
                <a:off x="8240720" y="4937080"/>
                <a:ext cx="111240" cy="17964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9D8348DD-7F88-BC38-EA7F-9E737A58E262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8230280" y="4926640"/>
                  <a:ext cx="1324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38EA7FB9-3431-161D-8A31-CD10F5AAC542}"/>
                    </a:ext>
                  </a:extLst>
                </p14:cNvPr>
                <p14:cNvContentPartPr/>
                <p14:nvPr/>
              </p14:nvContentPartPr>
              <p14:xfrm>
                <a:off x="8469680" y="4981360"/>
                <a:ext cx="176760" cy="12600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38EA7FB9-3431-161D-8A31-CD10F5AAC542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8459240" y="4970920"/>
                  <a:ext cx="1980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84770882-1034-9366-2B88-9C289F6A968F}"/>
                    </a:ext>
                  </a:extLst>
                </p14:cNvPr>
                <p14:cNvContentPartPr/>
                <p14:nvPr/>
              </p14:nvContentPartPr>
              <p14:xfrm>
                <a:off x="8705480" y="4999720"/>
                <a:ext cx="128880" cy="9972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84770882-1034-9366-2B88-9C289F6A968F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8695040" y="4988920"/>
                  <a:ext cx="150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65336185-6556-FA4B-AE40-8A10931EEDDD}"/>
                    </a:ext>
                  </a:extLst>
                </p14:cNvPr>
                <p14:cNvContentPartPr/>
                <p14:nvPr/>
              </p14:nvContentPartPr>
              <p14:xfrm>
                <a:off x="8904920" y="4978840"/>
                <a:ext cx="86400" cy="20484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65336185-6556-FA4B-AE40-8A10931EEDDD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8894480" y="4968040"/>
                  <a:ext cx="1076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52C497E7-E286-4E38-FD06-8AADAB88AA51}"/>
                    </a:ext>
                  </a:extLst>
                </p14:cNvPr>
                <p14:cNvContentPartPr/>
                <p14:nvPr/>
              </p14:nvContentPartPr>
              <p14:xfrm>
                <a:off x="9077720" y="4971280"/>
                <a:ext cx="131040" cy="24588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52C497E7-E286-4E38-FD06-8AADAB88AA51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9066920" y="4960480"/>
                  <a:ext cx="1522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27665671-A6F1-67EF-2690-5323C6432CB3}"/>
                    </a:ext>
                  </a:extLst>
                </p14:cNvPr>
                <p14:cNvContentPartPr/>
                <p14:nvPr/>
              </p14:nvContentPartPr>
              <p14:xfrm>
                <a:off x="9247640" y="5018080"/>
                <a:ext cx="10800" cy="11124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27665671-A6F1-67EF-2690-5323C6432CB3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9236840" y="5007280"/>
                  <a:ext cx="320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4F181118-14DB-F8EC-DB68-F1EFC3ACA235}"/>
                    </a:ext>
                  </a:extLst>
                </p14:cNvPr>
                <p14:cNvContentPartPr/>
                <p14:nvPr/>
              </p14:nvContentPartPr>
              <p14:xfrm>
                <a:off x="9239000" y="4941400"/>
                <a:ext cx="360" cy="36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4F181118-14DB-F8EC-DB68-F1EFC3ACA235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228200" y="49309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37A0B601-BBD8-CAB0-F3B2-B666BA3BEF39}"/>
                    </a:ext>
                  </a:extLst>
                </p14:cNvPr>
                <p14:cNvContentPartPr/>
                <p14:nvPr/>
              </p14:nvContentPartPr>
              <p14:xfrm>
                <a:off x="9332600" y="4959760"/>
                <a:ext cx="116280" cy="12816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37A0B601-BBD8-CAB0-F3B2-B666BA3BEF39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9321800" y="4948960"/>
                  <a:ext cx="1375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900A0E95-5A08-6535-7670-B06D21CD5178}"/>
                    </a:ext>
                  </a:extLst>
                </p14:cNvPr>
                <p14:cNvContentPartPr/>
                <p14:nvPr/>
              </p14:nvContentPartPr>
              <p14:xfrm>
                <a:off x="9434480" y="4954000"/>
                <a:ext cx="155160" cy="21384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900A0E95-5A08-6535-7670-B06D21CD5178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9423680" y="4943560"/>
                  <a:ext cx="17640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1" name="Group 540">
            <a:extLst>
              <a:ext uri="{FF2B5EF4-FFF2-40B4-BE49-F238E27FC236}">
                <a16:creationId xmlns:a16="http://schemas.microsoft.com/office/drawing/2014/main" id="{2C697975-FE84-8898-D0B7-43760768D768}"/>
              </a:ext>
            </a:extLst>
          </p:cNvPr>
          <p:cNvGrpSpPr/>
          <p:nvPr/>
        </p:nvGrpSpPr>
        <p:grpSpPr>
          <a:xfrm>
            <a:off x="9900320" y="4834120"/>
            <a:ext cx="857160" cy="292680"/>
            <a:chOff x="9900320" y="4834120"/>
            <a:chExt cx="857160" cy="2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E629B83B-58AF-9F27-D43D-67DB4E87923B}"/>
                    </a:ext>
                  </a:extLst>
                </p14:cNvPr>
                <p14:cNvContentPartPr/>
                <p14:nvPr/>
              </p14:nvContentPartPr>
              <p14:xfrm>
                <a:off x="9900320" y="4903600"/>
                <a:ext cx="72720" cy="15012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E629B83B-58AF-9F27-D43D-67DB4E87923B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9889520" y="4893160"/>
                  <a:ext cx="93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CEFB706C-010C-E32E-F142-C66369BD5917}"/>
                    </a:ext>
                  </a:extLst>
                </p14:cNvPr>
                <p14:cNvContentPartPr/>
                <p14:nvPr/>
              </p14:nvContentPartPr>
              <p14:xfrm>
                <a:off x="9964760" y="4877320"/>
                <a:ext cx="66240" cy="24948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CEFB706C-010C-E32E-F142-C66369BD5917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9954320" y="4866880"/>
                  <a:ext cx="874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26C22B36-8268-9841-80FE-FAB83EB8AD10}"/>
                    </a:ext>
                  </a:extLst>
                </p14:cNvPr>
                <p14:cNvContentPartPr/>
                <p14:nvPr/>
              </p14:nvContentPartPr>
              <p14:xfrm>
                <a:off x="10226480" y="4845640"/>
                <a:ext cx="33480" cy="25164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26C22B36-8268-9841-80FE-FAB83EB8AD10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10215680" y="4834840"/>
                  <a:ext cx="547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EEE97534-F9D4-64B4-109D-F72D11D98A1F}"/>
                    </a:ext>
                  </a:extLst>
                </p14:cNvPr>
                <p14:cNvContentPartPr/>
                <p14:nvPr/>
              </p14:nvContentPartPr>
              <p14:xfrm>
                <a:off x="10354640" y="4952200"/>
                <a:ext cx="47160" cy="12672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EEE97534-F9D4-64B4-109D-F72D11D98A1F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10343840" y="4941760"/>
                  <a:ext cx="684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3CAE47C5-E57F-3CE1-9D48-A4DF30612F80}"/>
                    </a:ext>
                  </a:extLst>
                </p14:cNvPr>
                <p14:cNvContentPartPr/>
                <p14:nvPr/>
              </p14:nvContentPartPr>
              <p14:xfrm>
                <a:off x="10539320" y="4834120"/>
                <a:ext cx="38880" cy="28368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3CAE47C5-E57F-3CE1-9D48-A4DF30612F80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10528880" y="4823320"/>
                  <a:ext cx="601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71846946-C9E5-ED43-BAA8-5FFFAE3D6072}"/>
                    </a:ext>
                  </a:extLst>
                </p14:cNvPr>
                <p14:cNvContentPartPr/>
                <p14:nvPr/>
              </p14:nvContentPartPr>
              <p14:xfrm>
                <a:off x="10477760" y="5020240"/>
                <a:ext cx="138600" cy="1296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71846946-C9E5-ED43-BAA8-5FFFAE3D6072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10466960" y="5009800"/>
                  <a:ext cx="159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CED53D85-88A0-0A56-C4B7-FB47661A5C37}"/>
                    </a:ext>
                  </a:extLst>
                </p14:cNvPr>
                <p14:cNvContentPartPr/>
                <p14:nvPr/>
              </p14:nvContentPartPr>
              <p14:xfrm>
                <a:off x="10709960" y="4883080"/>
                <a:ext cx="360" cy="18180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CED53D85-88A0-0A56-C4B7-FB47661A5C37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10699160" y="4872640"/>
                  <a:ext cx="216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B7B4DCDD-EA89-BB65-D069-69F40E383A06}"/>
                    </a:ext>
                  </a:extLst>
                </p14:cNvPr>
                <p14:cNvContentPartPr/>
                <p14:nvPr/>
              </p14:nvContentPartPr>
              <p14:xfrm>
                <a:off x="10644080" y="4947160"/>
                <a:ext cx="113400" cy="1404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B7B4DCDD-EA89-BB65-D069-69F40E383A06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10633280" y="4936720"/>
                  <a:ext cx="134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31C35FAE-CEB8-D855-84B6-EDBB208BACFE}"/>
                    </a:ext>
                  </a:extLst>
                </p14:cNvPr>
                <p14:cNvContentPartPr/>
                <p14:nvPr/>
              </p14:nvContentPartPr>
              <p14:xfrm>
                <a:off x="10114520" y="5092240"/>
                <a:ext cx="360" cy="36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31C35FAE-CEB8-D855-84B6-EDBB208BACFE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0104080" y="50818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8">
            <p14:nvContentPartPr>
              <p14:cNvPr id="542" name="Ink 541">
                <a:extLst>
                  <a:ext uri="{FF2B5EF4-FFF2-40B4-BE49-F238E27FC236}">
                    <a16:creationId xmlns:a16="http://schemas.microsoft.com/office/drawing/2014/main" id="{20E38976-1A9E-CB1A-3535-0177C92B0E5A}"/>
                  </a:ext>
                </a:extLst>
              </p14:cNvPr>
              <p14:cNvContentPartPr/>
              <p14:nvPr/>
            </p14:nvContentPartPr>
            <p14:xfrm>
              <a:off x="10947200" y="5033920"/>
              <a:ext cx="14400" cy="92880"/>
            </p14:xfrm>
          </p:contentPart>
        </mc:Choice>
        <mc:Fallback xmlns="">
          <p:pic>
            <p:nvPicPr>
              <p:cNvPr id="542" name="Ink 541">
                <a:extLst>
                  <a:ext uri="{FF2B5EF4-FFF2-40B4-BE49-F238E27FC236}">
                    <a16:creationId xmlns:a16="http://schemas.microsoft.com/office/drawing/2014/main" id="{20E38976-1A9E-CB1A-3535-0177C92B0E5A}"/>
                  </a:ext>
                </a:extLst>
              </p:cNvPr>
              <p:cNvPicPr/>
              <p:nvPr/>
            </p:nvPicPr>
            <p:blipFill>
              <a:blip r:embed="rId659"/>
              <a:stretch>
                <a:fillRect/>
              </a:stretch>
            </p:blipFill>
            <p:spPr>
              <a:xfrm>
                <a:off x="10936760" y="5023480"/>
                <a:ext cx="35640" cy="11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54" name="Group 553">
            <a:extLst>
              <a:ext uri="{FF2B5EF4-FFF2-40B4-BE49-F238E27FC236}">
                <a16:creationId xmlns:a16="http://schemas.microsoft.com/office/drawing/2014/main" id="{0E7648D8-B70D-42EB-BF4D-C51D77491137}"/>
              </a:ext>
            </a:extLst>
          </p:cNvPr>
          <p:cNvGrpSpPr/>
          <p:nvPr/>
        </p:nvGrpSpPr>
        <p:grpSpPr>
          <a:xfrm>
            <a:off x="11168240" y="4731160"/>
            <a:ext cx="921960" cy="322560"/>
            <a:chOff x="11168240" y="4731160"/>
            <a:chExt cx="92196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543463DC-512E-5363-6E7F-A9916E671126}"/>
                    </a:ext>
                  </a:extLst>
                </p14:cNvPr>
                <p14:cNvContentPartPr/>
                <p14:nvPr/>
              </p14:nvContentPartPr>
              <p14:xfrm>
                <a:off x="11168240" y="4834120"/>
                <a:ext cx="68760" cy="12816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543463DC-512E-5363-6E7F-A9916E671126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1157440" y="4823320"/>
                  <a:ext cx="900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EA966B5C-5455-7088-8A4A-8A40E86F9BB5}"/>
                    </a:ext>
                  </a:extLst>
                </p14:cNvPr>
                <p14:cNvContentPartPr/>
                <p14:nvPr/>
              </p14:nvContentPartPr>
              <p14:xfrm>
                <a:off x="11241680" y="4788400"/>
                <a:ext cx="68760" cy="26532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EA966B5C-5455-7088-8A4A-8A40E86F9BB5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1231240" y="4777600"/>
                  <a:ext cx="900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54F9ECAC-3EE1-AFAD-B10D-EE3D689E645D}"/>
                    </a:ext>
                  </a:extLst>
                </p14:cNvPr>
                <p14:cNvContentPartPr/>
                <p14:nvPr/>
              </p14:nvContentPartPr>
              <p14:xfrm>
                <a:off x="11364800" y="5010160"/>
                <a:ext cx="360" cy="36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54F9ECAC-3EE1-AFAD-B10D-EE3D689E645D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1354360" y="49993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C42D8A7B-BEFC-E689-A3BC-499004D7F3D4}"/>
                    </a:ext>
                  </a:extLst>
                </p14:cNvPr>
                <p14:cNvContentPartPr/>
                <p14:nvPr/>
              </p14:nvContentPartPr>
              <p14:xfrm>
                <a:off x="11463800" y="4867600"/>
                <a:ext cx="89280" cy="13284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C42D8A7B-BEFC-E689-A3BC-499004D7F3D4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11453360" y="4857160"/>
                  <a:ext cx="110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82ABBC48-B3D8-F1B3-DFE7-201CEA0F3F58}"/>
                    </a:ext>
                  </a:extLst>
                </p14:cNvPr>
                <p14:cNvContentPartPr/>
                <p14:nvPr/>
              </p14:nvContentPartPr>
              <p14:xfrm>
                <a:off x="11593400" y="4885600"/>
                <a:ext cx="27000" cy="9396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82ABBC48-B3D8-F1B3-DFE7-201CEA0F3F58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11582600" y="4874800"/>
                  <a:ext cx="48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4D4FA63A-FD1B-8E33-4188-42455EE86B89}"/>
                    </a:ext>
                  </a:extLst>
                </p14:cNvPr>
                <p14:cNvContentPartPr/>
                <p14:nvPr/>
              </p14:nvContentPartPr>
              <p14:xfrm>
                <a:off x="11594480" y="4789480"/>
                <a:ext cx="360" cy="36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4D4FA63A-FD1B-8E33-4188-42455EE86B89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1584040" y="47790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9E327588-50A3-F081-CA77-692A94C6C96B}"/>
                    </a:ext>
                  </a:extLst>
                </p14:cNvPr>
                <p14:cNvContentPartPr/>
                <p14:nvPr/>
              </p14:nvContentPartPr>
              <p14:xfrm>
                <a:off x="11680520" y="4819000"/>
                <a:ext cx="140040" cy="20628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9E327588-50A3-F081-CA77-692A94C6C96B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11670080" y="4808560"/>
                  <a:ext cx="1612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ED47F7CF-9F48-051F-F258-5BD46A7C58E8}"/>
                    </a:ext>
                  </a:extLst>
                </p14:cNvPr>
                <p14:cNvContentPartPr/>
                <p14:nvPr/>
              </p14:nvContentPartPr>
              <p14:xfrm>
                <a:off x="11853680" y="4750600"/>
                <a:ext cx="86760" cy="20376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ED47F7CF-9F48-051F-F258-5BD46A7C58E8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11842880" y="4740160"/>
                  <a:ext cx="108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562B8E32-FE56-E482-EF87-BD0CC79E159A}"/>
                    </a:ext>
                  </a:extLst>
                </p14:cNvPr>
                <p14:cNvContentPartPr/>
                <p14:nvPr/>
              </p14:nvContentPartPr>
              <p14:xfrm>
                <a:off x="11971760" y="4731160"/>
                <a:ext cx="57600" cy="23184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562B8E32-FE56-E482-EF87-BD0CC79E159A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1960960" y="4720720"/>
                  <a:ext cx="788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BAA07448-DB57-667D-D52A-BE229E2D88D9}"/>
                    </a:ext>
                  </a:extLst>
                </p14:cNvPr>
                <p14:cNvContentPartPr/>
                <p14:nvPr/>
              </p14:nvContentPartPr>
              <p14:xfrm>
                <a:off x="11969240" y="4837360"/>
                <a:ext cx="120960" cy="1296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BAA07448-DB57-667D-D52A-BE229E2D88D9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11958440" y="4826920"/>
                  <a:ext cx="14220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8" name="Group 577">
            <a:extLst>
              <a:ext uri="{FF2B5EF4-FFF2-40B4-BE49-F238E27FC236}">
                <a16:creationId xmlns:a16="http://schemas.microsoft.com/office/drawing/2014/main" id="{E0900165-253E-3004-D15E-EF5D07A71732}"/>
              </a:ext>
            </a:extLst>
          </p:cNvPr>
          <p:cNvGrpSpPr/>
          <p:nvPr/>
        </p:nvGrpSpPr>
        <p:grpSpPr>
          <a:xfrm>
            <a:off x="8363120" y="5482840"/>
            <a:ext cx="1755000" cy="1255320"/>
            <a:chOff x="8363120" y="5482840"/>
            <a:chExt cx="1755000" cy="12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CB26DF30-29BA-C4E5-C3FA-66AE8B3F4FC3}"/>
                    </a:ext>
                  </a:extLst>
                </p14:cNvPr>
                <p14:cNvContentPartPr/>
                <p14:nvPr/>
              </p14:nvContentPartPr>
              <p14:xfrm>
                <a:off x="9274640" y="5482840"/>
                <a:ext cx="151200" cy="14796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CB26DF30-29BA-C4E5-C3FA-66AE8B3F4FC3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9264200" y="5472400"/>
                  <a:ext cx="1724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3A7D8B1C-9689-2439-CE4F-50ACB5E4017D}"/>
                    </a:ext>
                  </a:extLst>
                </p14:cNvPr>
                <p14:cNvContentPartPr/>
                <p14:nvPr/>
              </p14:nvContentPartPr>
              <p14:xfrm>
                <a:off x="9374720" y="5495440"/>
                <a:ext cx="94320" cy="29520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3A7D8B1C-9689-2439-CE4F-50ACB5E4017D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9363920" y="5485000"/>
                  <a:ext cx="1155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F2B5E389-D0EA-0704-51A3-EE50296F116E}"/>
                    </a:ext>
                  </a:extLst>
                </p14:cNvPr>
                <p14:cNvContentPartPr/>
                <p14:nvPr/>
              </p14:nvContentPartPr>
              <p14:xfrm>
                <a:off x="8639960" y="5977120"/>
                <a:ext cx="209520" cy="22140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F2B5E389-D0EA-0704-51A3-EE50296F116E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8629160" y="5966320"/>
                  <a:ext cx="2307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EAF14918-4234-8B49-1D7D-CFAAB907550F}"/>
                    </a:ext>
                  </a:extLst>
                </p14:cNvPr>
                <p14:cNvContentPartPr/>
                <p14:nvPr/>
              </p14:nvContentPartPr>
              <p14:xfrm>
                <a:off x="8744000" y="6077920"/>
                <a:ext cx="167760" cy="4824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EAF14918-4234-8B49-1D7D-CFAAB907550F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8733200" y="6067480"/>
                  <a:ext cx="189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9D819B27-493A-38B6-6476-AB3CACAFC395}"/>
                    </a:ext>
                  </a:extLst>
                </p14:cNvPr>
                <p14:cNvContentPartPr/>
                <p14:nvPr/>
              </p14:nvContentPartPr>
              <p14:xfrm>
                <a:off x="9568760" y="5937520"/>
                <a:ext cx="230400" cy="16884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9D819B27-493A-38B6-6476-AB3CACAFC395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9557960" y="5927080"/>
                  <a:ext cx="2516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EC8E5324-B952-06E9-22B1-8A24F267CC63}"/>
                    </a:ext>
                  </a:extLst>
                </p14:cNvPr>
                <p14:cNvContentPartPr/>
                <p14:nvPr/>
              </p14:nvContentPartPr>
              <p14:xfrm>
                <a:off x="8363120" y="6522520"/>
                <a:ext cx="117000" cy="215640"/>
              </p14:xfrm>
            </p:contentPart>
          </mc:Choice>
          <mc:Fallback xmlns=""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EC8E5324-B952-06E9-22B1-8A24F267CC63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8352320" y="6511720"/>
                  <a:ext cx="138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FCDA2FA7-8DE2-0FF3-4CB7-D78BC50D05AB}"/>
                    </a:ext>
                  </a:extLst>
                </p14:cNvPr>
                <p14:cNvContentPartPr/>
                <p14:nvPr/>
              </p14:nvContentPartPr>
              <p14:xfrm>
                <a:off x="8872160" y="6496600"/>
                <a:ext cx="126000" cy="219240"/>
              </p14:xfrm>
            </p:contentPart>
          </mc:Choice>
          <mc:Fallback xmlns=""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FCDA2FA7-8DE2-0FF3-4CB7-D78BC50D05AB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8861360" y="6486160"/>
                  <a:ext cx="1472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1B8D1D40-4B5A-5E57-A4B2-65CB4EB27349}"/>
                    </a:ext>
                  </a:extLst>
                </p14:cNvPr>
                <p14:cNvContentPartPr/>
                <p14:nvPr/>
              </p14:nvContentPartPr>
              <p14:xfrm>
                <a:off x="9511160" y="6476800"/>
                <a:ext cx="90000" cy="21744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1B8D1D40-4B5A-5E57-A4B2-65CB4EB27349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9500360" y="6466000"/>
                  <a:ext cx="1112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EFEE2AE3-6D1E-4E17-DB7A-CC9B013C2BB7}"/>
                    </a:ext>
                  </a:extLst>
                </p14:cNvPr>
                <p14:cNvContentPartPr/>
                <p14:nvPr/>
              </p14:nvContentPartPr>
              <p14:xfrm>
                <a:off x="9914000" y="6453040"/>
                <a:ext cx="204120" cy="21744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EFEE2AE3-6D1E-4E17-DB7A-CC9B013C2BB7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9903560" y="6442240"/>
                  <a:ext cx="2253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26D8501E-B6E7-86EA-9FE2-44662BB53851}"/>
                    </a:ext>
                  </a:extLst>
                </p14:cNvPr>
                <p14:cNvContentPartPr/>
                <p14:nvPr/>
              </p14:nvContentPartPr>
              <p14:xfrm>
                <a:off x="8447000" y="6267640"/>
                <a:ext cx="164160" cy="22536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26D8501E-B6E7-86EA-9FE2-44662BB53851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8436200" y="6257200"/>
                  <a:ext cx="1854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AB972F73-1251-F43F-9339-64DB40BF1843}"/>
                    </a:ext>
                  </a:extLst>
                </p14:cNvPr>
                <p14:cNvContentPartPr/>
                <p14:nvPr/>
              </p14:nvContentPartPr>
              <p14:xfrm>
                <a:off x="8849120" y="6307600"/>
                <a:ext cx="62640" cy="12816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AB972F73-1251-F43F-9339-64DB40BF1843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8838680" y="6297160"/>
                  <a:ext cx="838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C6871AFF-524C-D2D7-3CA8-E923300B28FE}"/>
                    </a:ext>
                  </a:extLst>
                </p14:cNvPr>
                <p14:cNvContentPartPr/>
                <p14:nvPr/>
              </p14:nvContentPartPr>
              <p14:xfrm>
                <a:off x="9543560" y="6243880"/>
                <a:ext cx="119520" cy="17064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C6871AFF-524C-D2D7-3CA8-E923300B28FE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9532760" y="6233080"/>
                  <a:ext cx="1407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C248633C-5DDA-BC0F-2A8C-72DA118C9804}"/>
                    </a:ext>
                  </a:extLst>
                </p14:cNvPr>
                <p14:cNvContentPartPr/>
                <p14:nvPr/>
              </p14:nvContentPartPr>
              <p14:xfrm>
                <a:off x="9826520" y="6215080"/>
                <a:ext cx="142560" cy="17748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C248633C-5DDA-BC0F-2A8C-72DA118C9804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9816080" y="6204640"/>
                  <a:ext cx="1638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52D5A044-AA60-3864-0963-1747F83FB158}"/>
                    </a:ext>
                  </a:extLst>
                </p14:cNvPr>
                <p14:cNvContentPartPr/>
                <p14:nvPr/>
              </p14:nvContentPartPr>
              <p14:xfrm>
                <a:off x="8966120" y="5786680"/>
                <a:ext cx="202320" cy="14544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52D5A044-AA60-3864-0963-1747F83FB158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8955320" y="5776240"/>
                  <a:ext cx="223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A4D5E929-DB09-451D-0795-30979DFDE0A6}"/>
                    </a:ext>
                  </a:extLst>
                </p14:cNvPr>
                <p14:cNvContentPartPr/>
                <p14:nvPr/>
              </p14:nvContentPartPr>
              <p14:xfrm>
                <a:off x="9477320" y="5776600"/>
                <a:ext cx="92880" cy="7560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A4D5E929-DB09-451D-0795-30979DFDE0A6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9466880" y="5765800"/>
                  <a:ext cx="114120" cy="9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8">
            <p14:nvContentPartPr>
              <p14:cNvPr id="579" name="Ink 578">
                <a:extLst>
                  <a:ext uri="{FF2B5EF4-FFF2-40B4-BE49-F238E27FC236}">
                    <a16:creationId xmlns:a16="http://schemas.microsoft.com/office/drawing/2014/main" id="{50417076-9959-F14C-3990-D521B68BBBA1}"/>
                  </a:ext>
                </a:extLst>
              </p14:cNvPr>
              <p14:cNvContentPartPr/>
              <p14:nvPr/>
            </p14:nvContentPartPr>
            <p14:xfrm>
              <a:off x="8036960" y="5947960"/>
              <a:ext cx="470160" cy="869400"/>
            </p14:xfrm>
          </p:contentPart>
        </mc:Choice>
        <mc:Fallback xmlns="">
          <p:pic>
            <p:nvPicPr>
              <p:cNvPr id="579" name="Ink 578">
                <a:extLst>
                  <a:ext uri="{FF2B5EF4-FFF2-40B4-BE49-F238E27FC236}">
                    <a16:creationId xmlns:a16="http://schemas.microsoft.com/office/drawing/2014/main" id="{50417076-9959-F14C-3990-D521B68BBBA1}"/>
                  </a:ext>
                </a:extLst>
              </p:cNvPr>
              <p:cNvPicPr/>
              <p:nvPr/>
            </p:nvPicPr>
            <p:blipFill>
              <a:blip r:embed="rId709"/>
              <a:stretch>
                <a:fillRect/>
              </a:stretch>
            </p:blipFill>
            <p:spPr>
              <a:xfrm>
                <a:off x="8026160" y="5937160"/>
                <a:ext cx="491400" cy="89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09" name="Group 608">
            <a:extLst>
              <a:ext uri="{FF2B5EF4-FFF2-40B4-BE49-F238E27FC236}">
                <a16:creationId xmlns:a16="http://schemas.microsoft.com/office/drawing/2014/main" id="{5A1F48A7-D786-F59E-6D46-CEFBA0FD6700}"/>
              </a:ext>
            </a:extLst>
          </p:cNvPr>
          <p:cNvGrpSpPr/>
          <p:nvPr/>
        </p:nvGrpSpPr>
        <p:grpSpPr>
          <a:xfrm>
            <a:off x="6540440" y="5623600"/>
            <a:ext cx="1347480" cy="1122120"/>
            <a:chOff x="6540440" y="5623600"/>
            <a:chExt cx="1347480" cy="11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C7A8801E-E1DD-41A6-C3FE-3C2E0AB2A591}"/>
                    </a:ext>
                  </a:extLst>
                </p14:cNvPr>
                <p14:cNvContentPartPr/>
                <p14:nvPr/>
              </p14:nvContentPartPr>
              <p14:xfrm>
                <a:off x="6540440" y="5799280"/>
                <a:ext cx="126000" cy="23976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C7A8801E-E1DD-41A6-C3FE-3C2E0AB2A591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6529640" y="5788840"/>
                  <a:ext cx="1472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B5CFF53C-A768-0C0A-E9DD-40F8A0A80EDE}"/>
                    </a:ext>
                  </a:extLst>
                </p14:cNvPr>
                <p14:cNvContentPartPr/>
                <p14:nvPr/>
              </p14:nvContentPartPr>
              <p14:xfrm>
                <a:off x="6744200" y="5748880"/>
                <a:ext cx="65520" cy="16416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B5CFF53C-A768-0C0A-E9DD-40F8A0A80EDE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6733400" y="5738080"/>
                  <a:ext cx="86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88ED0EF7-9159-B0FC-3578-73F0C0EC23E5}"/>
                    </a:ext>
                  </a:extLst>
                </p14:cNvPr>
                <p14:cNvContentPartPr/>
                <p14:nvPr/>
              </p14:nvContentPartPr>
              <p14:xfrm>
                <a:off x="6880640" y="5626840"/>
                <a:ext cx="53640" cy="24948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88ED0EF7-9159-B0FC-3578-73F0C0EC23E5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6869840" y="5616400"/>
                  <a:ext cx="748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DCD9F35A-9092-C683-A272-627735796689}"/>
                    </a:ext>
                  </a:extLst>
                </p14:cNvPr>
                <p14:cNvContentPartPr/>
                <p14:nvPr/>
              </p14:nvContentPartPr>
              <p14:xfrm>
                <a:off x="6810800" y="5710360"/>
                <a:ext cx="106920" cy="2196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DCD9F35A-9092-C683-A272-627735796689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6800000" y="5699560"/>
                  <a:ext cx="1281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76F319A5-1A94-FA2D-9669-D390EEAFF613}"/>
                    </a:ext>
                  </a:extLst>
                </p14:cNvPr>
                <p14:cNvContentPartPr/>
                <p14:nvPr/>
              </p14:nvContentPartPr>
              <p14:xfrm>
                <a:off x="7022840" y="5674720"/>
                <a:ext cx="101880" cy="159120"/>
              </p14:xfrm>
            </p:contentPart>
          </mc:Choice>
          <mc:Fallback xmlns=""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76F319A5-1A94-FA2D-9669-D390EEAFF613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7012040" y="5663920"/>
                  <a:ext cx="1231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C4B13685-7554-C316-E43D-C1CBF3C7267D}"/>
                    </a:ext>
                  </a:extLst>
                </p14:cNvPr>
                <p14:cNvContentPartPr/>
                <p14:nvPr/>
              </p14:nvContentPartPr>
              <p14:xfrm>
                <a:off x="6728720" y="6040480"/>
                <a:ext cx="83520" cy="18540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C4B13685-7554-C316-E43D-C1CBF3C7267D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6718280" y="6029680"/>
                  <a:ext cx="1047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6FC01AE9-9B45-60FE-A198-A4DE5671FEF9}"/>
                    </a:ext>
                  </a:extLst>
                </p14:cNvPr>
                <p14:cNvContentPartPr/>
                <p14:nvPr/>
              </p14:nvContentPartPr>
              <p14:xfrm>
                <a:off x="6926360" y="6011680"/>
                <a:ext cx="137520" cy="14148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6FC01AE9-9B45-60FE-A198-A4DE5671FEF9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6915560" y="6001240"/>
                  <a:ext cx="1587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99D3DBD0-2C0E-F7CE-F8C1-6F9A71C00A68}"/>
                    </a:ext>
                  </a:extLst>
                </p14:cNvPr>
                <p14:cNvContentPartPr/>
                <p14:nvPr/>
              </p14:nvContentPartPr>
              <p14:xfrm>
                <a:off x="7128680" y="5964880"/>
                <a:ext cx="121680" cy="13068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99D3DBD0-2C0E-F7CE-F8C1-6F9A71C00A68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7117880" y="5954440"/>
                  <a:ext cx="1429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8EA4A265-A73D-A5C5-4C30-A988153E3042}"/>
                    </a:ext>
                  </a:extLst>
                </p14:cNvPr>
                <p14:cNvContentPartPr/>
                <p14:nvPr/>
              </p14:nvContentPartPr>
              <p14:xfrm>
                <a:off x="7296800" y="5902600"/>
                <a:ext cx="60120" cy="25272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8EA4A265-A73D-A5C5-4C30-A988153E3042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7286360" y="5891800"/>
                  <a:ext cx="813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EB889868-27FA-41AF-05FC-3EC4143A6891}"/>
                    </a:ext>
                  </a:extLst>
                </p14:cNvPr>
                <p14:cNvContentPartPr/>
                <p14:nvPr/>
              </p14:nvContentPartPr>
              <p14:xfrm>
                <a:off x="7458080" y="5849320"/>
                <a:ext cx="88560" cy="20916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EB889868-27FA-41AF-05FC-3EC4143A6891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7447640" y="5838880"/>
                  <a:ext cx="1098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4F533BD9-9EF6-75B7-C88F-9AB47B03A404}"/>
                    </a:ext>
                  </a:extLst>
                </p14:cNvPr>
                <p14:cNvContentPartPr/>
                <p14:nvPr/>
              </p14:nvContentPartPr>
              <p14:xfrm>
                <a:off x="7628360" y="5798560"/>
                <a:ext cx="68760" cy="14508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4F533BD9-9EF6-75B7-C88F-9AB47B03A404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7617560" y="5787760"/>
                  <a:ext cx="90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1FEA01A7-DA17-E0F4-2F86-F9FD182E9E2F}"/>
                    </a:ext>
                  </a:extLst>
                </p14:cNvPr>
                <p14:cNvContentPartPr/>
                <p14:nvPr/>
              </p14:nvContentPartPr>
              <p14:xfrm>
                <a:off x="7753640" y="5623600"/>
                <a:ext cx="134280" cy="26820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1FEA01A7-DA17-E0F4-2F86-F9FD182E9E2F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7742840" y="5612800"/>
                  <a:ext cx="1555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6C201C36-A8A4-2139-78F3-CD0D148EB1D2}"/>
                    </a:ext>
                  </a:extLst>
                </p14:cNvPr>
                <p14:cNvContentPartPr/>
                <p14:nvPr/>
              </p14:nvContentPartPr>
              <p14:xfrm>
                <a:off x="6800720" y="6456640"/>
                <a:ext cx="143640" cy="12060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6C201C36-A8A4-2139-78F3-CD0D148EB1D2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6789920" y="6445840"/>
                  <a:ext cx="1648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668AE0C5-4E96-AF1C-4B8C-52F3E6FDBEE9}"/>
                    </a:ext>
                  </a:extLst>
                </p14:cNvPr>
                <p14:cNvContentPartPr/>
                <p14:nvPr/>
              </p14:nvContentPartPr>
              <p14:xfrm>
                <a:off x="7015280" y="6325960"/>
                <a:ext cx="84240" cy="16560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668AE0C5-4E96-AF1C-4B8C-52F3E6FDBEE9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7004480" y="6315520"/>
                  <a:ext cx="105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0FB5CEAD-A997-2A1F-D0B9-A7EE865206FC}"/>
                    </a:ext>
                  </a:extLst>
                </p14:cNvPr>
                <p14:cNvContentPartPr/>
                <p14:nvPr/>
              </p14:nvContentPartPr>
              <p14:xfrm>
                <a:off x="7270520" y="6248200"/>
                <a:ext cx="181440" cy="12240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0FB5CEAD-A997-2A1F-D0B9-A7EE865206FC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7260080" y="6237760"/>
                  <a:ext cx="2026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363F2D1A-5EDB-3634-A221-9A68C5B6946C}"/>
                    </a:ext>
                  </a:extLst>
                </p14:cNvPr>
                <p14:cNvContentPartPr/>
                <p14:nvPr/>
              </p14:nvContentPartPr>
              <p14:xfrm>
                <a:off x="7045520" y="6607120"/>
                <a:ext cx="178200" cy="13860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363F2D1A-5EDB-3634-A221-9A68C5B6946C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7034720" y="6596320"/>
                  <a:ext cx="1994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FE4F6C1F-419D-D3FC-2869-DBD7186E9522}"/>
                    </a:ext>
                  </a:extLst>
                </p14:cNvPr>
                <p14:cNvContentPartPr/>
                <p14:nvPr/>
              </p14:nvContentPartPr>
              <p14:xfrm>
                <a:off x="7261520" y="6498400"/>
                <a:ext cx="100800" cy="16704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FE4F6C1F-419D-D3FC-2869-DBD7186E9522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7250720" y="6487960"/>
                  <a:ext cx="1220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4BA37098-CF14-6A1D-ECFD-D6FC8A1F04E7}"/>
                    </a:ext>
                  </a:extLst>
                </p14:cNvPr>
                <p14:cNvContentPartPr/>
                <p14:nvPr/>
              </p14:nvContentPartPr>
              <p14:xfrm>
                <a:off x="7422800" y="6529000"/>
                <a:ext cx="88560" cy="9900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4BA37098-CF14-6A1D-ECFD-D6FC8A1F04E7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7412360" y="6518560"/>
                  <a:ext cx="1098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1F01BAAA-EA6F-FBEE-C3C4-3BC59FD60473}"/>
                    </a:ext>
                  </a:extLst>
                </p14:cNvPr>
                <p14:cNvContentPartPr/>
                <p14:nvPr/>
              </p14:nvContentPartPr>
              <p14:xfrm>
                <a:off x="7511360" y="6375280"/>
                <a:ext cx="75240" cy="20808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1F01BAAA-EA6F-FBEE-C3C4-3BC59FD60473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7500920" y="6364480"/>
                  <a:ext cx="964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72767D69-96A3-D3B4-C8A8-5FCBFF3967EE}"/>
                    </a:ext>
                  </a:extLst>
                </p14:cNvPr>
                <p14:cNvContentPartPr/>
                <p14:nvPr/>
              </p14:nvContentPartPr>
              <p14:xfrm>
                <a:off x="7619720" y="6389680"/>
                <a:ext cx="78480" cy="14580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72767D69-96A3-D3B4-C8A8-5FCBFF3967EE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7609280" y="6379240"/>
                  <a:ext cx="99720" cy="167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40609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F5EEC-6A3F-BFA8-DD3E-2F5928372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3720F0F-3F8E-8684-BEAC-9CAAED8F5505}"/>
              </a:ext>
            </a:extLst>
          </p:cNvPr>
          <p:cNvGrpSpPr/>
          <p:nvPr/>
        </p:nvGrpSpPr>
        <p:grpSpPr>
          <a:xfrm>
            <a:off x="1875149" y="387067"/>
            <a:ext cx="185040" cy="318240"/>
            <a:chOff x="1744520" y="2567560"/>
            <a:chExt cx="18504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2E266A2-40F2-EB92-4E59-60B69AF5360D}"/>
                    </a:ext>
                  </a:extLst>
                </p14:cNvPr>
                <p14:cNvContentPartPr/>
                <p14:nvPr/>
              </p14:nvContentPartPr>
              <p14:xfrm>
                <a:off x="1744520" y="2567560"/>
                <a:ext cx="160920" cy="202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2E266A2-40F2-EB92-4E59-60B69AF5360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33720" y="2557120"/>
                  <a:ext cx="1821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B4C95F0-6714-0AAD-B579-ED9E3BA38BCD}"/>
                    </a:ext>
                  </a:extLst>
                </p14:cNvPr>
                <p14:cNvContentPartPr/>
                <p14:nvPr/>
              </p14:nvContentPartPr>
              <p14:xfrm>
                <a:off x="1922720" y="2590600"/>
                <a:ext cx="6840" cy="295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B4C95F0-6714-0AAD-B579-ED9E3BA38BC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12280" y="2579800"/>
                  <a:ext cx="28080" cy="31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7D9745B-9B29-DBE4-3C23-71EE46B51347}"/>
                  </a:ext>
                </a:extLst>
              </p14:cNvPr>
              <p14:cNvContentPartPr/>
              <p14:nvPr/>
            </p14:nvContentPartPr>
            <p14:xfrm>
              <a:off x="1010429" y="1108867"/>
              <a:ext cx="365760" cy="332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7D9745B-9B29-DBE4-3C23-71EE46B5134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99629" y="1098427"/>
                <a:ext cx="387000" cy="35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ABBD596B-AD8F-C916-215C-E86FC3182E04}"/>
              </a:ext>
            </a:extLst>
          </p:cNvPr>
          <p:cNvGrpSpPr/>
          <p:nvPr/>
        </p:nvGrpSpPr>
        <p:grpSpPr>
          <a:xfrm>
            <a:off x="2718629" y="1039387"/>
            <a:ext cx="306000" cy="279000"/>
            <a:chOff x="2588000" y="3219880"/>
            <a:chExt cx="30600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9AD2C86-2CDA-E930-0D6F-802F23C58A43}"/>
                    </a:ext>
                  </a:extLst>
                </p14:cNvPr>
                <p14:cNvContentPartPr/>
                <p14:nvPr/>
              </p14:nvContentPartPr>
              <p14:xfrm>
                <a:off x="2588000" y="3219880"/>
                <a:ext cx="196920" cy="279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9AD2C86-2CDA-E930-0D6F-802F23C58A4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77200" y="3209440"/>
                  <a:ext cx="2181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B0C9468-3576-7FAD-E2D3-EF84AFD880A3}"/>
                    </a:ext>
                  </a:extLst>
                </p14:cNvPr>
                <p14:cNvContentPartPr/>
                <p14:nvPr/>
              </p14:nvContentPartPr>
              <p14:xfrm>
                <a:off x="2658920" y="3389080"/>
                <a:ext cx="235080" cy="17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B0C9468-3576-7FAD-E2D3-EF84AFD880A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48480" y="3378280"/>
                  <a:ext cx="25632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6D62BE7-3D2B-6669-CA07-C5A6B0DE4E43}"/>
                  </a:ext>
                </a:extLst>
              </p14:cNvPr>
              <p14:cNvContentPartPr/>
              <p14:nvPr/>
            </p14:nvContentPartPr>
            <p14:xfrm>
              <a:off x="624869" y="1825267"/>
              <a:ext cx="159480" cy="362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6D62BE7-3D2B-6669-CA07-C5A6B0DE4E4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4429" y="1814827"/>
                <a:ext cx="18072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7E804AA-E931-1489-F9FC-71C03FC76CDF}"/>
                  </a:ext>
                </a:extLst>
              </p14:cNvPr>
              <p14:cNvContentPartPr/>
              <p14:nvPr/>
            </p14:nvContentPartPr>
            <p14:xfrm>
              <a:off x="1512629" y="1739587"/>
              <a:ext cx="191160" cy="282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7E804AA-E931-1489-F9FC-71C03FC76CD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02189" y="1728787"/>
                <a:ext cx="21240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81F5DE9-8302-28D0-6A81-1494544A08F2}"/>
                  </a:ext>
                </a:extLst>
              </p14:cNvPr>
              <p14:cNvContentPartPr/>
              <p14:nvPr/>
            </p14:nvContentPartPr>
            <p14:xfrm>
              <a:off x="2349989" y="1739587"/>
              <a:ext cx="189720" cy="294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81F5DE9-8302-28D0-6A81-1494544A08F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39549" y="1729147"/>
                <a:ext cx="21096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4AE97AF-78CD-16F4-8D48-C335A2EC89D8}"/>
                  </a:ext>
                </a:extLst>
              </p14:cNvPr>
              <p14:cNvContentPartPr/>
              <p14:nvPr/>
            </p14:nvContentPartPr>
            <p14:xfrm>
              <a:off x="3115349" y="1634827"/>
              <a:ext cx="156960" cy="317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4AE97AF-78CD-16F4-8D48-C335A2EC89D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104549" y="1624387"/>
                <a:ext cx="17820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93092F0-964F-E219-6643-181838429AB8}"/>
                  </a:ext>
                </a:extLst>
              </p14:cNvPr>
              <p14:cNvContentPartPr/>
              <p14:nvPr/>
            </p14:nvContentPartPr>
            <p14:xfrm>
              <a:off x="2478509" y="1354747"/>
              <a:ext cx="217440" cy="245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93092F0-964F-E219-6643-181838429AB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68069" y="1343947"/>
                <a:ext cx="23868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F72384C-8C67-E51A-CB44-CE5081902237}"/>
                  </a:ext>
                </a:extLst>
              </p14:cNvPr>
              <p14:cNvContentPartPr/>
              <p14:nvPr/>
            </p14:nvContentPartPr>
            <p14:xfrm>
              <a:off x="3000509" y="1424587"/>
              <a:ext cx="126000" cy="1638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F72384C-8C67-E51A-CB44-CE508190223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89709" y="1413787"/>
                <a:ext cx="1472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F7106CE-FAD1-C330-8986-53358DDAF2F6}"/>
                  </a:ext>
                </a:extLst>
              </p14:cNvPr>
              <p14:cNvContentPartPr/>
              <p14:nvPr/>
            </p14:nvContentPartPr>
            <p14:xfrm>
              <a:off x="879389" y="1602787"/>
              <a:ext cx="129960" cy="149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F7106CE-FAD1-C330-8986-53358DDAF2F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68949" y="1591987"/>
                <a:ext cx="15120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6C09BB5-72F1-58B3-4BA7-251AF759D3ED}"/>
                  </a:ext>
                </a:extLst>
              </p14:cNvPr>
              <p14:cNvContentPartPr/>
              <p14:nvPr/>
            </p14:nvContentPartPr>
            <p14:xfrm>
              <a:off x="1342709" y="1607107"/>
              <a:ext cx="131040" cy="145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6C09BB5-72F1-58B3-4BA7-251AF759D3E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331909" y="1596667"/>
                <a:ext cx="1522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98E9885-C8C7-6ED8-1A3E-C2BD63906423}"/>
                  </a:ext>
                </a:extLst>
              </p14:cNvPr>
              <p14:cNvContentPartPr/>
              <p14:nvPr/>
            </p14:nvContentPartPr>
            <p14:xfrm>
              <a:off x="1440269" y="817987"/>
              <a:ext cx="260640" cy="228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98E9885-C8C7-6ED8-1A3E-C2BD6390642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29829" y="807187"/>
                <a:ext cx="2818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9CE2783-4A1A-7574-D48C-0626CF273796}"/>
                  </a:ext>
                </a:extLst>
              </p14:cNvPr>
              <p14:cNvContentPartPr/>
              <p14:nvPr/>
            </p14:nvContentPartPr>
            <p14:xfrm>
              <a:off x="2233709" y="838507"/>
              <a:ext cx="364680" cy="216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9CE2783-4A1A-7574-D48C-0626CF27379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22909" y="827707"/>
                <a:ext cx="385920" cy="23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B88F28DD-9992-7DEA-46D2-4B1D11CE0791}"/>
              </a:ext>
            </a:extLst>
          </p:cNvPr>
          <p:cNvGrpSpPr/>
          <p:nvPr/>
        </p:nvGrpSpPr>
        <p:grpSpPr>
          <a:xfrm>
            <a:off x="5021240" y="131080"/>
            <a:ext cx="1252800" cy="308880"/>
            <a:chOff x="5021240" y="131080"/>
            <a:chExt cx="125280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9D4D4DF-977C-796F-763D-40AE63899A74}"/>
                    </a:ext>
                  </a:extLst>
                </p14:cNvPr>
                <p14:cNvContentPartPr/>
                <p14:nvPr/>
              </p14:nvContentPartPr>
              <p14:xfrm>
                <a:off x="5021240" y="210640"/>
                <a:ext cx="209520" cy="194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9D4D4DF-977C-796F-763D-40AE63899A7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10440" y="200200"/>
                  <a:ext cx="230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90CD870-2E2C-14F1-EB37-33C092F65AC1}"/>
                    </a:ext>
                  </a:extLst>
                </p14:cNvPr>
                <p14:cNvContentPartPr/>
                <p14:nvPr/>
              </p14:nvContentPartPr>
              <p14:xfrm>
                <a:off x="5395640" y="131080"/>
                <a:ext cx="15480" cy="308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90CD870-2E2C-14F1-EB37-33C092F65AC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84840" y="120280"/>
                  <a:ext cx="367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C4FFF65-7BE3-60DA-953B-9014C6B7AD69}"/>
                    </a:ext>
                  </a:extLst>
                </p14:cNvPr>
                <p14:cNvContentPartPr/>
                <p14:nvPr/>
              </p14:nvContentPartPr>
              <p14:xfrm>
                <a:off x="5307800" y="259960"/>
                <a:ext cx="185760" cy="13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C4FFF65-7BE3-60DA-953B-9014C6B7AD6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97360" y="249520"/>
                  <a:ext cx="207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D75FB02-BC07-4219-6479-9F92978F6667}"/>
                    </a:ext>
                  </a:extLst>
                </p14:cNvPr>
                <p14:cNvContentPartPr/>
                <p14:nvPr/>
              </p14:nvContentPartPr>
              <p14:xfrm>
                <a:off x="5558000" y="222520"/>
                <a:ext cx="114480" cy="147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D75FB02-BC07-4219-6479-9F92978F666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47560" y="211720"/>
                  <a:ext cx="1357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5E9B53-678A-5621-6B61-CD0750FA1FF8}"/>
                    </a:ext>
                  </a:extLst>
                </p14:cNvPr>
                <p14:cNvContentPartPr/>
                <p14:nvPr/>
              </p14:nvContentPartPr>
              <p14:xfrm>
                <a:off x="5746280" y="245200"/>
                <a:ext cx="74520" cy="124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D5E9B53-678A-5621-6B61-CD0750FA1FF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35840" y="234760"/>
                  <a:ext cx="95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D224AC7-2C98-9C6D-FFB9-2159D23D2554}"/>
                    </a:ext>
                  </a:extLst>
                </p14:cNvPr>
                <p14:cNvContentPartPr/>
                <p14:nvPr/>
              </p14:nvContentPartPr>
              <p14:xfrm>
                <a:off x="5938520" y="162400"/>
                <a:ext cx="330480" cy="226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D224AC7-2C98-9C6D-FFB9-2159D23D255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28080" y="151960"/>
                  <a:ext cx="3517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206CEFA-5880-E899-E2A3-6AF4291EDDE5}"/>
                    </a:ext>
                  </a:extLst>
                </p14:cNvPr>
                <p14:cNvContentPartPr/>
                <p14:nvPr/>
              </p14:nvContentPartPr>
              <p14:xfrm>
                <a:off x="6127880" y="238360"/>
                <a:ext cx="1461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206CEFA-5880-E899-E2A3-6AF4291EDDE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17440" y="227920"/>
                  <a:ext cx="1674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26FCAEF-45B1-03B3-1FD0-0AFBF67D52FB}"/>
              </a:ext>
            </a:extLst>
          </p:cNvPr>
          <p:cNvGrpSpPr/>
          <p:nvPr/>
        </p:nvGrpSpPr>
        <p:grpSpPr>
          <a:xfrm>
            <a:off x="6648440" y="129640"/>
            <a:ext cx="1644480" cy="273600"/>
            <a:chOff x="6648440" y="129640"/>
            <a:chExt cx="164448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E810618-0DE1-B660-8F58-CB3C3FDF871F}"/>
                    </a:ext>
                  </a:extLst>
                </p14:cNvPr>
                <p14:cNvContentPartPr/>
                <p14:nvPr/>
              </p14:nvContentPartPr>
              <p14:xfrm>
                <a:off x="6805760" y="151600"/>
                <a:ext cx="41040" cy="251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E810618-0DE1-B660-8F58-CB3C3FDF871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94960" y="141160"/>
                  <a:ext cx="622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9AB351C-57A8-9796-AC24-9F3541E207F5}"/>
                    </a:ext>
                  </a:extLst>
                </p14:cNvPr>
                <p14:cNvContentPartPr/>
                <p14:nvPr/>
              </p14:nvContentPartPr>
              <p14:xfrm>
                <a:off x="6648440" y="145840"/>
                <a:ext cx="313920" cy="17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9AB351C-57A8-9796-AC24-9F3541E207F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37640" y="135400"/>
                  <a:ext cx="3351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CB5A299-0534-A727-7F27-A5CE69918A9F}"/>
                    </a:ext>
                  </a:extLst>
                </p14:cNvPr>
                <p14:cNvContentPartPr/>
                <p14:nvPr/>
              </p14:nvContentPartPr>
              <p14:xfrm>
                <a:off x="6980000" y="203080"/>
                <a:ext cx="107640" cy="187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CB5A299-0534-A727-7F27-A5CE69918A9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69560" y="192280"/>
                  <a:ext cx="128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2976777-BD2E-E557-F168-F1186AD1ACFA}"/>
                    </a:ext>
                  </a:extLst>
                </p14:cNvPr>
                <p14:cNvContentPartPr/>
                <p14:nvPr/>
              </p14:nvContentPartPr>
              <p14:xfrm>
                <a:off x="7105280" y="221080"/>
                <a:ext cx="101880" cy="147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2976777-BD2E-E557-F168-F1186AD1ACF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94480" y="210280"/>
                  <a:ext cx="123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BC3E956-B9F9-FB5D-B233-8BEA59555CAE}"/>
                    </a:ext>
                  </a:extLst>
                </p14:cNvPr>
                <p14:cNvContentPartPr/>
                <p14:nvPr/>
              </p14:nvContentPartPr>
              <p14:xfrm>
                <a:off x="7284560" y="212080"/>
                <a:ext cx="151200" cy="150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BC3E956-B9F9-FB5D-B233-8BEA59555CA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73760" y="201280"/>
                  <a:ext cx="1724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F4C5774-D1BB-3191-B5DA-E85BF3B535D9}"/>
                    </a:ext>
                  </a:extLst>
                </p14:cNvPr>
                <p14:cNvContentPartPr/>
                <p14:nvPr/>
              </p14:nvContentPartPr>
              <p14:xfrm>
                <a:off x="7478960" y="136840"/>
                <a:ext cx="225360" cy="250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F4C5774-D1BB-3191-B5DA-E85BF3B535D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68520" y="126400"/>
                  <a:ext cx="2466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F9043C7-B42D-09D0-7B7E-0D40D537B55F}"/>
                    </a:ext>
                  </a:extLst>
                </p14:cNvPr>
                <p14:cNvContentPartPr/>
                <p14:nvPr/>
              </p14:nvContentPartPr>
              <p14:xfrm>
                <a:off x="7771640" y="260320"/>
                <a:ext cx="146160" cy="120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F9043C7-B42D-09D0-7B7E-0D40D537B55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760840" y="249880"/>
                  <a:ext cx="1674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097E659-0A69-9AC0-7AB9-F7CB51ACA439}"/>
                    </a:ext>
                  </a:extLst>
                </p14:cNvPr>
                <p14:cNvContentPartPr/>
                <p14:nvPr/>
              </p14:nvContentPartPr>
              <p14:xfrm>
                <a:off x="7960280" y="129640"/>
                <a:ext cx="149400" cy="227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097E659-0A69-9AC0-7AB9-F7CB51ACA43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49840" y="119200"/>
                  <a:ext cx="1706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12A79AC-876C-3F2C-2E6E-FD8158F8320B}"/>
                    </a:ext>
                  </a:extLst>
                </p14:cNvPr>
                <p14:cNvContentPartPr/>
                <p14:nvPr/>
              </p14:nvContentPartPr>
              <p14:xfrm>
                <a:off x="8211920" y="198760"/>
                <a:ext cx="81000" cy="173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12A79AC-876C-3F2C-2E6E-FD8158F8320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01480" y="187960"/>
                  <a:ext cx="102240" cy="19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0DF7526-E002-9E4F-8A15-5D2BFCFC944B}"/>
                  </a:ext>
                </a:extLst>
              </p14:cNvPr>
              <p14:cNvContentPartPr/>
              <p14:nvPr/>
            </p14:nvContentPartPr>
            <p14:xfrm>
              <a:off x="8744000" y="103720"/>
              <a:ext cx="199440" cy="369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0DF7526-E002-9E4F-8A15-5D2BFCFC944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733560" y="92920"/>
                <a:ext cx="220680" cy="39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A0D9F90C-9AA9-5204-06DE-B69BF399D910}"/>
              </a:ext>
            </a:extLst>
          </p:cNvPr>
          <p:cNvGrpSpPr/>
          <p:nvPr/>
        </p:nvGrpSpPr>
        <p:grpSpPr>
          <a:xfrm>
            <a:off x="5907200" y="688360"/>
            <a:ext cx="464760" cy="329760"/>
            <a:chOff x="5907200" y="688360"/>
            <a:chExt cx="46476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BD7BE7B-87C6-3232-A59F-E546A5E4157E}"/>
                    </a:ext>
                  </a:extLst>
                </p14:cNvPr>
                <p14:cNvContentPartPr/>
                <p14:nvPr/>
              </p14:nvContentPartPr>
              <p14:xfrm>
                <a:off x="5936360" y="873760"/>
                <a:ext cx="24480" cy="144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BD7BE7B-87C6-3232-A59F-E546A5E4157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25560" y="862960"/>
                  <a:ext cx="457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0782924-A000-D9E4-D66B-4636AE84B9EE}"/>
                    </a:ext>
                  </a:extLst>
                </p14:cNvPr>
                <p14:cNvContentPartPr/>
                <p14:nvPr/>
              </p14:nvContentPartPr>
              <p14:xfrm>
                <a:off x="5907200" y="730480"/>
                <a:ext cx="72360" cy="104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0782924-A000-D9E4-D66B-4636AE84B9E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96400" y="720040"/>
                  <a:ext cx="93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5A9D8C-1710-D5CF-80D8-E96E6BE250C1}"/>
                    </a:ext>
                  </a:extLst>
                </p14:cNvPr>
                <p14:cNvContentPartPr/>
                <p14:nvPr/>
              </p14:nvContentPartPr>
              <p14:xfrm>
                <a:off x="6088280" y="789160"/>
                <a:ext cx="104760" cy="178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5A9D8C-1710-D5CF-80D8-E96E6BE250C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77840" y="778720"/>
                  <a:ext cx="1260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A69D7D5-1695-24E0-6E4F-B91591BD39D8}"/>
                    </a:ext>
                  </a:extLst>
                </p14:cNvPr>
                <p14:cNvContentPartPr/>
                <p14:nvPr/>
              </p14:nvContentPartPr>
              <p14:xfrm>
                <a:off x="6260000" y="688360"/>
                <a:ext cx="38520" cy="277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A69D7D5-1695-24E0-6E4F-B91591BD39D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49200" y="677920"/>
                  <a:ext cx="597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043DAAB-F7CD-88EC-FDE2-65C5A06FD031}"/>
                    </a:ext>
                  </a:extLst>
                </p14:cNvPr>
                <p14:cNvContentPartPr/>
                <p14:nvPr/>
              </p14:nvContentPartPr>
              <p14:xfrm>
                <a:off x="6200240" y="840640"/>
                <a:ext cx="171720" cy="17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043DAAB-F7CD-88EC-FDE2-65C5A06FD03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89800" y="829840"/>
                  <a:ext cx="19296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92AD63B-6FC4-C8C9-C2DE-69ED76B53166}"/>
              </a:ext>
            </a:extLst>
          </p:cNvPr>
          <p:cNvGrpSpPr/>
          <p:nvPr/>
        </p:nvGrpSpPr>
        <p:grpSpPr>
          <a:xfrm>
            <a:off x="6581120" y="636880"/>
            <a:ext cx="804960" cy="379800"/>
            <a:chOff x="6581120" y="636880"/>
            <a:chExt cx="804960" cy="37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2185D43-DF8E-401D-1581-2DC31B601BB9}"/>
                    </a:ext>
                  </a:extLst>
                </p14:cNvPr>
                <p14:cNvContentPartPr/>
                <p14:nvPr/>
              </p14:nvContentPartPr>
              <p14:xfrm>
                <a:off x="6581120" y="788080"/>
                <a:ext cx="120960" cy="160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2185D43-DF8E-401D-1581-2DC31B601BB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70320" y="777280"/>
                  <a:ext cx="1422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74597C0-1025-CEC9-9797-A329E8AA8DBD}"/>
                    </a:ext>
                  </a:extLst>
                </p14:cNvPr>
                <p14:cNvContentPartPr/>
                <p14:nvPr/>
              </p14:nvContentPartPr>
              <p14:xfrm>
                <a:off x="6818720" y="636880"/>
                <a:ext cx="393480" cy="329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74597C0-1025-CEC9-9797-A329E8AA8DB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08280" y="626440"/>
                  <a:ext cx="41472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A4E6133-971F-DF6E-245B-33829A9D2FA2}"/>
                    </a:ext>
                  </a:extLst>
                </p14:cNvPr>
                <p14:cNvContentPartPr/>
                <p14:nvPr/>
              </p14:nvContentPartPr>
              <p14:xfrm>
                <a:off x="7294280" y="879160"/>
                <a:ext cx="91800" cy="137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A4E6133-971F-DF6E-245B-33829A9D2FA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283840" y="868720"/>
                  <a:ext cx="1130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9BAB607-6D35-BC56-6811-768A5344A80F}"/>
                    </a:ext>
                  </a:extLst>
                </p14:cNvPr>
                <p14:cNvContentPartPr/>
                <p14:nvPr/>
              </p14:nvContentPartPr>
              <p14:xfrm>
                <a:off x="7295720" y="798160"/>
                <a:ext cx="360" cy="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9BAB607-6D35-BC56-6811-768A5344A80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84920" y="7877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CB6B29A-3DCE-F785-C84F-58AC47B77521}"/>
              </a:ext>
            </a:extLst>
          </p:cNvPr>
          <p:cNvGrpSpPr/>
          <p:nvPr/>
        </p:nvGrpSpPr>
        <p:grpSpPr>
          <a:xfrm>
            <a:off x="5864000" y="1248880"/>
            <a:ext cx="1534680" cy="319680"/>
            <a:chOff x="5864000" y="1248880"/>
            <a:chExt cx="1534680" cy="3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D4BA4D7-BCCA-3EAA-DC4C-5E061041F496}"/>
                    </a:ext>
                  </a:extLst>
                </p14:cNvPr>
                <p14:cNvContentPartPr/>
                <p14:nvPr/>
              </p14:nvContentPartPr>
              <p14:xfrm>
                <a:off x="6003680" y="1376320"/>
                <a:ext cx="6840" cy="192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D4BA4D7-BCCA-3EAA-DC4C-5E061041F49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92880" y="1365520"/>
                  <a:ext cx="280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E42CB1C-BF89-666E-225C-C3ABB9D1C040}"/>
                    </a:ext>
                  </a:extLst>
                </p14:cNvPr>
                <p14:cNvContentPartPr/>
                <p14:nvPr/>
              </p14:nvContentPartPr>
              <p14:xfrm>
                <a:off x="5864000" y="1332760"/>
                <a:ext cx="279720" cy="39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E42CB1C-BF89-666E-225C-C3ABB9D1C04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53200" y="1322320"/>
                  <a:ext cx="300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21E04E7-0DCF-37A6-E576-69FD3DFDA421}"/>
                    </a:ext>
                  </a:extLst>
                </p14:cNvPr>
                <p14:cNvContentPartPr/>
                <p14:nvPr/>
              </p14:nvContentPartPr>
              <p14:xfrm>
                <a:off x="6141920" y="1409440"/>
                <a:ext cx="108360" cy="133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21E04E7-0DCF-37A6-E576-69FD3DFDA42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31120" y="1398640"/>
                  <a:ext cx="1296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050F2A6-3001-9214-C265-01670EF6FB18}"/>
                    </a:ext>
                  </a:extLst>
                </p14:cNvPr>
                <p14:cNvContentPartPr/>
                <p14:nvPr/>
              </p14:nvContentPartPr>
              <p14:xfrm>
                <a:off x="6269720" y="1419520"/>
                <a:ext cx="135360" cy="112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050F2A6-3001-9214-C265-01670EF6FB1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258920" y="1408720"/>
                  <a:ext cx="1566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64F1E67-08BA-BB3D-6DF3-6C4060D12745}"/>
                    </a:ext>
                  </a:extLst>
                </p14:cNvPr>
                <p14:cNvContentPartPr/>
                <p14:nvPr/>
              </p14:nvContentPartPr>
              <p14:xfrm>
                <a:off x="6429200" y="1396120"/>
                <a:ext cx="88920" cy="147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64F1E67-08BA-BB3D-6DF3-6C4060D1274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18400" y="1385680"/>
                  <a:ext cx="1101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A3B7E8B-48BE-CBED-86BE-9B909A9D1373}"/>
                    </a:ext>
                  </a:extLst>
                </p14:cNvPr>
                <p14:cNvContentPartPr/>
                <p14:nvPr/>
              </p14:nvContentPartPr>
              <p14:xfrm>
                <a:off x="6623600" y="1313320"/>
                <a:ext cx="172440" cy="228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A3B7E8B-48BE-CBED-86BE-9B909A9D137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612800" y="1302880"/>
                  <a:ext cx="1936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A099958-82C9-1DC0-3EA5-0022C76F73A1}"/>
                    </a:ext>
                  </a:extLst>
                </p14:cNvPr>
                <p14:cNvContentPartPr/>
                <p14:nvPr/>
              </p14:nvContentPartPr>
              <p14:xfrm>
                <a:off x="6898280" y="1415920"/>
                <a:ext cx="122040" cy="117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A099958-82C9-1DC0-3EA5-0022C76F73A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87840" y="1405480"/>
                  <a:ext cx="1432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102F190-E489-3B47-93AE-28AAF51AAC11}"/>
                    </a:ext>
                  </a:extLst>
                </p14:cNvPr>
                <p14:cNvContentPartPr/>
                <p14:nvPr/>
              </p14:nvContentPartPr>
              <p14:xfrm>
                <a:off x="7069280" y="1248880"/>
                <a:ext cx="131760" cy="285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102F190-E489-3B47-93AE-28AAF51AAC1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58840" y="1238440"/>
                  <a:ext cx="1530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202A7DF-5447-F702-1170-F58F8D1D2926}"/>
                    </a:ext>
                  </a:extLst>
                </p14:cNvPr>
                <p14:cNvContentPartPr/>
                <p14:nvPr/>
              </p14:nvContentPartPr>
              <p14:xfrm>
                <a:off x="7287800" y="1366960"/>
                <a:ext cx="110880" cy="152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202A7DF-5447-F702-1170-F58F8D1D292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277360" y="1356520"/>
                  <a:ext cx="13212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53A8788-3165-0398-DF0D-8763CE6EAFA7}"/>
              </a:ext>
            </a:extLst>
          </p:cNvPr>
          <p:cNvGrpSpPr/>
          <p:nvPr/>
        </p:nvGrpSpPr>
        <p:grpSpPr>
          <a:xfrm>
            <a:off x="7800800" y="1200280"/>
            <a:ext cx="193320" cy="183240"/>
            <a:chOff x="7800800" y="1200280"/>
            <a:chExt cx="193320" cy="18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7A1691D-BF59-35A6-A2D9-CEA97B8ADDEB}"/>
                    </a:ext>
                  </a:extLst>
                </p14:cNvPr>
                <p14:cNvContentPartPr/>
                <p14:nvPr/>
              </p14:nvContentPartPr>
              <p14:xfrm>
                <a:off x="7800800" y="1234480"/>
                <a:ext cx="162720" cy="114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7A1691D-BF59-35A6-A2D9-CEA97B8ADDE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790000" y="1224040"/>
                  <a:ext cx="1839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080DF77-06CA-EDB9-B5E2-E61F16B5446E}"/>
                    </a:ext>
                  </a:extLst>
                </p14:cNvPr>
                <p14:cNvContentPartPr/>
                <p14:nvPr/>
              </p14:nvContentPartPr>
              <p14:xfrm>
                <a:off x="7856600" y="1200280"/>
                <a:ext cx="80280" cy="178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080DF77-06CA-EDB9-B5E2-E61F16B5446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846160" y="1189840"/>
                  <a:ext cx="1015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BD4A453-588A-9E53-183E-149A00827B92}"/>
                    </a:ext>
                  </a:extLst>
                </p14:cNvPr>
                <p14:cNvContentPartPr/>
                <p14:nvPr/>
              </p14:nvContentPartPr>
              <p14:xfrm>
                <a:off x="7918880" y="1238080"/>
                <a:ext cx="32040" cy="145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BD4A453-588A-9E53-183E-149A00827B9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08080" y="1227280"/>
                  <a:ext cx="532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3798D57-69DD-8C12-8F5D-B6E2A155861D}"/>
                    </a:ext>
                  </a:extLst>
                </p14:cNvPr>
                <p14:cNvContentPartPr/>
                <p14:nvPr/>
              </p14:nvContentPartPr>
              <p14:xfrm>
                <a:off x="7818440" y="1313320"/>
                <a:ext cx="175680" cy="3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3798D57-69DD-8C12-8F5D-B6E2A155861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08000" y="1302880"/>
                  <a:ext cx="19692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BA5730C-5E11-131B-13A6-397E21F6A409}"/>
              </a:ext>
            </a:extLst>
          </p:cNvPr>
          <p:cNvGrpSpPr/>
          <p:nvPr/>
        </p:nvGrpSpPr>
        <p:grpSpPr>
          <a:xfrm>
            <a:off x="8133440" y="1140880"/>
            <a:ext cx="746640" cy="416160"/>
            <a:chOff x="8133440" y="1140880"/>
            <a:chExt cx="746640" cy="41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DB74AEC-4D73-3F6D-7428-DD2FD0CAE465}"/>
                    </a:ext>
                  </a:extLst>
                </p14:cNvPr>
                <p14:cNvContentPartPr/>
                <p14:nvPr/>
              </p14:nvContentPartPr>
              <p14:xfrm>
                <a:off x="8133440" y="1160320"/>
                <a:ext cx="70200" cy="354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DB74AEC-4D73-3F6D-7428-DD2FD0CAE46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122640" y="1149880"/>
                  <a:ext cx="914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9B349EE-681A-CA01-B2F2-70681140B7A1}"/>
                    </a:ext>
                  </a:extLst>
                </p14:cNvPr>
                <p14:cNvContentPartPr/>
                <p14:nvPr/>
              </p14:nvContentPartPr>
              <p14:xfrm>
                <a:off x="8245400" y="1357600"/>
                <a:ext cx="114480" cy="147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9B349EE-681A-CA01-B2F2-70681140B7A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234600" y="1347160"/>
                  <a:ext cx="135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054843D-A584-D4D0-8C73-3BC07807C9C4}"/>
                    </a:ext>
                  </a:extLst>
                </p14:cNvPr>
                <p14:cNvContentPartPr/>
                <p14:nvPr/>
              </p14:nvContentPartPr>
              <p14:xfrm>
                <a:off x="8427200" y="1140880"/>
                <a:ext cx="62640" cy="367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054843D-A584-D4D0-8C73-3BC07807C9C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16400" y="1130440"/>
                  <a:ext cx="8388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E53B939-E4A7-D6AE-FCA3-53B7386DEE45}"/>
                    </a:ext>
                  </a:extLst>
                </p14:cNvPr>
                <p14:cNvContentPartPr/>
                <p14:nvPr/>
              </p14:nvContentPartPr>
              <p14:xfrm>
                <a:off x="8399840" y="1373800"/>
                <a:ext cx="152640" cy="12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E53B939-E4A7-D6AE-FCA3-53B7386DEE4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389400" y="1363360"/>
                  <a:ext cx="173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A74E2EC-9CED-07C7-4DE1-415753785848}"/>
                    </a:ext>
                  </a:extLst>
                </p14:cNvPr>
                <p14:cNvContentPartPr/>
                <p14:nvPr/>
              </p14:nvContentPartPr>
              <p14:xfrm>
                <a:off x="8614400" y="1188760"/>
                <a:ext cx="67680" cy="349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A74E2EC-9CED-07C7-4DE1-41575378584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603600" y="1178320"/>
                  <a:ext cx="889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0A290F1-E557-46E8-4060-4E662A411C3B}"/>
                    </a:ext>
                  </a:extLst>
                </p14:cNvPr>
                <p14:cNvContentPartPr/>
                <p14:nvPr/>
              </p14:nvContentPartPr>
              <p14:xfrm>
                <a:off x="8554640" y="1353280"/>
                <a:ext cx="160200" cy="19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0A290F1-E557-46E8-4060-4E662A411C3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544200" y="1342840"/>
                  <a:ext cx="181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3A1B7F7-D144-8515-C537-F4E8C9B19C16}"/>
                    </a:ext>
                  </a:extLst>
                </p14:cNvPr>
                <p14:cNvContentPartPr/>
                <p14:nvPr/>
              </p14:nvContentPartPr>
              <p14:xfrm>
                <a:off x="8835440" y="1419520"/>
                <a:ext cx="44640" cy="137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3A1B7F7-D144-8515-C537-F4E8C9B19C1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824640" y="1409080"/>
                  <a:ext cx="65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E84524E-3B7A-3E7D-DF6E-8F1FF6E1D7C1}"/>
                    </a:ext>
                  </a:extLst>
                </p14:cNvPr>
                <p14:cNvContentPartPr/>
                <p14:nvPr/>
              </p14:nvContentPartPr>
              <p14:xfrm>
                <a:off x="8858120" y="1325920"/>
                <a:ext cx="360" cy="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E84524E-3B7A-3E7D-DF6E-8F1FF6E1D7C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847320" y="13154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3970B2B-FCEC-4D09-2D27-6C19C82117AE}"/>
              </a:ext>
            </a:extLst>
          </p:cNvPr>
          <p:cNvGrpSpPr/>
          <p:nvPr/>
        </p:nvGrpSpPr>
        <p:grpSpPr>
          <a:xfrm>
            <a:off x="5955440" y="1840000"/>
            <a:ext cx="1587960" cy="282240"/>
            <a:chOff x="5955440" y="1840000"/>
            <a:chExt cx="158796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D73EF1D-F18F-589D-B6E2-54E969BEDCDF}"/>
                    </a:ext>
                  </a:extLst>
                </p14:cNvPr>
                <p14:cNvContentPartPr/>
                <p14:nvPr/>
              </p14:nvContentPartPr>
              <p14:xfrm>
                <a:off x="6078560" y="1895800"/>
                <a:ext cx="5400" cy="226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D73EF1D-F18F-589D-B6E2-54E969BEDCD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067760" y="1885360"/>
                  <a:ext cx="266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C91BCE9-ED70-E898-1983-EA029462848D}"/>
                    </a:ext>
                  </a:extLst>
                </p14:cNvPr>
                <p14:cNvContentPartPr/>
                <p14:nvPr/>
              </p14:nvContentPartPr>
              <p14:xfrm>
                <a:off x="5955440" y="1840000"/>
                <a:ext cx="269280" cy="37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C91BCE9-ED70-E898-1983-EA029462848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944640" y="1829560"/>
                  <a:ext cx="2905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A49FFFB-1BA2-68CA-3507-82658EE72313}"/>
                    </a:ext>
                  </a:extLst>
                </p14:cNvPr>
                <p14:cNvContentPartPr/>
                <p14:nvPr/>
              </p14:nvContentPartPr>
              <p14:xfrm>
                <a:off x="6211760" y="1969960"/>
                <a:ext cx="151560" cy="131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A49FFFB-1BA2-68CA-3507-82658EE7231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200960" y="1959160"/>
                  <a:ext cx="172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987808F-9B18-CDBF-FD83-057911EC0D58}"/>
                    </a:ext>
                  </a:extLst>
                </p14:cNvPr>
                <p14:cNvContentPartPr/>
                <p14:nvPr/>
              </p14:nvContentPartPr>
              <p14:xfrm>
                <a:off x="6398600" y="1973560"/>
                <a:ext cx="135720" cy="1314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987808F-9B18-CDBF-FD83-057911EC0D5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387800" y="1962760"/>
                  <a:ext cx="156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D7B4CB1-DF22-1A6A-E9A3-F469F2586893}"/>
                    </a:ext>
                  </a:extLst>
                </p14:cNvPr>
                <p14:cNvContentPartPr/>
                <p14:nvPr/>
              </p14:nvContentPartPr>
              <p14:xfrm>
                <a:off x="6581840" y="1981480"/>
                <a:ext cx="102240" cy="132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D7B4CB1-DF22-1A6A-E9A3-F469F258689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571400" y="1970680"/>
                  <a:ext cx="1234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5D942B0-AA6D-3659-A4F9-EBD1C22CB9DD}"/>
                    </a:ext>
                  </a:extLst>
                </p14:cNvPr>
                <p14:cNvContentPartPr/>
                <p14:nvPr/>
              </p14:nvContentPartPr>
              <p14:xfrm>
                <a:off x="6757520" y="1852600"/>
                <a:ext cx="175680" cy="2642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5D942B0-AA6D-3659-A4F9-EBD1C22CB9D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746720" y="1841800"/>
                  <a:ext cx="1969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EFDCA18-FBA2-DCC0-1BF1-C2ACCE414B2A}"/>
                    </a:ext>
                  </a:extLst>
                </p14:cNvPr>
                <p14:cNvContentPartPr/>
                <p14:nvPr/>
              </p14:nvContentPartPr>
              <p14:xfrm>
                <a:off x="7031480" y="1946560"/>
                <a:ext cx="133920" cy="126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EFDCA18-FBA2-DCC0-1BF1-C2ACCE414B2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021040" y="1936120"/>
                  <a:ext cx="1551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0CC8B08-FD21-05BE-37AB-EBDF7A97F072}"/>
                    </a:ext>
                  </a:extLst>
                </p14:cNvPr>
                <p14:cNvContentPartPr/>
                <p14:nvPr/>
              </p14:nvContentPartPr>
              <p14:xfrm>
                <a:off x="7235240" y="1846840"/>
                <a:ext cx="146880" cy="2401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0CC8B08-FD21-05BE-37AB-EBDF7A97F07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224440" y="1836400"/>
                  <a:ext cx="1681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867C31C-7F10-AD09-E8F8-5033A92E45FC}"/>
                    </a:ext>
                  </a:extLst>
                </p14:cNvPr>
                <p14:cNvContentPartPr/>
                <p14:nvPr/>
              </p14:nvContentPartPr>
              <p14:xfrm>
                <a:off x="7494800" y="1895080"/>
                <a:ext cx="48600" cy="149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867C31C-7F10-AD09-E8F8-5033A92E45F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484360" y="1884640"/>
                  <a:ext cx="6984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A5D11B2-284C-BC90-D16D-616F813ADB9A}"/>
              </a:ext>
            </a:extLst>
          </p:cNvPr>
          <p:cNvGrpSpPr/>
          <p:nvPr/>
        </p:nvGrpSpPr>
        <p:grpSpPr>
          <a:xfrm>
            <a:off x="7922840" y="1733800"/>
            <a:ext cx="1245240" cy="340920"/>
            <a:chOff x="7922840" y="1733800"/>
            <a:chExt cx="1245240" cy="34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C6B2672-1CF8-8488-553F-3386C0AF0F20}"/>
                    </a:ext>
                  </a:extLst>
                </p14:cNvPr>
                <p14:cNvContentPartPr/>
                <p14:nvPr/>
              </p14:nvContentPartPr>
              <p14:xfrm>
                <a:off x="7922840" y="1934680"/>
                <a:ext cx="161640" cy="1260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C6B2672-1CF8-8488-553F-3386C0AF0F2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912040" y="1924240"/>
                  <a:ext cx="1828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E172F06-3828-F234-6D0B-ED2D5B1E6CD5}"/>
                    </a:ext>
                  </a:extLst>
                </p14:cNvPr>
                <p14:cNvContentPartPr/>
                <p14:nvPr/>
              </p14:nvContentPartPr>
              <p14:xfrm>
                <a:off x="7934000" y="1859440"/>
                <a:ext cx="94320" cy="215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E172F06-3828-F234-6D0B-ED2D5B1E6CD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923560" y="1848640"/>
                  <a:ext cx="1155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8B5B57E-4732-F5E0-64C0-5A27E3340F56}"/>
                    </a:ext>
                  </a:extLst>
                </p14:cNvPr>
                <p14:cNvContentPartPr/>
                <p14:nvPr/>
              </p14:nvContentPartPr>
              <p14:xfrm>
                <a:off x="8001680" y="1878880"/>
                <a:ext cx="30600" cy="161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8B5B57E-4732-F5E0-64C0-5A27E3340F5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990880" y="1868080"/>
                  <a:ext cx="518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0475537-B9DD-3FBD-68C3-928E4D1E269D}"/>
                    </a:ext>
                  </a:extLst>
                </p14:cNvPr>
                <p14:cNvContentPartPr/>
                <p14:nvPr/>
              </p14:nvContentPartPr>
              <p14:xfrm>
                <a:off x="7946600" y="1967440"/>
                <a:ext cx="151560" cy="27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0475537-B9DD-3FBD-68C3-928E4D1E269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936160" y="1956640"/>
                  <a:ext cx="172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39DABA5-34D3-EF61-9846-D343FE297CDA}"/>
                    </a:ext>
                  </a:extLst>
                </p14:cNvPr>
                <p14:cNvContentPartPr/>
                <p14:nvPr/>
              </p14:nvContentPartPr>
              <p14:xfrm>
                <a:off x="8218400" y="1895080"/>
                <a:ext cx="109440" cy="154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39DABA5-34D3-EF61-9846-D343FE297CD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207600" y="1884640"/>
                  <a:ext cx="130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EF496BA-4F72-9B9D-F8B6-1A6BD6A40BA8}"/>
                    </a:ext>
                  </a:extLst>
                </p14:cNvPr>
                <p14:cNvContentPartPr/>
                <p14:nvPr/>
              </p14:nvContentPartPr>
              <p14:xfrm>
                <a:off x="8398760" y="1909840"/>
                <a:ext cx="24480" cy="103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EF496BA-4F72-9B9D-F8B6-1A6BD6A40BA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387960" y="1899040"/>
                  <a:ext cx="457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8D94DAF-6CC5-06AE-24B3-255F6D244FC7}"/>
                    </a:ext>
                  </a:extLst>
                </p14:cNvPr>
                <p14:cNvContentPartPr/>
                <p14:nvPr/>
              </p14:nvContentPartPr>
              <p14:xfrm>
                <a:off x="8398760" y="1909840"/>
                <a:ext cx="360" cy="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8D94DAF-6CC5-06AE-24B3-255F6D244FC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387960" y="18990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0F7BCBE-4B73-11E9-71E1-5201F143D557}"/>
                    </a:ext>
                  </a:extLst>
                </p14:cNvPr>
                <p14:cNvContentPartPr/>
                <p14:nvPr/>
              </p14:nvContentPartPr>
              <p14:xfrm>
                <a:off x="8493080" y="1812640"/>
                <a:ext cx="164880" cy="2347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0F7BCBE-4B73-11E9-71E1-5201F143D55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82640" y="1801840"/>
                  <a:ext cx="1861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7FC46E6-95EA-1EF5-2713-AB79553668C6}"/>
                    </a:ext>
                  </a:extLst>
                </p14:cNvPr>
                <p14:cNvContentPartPr/>
                <p14:nvPr/>
              </p14:nvContentPartPr>
              <p14:xfrm>
                <a:off x="8701880" y="1733800"/>
                <a:ext cx="151560" cy="272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7FC46E6-95EA-1EF5-2713-AB79553668C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691440" y="1723000"/>
                  <a:ext cx="1728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A6F9440-040D-997F-EA26-67E489EDF042}"/>
                    </a:ext>
                  </a:extLst>
                </p14:cNvPr>
                <p14:cNvContentPartPr/>
                <p14:nvPr/>
              </p14:nvContentPartPr>
              <p14:xfrm>
                <a:off x="8925440" y="1753240"/>
                <a:ext cx="47160" cy="217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A6F9440-040D-997F-EA26-67E489EDF04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914640" y="1742440"/>
                  <a:ext cx="684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91EA7CC-4883-FA35-BBEF-49FAF268CE06}"/>
                    </a:ext>
                  </a:extLst>
                </p14:cNvPr>
                <p14:cNvContentPartPr/>
                <p14:nvPr/>
              </p14:nvContentPartPr>
              <p14:xfrm>
                <a:off x="8891240" y="1869880"/>
                <a:ext cx="147600" cy="8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91EA7CC-4883-FA35-BBEF-49FAF268CE0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880440" y="1859080"/>
                  <a:ext cx="168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9DA8C41-A366-42ED-2713-B0ECBC46300C}"/>
                    </a:ext>
                  </a:extLst>
                </p14:cNvPr>
                <p14:cNvContentPartPr/>
                <p14:nvPr/>
              </p14:nvContentPartPr>
              <p14:xfrm>
                <a:off x="8289320" y="1758640"/>
                <a:ext cx="118080" cy="770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9DA8C41-A366-42ED-2713-B0ECBC46300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278880" y="1747840"/>
                  <a:ext cx="139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CA63E4A-A175-2751-F51E-7C212DE2718C}"/>
                    </a:ext>
                  </a:extLst>
                </p14:cNvPr>
                <p14:cNvContentPartPr/>
                <p14:nvPr/>
              </p14:nvContentPartPr>
              <p14:xfrm>
                <a:off x="9100400" y="1869880"/>
                <a:ext cx="67680" cy="162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CA63E4A-A175-2751-F51E-7C212DE2718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089960" y="1859080"/>
                  <a:ext cx="889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0018E97-8156-1797-BE6C-CAC88641D4AA}"/>
                    </a:ext>
                  </a:extLst>
                </p14:cNvPr>
                <p14:cNvContentPartPr/>
                <p14:nvPr/>
              </p14:nvContentPartPr>
              <p14:xfrm>
                <a:off x="9097880" y="1777000"/>
                <a:ext cx="360" cy="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0018E97-8156-1797-BE6C-CAC88641D4A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87440" y="17665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69CDAC36-A32F-30F3-D790-680935B1B03D}"/>
                  </a:ext>
                </a:extLst>
              </p14:cNvPr>
              <p14:cNvContentPartPr/>
              <p14:nvPr/>
            </p14:nvContentPartPr>
            <p14:xfrm>
              <a:off x="5174600" y="2409880"/>
              <a:ext cx="218160" cy="5443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69CDAC36-A32F-30F3-D790-680935B1B03D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5164160" y="2399440"/>
                <a:ext cx="239400" cy="56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FB396340-5C70-EF6D-A933-FBBF18A2DCAC}"/>
              </a:ext>
            </a:extLst>
          </p:cNvPr>
          <p:cNvGrpSpPr/>
          <p:nvPr/>
        </p:nvGrpSpPr>
        <p:grpSpPr>
          <a:xfrm>
            <a:off x="143240" y="2757280"/>
            <a:ext cx="1202400" cy="411120"/>
            <a:chOff x="143240" y="2757280"/>
            <a:chExt cx="1202400" cy="41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0FFD72B-E6B0-BFDD-0C48-071FF03EE631}"/>
                    </a:ext>
                  </a:extLst>
                </p14:cNvPr>
                <p14:cNvContentPartPr/>
                <p14:nvPr/>
              </p14:nvContentPartPr>
              <p14:xfrm>
                <a:off x="143240" y="2959240"/>
                <a:ext cx="156600" cy="192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0FFD72B-E6B0-BFDD-0C48-071FF03EE63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32800" y="2948440"/>
                  <a:ext cx="1778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13C1737-F8E8-BF36-3AFE-B97612E64902}"/>
                    </a:ext>
                  </a:extLst>
                </p14:cNvPr>
                <p14:cNvContentPartPr/>
                <p14:nvPr/>
              </p14:nvContentPartPr>
              <p14:xfrm>
                <a:off x="354200" y="3001720"/>
                <a:ext cx="75240" cy="149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13C1737-F8E8-BF36-3AFE-B97612E6490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43400" y="2991280"/>
                  <a:ext cx="964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F74E3B9-C229-9CFC-D8B5-4F2F12DB11BF}"/>
                    </a:ext>
                  </a:extLst>
                </p14:cNvPr>
                <p14:cNvContentPartPr/>
                <p14:nvPr/>
              </p14:nvContentPartPr>
              <p14:xfrm>
                <a:off x="474440" y="2808760"/>
                <a:ext cx="24480" cy="321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F74E3B9-C229-9CFC-D8B5-4F2F12DB11B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64000" y="2797960"/>
                  <a:ext cx="457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240C6F7-52A3-60DF-E80C-ED1088CB34D9}"/>
                    </a:ext>
                  </a:extLst>
                </p14:cNvPr>
                <p14:cNvContentPartPr/>
                <p14:nvPr/>
              </p14:nvContentPartPr>
              <p14:xfrm>
                <a:off x="576320" y="2784640"/>
                <a:ext cx="4320" cy="352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240C6F7-52A3-60DF-E80C-ED1088CB34D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65520" y="2774200"/>
                  <a:ext cx="2556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7082AB7-A8EE-2B9A-0252-59D4818FB299}"/>
                    </a:ext>
                  </a:extLst>
                </p14:cNvPr>
                <p14:cNvContentPartPr/>
                <p14:nvPr/>
              </p14:nvContentPartPr>
              <p14:xfrm>
                <a:off x="651200" y="2955280"/>
                <a:ext cx="99360" cy="2131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7082AB7-A8EE-2B9A-0252-59D4818FB29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40400" y="2944840"/>
                  <a:ext cx="1206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28C1919-A5DB-8575-3E44-F74DD6DA19F3}"/>
                    </a:ext>
                  </a:extLst>
                </p14:cNvPr>
                <p14:cNvContentPartPr/>
                <p14:nvPr/>
              </p14:nvContentPartPr>
              <p14:xfrm>
                <a:off x="809600" y="2757280"/>
                <a:ext cx="37080" cy="334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28C1919-A5DB-8575-3E44-F74DD6DA19F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99160" y="2746840"/>
                  <a:ext cx="583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B4DF926-4700-0FA1-0528-F6E0EA5FED58}"/>
                    </a:ext>
                  </a:extLst>
                </p14:cNvPr>
                <p14:cNvContentPartPr/>
                <p14:nvPr/>
              </p14:nvContentPartPr>
              <p14:xfrm>
                <a:off x="772880" y="2860240"/>
                <a:ext cx="109440" cy="14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B4DF926-4700-0FA1-0528-F6E0EA5FED58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62080" y="2849440"/>
                  <a:ext cx="1306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B60E50E-D133-5636-ADBC-D7C44B5C0490}"/>
                    </a:ext>
                  </a:extLst>
                </p14:cNvPr>
                <p14:cNvContentPartPr/>
                <p14:nvPr/>
              </p14:nvContentPartPr>
              <p14:xfrm>
                <a:off x="984920" y="2911360"/>
                <a:ext cx="104400" cy="1180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B60E50E-D133-5636-ADBC-D7C44B5C049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74120" y="2900920"/>
                  <a:ext cx="1256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50DE3A6-F84D-A305-8AF6-CFCE25614D8D}"/>
                    </a:ext>
                  </a:extLst>
                </p14:cNvPr>
                <p14:cNvContentPartPr/>
                <p14:nvPr/>
              </p14:nvContentPartPr>
              <p14:xfrm>
                <a:off x="1123160" y="2930800"/>
                <a:ext cx="222480" cy="172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50DE3A6-F84D-A305-8AF6-CFCE25614D8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12720" y="2920360"/>
                  <a:ext cx="24372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93A46746-E3D7-C8CC-E43A-A01851148A4B}"/>
              </a:ext>
            </a:extLst>
          </p:cNvPr>
          <p:cNvGrpSpPr/>
          <p:nvPr/>
        </p:nvGrpSpPr>
        <p:grpSpPr>
          <a:xfrm>
            <a:off x="1578920" y="2705800"/>
            <a:ext cx="1352160" cy="468720"/>
            <a:chOff x="1578920" y="2705800"/>
            <a:chExt cx="135216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9FEF72C-353B-6477-D839-C696A1480AA7}"/>
                    </a:ext>
                  </a:extLst>
                </p14:cNvPr>
                <p14:cNvContentPartPr/>
                <p14:nvPr/>
              </p14:nvContentPartPr>
              <p14:xfrm>
                <a:off x="1578920" y="2958880"/>
                <a:ext cx="65160" cy="1562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9FEF72C-353B-6477-D839-C696A1480AA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568120" y="2948440"/>
                  <a:ext cx="86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11152CB-B7F8-52C4-E487-279ABACA1456}"/>
                    </a:ext>
                  </a:extLst>
                </p14:cNvPr>
                <p14:cNvContentPartPr/>
                <p14:nvPr/>
              </p14:nvContentPartPr>
              <p14:xfrm>
                <a:off x="1709600" y="2947000"/>
                <a:ext cx="68760" cy="178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11152CB-B7F8-52C4-E487-279ABACA145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699160" y="2936200"/>
                  <a:ext cx="900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22969B2-D13B-6F2E-086E-33369CA77CC2}"/>
                    </a:ext>
                  </a:extLst>
                </p14:cNvPr>
                <p14:cNvContentPartPr/>
                <p14:nvPr/>
              </p14:nvContentPartPr>
              <p14:xfrm>
                <a:off x="1847840" y="2803000"/>
                <a:ext cx="360" cy="284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22969B2-D13B-6F2E-086E-33369CA77CC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837400" y="2792200"/>
                  <a:ext cx="216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529DFA1-8183-4872-9E83-FA77E129A0BB}"/>
                    </a:ext>
                  </a:extLst>
                </p14:cNvPr>
                <p14:cNvContentPartPr/>
                <p14:nvPr/>
              </p14:nvContentPartPr>
              <p14:xfrm>
                <a:off x="1907600" y="2742520"/>
                <a:ext cx="10800" cy="363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529DFA1-8183-4872-9E83-FA77E129A0B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896800" y="2731720"/>
                  <a:ext cx="3204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8458B0A-60A6-E00C-7F68-2EAEF7731281}"/>
                    </a:ext>
                  </a:extLst>
                </p14:cNvPr>
                <p14:cNvContentPartPr/>
                <p14:nvPr/>
              </p14:nvContentPartPr>
              <p14:xfrm>
                <a:off x="2061680" y="2959240"/>
                <a:ext cx="92160" cy="2152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8458B0A-60A6-E00C-7F68-2EAEF773128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051240" y="2948440"/>
                  <a:ext cx="1134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B88FADB-C5D0-E33D-D9B8-D7C4FEC34582}"/>
                    </a:ext>
                  </a:extLst>
                </p14:cNvPr>
                <p14:cNvContentPartPr/>
                <p14:nvPr/>
              </p14:nvContentPartPr>
              <p14:xfrm>
                <a:off x="2184440" y="2950600"/>
                <a:ext cx="85680" cy="1317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B88FADB-C5D0-E33D-D9B8-D7C4FEC3458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173640" y="2940160"/>
                  <a:ext cx="1069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61548B0-A612-61F5-E124-F82DDB3454CF}"/>
                    </a:ext>
                  </a:extLst>
                </p14:cNvPr>
                <p14:cNvContentPartPr/>
                <p14:nvPr/>
              </p14:nvContentPartPr>
              <p14:xfrm>
                <a:off x="2331680" y="2934400"/>
                <a:ext cx="14400" cy="151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61548B0-A612-61F5-E124-F82DDB3454C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320880" y="2923600"/>
                  <a:ext cx="356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368D5FB-AA6A-EC1A-B81B-5569ADBD0C56}"/>
                    </a:ext>
                  </a:extLst>
                </p14:cNvPr>
                <p14:cNvContentPartPr/>
                <p14:nvPr/>
              </p14:nvContentPartPr>
              <p14:xfrm>
                <a:off x="2275520" y="2830000"/>
                <a:ext cx="76320" cy="55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368D5FB-AA6A-EC1A-B81B-5569ADBD0C56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265080" y="2819560"/>
                  <a:ext cx="97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5568F30-6FE5-DD88-3256-13598365902F}"/>
                    </a:ext>
                  </a:extLst>
                </p14:cNvPr>
                <p14:cNvContentPartPr/>
                <p14:nvPr/>
              </p14:nvContentPartPr>
              <p14:xfrm>
                <a:off x="2419160" y="2877880"/>
                <a:ext cx="84240" cy="1393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5568F30-6FE5-DD88-3256-13598365902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408360" y="2867080"/>
                  <a:ext cx="1054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FA01F37-A3A3-3477-1351-CB83F0F6C389}"/>
                    </a:ext>
                  </a:extLst>
                </p14:cNvPr>
                <p14:cNvContentPartPr/>
                <p14:nvPr/>
              </p14:nvContentPartPr>
              <p14:xfrm>
                <a:off x="2544800" y="2705800"/>
                <a:ext cx="67680" cy="334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FA01F37-A3A3-3477-1351-CB83F0F6C38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534360" y="2695360"/>
                  <a:ext cx="8892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D90B320-A4D2-3D35-3A2F-EBDAABBF5BC2}"/>
                    </a:ext>
                  </a:extLst>
                </p14:cNvPr>
                <p14:cNvContentPartPr/>
                <p14:nvPr/>
              </p14:nvContentPartPr>
              <p14:xfrm>
                <a:off x="2494040" y="2812000"/>
                <a:ext cx="113400" cy="140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D90B320-A4D2-3D35-3A2F-EBDAABBF5BC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483240" y="2801560"/>
                  <a:ext cx="134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5CC5B32-5B1B-7088-04FA-15A905B43D7E}"/>
                    </a:ext>
                  </a:extLst>
                </p14:cNvPr>
                <p14:cNvContentPartPr/>
                <p14:nvPr/>
              </p14:nvContentPartPr>
              <p14:xfrm>
                <a:off x="2670440" y="2860600"/>
                <a:ext cx="115920" cy="176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5CC5B32-5B1B-7088-04FA-15A905B43D7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659640" y="2850160"/>
                  <a:ext cx="137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62BAE0F-5C3D-5EEA-B426-75005E334653}"/>
                    </a:ext>
                  </a:extLst>
                </p14:cNvPr>
                <p14:cNvContentPartPr/>
                <p14:nvPr/>
              </p14:nvContentPartPr>
              <p14:xfrm>
                <a:off x="2803640" y="2870320"/>
                <a:ext cx="127440" cy="1382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62BAE0F-5C3D-5EEA-B426-75005E33465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793200" y="2859880"/>
                  <a:ext cx="14868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1AFCF44B-F45A-6686-0B34-79EA4AE7BA96}"/>
              </a:ext>
            </a:extLst>
          </p:cNvPr>
          <p:cNvGrpSpPr/>
          <p:nvPr/>
        </p:nvGrpSpPr>
        <p:grpSpPr>
          <a:xfrm>
            <a:off x="302000" y="3474040"/>
            <a:ext cx="471240" cy="531360"/>
            <a:chOff x="302000" y="3474040"/>
            <a:chExt cx="471240" cy="53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2955173-6591-82F7-13C8-330C78C52092}"/>
                    </a:ext>
                  </a:extLst>
                </p14:cNvPr>
                <p14:cNvContentPartPr/>
                <p14:nvPr/>
              </p14:nvContentPartPr>
              <p14:xfrm>
                <a:off x="317120" y="3474040"/>
                <a:ext cx="161280" cy="5313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2955173-6591-82F7-13C8-330C78C5209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06680" y="3463240"/>
                  <a:ext cx="18252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FF17A96-79B4-F4C6-2711-564DA88DBB4D}"/>
                    </a:ext>
                  </a:extLst>
                </p14:cNvPr>
                <p14:cNvContentPartPr/>
                <p14:nvPr/>
              </p14:nvContentPartPr>
              <p14:xfrm>
                <a:off x="302000" y="3720280"/>
                <a:ext cx="281520" cy="1270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FF17A96-79B4-F4C6-2711-564DA88DBB4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91200" y="3709840"/>
                  <a:ext cx="302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B1A56CB6-1E33-659E-47EB-F885EBACB9C3}"/>
                    </a:ext>
                  </a:extLst>
                </p14:cNvPr>
                <p14:cNvContentPartPr/>
                <p14:nvPr/>
              </p14:nvContentPartPr>
              <p14:xfrm>
                <a:off x="667400" y="3688240"/>
                <a:ext cx="105840" cy="1681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B1A56CB6-1E33-659E-47EB-F885EBACB9C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56960" y="3677800"/>
                  <a:ext cx="12708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3721BC7B-03FD-0460-E72D-D91C4C6A3BBB}"/>
              </a:ext>
            </a:extLst>
          </p:cNvPr>
          <p:cNvGrpSpPr/>
          <p:nvPr/>
        </p:nvGrpSpPr>
        <p:grpSpPr>
          <a:xfrm>
            <a:off x="1055480" y="3592120"/>
            <a:ext cx="706320" cy="222120"/>
            <a:chOff x="1055480" y="3592120"/>
            <a:chExt cx="706320" cy="2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F017FF11-1D95-3FEC-DF10-9631605414AE}"/>
                    </a:ext>
                  </a:extLst>
                </p14:cNvPr>
                <p14:cNvContentPartPr/>
                <p14:nvPr/>
              </p14:nvContentPartPr>
              <p14:xfrm>
                <a:off x="1055480" y="3667720"/>
                <a:ext cx="100800" cy="1465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F017FF11-1D95-3FEC-DF10-9631605414A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45040" y="3657280"/>
                  <a:ext cx="1220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6EF2FC1-F68D-9651-2E17-878541B883F0}"/>
                    </a:ext>
                  </a:extLst>
                </p14:cNvPr>
                <p14:cNvContentPartPr/>
                <p14:nvPr/>
              </p14:nvContentPartPr>
              <p14:xfrm>
                <a:off x="1221080" y="3686080"/>
                <a:ext cx="172800" cy="1134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6EF2FC1-F68D-9651-2E17-878541B883F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210640" y="3675640"/>
                  <a:ext cx="1940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85F657A7-BA8D-DD4A-A1D3-09513A1852A7}"/>
                    </a:ext>
                  </a:extLst>
                </p14:cNvPr>
                <p14:cNvContentPartPr/>
                <p14:nvPr/>
              </p14:nvContentPartPr>
              <p14:xfrm>
                <a:off x="1425560" y="3592120"/>
                <a:ext cx="336240" cy="2095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85F657A7-BA8D-DD4A-A1D3-09513A1852A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415120" y="3581320"/>
                  <a:ext cx="35748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009B7D5A-CB2D-0A2D-5729-882C7630B16C}"/>
              </a:ext>
            </a:extLst>
          </p:cNvPr>
          <p:cNvGrpSpPr/>
          <p:nvPr/>
        </p:nvGrpSpPr>
        <p:grpSpPr>
          <a:xfrm>
            <a:off x="2162840" y="3439120"/>
            <a:ext cx="581400" cy="340920"/>
            <a:chOff x="2162840" y="3439120"/>
            <a:chExt cx="581400" cy="34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C38CCAA-4101-7DB8-2A29-15532FF17920}"/>
                    </a:ext>
                  </a:extLst>
                </p14:cNvPr>
                <p14:cNvContentPartPr/>
                <p14:nvPr/>
              </p14:nvContentPartPr>
              <p14:xfrm>
                <a:off x="2162840" y="3623080"/>
                <a:ext cx="86760" cy="1569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C38CCAA-4101-7DB8-2A29-15532FF1792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152040" y="3612280"/>
                  <a:ext cx="1080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1602551-837E-B018-27C1-B251640EE6AE}"/>
                    </a:ext>
                  </a:extLst>
                </p14:cNvPr>
                <p14:cNvContentPartPr/>
                <p14:nvPr/>
              </p14:nvContentPartPr>
              <p14:xfrm>
                <a:off x="2301080" y="3666280"/>
                <a:ext cx="78480" cy="900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1602551-837E-B018-27C1-B251640EE6A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290640" y="3655840"/>
                  <a:ext cx="997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581633F-5D28-8126-9248-7413A5C60AA9}"/>
                    </a:ext>
                  </a:extLst>
                </p14:cNvPr>
                <p14:cNvContentPartPr/>
                <p14:nvPr/>
              </p14:nvContentPartPr>
              <p14:xfrm>
                <a:off x="2448680" y="3439120"/>
                <a:ext cx="132840" cy="3081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581633F-5D28-8126-9248-7413A5C60AA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438240" y="3428680"/>
                  <a:ext cx="15408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209D3856-E0B8-3FF5-70F4-F1DB3A4D2D9C}"/>
                    </a:ext>
                  </a:extLst>
                </p14:cNvPr>
                <p14:cNvContentPartPr/>
                <p14:nvPr/>
              </p14:nvContentPartPr>
              <p14:xfrm>
                <a:off x="2664680" y="3562960"/>
                <a:ext cx="79560" cy="2134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209D3856-E0B8-3FF5-70F4-F1DB3A4D2D9C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654240" y="3552520"/>
                  <a:ext cx="10080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8C97FF5B-A7D5-3C06-B60E-07A0ABB86E1B}"/>
              </a:ext>
            </a:extLst>
          </p:cNvPr>
          <p:cNvGrpSpPr/>
          <p:nvPr/>
        </p:nvGrpSpPr>
        <p:grpSpPr>
          <a:xfrm>
            <a:off x="3101360" y="3556120"/>
            <a:ext cx="785880" cy="227880"/>
            <a:chOff x="3101360" y="3556120"/>
            <a:chExt cx="78588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9321314E-C666-681B-981C-D6887F95529F}"/>
                    </a:ext>
                  </a:extLst>
                </p14:cNvPr>
                <p14:cNvContentPartPr/>
                <p14:nvPr/>
              </p14:nvContentPartPr>
              <p14:xfrm>
                <a:off x="3101360" y="3556120"/>
                <a:ext cx="146880" cy="2084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9321314E-C666-681B-981C-D6887F95529F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090920" y="3545320"/>
                  <a:ext cx="168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EBA4132-A7B4-7E88-E9A0-7FE085C9289A}"/>
                    </a:ext>
                  </a:extLst>
                </p14:cNvPr>
                <p14:cNvContentPartPr/>
                <p14:nvPr/>
              </p14:nvContentPartPr>
              <p14:xfrm>
                <a:off x="3315200" y="3577360"/>
                <a:ext cx="165240" cy="1576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EBA4132-A7B4-7E88-E9A0-7FE085C9289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304760" y="3566920"/>
                  <a:ext cx="1864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49D91EA4-B0A7-482B-9806-200466F4791E}"/>
                    </a:ext>
                  </a:extLst>
                </p14:cNvPr>
                <p14:cNvContentPartPr/>
                <p14:nvPr/>
              </p14:nvContentPartPr>
              <p14:xfrm>
                <a:off x="3526880" y="3568360"/>
                <a:ext cx="165600" cy="1011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49D91EA4-B0A7-482B-9806-200466F4791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516440" y="3557560"/>
                  <a:ext cx="1868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C1A5B76D-FF63-B1E4-346C-BE5ADFBA57BB}"/>
                    </a:ext>
                  </a:extLst>
                </p14:cNvPr>
                <p14:cNvContentPartPr/>
                <p14:nvPr/>
              </p14:nvContentPartPr>
              <p14:xfrm>
                <a:off x="3743600" y="3559360"/>
                <a:ext cx="143640" cy="2246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C1A5B76D-FF63-B1E4-346C-BE5ADFBA57B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732800" y="3548920"/>
                  <a:ext cx="164880" cy="2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FBE1DC1D-7DA8-09AE-E71C-BB1DDABB3892}"/>
              </a:ext>
            </a:extLst>
          </p:cNvPr>
          <p:cNvGrpSpPr/>
          <p:nvPr/>
        </p:nvGrpSpPr>
        <p:grpSpPr>
          <a:xfrm>
            <a:off x="4183160" y="3260920"/>
            <a:ext cx="1384200" cy="419400"/>
            <a:chOff x="4183160" y="3260920"/>
            <a:chExt cx="1384200" cy="41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E3555A27-6973-56C6-2209-B7DC6114BF0B}"/>
                    </a:ext>
                  </a:extLst>
                </p14:cNvPr>
                <p14:cNvContentPartPr/>
                <p14:nvPr/>
              </p14:nvContentPartPr>
              <p14:xfrm>
                <a:off x="4183160" y="3446680"/>
                <a:ext cx="362520" cy="2336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E3555A27-6973-56C6-2209-B7DC6114BF0B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172360" y="3435880"/>
                  <a:ext cx="3837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D5A6964-E2BE-ACBF-535F-CE37776C26A2}"/>
                    </a:ext>
                  </a:extLst>
                </p14:cNvPr>
                <p14:cNvContentPartPr/>
                <p14:nvPr/>
              </p14:nvContentPartPr>
              <p14:xfrm>
                <a:off x="4612280" y="3535240"/>
                <a:ext cx="10440" cy="1076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D5A6964-E2BE-ACBF-535F-CE37776C26A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601840" y="3524440"/>
                  <a:ext cx="316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2BDC6A8D-2906-25FC-B413-AC1390DF7E8D}"/>
                    </a:ext>
                  </a:extLst>
                </p14:cNvPr>
                <p14:cNvContentPartPr/>
                <p14:nvPr/>
              </p14:nvContentPartPr>
              <p14:xfrm>
                <a:off x="4568000" y="3394120"/>
                <a:ext cx="93240" cy="568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2BDC6A8D-2906-25FC-B413-AC1390DF7E8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557200" y="3383320"/>
                  <a:ext cx="1144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DE87306B-BA7F-2F1E-A932-23CBAF2061EB}"/>
                    </a:ext>
                  </a:extLst>
                </p14:cNvPr>
                <p14:cNvContentPartPr/>
                <p14:nvPr/>
              </p14:nvContentPartPr>
              <p14:xfrm>
                <a:off x="4748360" y="3260920"/>
                <a:ext cx="42120" cy="3214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DE87306B-BA7F-2F1E-A932-23CBAF2061EB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737560" y="3250480"/>
                  <a:ext cx="633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89F6E1FE-D6D5-E827-12F5-5C3A42944BFE}"/>
                    </a:ext>
                  </a:extLst>
                </p14:cNvPr>
                <p14:cNvContentPartPr/>
                <p14:nvPr/>
              </p14:nvContentPartPr>
              <p14:xfrm>
                <a:off x="4874720" y="3309160"/>
                <a:ext cx="147600" cy="2887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89F6E1FE-D6D5-E827-12F5-5C3A42944BFE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864280" y="3298360"/>
                  <a:ext cx="1688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6DBB467-C948-5B6D-F8E7-0CD4A55670B9}"/>
                    </a:ext>
                  </a:extLst>
                </p14:cNvPr>
                <p14:cNvContentPartPr/>
                <p14:nvPr/>
              </p14:nvContentPartPr>
              <p14:xfrm>
                <a:off x="5096120" y="3425800"/>
                <a:ext cx="100440" cy="1501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6DBB467-C948-5B6D-F8E7-0CD4A55670B9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085320" y="3415360"/>
                  <a:ext cx="1216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D9B102D-14FC-1C83-6EFA-5BA2599A3AD4}"/>
                    </a:ext>
                  </a:extLst>
                </p14:cNvPr>
                <p14:cNvContentPartPr/>
                <p14:nvPr/>
              </p14:nvContentPartPr>
              <p14:xfrm>
                <a:off x="5282600" y="3443080"/>
                <a:ext cx="61200" cy="15192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D9B102D-14FC-1C83-6EFA-5BA2599A3AD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271800" y="3432280"/>
                  <a:ext cx="824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DC49956-C084-4AF8-022D-2FC786AD0AE0}"/>
                    </a:ext>
                  </a:extLst>
                </p14:cNvPr>
                <p14:cNvContentPartPr/>
                <p14:nvPr/>
              </p14:nvContentPartPr>
              <p14:xfrm>
                <a:off x="5461520" y="3411760"/>
                <a:ext cx="105840" cy="1659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DC49956-C084-4AF8-022D-2FC786AD0AE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451080" y="3400960"/>
                  <a:ext cx="127080" cy="18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9AF23EA6-1E4C-DFD6-CBDC-83C0D5B7C79B}"/>
                  </a:ext>
                </a:extLst>
              </p14:cNvPr>
              <p14:cNvContentPartPr/>
              <p14:nvPr/>
            </p14:nvContentPartPr>
            <p14:xfrm>
              <a:off x="5724320" y="3523720"/>
              <a:ext cx="76680" cy="13860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9AF23EA6-1E4C-DFD6-CBDC-83C0D5B7C79B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5713520" y="3513280"/>
                <a:ext cx="97920" cy="15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7" name="Group 346">
            <a:extLst>
              <a:ext uri="{FF2B5EF4-FFF2-40B4-BE49-F238E27FC236}">
                <a16:creationId xmlns:a16="http://schemas.microsoft.com/office/drawing/2014/main" id="{51A29C0E-7A8A-3109-71FC-77F7A685CB84}"/>
              </a:ext>
            </a:extLst>
          </p:cNvPr>
          <p:cNvGrpSpPr/>
          <p:nvPr/>
        </p:nvGrpSpPr>
        <p:grpSpPr>
          <a:xfrm>
            <a:off x="6196640" y="3236080"/>
            <a:ext cx="576720" cy="349920"/>
            <a:chOff x="6196640" y="3236080"/>
            <a:chExt cx="57672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9EFFCB5-0AD1-C698-60C8-594E0CCDB59E}"/>
                    </a:ext>
                  </a:extLst>
                </p14:cNvPr>
                <p14:cNvContentPartPr/>
                <p14:nvPr/>
              </p14:nvContentPartPr>
              <p14:xfrm>
                <a:off x="6196640" y="3294040"/>
                <a:ext cx="216720" cy="2919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9EFFCB5-0AD1-C698-60C8-594E0CCDB59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185840" y="3283600"/>
                  <a:ext cx="2379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401560FC-7F47-6252-E8BF-92D9C9D92C05}"/>
                    </a:ext>
                  </a:extLst>
                </p14:cNvPr>
                <p14:cNvContentPartPr/>
                <p14:nvPr/>
              </p14:nvContentPartPr>
              <p14:xfrm>
                <a:off x="6513800" y="3400600"/>
                <a:ext cx="111960" cy="1206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401560FC-7F47-6252-E8BF-92D9C9D92C05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503000" y="3389800"/>
                  <a:ext cx="1332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9AD30D5E-CA81-E3A2-FFCB-99132277DB11}"/>
                    </a:ext>
                  </a:extLst>
                </p14:cNvPr>
                <p14:cNvContentPartPr/>
                <p14:nvPr/>
              </p14:nvContentPartPr>
              <p14:xfrm>
                <a:off x="6673640" y="3236080"/>
                <a:ext cx="27720" cy="3034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9AD30D5E-CA81-E3A2-FFCB-99132277DB11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663200" y="3225280"/>
                  <a:ext cx="4896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B7BBAE98-0415-49D4-6BA0-6EF05E73AD02}"/>
                    </a:ext>
                  </a:extLst>
                </p14:cNvPr>
                <p14:cNvContentPartPr/>
                <p14:nvPr/>
              </p14:nvContentPartPr>
              <p14:xfrm>
                <a:off x="6573560" y="3337600"/>
                <a:ext cx="199800" cy="219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B7BBAE98-0415-49D4-6BA0-6EF05E73AD0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562760" y="3327160"/>
                  <a:ext cx="22104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2DE8171E-C92F-9378-2337-E63A710A8D6E}"/>
              </a:ext>
            </a:extLst>
          </p:cNvPr>
          <p:cNvGrpSpPr/>
          <p:nvPr/>
        </p:nvGrpSpPr>
        <p:grpSpPr>
          <a:xfrm>
            <a:off x="7153520" y="3192520"/>
            <a:ext cx="613440" cy="286920"/>
            <a:chOff x="7153520" y="3192520"/>
            <a:chExt cx="613440" cy="2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4936DC06-A136-0C0E-2550-DCA6C458C0CE}"/>
                    </a:ext>
                  </a:extLst>
                </p14:cNvPr>
                <p14:cNvContentPartPr/>
                <p14:nvPr/>
              </p14:nvContentPartPr>
              <p14:xfrm>
                <a:off x="7153520" y="3192520"/>
                <a:ext cx="185760" cy="2869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4936DC06-A136-0C0E-2550-DCA6C458C0C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142720" y="3182080"/>
                  <a:ext cx="2070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29899E6-DBE6-6274-D9E1-657A8AC5D536}"/>
                    </a:ext>
                  </a:extLst>
                </p14:cNvPr>
                <p14:cNvContentPartPr/>
                <p14:nvPr/>
              </p14:nvContentPartPr>
              <p14:xfrm>
                <a:off x="7400480" y="3377560"/>
                <a:ext cx="100440" cy="748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729899E6-DBE6-6274-D9E1-657A8AC5D53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389680" y="3366760"/>
                  <a:ext cx="1216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6E4B2945-A8C5-5DD9-C731-C041390F175E}"/>
                    </a:ext>
                  </a:extLst>
                </p14:cNvPr>
                <p14:cNvContentPartPr/>
                <p14:nvPr/>
              </p14:nvContentPartPr>
              <p14:xfrm>
                <a:off x="7558520" y="3338680"/>
                <a:ext cx="208440" cy="13824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6E4B2945-A8C5-5DD9-C731-C041390F175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547720" y="3328240"/>
                  <a:ext cx="22968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96103788-22E2-191F-9E23-5A54CF012119}"/>
              </a:ext>
            </a:extLst>
          </p:cNvPr>
          <p:cNvGrpSpPr/>
          <p:nvPr/>
        </p:nvGrpSpPr>
        <p:grpSpPr>
          <a:xfrm>
            <a:off x="8183840" y="3286120"/>
            <a:ext cx="476640" cy="161280"/>
            <a:chOff x="8183840" y="3286120"/>
            <a:chExt cx="47664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6F5E1CC6-9595-C4F4-E144-BB824B8E4BBA}"/>
                    </a:ext>
                  </a:extLst>
                </p14:cNvPr>
                <p14:cNvContentPartPr/>
                <p14:nvPr/>
              </p14:nvContentPartPr>
              <p14:xfrm>
                <a:off x="8183840" y="3287560"/>
                <a:ext cx="178200" cy="1360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6F5E1CC6-9595-C4F4-E144-BB824B8E4BB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173400" y="3277120"/>
                  <a:ext cx="1994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10CDB57B-C001-6FA9-8F1E-8A9AF9C8173E}"/>
                    </a:ext>
                  </a:extLst>
                </p14:cNvPr>
                <p14:cNvContentPartPr/>
                <p14:nvPr/>
              </p14:nvContentPartPr>
              <p14:xfrm>
                <a:off x="8373200" y="3286120"/>
                <a:ext cx="287280" cy="1612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10CDB57B-C001-6FA9-8F1E-8A9AF9C8173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362400" y="3275680"/>
                  <a:ext cx="30852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B7B0030C-2EFD-34C5-A1AD-065ADED83330}"/>
              </a:ext>
            </a:extLst>
          </p:cNvPr>
          <p:cNvGrpSpPr/>
          <p:nvPr/>
        </p:nvGrpSpPr>
        <p:grpSpPr>
          <a:xfrm>
            <a:off x="8973320" y="3200440"/>
            <a:ext cx="367560" cy="208800"/>
            <a:chOff x="8973320" y="3200440"/>
            <a:chExt cx="36756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699F5328-BFBD-FE4C-6C24-7D45D1028232}"/>
                    </a:ext>
                  </a:extLst>
                </p14:cNvPr>
                <p14:cNvContentPartPr/>
                <p14:nvPr/>
              </p14:nvContentPartPr>
              <p14:xfrm>
                <a:off x="8973320" y="3205120"/>
                <a:ext cx="221400" cy="2041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699F5328-BFBD-FE4C-6C24-7D45D102823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962880" y="3194320"/>
                  <a:ext cx="2426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62A4AA3A-DB38-A218-95E6-C7568ACE0EE6}"/>
                    </a:ext>
                  </a:extLst>
                </p14:cNvPr>
                <p14:cNvContentPartPr/>
                <p14:nvPr/>
              </p14:nvContentPartPr>
              <p14:xfrm>
                <a:off x="9237200" y="3200440"/>
                <a:ext cx="103680" cy="15840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62A4AA3A-DB38-A218-95E6-C7568ACE0EE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226400" y="3189640"/>
                  <a:ext cx="12492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BF27BAEE-8C0D-1268-F686-5BF302C58603}"/>
              </a:ext>
            </a:extLst>
          </p:cNvPr>
          <p:cNvGrpSpPr/>
          <p:nvPr/>
        </p:nvGrpSpPr>
        <p:grpSpPr>
          <a:xfrm>
            <a:off x="9680720" y="2973280"/>
            <a:ext cx="1128600" cy="404640"/>
            <a:chOff x="9680720" y="2973280"/>
            <a:chExt cx="1128600" cy="40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FFBB1283-D1F9-BC07-C9C1-49A67E145F1C}"/>
                    </a:ext>
                  </a:extLst>
                </p14:cNvPr>
                <p14:cNvContentPartPr/>
                <p14:nvPr/>
              </p14:nvContentPartPr>
              <p14:xfrm>
                <a:off x="9708440" y="3234640"/>
                <a:ext cx="4320" cy="1432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FFBB1283-D1F9-BC07-C9C1-49A67E145F1C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698000" y="3224200"/>
                  <a:ext cx="25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065E9FA2-0DCD-974A-E9B7-E13E597A5ABD}"/>
                    </a:ext>
                  </a:extLst>
                </p14:cNvPr>
                <p14:cNvContentPartPr/>
                <p14:nvPr/>
              </p14:nvContentPartPr>
              <p14:xfrm>
                <a:off x="9680720" y="3109000"/>
                <a:ext cx="72720" cy="2880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065E9FA2-0DCD-974A-E9B7-E13E597A5AB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669920" y="3098560"/>
                  <a:ext cx="93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1F422EA-3562-D3C6-6780-D73D83481526}"/>
                    </a:ext>
                  </a:extLst>
                </p14:cNvPr>
                <p14:cNvContentPartPr/>
                <p14:nvPr/>
              </p14:nvContentPartPr>
              <p14:xfrm>
                <a:off x="9877280" y="3008560"/>
                <a:ext cx="23040" cy="3452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1F422EA-3562-D3C6-6780-D73D8348152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866840" y="2998120"/>
                  <a:ext cx="442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BF806469-4898-81CD-BC32-F785F02B833D}"/>
                    </a:ext>
                  </a:extLst>
                </p14:cNvPr>
                <p14:cNvContentPartPr/>
                <p14:nvPr/>
              </p14:nvContentPartPr>
              <p14:xfrm>
                <a:off x="9817520" y="3240760"/>
                <a:ext cx="193320" cy="68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BF806469-4898-81CD-BC32-F785F02B833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807080" y="3230320"/>
                  <a:ext cx="214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1D64D268-A04F-DC88-209B-B3F8907293C4}"/>
                    </a:ext>
                  </a:extLst>
                </p14:cNvPr>
                <p14:cNvContentPartPr/>
                <p14:nvPr/>
              </p14:nvContentPartPr>
              <p14:xfrm>
                <a:off x="10037840" y="3177400"/>
                <a:ext cx="39960" cy="1310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1D64D268-A04F-DC88-209B-B3F8907293C4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027040" y="3166600"/>
                  <a:ext cx="61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ED180E26-636E-F09F-A846-658371C1F9EC}"/>
                    </a:ext>
                  </a:extLst>
                </p14:cNvPr>
                <p14:cNvContentPartPr/>
                <p14:nvPr/>
              </p14:nvContentPartPr>
              <p14:xfrm>
                <a:off x="10181840" y="3173080"/>
                <a:ext cx="111960" cy="1468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ED180E26-636E-F09F-A846-658371C1F9E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171400" y="3162640"/>
                  <a:ext cx="1332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C425757E-214C-C773-1169-ADE5A10BDFF5}"/>
                    </a:ext>
                  </a:extLst>
                </p14:cNvPr>
                <p14:cNvContentPartPr/>
                <p14:nvPr/>
              </p14:nvContentPartPr>
              <p14:xfrm>
                <a:off x="10331600" y="3152560"/>
                <a:ext cx="160200" cy="1296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C425757E-214C-C773-1169-ADE5A10BDFF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321160" y="3142120"/>
                  <a:ext cx="181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39FBC84-E00D-B88B-5C75-E25A13D6CFB3}"/>
                    </a:ext>
                  </a:extLst>
                </p14:cNvPr>
                <p14:cNvContentPartPr/>
                <p14:nvPr/>
              </p14:nvContentPartPr>
              <p14:xfrm>
                <a:off x="10458680" y="2973280"/>
                <a:ext cx="85320" cy="3294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39FBC84-E00D-B88B-5C75-E25A13D6CFB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447880" y="2962480"/>
                  <a:ext cx="10656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0249CBBB-8208-7460-5C39-17195BC7CA31}"/>
                    </a:ext>
                  </a:extLst>
                </p14:cNvPr>
                <p14:cNvContentPartPr/>
                <p14:nvPr/>
              </p14:nvContentPartPr>
              <p14:xfrm>
                <a:off x="10443560" y="3041680"/>
                <a:ext cx="199800" cy="14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0249CBBB-8208-7460-5C39-17195BC7CA31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432760" y="3031240"/>
                  <a:ext cx="2210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D518E94-6994-CB54-9813-1988DDD133F2}"/>
                    </a:ext>
                  </a:extLst>
                </p14:cNvPr>
                <p14:cNvContentPartPr/>
                <p14:nvPr/>
              </p14:nvContentPartPr>
              <p14:xfrm>
                <a:off x="10627880" y="3156880"/>
                <a:ext cx="181440" cy="1339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D518E94-6994-CB54-9813-1988DDD133F2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617080" y="3146080"/>
                  <a:ext cx="20268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79BCBDBF-B5CE-8F60-4C38-D6DB8BAABADA}"/>
              </a:ext>
            </a:extLst>
          </p:cNvPr>
          <p:cNvGrpSpPr/>
          <p:nvPr/>
        </p:nvGrpSpPr>
        <p:grpSpPr>
          <a:xfrm>
            <a:off x="437720" y="4095040"/>
            <a:ext cx="1240560" cy="327240"/>
            <a:chOff x="437720" y="4095040"/>
            <a:chExt cx="124056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72C2AFE5-E1F3-22A4-5C19-F1F834A18D66}"/>
                    </a:ext>
                  </a:extLst>
                </p14:cNvPr>
                <p14:cNvContentPartPr/>
                <p14:nvPr/>
              </p14:nvContentPartPr>
              <p14:xfrm>
                <a:off x="525560" y="4107640"/>
                <a:ext cx="11160" cy="3146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72C2AFE5-E1F3-22A4-5C19-F1F834A18D6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14760" y="4096840"/>
                  <a:ext cx="324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51EE8B6E-3E4C-10A5-C730-9DC245206762}"/>
                    </a:ext>
                  </a:extLst>
                </p14:cNvPr>
                <p14:cNvContentPartPr/>
                <p14:nvPr/>
              </p14:nvContentPartPr>
              <p14:xfrm>
                <a:off x="437720" y="4288000"/>
                <a:ext cx="160200" cy="936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51EE8B6E-3E4C-10A5-C730-9DC245206762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27280" y="4277560"/>
                  <a:ext cx="1814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40FE7B82-09A0-B543-9201-99C227BE720E}"/>
                    </a:ext>
                  </a:extLst>
                </p14:cNvPr>
                <p14:cNvContentPartPr/>
                <p14:nvPr/>
              </p14:nvContentPartPr>
              <p14:xfrm>
                <a:off x="710600" y="4107640"/>
                <a:ext cx="133560" cy="2563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40FE7B82-09A0-B543-9201-99C227BE720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00160" y="4096840"/>
                  <a:ext cx="1548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AF5546AF-D80E-3F2C-B423-7E9A41CB2360}"/>
                    </a:ext>
                  </a:extLst>
                </p14:cNvPr>
                <p14:cNvContentPartPr/>
                <p14:nvPr/>
              </p14:nvContentPartPr>
              <p14:xfrm>
                <a:off x="913640" y="4212760"/>
                <a:ext cx="128520" cy="1281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AF5546AF-D80E-3F2C-B423-7E9A41CB2360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03200" y="4201960"/>
                  <a:ext cx="1497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BDE21F10-950C-CE93-8877-6749D1D8DCB4}"/>
                    </a:ext>
                  </a:extLst>
                </p14:cNvPr>
                <p14:cNvContentPartPr/>
                <p14:nvPr/>
              </p14:nvContentPartPr>
              <p14:xfrm>
                <a:off x="1027040" y="4234720"/>
                <a:ext cx="123840" cy="10548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BDE21F10-950C-CE93-8877-6749D1D8DCB4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016600" y="4223920"/>
                  <a:ext cx="1450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E690C672-D0B7-D4B4-8243-410E80C50034}"/>
                    </a:ext>
                  </a:extLst>
                </p14:cNvPr>
                <p14:cNvContentPartPr/>
                <p14:nvPr/>
              </p14:nvContentPartPr>
              <p14:xfrm>
                <a:off x="1212440" y="4209160"/>
                <a:ext cx="102600" cy="1087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E690C672-D0B7-D4B4-8243-410E80C5003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202000" y="4198720"/>
                  <a:ext cx="1238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324C8C6A-BB06-2DB8-222D-930216C6C64A}"/>
                    </a:ext>
                  </a:extLst>
                </p14:cNvPr>
                <p14:cNvContentPartPr/>
                <p14:nvPr/>
              </p14:nvContentPartPr>
              <p14:xfrm>
                <a:off x="1376960" y="4176400"/>
                <a:ext cx="117000" cy="2260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324C8C6A-BB06-2DB8-222D-930216C6C64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366520" y="4165960"/>
                  <a:ext cx="1382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40C5808A-ADAB-8AD6-7A36-E518DA371C5A}"/>
                    </a:ext>
                  </a:extLst>
                </p14:cNvPr>
                <p14:cNvContentPartPr/>
                <p14:nvPr/>
              </p14:nvContentPartPr>
              <p14:xfrm>
                <a:off x="1585400" y="4095040"/>
                <a:ext cx="92880" cy="21060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40C5808A-ADAB-8AD6-7A36-E518DA371C5A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574600" y="4084240"/>
                  <a:ext cx="114120" cy="23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B6137980-E614-46E8-5FD1-3315096A1427}"/>
                  </a:ext>
                </a:extLst>
              </p14:cNvPr>
              <p14:cNvContentPartPr/>
              <p14:nvPr/>
            </p14:nvContentPartPr>
            <p14:xfrm>
              <a:off x="2018480" y="4021240"/>
              <a:ext cx="450360" cy="23472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B6137980-E614-46E8-5FD1-3315096A1427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2008040" y="4010800"/>
                <a:ext cx="471600" cy="25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6" name="Group 375">
            <a:extLst>
              <a:ext uri="{FF2B5EF4-FFF2-40B4-BE49-F238E27FC236}">
                <a16:creationId xmlns:a16="http://schemas.microsoft.com/office/drawing/2014/main" id="{4C55DB15-CC98-F2F8-6C3A-85607DD62419}"/>
              </a:ext>
            </a:extLst>
          </p:cNvPr>
          <p:cNvGrpSpPr/>
          <p:nvPr/>
        </p:nvGrpSpPr>
        <p:grpSpPr>
          <a:xfrm>
            <a:off x="2856920" y="3947440"/>
            <a:ext cx="948600" cy="304200"/>
            <a:chOff x="2856920" y="3947440"/>
            <a:chExt cx="94860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C2E5844D-DAFD-F9BD-F40A-96347837BCE3}"/>
                    </a:ext>
                  </a:extLst>
                </p14:cNvPr>
                <p14:cNvContentPartPr/>
                <p14:nvPr/>
              </p14:nvContentPartPr>
              <p14:xfrm>
                <a:off x="2856920" y="4099360"/>
                <a:ext cx="103320" cy="15228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C2E5844D-DAFD-F9BD-F40A-96347837BCE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846480" y="4088920"/>
                  <a:ext cx="1245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2C6F59BD-ACC2-0616-128A-F3CF73B6F4C4}"/>
                    </a:ext>
                  </a:extLst>
                </p14:cNvPr>
                <p14:cNvContentPartPr/>
                <p14:nvPr/>
              </p14:nvContentPartPr>
              <p14:xfrm>
                <a:off x="3041600" y="4108000"/>
                <a:ext cx="100440" cy="10404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2C6F59BD-ACC2-0616-128A-F3CF73B6F4C4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031160" y="4097560"/>
                  <a:ext cx="121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E5E6BCBF-5D6A-9374-5C87-B5A94BD4AF15}"/>
                    </a:ext>
                  </a:extLst>
                </p14:cNvPr>
                <p14:cNvContentPartPr/>
                <p14:nvPr/>
              </p14:nvContentPartPr>
              <p14:xfrm>
                <a:off x="3191360" y="3947440"/>
                <a:ext cx="151920" cy="26460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E5E6BCBF-5D6A-9374-5C87-B5A94BD4AF1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180920" y="3937000"/>
                  <a:ext cx="1731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78480A48-E4F0-231D-2CA2-5EAA8F34DAC2}"/>
                    </a:ext>
                  </a:extLst>
                </p14:cNvPr>
                <p14:cNvContentPartPr/>
                <p14:nvPr/>
              </p14:nvContentPartPr>
              <p14:xfrm>
                <a:off x="3368120" y="4023760"/>
                <a:ext cx="135360" cy="1378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78480A48-E4F0-231D-2CA2-5EAA8F34DAC2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357320" y="4012960"/>
                  <a:ext cx="1566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6BB7D123-D73E-201F-480D-1E663C56F832}"/>
                    </a:ext>
                  </a:extLst>
                </p14:cNvPr>
                <p14:cNvContentPartPr/>
                <p14:nvPr/>
              </p14:nvContentPartPr>
              <p14:xfrm>
                <a:off x="3512840" y="4018360"/>
                <a:ext cx="131760" cy="17064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6BB7D123-D73E-201F-480D-1E663C56F832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502400" y="4007560"/>
                  <a:ext cx="1530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489DDB55-2D99-A448-57FC-E7572CD026EA}"/>
                    </a:ext>
                  </a:extLst>
                </p14:cNvPr>
                <p14:cNvContentPartPr/>
                <p14:nvPr/>
              </p14:nvContentPartPr>
              <p14:xfrm>
                <a:off x="3805160" y="4128160"/>
                <a:ext cx="360" cy="36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489DDB55-2D99-A448-57FC-E7572CD026EA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794720" y="41173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BF703FE6-83EA-F308-DA23-7AF18FB862B2}"/>
                  </a:ext>
                </a:extLst>
              </p14:cNvPr>
              <p14:cNvContentPartPr/>
              <p14:nvPr/>
            </p14:nvContentPartPr>
            <p14:xfrm>
              <a:off x="4084520" y="4016920"/>
              <a:ext cx="604080" cy="286200"/>
            </p14:xfrm>
          </p:contentPart>
        </mc:Choice>
        <mc:Fallback xmlns=""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BF703FE6-83EA-F308-DA23-7AF18FB862B2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4073720" y="4006480"/>
                <a:ext cx="625320" cy="30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8" name="Group 387">
            <a:extLst>
              <a:ext uri="{FF2B5EF4-FFF2-40B4-BE49-F238E27FC236}">
                <a16:creationId xmlns:a16="http://schemas.microsoft.com/office/drawing/2014/main" id="{EAAB82D4-E2A2-E2DD-B558-67989DCF4C32}"/>
              </a:ext>
            </a:extLst>
          </p:cNvPr>
          <p:cNvGrpSpPr/>
          <p:nvPr/>
        </p:nvGrpSpPr>
        <p:grpSpPr>
          <a:xfrm>
            <a:off x="4985600" y="3952120"/>
            <a:ext cx="1542600" cy="365040"/>
            <a:chOff x="4985600" y="3952120"/>
            <a:chExt cx="154260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4B060057-E162-6D95-F44B-BFA1ABD47295}"/>
                    </a:ext>
                  </a:extLst>
                </p14:cNvPr>
                <p14:cNvContentPartPr/>
                <p14:nvPr/>
              </p14:nvContentPartPr>
              <p14:xfrm>
                <a:off x="5060480" y="4040320"/>
                <a:ext cx="16920" cy="2768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4B060057-E162-6D95-F44B-BFA1ABD47295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5049680" y="4029520"/>
                  <a:ext cx="381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AE9DB81F-9AFD-CF6D-DB96-DBB6EA1856EC}"/>
                    </a:ext>
                  </a:extLst>
                </p14:cNvPr>
                <p14:cNvContentPartPr/>
                <p14:nvPr/>
              </p14:nvContentPartPr>
              <p14:xfrm>
                <a:off x="4985600" y="3952120"/>
                <a:ext cx="284760" cy="30780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AE9DB81F-9AFD-CF6D-DB96-DBB6EA1856EC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974800" y="3941320"/>
                  <a:ext cx="3060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76C79552-CD10-A625-31AA-4B32A1B32CF9}"/>
                    </a:ext>
                  </a:extLst>
                </p14:cNvPr>
                <p14:cNvContentPartPr/>
                <p14:nvPr/>
              </p14:nvContentPartPr>
              <p14:xfrm>
                <a:off x="5316080" y="4104040"/>
                <a:ext cx="56160" cy="18108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76C79552-CD10-A625-31AA-4B32A1B32CF9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305280" y="4093240"/>
                  <a:ext cx="774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99F974BD-5052-6B19-760D-FB17B5D3509D}"/>
                    </a:ext>
                  </a:extLst>
                </p14:cNvPr>
                <p14:cNvContentPartPr/>
                <p14:nvPr/>
              </p14:nvContentPartPr>
              <p14:xfrm>
                <a:off x="5447480" y="4118800"/>
                <a:ext cx="269640" cy="14112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99F974BD-5052-6B19-760D-FB17B5D3509D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436680" y="4108360"/>
                  <a:ext cx="2908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5166F665-927F-37F3-6978-3DBE53D7ABF0}"/>
                    </a:ext>
                  </a:extLst>
                </p14:cNvPr>
                <p14:cNvContentPartPr/>
                <p14:nvPr/>
              </p14:nvContentPartPr>
              <p14:xfrm>
                <a:off x="5770040" y="4121320"/>
                <a:ext cx="136080" cy="11628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5166F665-927F-37F3-6978-3DBE53D7ABF0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759240" y="4110520"/>
                  <a:ext cx="1573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2EE8C534-C971-6D56-F6C3-B1170ADE82C7}"/>
                    </a:ext>
                  </a:extLst>
                </p14:cNvPr>
                <p14:cNvContentPartPr/>
                <p14:nvPr/>
              </p14:nvContentPartPr>
              <p14:xfrm>
                <a:off x="5971640" y="4088560"/>
                <a:ext cx="94320" cy="13248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2EE8C534-C971-6D56-F6C3-B1170ADE82C7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961200" y="4078120"/>
                  <a:ext cx="1155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57F97AF2-8794-6842-7087-ADA8C1165DCA}"/>
                    </a:ext>
                  </a:extLst>
                </p14:cNvPr>
                <p14:cNvContentPartPr/>
                <p14:nvPr/>
              </p14:nvContentPartPr>
              <p14:xfrm>
                <a:off x="6149840" y="4125640"/>
                <a:ext cx="39240" cy="1069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57F97AF2-8794-6842-7087-ADA8C1165DCA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139400" y="4115200"/>
                  <a:ext cx="604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5A302616-1102-9717-84D5-4C2070D1A86A}"/>
                    </a:ext>
                  </a:extLst>
                </p14:cNvPr>
                <p14:cNvContentPartPr/>
                <p14:nvPr/>
              </p14:nvContentPartPr>
              <p14:xfrm>
                <a:off x="6182600" y="4027720"/>
                <a:ext cx="360" cy="3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5A302616-1102-9717-84D5-4C2070D1A86A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171800" y="40169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B61D40D7-1EE9-8BB9-3CDB-E93902C6BDF5}"/>
                    </a:ext>
                  </a:extLst>
                </p14:cNvPr>
                <p14:cNvContentPartPr/>
                <p14:nvPr/>
              </p14:nvContentPartPr>
              <p14:xfrm>
                <a:off x="6247400" y="4091440"/>
                <a:ext cx="280800" cy="1238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B61D40D7-1EE9-8BB9-3CDB-E93902C6BDF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236600" y="4081000"/>
                  <a:ext cx="302040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9268142F-ED1B-0299-11FD-4A9691DC8735}"/>
                  </a:ext>
                </a:extLst>
              </p14:cNvPr>
              <p14:cNvContentPartPr/>
              <p14:nvPr/>
            </p14:nvContentPartPr>
            <p14:xfrm>
              <a:off x="6811880" y="4106920"/>
              <a:ext cx="356760" cy="11844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9268142F-ED1B-0299-11FD-4A9691DC8735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6801440" y="4096480"/>
                <a:ext cx="378000" cy="13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9" name="Group 418">
            <a:extLst>
              <a:ext uri="{FF2B5EF4-FFF2-40B4-BE49-F238E27FC236}">
                <a16:creationId xmlns:a16="http://schemas.microsoft.com/office/drawing/2014/main" id="{6C92BEE5-0AD9-49AB-48F7-329E9CE1493B}"/>
              </a:ext>
            </a:extLst>
          </p:cNvPr>
          <p:cNvGrpSpPr/>
          <p:nvPr/>
        </p:nvGrpSpPr>
        <p:grpSpPr>
          <a:xfrm>
            <a:off x="7436480" y="3973720"/>
            <a:ext cx="824040" cy="219600"/>
            <a:chOff x="7436480" y="3973720"/>
            <a:chExt cx="824040" cy="21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EC583E40-62AC-E5EA-E279-C9A0FB1D5A19}"/>
                    </a:ext>
                  </a:extLst>
                </p14:cNvPr>
                <p14:cNvContentPartPr/>
                <p14:nvPr/>
              </p14:nvContentPartPr>
              <p14:xfrm>
                <a:off x="7520000" y="4059400"/>
                <a:ext cx="6840" cy="13392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EC583E40-62AC-E5EA-E279-C9A0FB1D5A1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509560" y="4048960"/>
                  <a:ext cx="280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C139FA16-FF6F-4B06-97BB-AFB10BA8B19F}"/>
                    </a:ext>
                  </a:extLst>
                </p14:cNvPr>
                <p14:cNvContentPartPr/>
                <p14:nvPr/>
              </p14:nvContentPartPr>
              <p14:xfrm>
                <a:off x="7436480" y="3973720"/>
                <a:ext cx="273240" cy="18828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C139FA16-FF6F-4B06-97BB-AFB10BA8B19F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426040" y="3963280"/>
                  <a:ext cx="294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AF5795F8-5230-EE6B-5288-E1563FE70998}"/>
                    </a:ext>
                  </a:extLst>
                </p14:cNvPr>
                <p14:cNvContentPartPr/>
                <p14:nvPr/>
              </p14:nvContentPartPr>
              <p14:xfrm>
                <a:off x="7729160" y="4029880"/>
                <a:ext cx="140400" cy="1393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AF5795F8-5230-EE6B-5288-E1563FE7099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718720" y="4019080"/>
                  <a:ext cx="1616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21E3CD0F-009D-497F-9FAB-A2DD5095C315}"/>
                    </a:ext>
                  </a:extLst>
                </p14:cNvPr>
                <p14:cNvContentPartPr/>
                <p14:nvPr/>
              </p14:nvContentPartPr>
              <p14:xfrm>
                <a:off x="7923920" y="4019440"/>
                <a:ext cx="111600" cy="1414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21E3CD0F-009D-497F-9FAB-A2DD5095C31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913480" y="4009000"/>
                  <a:ext cx="1328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8A062775-6087-6C5F-48DE-1A930147FA29}"/>
                    </a:ext>
                  </a:extLst>
                </p14:cNvPr>
                <p14:cNvContentPartPr/>
                <p14:nvPr/>
              </p14:nvContentPartPr>
              <p14:xfrm>
                <a:off x="8134880" y="4028440"/>
                <a:ext cx="125640" cy="1231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8A062775-6087-6C5F-48DE-1A930147FA29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124440" y="4017640"/>
                  <a:ext cx="14688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4A5A395D-910D-1702-773A-3197E9C03B35}"/>
              </a:ext>
            </a:extLst>
          </p:cNvPr>
          <p:cNvGrpSpPr/>
          <p:nvPr/>
        </p:nvGrpSpPr>
        <p:grpSpPr>
          <a:xfrm>
            <a:off x="8546720" y="3831880"/>
            <a:ext cx="905760" cy="290160"/>
            <a:chOff x="8546720" y="3831880"/>
            <a:chExt cx="90576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A76B547E-C51F-8495-89F7-8033F4CEAE7B}"/>
                    </a:ext>
                  </a:extLst>
                </p14:cNvPr>
                <p14:cNvContentPartPr/>
                <p14:nvPr/>
              </p14:nvContentPartPr>
              <p14:xfrm>
                <a:off x="8546720" y="3884800"/>
                <a:ext cx="187200" cy="2372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A76B547E-C51F-8495-89F7-8033F4CEAE7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536280" y="3874000"/>
                  <a:ext cx="2084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2D06C68B-4194-AF93-D513-5906E34D8797}"/>
                    </a:ext>
                  </a:extLst>
                </p14:cNvPr>
                <p14:cNvContentPartPr/>
                <p14:nvPr/>
              </p14:nvContentPartPr>
              <p14:xfrm>
                <a:off x="8722760" y="3995680"/>
                <a:ext cx="195480" cy="1198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2D06C68B-4194-AF93-D513-5906E34D8797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711960" y="3984880"/>
                  <a:ext cx="216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CBADDD8D-FC7B-77DA-E2A9-5CF774B9E1D4}"/>
                    </a:ext>
                  </a:extLst>
                </p14:cNvPr>
                <p14:cNvContentPartPr/>
                <p14:nvPr/>
              </p14:nvContentPartPr>
              <p14:xfrm>
                <a:off x="8977640" y="3977320"/>
                <a:ext cx="56520" cy="12564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CBADDD8D-FC7B-77DA-E2A9-5CF774B9E1D4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967200" y="3966520"/>
                  <a:ext cx="777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3A74EE4A-4B2D-63A6-D594-11B661DE364B}"/>
                    </a:ext>
                  </a:extLst>
                </p14:cNvPr>
                <p14:cNvContentPartPr/>
                <p14:nvPr/>
              </p14:nvContentPartPr>
              <p14:xfrm>
                <a:off x="9102920" y="3984520"/>
                <a:ext cx="71280" cy="9792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3A74EE4A-4B2D-63A6-D594-11B661DE364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092480" y="3974080"/>
                  <a:ext cx="925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59E34EFC-F186-3D07-F369-AD1672BA032D}"/>
                    </a:ext>
                  </a:extLst>
                </p14:cNvPr>
                <p14:cNvContentPartPr/>
                <p14:nvPr/>
              </p14:nvContentPartPr>
              <p14:xfrm>
                <a:off x="9303440" y="3831880"/>
                <a:ext cx="149040" cy="22464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59E34EFC-F186-3D07-F369-AD1672BA032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293000" y="3821080"/>
                  <a:ext cx="170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B46E0CC7-8A79-0869-CBCD-2DCCAF8865B2}"/>
                    </a:ext>
                  </a:extLst>
                </p14:cNvPr>
                <p14:cNvContentPartPr/>
                <p14:nvPr/>
              </p14:nvContentPartPr>
              <p14:xfrm>
                <a:off x="9424040" y="4107640"/>
                <a:ext cx="360" cy="36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B46E0CC7-8A79-0869-CBCD-2DCCAF8865B2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413600" y="40968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B6ED0FB6-8498-E1B8-BA33-417F5A6B27C2}"/>
              </a:ext>
            </a:extLst>
          </p:cNvPr>
          <p:cNvGrpSpPr/>
          <p:nvPr/>
        </p:nvGrpSpPr>
        <p:grpSpPr>
          <a:xfrm>
            <a:off x="9787280" y="3794440"/>
            <a:ext cx="324000" cy="254880"/>
            <a:chOff x="9787280" y="3794440"/>
            <a:chExt cx="324000" cy="25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E9860DBE-80BC-7983-1803-A9ECFDBC5A4E}"/>
                    </a:ext>
                  </a:extLst>
                </p14:cNvPr>
                <p14:cNvContentPartPr/>
                <p14:nvPr/>
              </p14:nvContentPartPr>
              <p14:xfrm>
                <a:off x="9787280" y="3794440"/>
                <a:ext cx="184320" cy="25488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E9860DBE-80BC-7983-1803-A9ECFDBC5A4E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776480" y="3784000"/>
                  <a:ext cx="2055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C680A4F4-3D33-29D3-5878-E053F70A6025}"/>
                    </a:ext>
                  </a:extLst>
                </p14:cNvPr>
                <p14:cNvContentPartPr/>
                <p14:nvPr/>
              </p14:nvContentPartPr>
              <p14:xfrm>
                <a:off x="9982760" y="3938440"/>
                <a:ext cx="128520" cy="8748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C680A4F4-3D33-29D3-5878-E053F70A6025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971960" y="3927640"/>
                  <a:ext cx="14976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3" name="Group 412">
            <a:extLst>
              <a:ext uri="{FF2B5EF4-FFF2-40B4-BE49-F238E27FC236}">
                <a16:creationId xmlns:a16="http://schemas.microsoft.com/office/drawing/2014/main" id="{435B9BA5-9C56-0D52-E802-C3C786B70476}"/>
              </a:ext>
            </a:extLst>
          </p:cNvPr>
          <p:cNvGrpSpPr/>
          <p:nvPr/>
        </p:nvGrpSpPr>
        <p:grpSpPr>
          <a:xfrm>
            <a:off x="10366880" y="3722440"/>
            <a:ext cx="1447560" cy="286920"/>
            <a:chOff x="10366880" y="3722440"/>
            <a:chExt cx="1447560" cy="2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C3F27581-C109-6388-7323-9BCC498E37EA}"/>
                    </a:ext>
                  </a:extLst>
                </p14:cNvPr>
                <p14:cNvContentPartPr/>
                <p14:nvPr/>
              </p14:nvContentPartPr>
              <p14:xfrm>
                <a:off x="10366880" y="3800560"/>
                <a:ext cx="308160" cy="20880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C3F27581-C109-6388-7323-9BCC498E37EA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356080" y="3789760"/>
                  <a:ext cx="3294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3C07FFEE-7014-45F5-9D70-8484786A1C9C}"/>
                    </a:ext>
                  </a:extLst>
                </p14:cNvPr>
                <p14:cNvContentPartPr/>
                <p14:nvPr/>
              </p14:nvContentPartPr>
              <p14:xfrm>
                <a:off x="10765760" y="3867520"/>
                <a:ext cx="24480" cy="12888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3C07FFEE-7014-45F5-9D70-8484786A1C9C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755320" y="3857080"/>
                  <a:ext cx="45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43B678BA-83FD-5C9C-3CA6-4AD82187EF3C}"/>
                    </a:ext>
                  </a:extLst>
                </p14:cNvPr>
                <p14:cNvContentPartPr/>
                <p14:nvPr/>
              </p14:nvContentPartPr>
              <p14:xfrm>
                <a:off x="10739840" y="3780760"/>
                <a:ext cx="6120" cy="2880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43B678BA-83FD-5C9C-3CA6-4AD82187EF3C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729400" y="3770320"/>
                  <a:ext cx="273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311AE8D7-9D86-B369-C53B-A354A9387AA3}"/>
                    </a:ext>
                  </a:extLst>
                </p14:cNvPr>
                <p14:cNvContentPartPr/>
                <p14:nvPr/>
              </p14:nvContentPartPr>
              <p14:xfrm>
                <a:off x="10857200" y="3744400"/>
                <a:ext cx="55080" cy="2649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311AE8D7-9D86-B369-C53B-A354A9387AA3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846760" y="3733600"/>
                  <a:ext cx="763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BAD992EB-79DD-9344-2DF3-2DF429832527}"/>
                    </a:ext>
                  </a:extLst>
                </p14:cNvPr>
                <p14:cNvContentPartPr/>
                <p14:nvPr/>
              </p14:nvContentPartPr>
              <p14:xfrm>
                <a:off x="10974200" y="3722440"/>
                <a:ext cx="127440" cy="26604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BAD992EB-79DD-9344-2DF3-2DF429832527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963400" y="3712000"/>
                  <a:ext cx="1486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B476D7F6-9EFF-E876-2F33-EA99229384B2}"/>
                    </a:ext>
                  </a:extLst>
                </p14:cNvPr>
                <p14:cNvContentPartPr/>
                <p14:nvPr/>
              </p14:nvContentPartPr>
              <p14:xfrm>
                <a:off x="11198480" y="3826840"/>
                <a:ext cx="161640" cy="1263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B476D7F6-9EFF-E876-2F33-EA99229384B2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1188040" y="3816400"/>
                  <a:ext cx="1828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B8B18604-0E63-027F-EA98-F1F118096F2C}"/>
                    </a:ext>
                  </a:extLst>
                </p14:cNvPr>
                <p14:cNvContentPartPr/>
                <p14:nvPr/>
              </p14:nvContentPartPr>
              <p14:xfrm>
                <a:off x="11372000" y="3822880"/>
                <a:ext cx="78120" cy="1342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B8B18604-0E63-027F-EA98-F1F118096F2C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1361560" y="3812440"/>
                  <a:ext cx="993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C69CAC2F-A3F8-57B1-AA57-6DCB7459F5AF}"/>
                    </a:ext>
                  </a:extLst>
                </p14:cNvPr>
                <p14:cNvContentPartPr/>
                <p14:nvPr/>
              </p14:nvContentPartPr>
              <p14:xfrm>
                <a:off x="11547680" y="3808840"/>
                <a:ext cx="155520" cy="1666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C69CAC2F-A3F8-57B1-AA57-6DCB7459F5AF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536880" y="3798040"/>
                  <a:ext cx="176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0A669C84-2000-B3B4-B007-7A5AF1297333}"/>
                    </a:ext>
                  </a:extLst>
                </p14:cNvPr>
                <p14:cNvContentPartPr/>
                <p14:nvPr/>
              </p14:nvContentPartPr>
              <p14:xfrm>
                <a:off x="11814080" y="3935200"/>
                <a:ext cx="360" cy="36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0A669C84-2000-B3B4-B007-7A5AF1297333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1803640" y="39244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CBEF85A4-9AF5-2428-94D2-DE9D4A8B8B19}"/>
              </a:ext>
            </a:extLst>
          </p:cNvPr>
          <p:cNvGrpSpPr/>
          <p:nvPr/>
        </p:nvGrpSpPr>
        <p:grpSpPr>
          <a:xfrm>
            <a:off x="364280" y="4660600"/>
            <a:ext cx="561960" cy="312480"/>
            <a:chOff x="364280" y="4660600"/>
            <a:chExt cx="56196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0EE8726B-0D4B-FE81-4F9D-7AD3D2CE45B3}"/>
                    </a:ext>
                  </a:extLst>
                </p14:cNvPr>
                <p14:cNvContentPartPr/>
                <p14:nvPr/>
              </p14:nvContentPartPr>
              <p14:xfrm>
                <a:off x="364280" y="4739440"/>
                <a:ext cx="120960" cy="23364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0EE8726B-0D4B-FE81-4F9D-7AD3D2CE45B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53480" y="4728640"/>
                  <a:ext cx="1422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878EF846-3048-9912-CA5C-F1969209DB11}"/>
                    </a:ext>
                  </a:extLst>
                </p14:cNvPr>
                <p14:cNvContentPartPr/>
                <p14:nvPr/>
              </p14:nvContentPartPr>
              <p14:xfrm>
                <a:off x="549320" y="4867960"/>
                <a:ext cx="91080" cy="9216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878EF846-3048-9912-CA5C-F1969209DB1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38880" y="4857520"/>
                  <a:ext cx="1123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7A863E0C-74A1-6E77-1565-193E8D756CE5}"/>
                    </a:ext>
                  </a:extLst>
                </p14:cNvPr>
                <p14:cNvContentPartPr/>
                <p14:nvPr/>
              </p14:nvContentPartPr>
              <p14:xfrm>
                <a:off x="704480" y="4840960"/>
                <a:ext cx="36720" cy="11772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7A863E0C-74A1-6E77-1565-193E8D756CE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93680" y="4830160"/>
                  <a:ext cx="579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971F84E8-ED82-25CF-4CE8-54B716C03367}"/>
                    </a:ext>
                  </a:extLst>
                </p14:cNvPr>
                <p14:cNvContentPartPr/>
                <p14:nvPr/>
              </p14:nvContentPartPr>
              <p14:xfrm>
                <a:off x="680360" y="4748440"/>
                <a:ext cx="360" cy="36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971F84E8-ED82-25CF-4CE8-54B716C03367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69560" y="47376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C50AC6B9-31CD-2809-5E44-1E40FE39C23B}"/>
                    </a:ext>
                  </a:extLst>
                </p14:cNvPr>
                <p14:cNvContentPartPr/>
                <p14:nvPr/>
              </p14:nvContentPartPr>
              <p14:xfrm>
                <a:off x="799520" y="4660600"/>
                <a:ext cx="126720" cy="25884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C50AC6B9-31CD-2809-5E44-1E40FE39C23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88720" y="4649800"/>
                  <a:ext cx="14796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05378257-B2F9-08FB-8656-B90B5A73BF08}"/>
              </a:ext>
            </a:extLst>
          </p:cNvPr>
          <p:cNvGrpSpPr/>
          <p:nvPr/>
        </p:nvGrpSpPr>
        <p:grpSpPr>
          <a:xfrm>
            <a:off x="1117040" y="4530280"/>
            <a:ext cx="2295000" cy="846720"/>
            <a:chOff x="1117040" y="4530280"/>
            <a:chExt cx="2295000" cy="84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1CCA9B4E-B6E8-58BD-ED1E-5071D7714E30}"/>
                    </a:ext>
                  </a:extLst>
                </p14:cNvPr>
                <p14:cNvContentPartPr/>
                <p14:nvPr/>
              </p14:nvContentPartPr>
              <p14:xfrm>
                <a:off x="1117040" y="4768600"/>
                <a:ext cx="103320" cy="15336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1CCA9B4E-B6E8-58BD-ED1E-5071D7714E30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106240" y="4757800"/>
                  <a:ext cx="1245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062EE52B-33CB-226F-466C-A0595ADA1131}"/>
                    </a:ext>
                  </a:extLst>
                </p14:cNvPr>
                <p14:cNvContentPartPr/>
                <p14:nvPr/>
              </p14:nvContentPartPr>
              <p14:xfrm>
                <a:off x="1230440" y="4733320"/>
                <a:ext cx="97560" cy="18684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062EE52B-33CB-226F-466C-A0595ADA1131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219640" y="4722880"/>
                  <a:ext cx="1188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84B0D4EB-A688-DA8C-E01E-4E6BB53B2883}"/>
                    </a:ext>
                  </a:extLst>
                </p14:cNvPr>
                <p14:cNvContentPartPr/>
                <p14:nvPr/>
              </p14:nvContentPartPr>
              <p14:xfrm>
                <a:off x="1368680" y="4755280"/>
                <a:ext cx="125640" cy="12600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84B0D4EB-A688-DA8C-E01E-4E6BB53B288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358240" y="4744480"/>
                  <a:ext cx="1468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B27DFC84-65E0-32E9-E4C4-4F102E3688AA}"/>
                    </a:ext>
                  </a:extLst>
                </p14:cNvPr>
                <p14:cNvContentPartPr/>
                <p14:nvPr/>
              </p14:nvContentPartPr>
              <p14:xfrm>
                <a:off x="1533920" y="4729360"/>
                <a:ext cx="78120" cy="15516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B27DFC84-65E0-32E9-E4C4-4F102E3688AA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523480" y="4718560"/>
                  <a:ext cx="99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BF2CFF42-1AE1-C39C-9759-AC8D49BD5DBF}"/>
                    </a:ext>
                  </a:extLst>
                </p14:cNvPr>
                <p14:cNvContentPartPr/>
                <p14:nvPr/>
              </p14:nvContentPartPr>
              <p14:xfrm>
                <a:off x="1818320" y="4565560"/>
                <a:ext cx="159480" cy="3603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BF2CFF42-1AE1-C39C-9759-AC8D49BD5DBF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807880" y="4555120"/>
                  <a:ext cx="18072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CF2C5EAB-7AED-2008-C30C-615BE097E2ED}"/>
                    </a:ext>
                  </a:extLst>
                </p14:cNvPr>
                <p14:cNvContentPartPr/>
                <p14:nvPr/>
              </p14:nvContentPartPr>
              <p14:xfrm>
                <a:off x="2030720" y="4689040"/>
                <a:ext cx="104400" cy="13068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CF2C5EAB-7AED-2008-C30C-615BE097E2E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2020280" y="4678240"/>
                  <a:ext cx="1256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8311E515-80EC-D51F-B248-A41CE3CDD91C}"/>
                    </a:ext>
                  </a:extLst>
                </p14:cNvPr>
                <p14:cNvContentPartPr/>
                <p14:nvPr/>
              </p14:nvContentPartPr>
              <p14:xfrm>
                <a:off x="2163920" y="4730800"/>
                <a:ext cx="105480" cy="11520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8311E515-80EC-D51F-B248-A41CE3CDD91C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153480" y="4720000"/>
                  <a:ext cx="126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52055516-9F37-C158-60A5-EA7EEA769781}"/>
                    </a:ext>
                  </a:extLst>
                </p14:cNvPr>
                <p14:cNvContentPartPr/>
                <p14:nvPr/>
              </p14:nvContentPartPr>
              <p14:xfrm>
                <a:off x="2320160" y="4713520"/>
                <a:ext cx="111600" cy="12744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52055516-9F37-C158-60A5-EA7EEA76978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2309360" y="4702720"/>
                  <a:ext cx="132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58B3A096-A1DB-E87A-B173-77F48D229F51}"/>
                    </a:ext>
                  </a:extLst>
                </p14:cNvPr>
                <p14:cNvContentPartPr/>
                <p14:nvPr/>
              </p14:nvContentPartPr>
              <p14:xfrm>
                <a:off x="2480000" y="4567720"/>
                <a:ext cx="52560" cy="22212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58B3A096-A1DB-E87A-B173-77F48D229F51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469560" y="4557280"/>
                  <a:ext cx="738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3F360928-08FC-D775-C70E-E91FAAA35A70}"/>
                    </a:ext>
                  </a:extLst>
                </p14:cNvPr>
                <p14:cNvContentPartPr/>
                <p14:nvPr/>
              </p14:nvContentPartPr>
              <p14:xfrm>
                <a:off x="2465960" y="4682200"/>
                <a:ext cx="65160" cy="3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3F360928-08FC-D775-C70E-E91FAAA35A7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455520" y="4671400"/>
                  <a:ext cx="864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D5DACA4F-217E-634B-6629-44E3BDBE58E0}"/>
                    </a:ext>
                  </a:extLst>
                </p14:cNvPr>
                <p14:cNvContentPartPr/>
                <p14:nvPr/>
              </p14:nvContentPartPr>
              <p14:xfrm>
                <a:off x="2564960" y="4530280"/>
                <a:ext cx="94680" cy="34776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D5DACA4F-217E-634B-6629-44E3BDBE58E0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554520" y="4519480"/>
                  <a:ext cx="11592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E39E5986-C4FC-2F9A-BAB2-445B5020FEB7}"/>
                    </a:ext>
                  </a:extLst>
                </p14:cNvPr>
                <p14:cNvContentPartPr/>
                <p14:nvPr/>
              </p14:nvContentPartPr>
              <p14:xfrm>
                <a:off x="1204520" y="5212120"/>
                <a:ext cx="12960" cy="13068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E39E5986-C4FC-2F9A-BAB2-445B5020FEB7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193720" y="5201680"/>
                  <a:ext cx="342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8FC0A1C2-6E78-791D-E2D2-4C5D14E4F69C}"/>
                    </a:ext>
                  </a:extLst>
                </p14:cNvPr>
                <p14:cNvContentPartPr/>
                <p14:nvPr/>
              </p14:nvContentPartPr>
              <p14:xfrm>
                <a:off x="1202000" y="5099080"/>
                <a:ext cx="70200" cy="6660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8FC0A1C2-6E78-791D-E2D2-4C5D14E4F69C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191560" y="5088640"/>
                  <a:ext cx="914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67667441-02A0-0280-D7AF-BDDDE7CE3453}"/>
                    </a:ext>
                  </a:extLst>
                </p14:cNvPr>
                <p14:cNvContentPartPr/>
                <p14:nvPr/>
              </p14:nvContentPartPr>
              <p14:xfrm>
                <a:off x="1380200" y="5074240"/>
                <a:ext cx="77400" cy="26424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67667441-02A0-0280-D7AF-BDDDE7CE345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369400" y="5063440"/>
                  <a:ext cx="986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44351239-883E-17E3-F59A-B585BF755ED4}"/>
                    </a:ext>
                  </a:extLst>
                </p14:cNvPr>
                <p14:cNvContentPartPr/>
                <p14:nvPr/>
              </p14:nvContentPartPr>
              <p14:xfrm>
                <a:off x="1356800" y="5252080"/>
                <a:ext cx="119520" cy="1296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44351239-883E-17E3-F59A-B585BF755ED4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346000" y="5241640"/>
                  <a:ext cx="1407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868575C3-9B03-DB5E-8076-CA65B099ECC7}"/>
                    </a:ext>
                  </a:extLst>
                </p14:cNvPr>
                <p14:cNvContentPartPr/>
                <p14:nvPr/>
              </p14:nvContentPartPr>
              <p14:xfrm>
                <a:off x="1643000" y="5179360"/>
                <a:ext cx="199440" cy="14256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868575C3-9B03-DB5E-8076-CA65B099ECC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632200" y="5168920"/>
                  <a:ext cx="2206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C07F2740-414C-B51B-6360-CF19AF362368}"/>
                    </a:ext>
                  </a:extLst>
                </p14:cNvPr>
                <p14:cNvContentPartPr/>
                <p14:nvPr/>
              </p14:nvContentPartPr>
              <p14:xfrm>
                <a:off x="1887440" y="5209600"/>
                <a:ext cx="120960" cy="8928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C07F2740-414C-B51B-6360-CF19AF362368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876640" y="5199160"/>
                  <a:ext cx="142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09B006C8-D4C2-4510-30DD-A9D00AEEADCA}"/>
                    </a:ext>
                  </a:extLst>
                </p14:cNvPr>
                <p14:cNvContentPartPr/>
                <p14:nvPr/>
              </p14:nvContentPartPr>
              <p14:xfrm>
                <a:off x="2057360" y="5102680"/>
                <a:ext cx="23040" cy="21636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09B006C8-D4C2-4510-30DD-A9D00AEEADCA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046920" y="5091880"/>
                  <a:ext cx="442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1039A759-A720-50E0-1D40-C0CB814D74D0}"/>
                    </a:ext>
                  </a:extLst>
                </p14:cNvPr>
                <p14:cNvContentPartPr/>
                <p14:nvPr/>
              </p14:nvContentPartPr>
              <p14:xfrm>
                <a:off x="2026760" y="5204200"/>
                <a:ext cx="77760" cy="612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1039A759-A720-50E0-1D40-C0CB814D74D0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016320" y="5193400"/>
                  <a:ext cx="99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24815A9F-1C9F-7ECF-792E-005CE69537B8}"/>
                    </a:ext>
                  </a:extLst>
                </p14:cNvPr>
                <p14:cNvContentPartPr/>
                <p14:nvPr/>
              </p14:nvContentPartPr>
              <p14:xfrm>
                <a:off x="2254280" y="5284120"/>
                <a:ext cx="142560" cy="1080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24815A9F-1C9F-7ECF-792E-005CE69537B8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243480" y="5273680"/>
                  <a:ext cx="1638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DFEE2F36-546D-1CCA-D1E2-DF1126B5855D}"/>
                    </a:ext>
                  </a:extLst>
                </p14:cNvPr>
                <p14:cNvContentPartPr/>
                <p14:nvPr/>
              </p14:nvContentPartPr>
              <p14:xfrm>
                <a:off x="2260400" y="5223640"/>
                <a:ext cx="105840" cy="504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DFEE2F36-546D-1CCA-D1E2-DF1126B5855D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249960" y="5212840"/>
                  <a:ext cx="127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17C313E3-507A-A1D1-F4EB-B2C4231831E2}"/>
                    </a:ext>
                  </a:extLst>
                </p14:cNvPr>
                <p14:cNvContentPartPr/>
                <p14:nvPr/>
              </p14:nvContentPartPr>
              <p14:xfrm>
                <a:off x="2557400" y="5193760"/>
                <a:ext cx="55080" cy="18324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17C313E3-507A-A1D1-F4EB-B2C4231831E2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546960" y="5182960"/>
                  <a:ext cx="763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2F01DFA2-9EF2-F065-BFCC-63B8D3497330}"/>
                    </a:ext>
                  </a:extLst>
                </p14:cNvPr>
                <p14:cNvContentPartPr/>
                <p14:nvPr/>
              </p14:nvContentPartPr>
              <p14:xfrm>
                <a:off x="2645600" y="5179000"/>
                <a:ext cx="84240" cy="13860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2F01DFA2-9EF2-F065-BFCC-63B8D3497330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2635160" y="5168560"/>
                  <a:ext cx="1054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2E6E1EFC-6BA0-7F3E-EAA1-2F03BFC2CB21}"/>
                    </a:ext>
                  </a:extLst>
                </p14:cNvPr>
                <p14:cNvContentPartPr/>
                <p14:nvPr/>
              </p14:nvContentPartPr>
              <p14:xfrm>
                <a:off x="2765480" y="4995040"/>
                <a:ext cx="46080" cy="33048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2E6E1EFC-6BA0-7F3E-EAA1-2F03BFC2CB2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755040" y="4984600"/>
                  <a:ext cx="6732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94044836-6C0B-6D85-2021-6C8467C04AF3}"/>
                    </a:ext>
                  </a:extLst>
                </p14:cNvPr>
                <p14:cNvContentPartPr/>
                <p14:nvPr/>
              </p14:nvContentPartPr>
              <p14:xfrm>
                <a:off x="2867000" y="5005480"/>
                <a:ext cx="7920" cy="30312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94044836-6C0B-6D85-2021-6C8467C04AF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2856560" y="4994680"/>
                  <a:ext cx="291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4E6327AE-CD3F-8E64-8301-E518FA62DDAA}"/>
                    </a:ext>
                  </a:extLst>
                </p14:cNvPr>
                <p14:cNvContentPartPr/>
                <p14:nvPr/>
              </p14:nvContentPartPr>
              <p14:xfrm>
                <a:off x="2958440" y="5147320"/>
                <a:ext cx="68040" cy="21636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4E6327AE-CD3F-8E64-8301-E518FA62DDA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2948000" y="5136520"/>
                  <a:ext cx="892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F32CC4ED-62C4-43FA-60E5-4412A11B1E9D}"/>
                    </a:ext>
                  </a:extLst>
                </p14:cNvPr>
                <p14:cNvContentPartPr/>
                <p14:nvPr/>
              </p14:nvContentPartPr>
              <p14:xfrm>
                <a:off x="3070400" y="4921960"/>
                <a:ext cx="47160" cy="32688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F32CC4ED-62C4-43FA-60E5-4412A11B1E9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3059600" y="4911520"/>
                  <a:ext cx="684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7267F01A-31F6-E550-E630-4B8D571C5BF7}"/>
                    </a:ext>
                  </a:extLst>
                </p14:cNvPr>
                <p14:cNvContentPartPr/>
                <p14:nvPr/>
              </p14:nvContentPartPr>
              <p14:xfrm>
                <a:off x="3037280" y="5064880"/>
                <a:ext cx="95760" cy="1296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7267F01A-31F6-E550-E630-4B8D571C5BF7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3026480" y="5054080"/>
                  <a:ext cx="1170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D29E69C9-B308-69F1-5139-88A5138A488B}"/>
                    </a:ext>
                  </a:extLst>
                </p14:cNvPr>
                <p14:cNvContentPartPr/>
                <p14:nvPr/>
              </p14:nvContentPartPr>
              <p14:xfrm>
                <a:off x="3225200" y="5099440"/>
                <a:ext cx="87840" cy="12852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D29E69C9-B308-69F1-5139-88A5138A488B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3214400" y="5088640"/>
                  <a:ext cx="1090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899D0C28-9313-4859-B717-D3B44355838F}"/>
                    </a:ext>
                  </a:extLst>
                </p14:cNvPr>
                <p14:cNvContentPartPr/>
                <p14:nvPr/>
              </p14:nvContentPartPr>
              <p14:xfrm>
                <a:off x="3407720" y="5184760"/>
                <a:ext cx="360" cy="36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899D0C28-9313-4859-B717-D3B44355838F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397280" y="51743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C197B475-D337-C7A1-07A3-D46578F9C44A}"/>
                    </a:ext>
                  </a:extLst>
                </p14:cNvPr>
                <p14:cNvContentPartPr/>
                <p14:nvPr/>
              </p14:nvContentPartPr>
              <p14:xfrm>
                <a:off x="3411680" y="5072800"/>
                <a:ext cx="360" cy="36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C197B475-D337-C7A1-07A3-D46578F9C44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401240" y="50623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9B8D7841-C3DA-B0E2-3865-98034C0F5A06}"/>
              </a:ext>
            </a:extLst>
          </p:cNvPr>
          <p:cNvGrpSpPr/>
          <p:nvPr/>
        </p:nvGrpSpPr>
        <p:grpSpPr>
          <a:xfrm>
            <a:off x="3634520" y="4871920"/>
            <a:ext cx="913680" cy="367560"/>
            <a:chOff x="3634520" y="4871920"/>
            <a:chExt cx="913680" cy="36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72C2D551-D9C8-6468-BEA3-11332FBE8E22}"/>
                    </a:ext>
                  </a:extLst>
                </p14:cNvPr>
                <p14:cNvContentPartPr/>
                <p14:nvPr/>
              </p14:nvContentPartPr>
              <p14:xfrm>
                <a:off x="3634520" y="5083240"/>
                <a:ext cx="50400" cy="14832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72C2D551-D9C8-6468-BEA3-11332FBE8E22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623720" y="5072440"/>
                  <a:ext cx="716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EEF5A198-850C-B550-DA82-DCD4CFCD42B7}"/>
                    </a:ext>
                  </a:extLst>
                </p14:cNvPr>
                <p14:cNvContentPartPr/>
                <p14:nvPr/>
              </p14:nvContentPartPr>
              <p14:xfrm>
                <a:off x="3816680" y="5081080"/>
                <a:ext cx="77760" cy="12924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EEF5A198-850C-B550-DA82-DCD4CFCD42B7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3805880" y="5070280"/>
                  <a:ext cx="99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53BD9FF0-9FCC-A32D-0679-E71546D67FD3}"/>
                    </a:ext>
                  </a:extLst>
                </p14:cNvPr>
                <p14:cNvContentPartPr/>
                <p14:nvPr/>
              </p14:nvContentPartPr>
              <p14:xfrm>
                <a:off x="3920720" y="4871920"/>
                <a:ext cx="39240" cy="32832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53BD9FF0-9FCC-A32D-0679-E71546D67FD3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3909920" y="4861120"/>
                  <a:ext cx="604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9374222D-B4E0-F05E-58CC-6C77A1F6889A}"/>
                    </a:ext>
                  </a:extLst>
                </p14:cNvPr>
                <p14:cNvContentPartPr/>
                <p14:nvPr/>
              </p14:nvContentPartPr>
              <p14:xfrm>
                <a:off x="3882560" y="5001880"/>
                <a:ext cx="103320" cy="1980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9374222D-B4E0-F05E-58CC-6C77A1F6889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3872120" y="4991440"/>
                  <a:ext cx="1245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8359AEB7-397C-F7A9-0226-550F6351D4D8}"/>
                    </a:ext>
                  </a:extLst>
                </p14:cNvPr>
                <p14:cNvContentPartPr/>
                <p14:nvPr/>
              </p14:nvContentPartPr>
              <p14:xfrm>
                <a:off x="4056440" y="5077480"/>
                <a:ext cx="74520" cy="12600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8359AEB7-397C-F7A9-0226-550F6351D4D8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4046000" y="5066680"/>
                  <a:ext cx="957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C53CA67B-C20B-51FC-53DD-3A347A880A99}"/>
                    </a:ext>
                  </a:extLst>
                </p14:cNvPr>
                <p14:cNvContentPartPr/>
                <p14:nvPr/>
              </p14:nvContentPartPr>
              <p14:xfrm>
                <a:off x="4202600" y="5067760"/>
                <a:ext cx="81720" cy="11988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C53CA67B-C20B-51FC-53DD-3A347A880A99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4191800" y="5056960"/>
                  <a:ext cx="1029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3C272A95-06AD-1354-474E-91F5B627A405}"/>
                    </a:ext>
                  </a:extLst>
                </p14:cNvPr>
                <p14:cNvContentPartPr/>
                <p14:nvPr/>
              </p14:nvContentPartPr>
              <p14:xfrm>
                <a:off x="4306640" y="5060920"/>
                <a:ext cx="109440" cy="14688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3C272A95-06AD-1354-474E-91F5B627A405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4295840" y="5050480"/>
                  <a:ext cx="130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B9B3356D-9EC4-377B-1C10-BD591FC5CA9C}"/>
                    </a:ext>
                  </a:extLst>
                </p14:cNvPr>
                <p14:cNvContentPartPr/>
                <p14:nvPr/>
              </p14:nvContentPartPr>
              <p14:xfrm>
                <a:off x="4499600" y="5109520"/>
                <a:ext cx="48600" cy="12996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B9B3356D-9EC4-377B-1C10-BD591FC5CA9C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4488800" y="5098720"/>
                  <a:ext cx="698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2618C0B8-645C-75F9-21A2-AEBA7B24F800}"/>
                    </a:ext>
                  </a:extLst>
                </p14:cNvPr>
                <p14:cNvContentPartPr/>
                <p14:nvPr/>
              </p14:nvContentPartPr>
              <p14:xfrm>
                <a:off x="4514720" y="5003320"/>
                <a:ext cx="360" cy="36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2618C0B8-645C-75F9-21A2-AEBA7B24F800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503920" y="49925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4" name="Group 563">
            <a:extLst>
              <a:ext uri="{FF2B5EF4-FFF2-40B4-BE49-F238E27FC236}">
                <a16:creationId xmlns:a16="http://schemas.microsoft.com/office/drawing/2014/main" id="{10EF55F6-3B1E-6B09-69A7-89A384AEC1A1}"/>
              </a:ext>
            </a:extLst>
          </p:cNvPr>
          <p:cNvGrpSpPr/>
          <p:nvPr/>
        </p:nvGrpSpPr>
        <p:grpSpPr>
          <a:xfrm>
            <a:off x="1143680" y="5624680"/>
            <a:ext cx="613440" cy="276120"/>
            <a:chOff x="1143680" y="5624680"/>
            <a:chExt cx="61344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2AB788E8-A6CA-06D4-0310-F3E52558702F}"/>
                    </a:ext>
                  </a:extLst>
                </p14:cNvPr>
                <p14:cNvContentPartPr/>
                <p14:nvPr/>
              </p14:nvContentPartPr>
              <p14:xfrm>
                <a:off x="1143680" y="5634760"/>
                <a:ext cx="120240" cy="17244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2AB788E8-A6CA-06D4-0310-F3E52558702F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132880" y="5624320"/>
                  <a:ext cx="141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AB6ECFB2-72C9-6F62-CEC6-3DFA4B8FA13C}"/>
                    </a:ext>
                  </a:extLst>
                </p14:cNvPr>
                <p14:cNvContentPartPr/>
                <p14:nvPr/>
              </p14:nvContentPartPr>
              <p14:xfrm>
                <a:off x="1325840" y="5624680"/>
                <a:ext cx="131400" cy="21096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AB6ECFB2-72C9-6F62-CEC6-3DFA4B8FA13C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315400" y="5613880"/>
                  <a:ext cx="152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10B3EF13-BBEB-B29F-EDFD-C853D4D834C9}"/>
                    </a:ext>
                  </a:extLst>
                </p14:cNvPr>
                <p14:cNvContentPartPr/>
                <p14:nvPr/>
              </p14:nvContentPartPr>
              <p14:xfrm>
                <a:off x="1531760" y="5681560"/>
                <a:ext cx="105840" cy="13068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10B3EF13-BBEB-B29F-EDFD-C853D4D834C9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520960" y="5671120"/>
                  <a:ext cx="1270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1D620FF6-A352-3DA7-C2E3-CE6BC911A3AA}"/>
                    </a:ext>
                  </a:extLst>
                </p14:cNvPr>
                <p14:cNvContentPartPr/>
                <p14:nvPr/>
              </p14:nvContentPartPr>
              <p14:xfrm>
                <a:off x="1689080" y="5669320"/>
                <a:ext cx="68040" cy="23148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1D620FF6-A352-3DA7-C2E3-CE6BC911A3AA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678640" y="5658520"/>
                  <a:ext cx="8928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2" name="Group 561">
            <a:extLst>
              <a:ext uri="{FF2B5EF4-FFF2-40B4-BE49-F238E27FC236}">
                <a16:creationId xmlns:a16="http://schemas.microsoft.com/office/drawing/2014/main" id="{D5AE6C44-75DB-03BB-EAC7-E56CE7F38CAC}"/>
              </a:ext>
            </a:extLst>
          </p:cNvPr>
          <p:cNvGrpSpPr/>
          <p:nvPr/>
        </p:nvGrpSpPr>
        <p:grpSpPr>
          <a:xfrm>
            <a:off x="1911200" y="5475640"/>
            <a:ext cx="1387440" cy="396720"/>
            <a:chOff x="1911200" y="5475640"/>
            <a:chExt cx="1387440" cy="39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84F2DF2B-BA5B-4676-4E5C-DA8042BF1BAC}"/>
                    </a:ext>
                  </a:extLst>
                </p14:cNvPr>
                <p14:cNvContentPartPr/>
                <p14:nvPr/>
              </p14:nvContentPartPr>
              <p14:xfrm>
                <a:off x="1911200" y="5604160"/>
                <a:ext cx="88200" cy="26316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84F2DF2B-BA5B-4676-4E5C-DA8042BF1BAC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900400" y="5593360"/>
                  <a:ext cx="1094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4F2F7E75-F705-CCD8-7C6B-FE753FF4DD41}"/>
                    </a:ext>
                  </a:extLst>
                </p14:cNvPr>
                <p14:cNvContentPartPr/>
                <p14:nvPr/>
              </p14:nvContentPartPr>
              <p14:xfrm>
                <a:off x="2017760" y="5690920"/>
                <a:ext cx="76680" cy="11268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4F2F7E75-F705-CCD8-7C6B-FE753FF4DD41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2007320" y="5680120"/>
                  <a:ext cx="979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F84E342B-E98B-F913-C61C-5CD5BB2B7A22}"/>
                    </a:ext>
                  </a:extLst>
                </p14:cNvPr>
                <p14:cNvContentPartPr/>
                <p14:nvPr/>
              </p14:nvContentPartPr>
              <p14:xfrm>
                <a:off x="2118200" y="5701720"/>
                <a:ext cx="83880" cy="11196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F84E342B-E98B-F913-C61C-5CD5BB2B7A22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2107760" y="5691280"/>
                  <a:ext cx="1051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018FD069-64BA-B6FE-3F32-8F0443E45386}"/>
                    </a:ext>
                  </a:extLst>
                </p14:cNvPr>
                <p14:cNvContentPartPr/>
                <p14:nvPr/>
              </p14:nvContentPartPr>
              <p14:xfrm>
                <a:off x="2274440" y="5703520"/>
                <a:ext cx="89280" cy="8676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018FD069-64BA-B6FE-3F32-8F0443E45386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2263640" y="5692720"/>
                  <a:ext cx="110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5249D5D2-A13C-DEA5-E469-D727ACFFA67D}"/>
                    </a:ext>
                  </a:extLst>
                </p14:cNvPr>
                <p14:cNvContentPartPr/>
                <p14:nvPr/>
              </p14:nvContentPartPr>
              <p14:xfrm>
                <a:off x="2412680" y="5563840"/>
                <a:ext cx="42120" cy="22428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5249D5D2-A13C-DEA5-E469-D727ACFFA67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402240" y="5553400"/>
                  <a:ext cx="633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5E23AD0F-3ACA-3655-0DA5-2FAAABDCA900}"/>
                    </a:ext>
                  </a:extLst>
                </p14:cNvPr>
                <p14:cNvContentPartPr/>
                <p14:nvPr/>
              </p14:nvContentPartPr>
              <p14:xfrm>
                <a:off x="2386040" y="5665720"/>
                <a:ext cx="123480" cy="36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5E23AD0F-3ACA-3655-0DA5-2FAAABDCA900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2375600" y="5654920"/>
                  <a:ext cx="1447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387771D9-BAE1-CC3E-C941-D39E780AD233}"/>
                    </a:ext>
                  </a:extLst>
                </p14:cNvPr>
                <p14:cNvContentPartPr/>
                <p14:nvPr/>
              </p14:nvContentPartPr>
              <p14:xfrm>
                <a:off x="2586560" y="5788120"/>
                <a:ext cx="360" cy="36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387771D9-BAE1-CC3E-C941-D39E780AD23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576120" y="57773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A261A007-71D6-D935-DEBB-D2C1E604AB79}"/>
                    </a:ext>
                  </a:extLst>
                </p14:cNvPr>
                <p14:cNvContentPartPr/>
                <p14:nvPr/>
              </p14:nvContentPartPr>
              <p14:xfrm>
                <a:off x="2689520" y="5532160"/>
                <a:ext cx="38520" cy="28368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A261A007-71D6-D935-DEBB-D2C1E604AB79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2678720" y="5521360"/>
                  <a:ext cx="597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31129DD9-2C6E-C2C1-2846-0CC2BA97751B}"/>
                    </a:ext>
                  </a:extLst>
                </p14:cNvPr>
                <p14:cNvContentPartPr/>
                <p14:nvPr/>
              </p14:nvContentPartPr>
              <p14:xfrm>
                <a:off x="2792120" y="5647360"/>
                <a:ext cx="42120" cy="9180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31129DD9-2C6E-C2C1-2846-0CC2BA97751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2781320" y="5636920"/>
                  <a:ext cx="633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FDD5F09A-F988-7735-FB83-480B0C29F836}"/>
                    </a:ext>
                  </a:extLst>
                </p14:cNvPr>
                <p14:cNvContentPartPr/>
                <p14:nvPr/>
              </p14:nvContentPartPr>
              <p14:xfrm>
                <a:off x="2947640" y="5475640"/>
                <a:ext cx="50400" cy="39672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FDD5F09A-F988-7735-FB83-480B0C29F836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2937200" y="5465200"/>
                  <a:ext cx="7164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A7A79E55-18C1-3317-E8AB-F0D64BACCE77}"/>
                    </a:ext>
                  </a:extLst>
                </p14:cNvPr>
                <p14:cNvContentPartPr/>
                <p14:nvPr/>
              </p14:nvContentPartPr>
              <p14:xfrm>
                <a:off x="2938280" y="5717200"/>
                <a:ext cx="95400" cy="1872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A7A79E55-18C1-3317-E8AB-F0D64BACCE77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2927480" y="5706400"/>
                  <a:ext cx="116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11D5D308-1466-1DE7-375F-AE0ED8F705C7}"/>
                    </a:ext>
                  </a:extLst>
                </p14:cNvPr>
                <p14:cNvContentPartPr/>
                <p14:nvPr/>
              </p14:nvContentPartPr>
              <p14:xfrm>
                <a:off x="3129800" y="5545840"/>
                <a:ext cx="9360" cy="20484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11D5D308-1466-1DE7-375F-AE0ED8F705C7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3119360" y="5535040"/>
                  <a:ext cx="306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5D23EE39-2E6E-0D07-6F1E-658DCEE49423}"/>
                    </a:ext>
                  </a:extLst>
                </p14:cNvPr>
                <p14:cNvContentPartPr/>
                <p14:nvPr/>
              </p14:nvContentPartPr>
              <p14:xfrm>
                <a:off x="3081560" y="5645200"/>
                <a:ext cx="103320" cy="252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5D23EE39-2E6E-0D07-6F1E-658DCEE49423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3071120" y="5634400"/>
                  <a:ext cx="1245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3B533B4E-13E7-B241-620D-677F7D603B77}"/>
                    </a:ext>
                  </a:extLst>
                </p14:cNvPr>
                <p14:cNvContentPartPr/>
                <p14:nvPr/>
              </p14:nvContentPartPr>
              <p14:xfrm>
                <a:off x="3295040" y="5697760"/>
                <a:ext cx="3600" cy="15012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3B533B4E-13E7-B241-620D-677F7D603B77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3284240" y="5686960"/>
                  <a:ext cx="2484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0" name="Group 559">
            <a:extLst>
              <a:ext uri="{FF2B5EF4-FFF2-40B4-BE49-F238E27FC236}">
                <a16:creationId xmlns:a16="http://schemas.microsoft.com/office/drawing/2014/main" id="{8118DC2A-49D6-B86D-080E-3DA300441CD1}"/>
              </a:ext>
            </a:extLst>
          </p:cNvPr>
          <p:cNvGrpSpPr/>
          <p:nvPr/>
        </p:nvGrpSpPr>
        <p:grpSpPr>
          <a:xfrm>
            <a:off x="3549920" y="5481760"/>
            <a:ext cx="596880" cy="262800"/>
            <a:chOff x="3549920" y="5481760"/>
            <a:chExt cx="59688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241999A9-C8BB-439A-1BF2-C1DCD0182B52}"/>
                    </a:ext>
                  </a:extLst>
                </p14:cNvPr>
                <p14:cNvContentPartPr/>
                <p14:nvPr/>
              </p14:nvContentPartPr>
              <p14:xfrm>
                <a:off x="3549920" y="5597320"/>
                <a:ext cx="110880" cy="14724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241999A9-C8BB-439A-1BF2-C1DCD0182B52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539480" y="5586520"/>
                  <a:ext cx="1321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0BDFAFE0-55CE-6EC5-4AC8-63F03A9ECD38}"/>
                    </a:ext>
                  </a:extLst>
                </p14:cNvPr>
                <p14:cNvContentPartPr/>
                <p14:nvPr/>
              </p14:nvContentPartPr>
              <p14:xfrm>
                <a:off x="3660440" y="5598400"/>
                <a:ext cx="117000" cy="11916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0BDFAFE0-55CE-6EC5-4AC8-63F03A9ECD38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3650000" y="5587960"/>
                  <a:ext cx="138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F08783B9-5016-9986-9044-525CDAE40FC0}"/>
                    </a:ext>
                  </a:extLst>
                </p14:cNvPr>
                <p14:cNvContentPartPr/>
                <p14:nvPr/>
              </p14:nvContentPartPr>
              <p14:xfrm>
                <a:off x="3824960" y="5628280"/>
                <a:ext cx="98280" cy="9108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F08783B9-5016-9986-9044-525CDAE40FC0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814160" y="5617840"/>
                  <a:ext cx="1195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6B2A0631-7B4A-3DDE-4B26-AF07A4E2BEF3}"/>
                    </a:ext>
                  </a:extLst>
                </p14:cNvPr>
                <p14:cNvContentPartPr/>
                <p14:nvPr/>
              </p14:nvContentPartPr>
              <p14:xfrm>
                <a:off x="4012160" y="5481760"/>
                <a:ext cx="15480" cy="25740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6B2A0631-7B4A-3DDE-4B26-AF07A4E2BEF3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001360" y="5471320"/>
                  <a:ext cx="367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588D860A-A090-8DE2-2B96-44385DA4522B}"/>
                    </a:ext>
                  </a:extLst>
                </p14:cNvPr>
                <p14:cNvContentPartPr/>
                <p14:nvPr/>
              </p14:nvContentPartPr>
              <p14:xfrm>
                <a:off x="3949880" y="5609560"/>
                <a:ext cx="128520" cy="612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588D860A-A090-8DE2-2B96-44385DA4522B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3939080" y="5599120"/>
                  <a:ext cx="149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F7C686D8-7148-456C-2224-758260C681C7}"/>
                    </a:ext>
                  </a:extLst>
                </p14:cNvPr>
                <p14:cNvContentPartPr/>
                <p14:nvPr/>
              </p14:nvContentPartPr>
              <p14:xfrm>
                <a:off x="4146440" y="5710360"/>
                <a:ext cx="360" cy="36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F7C686D8-7148-456C-2224-758260C681C7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136000" y="56995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4" name="Group 573">
            <a:extLst>
              <a:ext uri="{FF2B5EF4-FFF2-40B4-BE49-F238E27FC236}">
                <a16:creationId xmlns:a16="http://schemas.microsoft.com/office/drawing/2014/main" id="{9FD3C660-F845-C312-836D-84630FF9A7F8}"/>
              </a:ext>
            </a:extLst>
          </p:cNvPr>
          <p:cNvGrpSpPr/>
          <p:nvPr/>
        </p:nvGrpSpPr>
        <p:grpSpPr>
          <a:xfrm>
            <a:off x="4301600" y="5383480"/>
            <a:ext cx="889560" cy="440280"/>
            <a:chOff x="4301600" y="5383480"/>
            <a:chExt cx="889560" cy="44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1482B4F1-C25F-99B1-BF6A-1C03A351070D}"/>
                    </a:ext>
                  </a:extLst>
                </p14:cNvPr>
                <p14:cNvContentPartPr/>
                <p14:nvPr/>
              </p14:nvContentPartPr>
              <p14:xfrm>
                <a:off x="4301600" y="5627920"/>
                <a:ext cx="106920" cy="151560"/>
              </p14:xfrm>
            </p:contentPart>
          </mc:Choice>
          <mc:Fallback xmlns=""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1482B4F1-C25F-99B1-BF6A-1C03A351070D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4290800" y="5617480"/>
                  <a:ext cx="1281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3631B956-76A6-5763-3D59-DB13BF658EC0}"/>
                    </a:ext>
                  </a:extLst>
                </p14:cNvPr>
                <p14:cNvContentPartPr/>
                <p14:nvPr/>
              </p14:nvContentPartPr>
              <p14:xfrm>
                <a:off x="4465040" y="5655280"/>
                <a:ext cx="35280" cy="15372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3631B956-76A6-5763-3D59-DB13BF658EC0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4454600" y="5644840"/>
                  <a:ext cx="565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4638F339-0045-5FC6-CD2A-E885BAF585CB}"/>
                    </a:ext>
                  </a:extLst>
                </p14:cNvPr>
                <p14:cNvContentPartPr/>
                <p14:nvPr/>
              </p14:nvContentPartPr>
              <p14:xfrm>
                <a:off x="4438400" y="5584720"/>
                <a:ext cx="360" cy="36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4638F339-0045-5FC6-CD2A-E885BAF585C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427960" y="55739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0C4529B5-78A6-884D-AEC8-1DDDEB6364A3}"/>
                    </a:ext>
                  </a:extLst>
                </p14:cNvPr>
                <p14:cNvContentPartPr/>
                <p14:nvPr/>
              </p14:nvContentPartPr>
              <p14:xfrm>
                <a:off x="4553600" y="5565280"/>
                <a:ext cx="125280" cy="22068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0C4529B5-78A6-884D-AEC8-1DDDEB6364A3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4543160" y="5554840"/>
                  <a:ext cx="1465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38230D76-A363-CBF0-84A3-F9801A4E412A}"/>
                    </a:ext>
                  </a:extLst>
                </p14:cNvPr>
                <p14:cNvContentPartPr/>
                <p14:nvPr/>
              </p14:nvContentPartPr>
              <p14:xfrm>
                <a:off x="4748360" y="5400760"/>
                <a:ext cx="159120" cy="34092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38230D76-A363-CBF0-84A3-F9801A4E412A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737560" y="5389960"/>
                  <a:ext cx="1803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64762AB9-71AA-E49D-6B47-3D043D40A59A}"/>
                    </a:ext>
                  </a:extLst>
                </p14:cNvPr>
                <p14:cNvContentPartPr/>
                <p14:nvPr/>
              </p14:nvContentPartPr>
              <p14:xfrm>
                <a:off x="5002160" y="5445400"/>
                <a:ext cx="43560" cy="24696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64762AB9-71AA-E49D-6B47-3D043D40A59A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4991360" y="5434600"/>
                  <a:ext cx="648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C32F53D3-D59A-596C-97F2-B881A2CE25D1}"/>
                    </a:ext>
                  </a:extLst>
                </p14:cNvPr>
                <p14:cNvContentPartPr/>
                <p14:nvPr/>
              </p14:nvContentPartPr>
              <p14:xfrm>
                <a:off x="4971560" y="5561680"/>
                <a:ext cx="132480" cy="612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C32F53D3-D59A-596C-97F2-B881A2CE25D1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961120" y="5551240"/>
                  <a:ext cx="153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11DC939C-F84D-A8FB-1EED-CEBF75021AA3}"/>
                    </a:ext>
                  </a:extLst>
                </p14:cNvPr>
                <p14:cNvContentPartPr/>
                <p14:nvPr/>
              </p14:nvContentPartPr>
              <p14:xfrm>
                <a:off x="5106200" y="5383480"/>
                <a:ext cx="84960" cy="44028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11DC939C-F84D-A8FB-1EED-CEBF75021AA3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095400" y="5373040"/>
                  <a:ext cx="106200" cy="46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9" name="Group 628">
            <a:extLst>
              <a:ext uri="{FF2B5EF4-FFF2-40B4-BE49-F238E27FC236}">
                <a16:creationId xmlns:a16="http://schemas.microsoft.com/office/drawing/2014/main" id="{22288E2D-D8D4-A6F3-59B4-EE13A22520A8}"/>
              </a:ext>
            </a:extLst>
          </p:cNvPr>
          <p:cNvGrpSpPr/>
          <p:nvPr/>
        </p:nvGrpSpPr>
        <p:grpSpPr>
          <a:xfrm>
            <a:off x="3233840" y="6018520"/>
            <a:ext cx="216360" cy="330840"/>
            <a:chOff x="3233840" y="6018520"/>
            <a:chExt cx="216360" cy="3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2347820E-546A-2A7D-9CE0-4F6B2B0DAFA7}"/>
                    </a:ext>
                  </a:extLst>
                </p14:cNvPr>
                <p14:cNvContentPartPr/>
                <p14:nvPr/>
              </p14:nvContentPartPr>
              <p14:xfrm>
                <a:off x="3233840" y="6018520"/>
                <a:ext cx="74160" cy="276840"/>
              </p14:xfrm>
            </p:contentPart>
          </mc:Choice>
          <mc:Fallback xmlns=""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2347820E-546A-2A7D-9CE0-4F6B2B0DAFA7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223400" y="6008080"/>
                  <a:ext cx="954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80AB4C26-2B1D-F6F8-C48E-8288AD55C877}"/>
                    </a:ext>
                  </a:extLst>
                </p14:cNvPr>
                <p14:cNvContentPartPr/>
                <p14:nvPr/>
              </p14:nvContentPartPr>
              <p14:xfrm>
                <a:off x="3415640" y="6239200"/>
                <a:ext cx="23760" cy="11016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80AB4C26-2B1D-F6F8-C48E-8288AD55C877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3404840" y="6228400"/>
                  <a:ext cx="450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70FAA1B0-A4D1-9289-4B94-8CEB881302B7}"/>
                    </a:ext>
                  </a:extLst>
                </p14:cNvPr>
                <p14:cNvContentPartPr/>
                <p14:nvPr/>
              </p14:nvContentPartPr>
              <p14:xfrm>
                <a:off x="3449840" y="6107800"/>
                <a:ext cx="360" cy="360"/>
              </p14:xfrm>
            </p:contentPart>
          </mc:Choice>
          <mc:Fallback xmlns=""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70FAA1B0-A4D1-9289-4B94-8CEB881302B7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439040" y="60970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0" name="Group 649">
            <a:extLst>
              <a:ext uri="{FF2B5EF4-FFF2-40B4-BE49-F238E27FC236}">
                <a16:creationId xmlns:a16="http://schemas.microsoft.com/office/drawing/2014/main" id="{84F7C260-6C99-B705-8829-E7E5BFD63DED}"/>
              </a:ext>
            </a:extLst>
          </p:cNvPr>
          <p:cNvGrpSpPr/>
          <p:nvPr/>
        </p:nvGrpSpPr>
        <p:grpSpPr>
          <a:xfrm>
            <a:off x="1803200" y="6477880"/>
            <a:ext cx="698760" cy="318960"/>
            <a:chOff x="1803200" y="6477880"/>
            <a:chExt cx="69876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E3D07F46-8CCB-3D6F-0401-528CB0C4076B}"/>
                    </a:ext>
                  </a:extLst>
                </p14:cNvPr>
                <p14:cNvContentPartPr/>
                <p14:nvPr/>
              </p14:nvContentPartPr>
              <p14:xfrm>
                <a:off x="1803200" y="6478960"/>
                <a:ext cx="87120" cy="31788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E3D07F46-8CCB-3D6F-0401-528CB0C4076B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1792400" y="6468520"/>
                  <a:ext cx="1083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9DAB2060-1880-295D-F682-83825BA9C483}"/>
                    </a:ext>
                  </a:extLst>
                </p14:cNvPr>
                <p14:cNvContentPartPr/>
                <p14:nvPr/>
              </p14:nvContentPartPr>
              <p14:xfrm>
                <a:off x="1949360" y="6602440"/>
                <a:ext cx="67680" cy="12672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9DAB2060-1880-295D-F682-83825BA9C483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1938560" y="6591640"/>
                  <a:ext cx="889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22C2D649-F1D2-4B04-736C-4393B15E65AF}"/>
                    </a:ext>
                  </a:extLst>
                </p14:cNvPr>
                <p14:cNvContentPartPr/>
                <p14:nvPr/>
              </p14:nvContentPartPr>
              <p14:xfrm>
                <a:off x="2054840" y="6643120"/>
                <a:ext cx="88560" cy="66960"/>
              </p14:xfrm>
            </p:contentPart>
          </mc:Choice>
          <mc:Fallback xmlns=""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22C2D649-F1D2-4B04-736C-4393B15E65AF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2044400" y="6632680"/>
                  <a:ext cx="1098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3C3E7FFB-23C2-973F-745C-1C4D27EB34D5}"/>
                    </a:ext>
                  </a:extLst>
                </p14:cNvPr>
                <p14:cNvContentPartPr/>
                <p14:nvPr/>
              </p14:nvContentPartPr>
              <p14:xfrm>
                <a:off x="2184440" y="6650320"/>
                <a:ext cx="82440" cy="8172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3C3E7FFB-23C2-973F-745C-1C4D27EB34D5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2173640" y="6639520"/>
                  <a:ext cx="1036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A7CEDE0F-7F94-3872-6ADE-908ECC12B879}"/>
                    </a:ext>
                  </a:extLst>
                </p14:cNvPr>
                <p14:cNvContentPartPr/>
                <p14:nvPr/>
              </p14:nvContentPartPr>
              <p14:xfrm>
                <a:off x="2353280" y="6477880"/>
                <a:ext cx="19440" cy="24012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A7CEDE0F-7F94-3872-6ADE-908ECC12B879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2342480" y="6467440"/>
                  <a:ext cx="406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CEF43D10-89E9-308F-A06A-A6E4AF7B3E79}"/>
                    </a:ext>
                  </a:extLst>
                </p14:cNvPr>
                <p14:cNvContentPartPr/>
                <p14:nvPr/>
              </p14:nvContentPartPr>
              <p14:xfrm>
                <a:off x="2308640" y="6587680"/>
                <a:ext cx="135000" cy="11880"/>
              </p14:xfrm>
            </p:contentPart>
          </mc:Choice>
          <mc:Fallback xmlns=""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CEF43D10-89E9-308F-A06A-A6E4AF7B3E79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2298200" y="6576880"/>
                  <a:ext cx="156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636" name="Ink 635">
                  <a:extLst>
                    <a:ext uri="{FF2B5EF4-FFF2-40B4-BE49-F238E27FC236}">
                      <a16:creationId xmlns:a16="http://schemas.microsoft.com/office/drawing/2014/main" id="{9379ECCE-6DBF-BF8C-CF42-B72D216020E6}"/>
                    </a:ext>
                  </a:extLst>
                </p14:cNvPr>
                <p14:cNvContentPartPr/>
                <p14:nvPr/>
              </p14:nvContentPartPr>
              <p14:xfrm>
                <a:off x="2501600" y="6727000"/>
                <a:ext cx="360" cy="360"/>
              </p14:xfrm>
            </p:contentPart>
          </mc:Choice>
          <mc:Fallback xmlns="">
            <p:pic>
              <p:nvPicPr>
                <p:cNvPr id="636" name="Ink 635">
                  <a:extLst>
                    <a:ext uri="{FF2B5EF4-FFF2-40B4-BE49-F238E27FC236}">
                      <a16:creationId xmlns:a16="http://schemas.microsoft.com/office/drawing/2014/main" id="{9379ECCE-6DBF-BF8C-CF42-B72D216020E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491160" y="67162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3" name="Group 652">
            <a:extLst>
              <a:ext uri="{FF2B5EF4-FFF2-40B4-BE49-F238E27FC236}">
                <a16:creationId xmlns:a16="http://schemas.microsoft.com/office/drawing/2014/main" id="{06806A50-9372-462B-1CB7-AFC11FECB90A}"/>
              </a:ext>
            </a:extLst>
          </p:cNvPr>
          <p:cNvGrpSpPr/>
          <p:nvPr/>
        </p:nvGrpSpPr>
        <p:grpSpPr>
          <a:xfrm>
            <a:off x="2667920" y="6439000"/>
            <a:ext cx="1052640" cy="278640"/>
            <a:chOff x="2667920" y="6439000"/>
            <a:chExt cx="105264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94DEB497-3C5B-6D65-D0C5-5A4D4516E3C5}"/>
                    </a:ext>
                  </a:extLst>
                </p14:cNvPr>
                <p14:cNvContentPartPr/>
                <p14:nvPr/>
              </p14:nvContentPartPr>
              <p14:xfrm>
                <a:off x="2667920" y="6571480"/>
                <a:ext cx="86760" cy="113040"/>
              </p14:xfrm>
            </p:contentPart>
          </mc:Choice>
          <mc:Fallback xmlns=""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94DEB497-3C5B-6D65-D0C5-5A4D4516E3C5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2657120" y="6560680"/>
                  <a:ext cx="1080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F69A4BFA-A8BE-5067-776A-A939310CB919}"/>
                    </a:ext>
                  </a:extLst>
                </p14:cNvPr>
                <p14:cNvContentPartPr/>
                <p14:nvPr/>
              </p14:nvContentPartPr>
              <p14:xfrm>
                <a:off x="2846840" y="6603520"/>
                <a:ext cx="9360" cy="11412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F69A4BFA-A8BE-5067-776A-A939310CB919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836400" y="6593080"/>
                  <a:ext cx="306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1047865B-FE8D-8AD1-4071-D6EA67A1AD9F}"/>
                    </a:ext>
                  </a:extLst>
                </p14:cNvPr>
                <p14:cNvContentPartPr/>
                <p14:nvPr/>
              </p14:nvContentPartPr>
              <p14:xfrm>
                <a:off x="2832800" y="6509920"/>
                <a:ext cx="360" cy="360"/>
              </p14:xfrm>
            </p:contentPart>
          </mc:Choice>
          <mc:Fallback xmlns=""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1047865B-FE8D-8AD1-4071-D6EA67A1AD9F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822360" y="64991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B13F4A81-F2A9-2BD1-F0B0-7DDDBC200174}"/>
                    </a:ext>
                  </a:extLst>
                </p14:cNvPr>
                <p14:cNvContentPartPr/>
                <p14:nvPr/>
              </p14:nvContentPartPr>
              <p14:xfrm>
                <a:off x="2969960" y="6557800"/>
                <a:ext cx="99000" cy="155520"/>
              </p14:xfrm>
            </p:contentPart>
          </mc:Choice>
          <mc:Fallback xmlns=""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B13F4A81-F2A9-2BD1-F0B0-7DDDBC200174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2959160" y="6547000"/>
                  <a:ext cx="1202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9324CD1E-DE2E-BB8D-8B02-6B245BFB295B}"/>
                    </a:ext>
                  </a:extLst>
                </p14:cNvPr>
                <p14:cNvContentPartPr/>
                <p14:nvPr/>
              </p14:nvContentPartPr>
              <p14:xfrm>
                <a:off x="3137360" y="6450520"/>
                <a:ext cx="113400" cy="222120"/>
              </p14:xfrm>
            </p:contentPart>
          </mc:Choice>
          <mc:Fallback xmlns=""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9324CD1E-DE2E-BB8D-8B02-6B245BFB295B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3126920" y="6439720"/>
                  <a:ext cx="1346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642" name="Ink 641">
                  <a:extLst>
                    <a:ext uri="{FF2B5EF4-FFF2-40B4-BE49-F238E27FC236}">
                      <a16:creationId xmlns:a16="http://schemas.microsoft.com/office/drawing/2014/main" id="{0C4419E5-E3C9-5D92-AE59-09229B5AB109}"/>
                    </a:ext>
                  </a:extLst>
                </p14:cNvPr>
                <p14:cNvContentPartPr/>
                <p14:nvPr/>
              </p14:nvContentPartPr>
              <p14:xfrm>
                <a:off x="3359480" y="6471040"/>
                <a:ext cx="21960" cy="203760"/>
              </p14:xfrm>
            </p:contentPart>
          </mc:Choice>
          <mc:Fallback xmlns="">
            <p:pic>
              <p:nvPicPr>
                <p:cNvPr id="642" name="Ink 641">
                  <a:extLst>
                    <a:ext uri="{FF2B5EF4-FFF2-40B4-BE49-F238E27FC236}">
                      <a16:creationId xmlns:a16="http://schemas.microsoft.com/office/drawing/2014/main" id="{0C4419E5-E3C9-5D92-AE59-09229B5AB109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3349040" y="6460240"/>
                  <a:ext cx="432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4F23041D-1037-1F3C-1122-E33E4574D3E6}"/>
                    </a:ext>
                  </a:extLst>
                </p14:cNvPr>
                <p14:cNvContentPartPr/>
                <p14:nvPr/>
              </p14:nvContentPartPr>
              <p14:xfrm>
                <a:off x="3332840" y="6571480"/>
                <a:ext cx="108360" cy="18720"/>
              </p14:xfrm>
            </p:contentPart>
          </mc:Choice>
          <mc:Fallback xmlns=""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4F23041D-1037-1F3C-1122-E33E4574D3E6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3322400" y="6561040"/>
                  <a:ext cx="129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E34C6332-B11C-A5E8-0266-68B3C939FE1A}"/>
                    </a:ext>
                  </a:extLst>
                </p14:cNvPr>
                <p14:cNvContentPartPr/>
                <p14:nvPr/>
              </p14:nvContentPartPr>
              <p14:xfrm>
                <a:off x="3472520" y="6439000"/>
                <a:ext cx="62640" cy="251640"/>
              </p14:xfrm>
            </p:contentPart>
          </mc:Choice>
          <mc:Fallback xmlns=""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E34C6332-B11C-A5E8-0266-68B3C939FE1A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3462080" y="6428560"/>
                  <a:ext cx="838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C1A16058-A40D-AA95-014F-A6266D4BF226}"/>
                    </a:ext>
                  </a:extLst>
                </p14:cNvPr>
                <p14:cNvContentPartPr/>
                <p14:nvPr/>
              </p14:nvContentPartPr>
              <p14:xfrm>
                <a:off x="3669440" y="6595600"/>
                <a:ext cx="33480" cy="11700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C1A16058-A40D-AA95-014F-A6266D4BF226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3658640" y="6584800"/>
                  <a:ext cx="54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672DD08B-3AFE-553A-42D9-1D6F4164292A}"/>
                    </a:ext>
                  </a:extLst>
                </p14:cNvPr>
                <p14:cNvContentPartPr/>
                <p14:nvPr/>
              </p14:nvContentPartPr>
              <p14:xfrm>
                <a:off x="3720200" y="6503080"/>
                <a:ext cx="360" cy="36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672DD08B-3AFE-553A-42D9-1D6F4164292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709400" y="64922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6" name="Group 655">
            <a:extLst>
              <a:ext uri="{FF2B5EF4-FFF2-40B4-BE49-F238E27FC236}">
                <a16:creationId xmlns:a16="http://schemas.microsoft.com/office/drawing/2014/main" id="{BFEA5547-6ABC-2377-927F-B31AE1330AC8}"/>
              </a:ext>
            </a:extLst>
          </p:cNvPr>
          <p:cNvGrpSpPr/>
          <p:nvPr/>
        </p:nvGrpSpPr>
        <p:grpSpPr>
          <a:xfrm>
            <a:off x="1115600" y="6002680"/>
            <a:ext cx="2046600" cy="359640"/>
            <a:chOff x="1115600" y="6002680"/>
            <a:chExt cx="2046600" cy="3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85BE90ED-033A-870B-F775-A9FE270775E3}"/>
                    </a:ext>
                  </a:extLst>
                </p14:cNvPr>
                <p14:cNvContentPartPr/>
                <p14:nvPr/>
              </p14:nvContentPartPr>
              <p14:xfrm>
                <a:off x="1115600" y="6194560"/>
                <a:ext cx="91800" cy="16776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85BE90ED-033A-870B-F775-A9FE270775E3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104800" y="6184120"/>
                  <a:ext cx="1130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B4B9B666-3557-007B-CE23-4B5101DA7195}"/>
                    </a:ext>
                  </a:extLst>
                </p14:cNvPr>
                <p14:cNvContentPartPr/>
                <p14:nvPr/>
              </p14:nvContentPartPr>
              <p14:xfrm>
                <a:off x="1230080" y="6187720"/>
                <a:ext cx="81360" cy="13752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B4B9B666-3557-007B-CE23-4B5101DA7195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219640" y="6177280"/>
                  <a:ext cx="1026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20A54C90-2C6A-4555-9168-57EF3253E6BA}"/>
                    </a:ext>
                  </a:extLst>
                </p14:cNvPr>
                <p14:cNvContentPartPr/>
                <p14:nvPr/>
              </p14:nvContentPartPr>
              <p14:xfrm>
                <a:off x="1360400" y="6154600"/>
                <a:ext cx="100800" cy="15696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20A54C90-2C6A-4555-9168-57EF3253E6BA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349960" y="6144160"/>
                  <a:ext cx="1220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07377E86-EC32-61FA-74C4-E9AFA224B477}"/>
                    </a:ext>
                  </a:extLst>
                </p14:cNvPr>
                <p14:cNvContentPartPr/>
                <p14:nvPr/>
              </p14:nvContentPartPr>
              <p14:xfrm>
                <a:off x="1784480" y="6044800"/>
                <a:ext cx="103320" cy="29160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07377E86-EC32-61FA-74C4-E9AFA224B477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774040" y="6034360"/>
                  <a:ext cx="1245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B0875491-5D6F-7C9C-C669-C928917B3560}"/>
                    </a:ext>
                  </a:extLst>
                </p14:cNvPr>
                <p14:cNvContentPartPr/>
                <p14:nvPr/>
              </p14:nvContentPartPr>
              <p14:xfrm>
                <a:off x="1920200" y="6123640"/>
                <a:ext cx="87840" cy="11772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B0875491-5D6F-7C9C-C669-C928917B3560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909760" y="6113200"/>
                  <a:ext cx="1090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4B5C7D25-73BC-5016-F390-D5FF2994AF4C}"/>
                    </a:ext>
                  </a:extLst>
                </p14:cNvPr>
                <p14:cNvContentPartPr/>
                <p14:nvPr/>
              </p14:nvContentPartPr>
              <p14:xfrm>
                <a:off x="2030000" y="6182680"/>
                <a:ext cx="78840" cy="10980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4B5C7D25-73BC-5016-F390-D5FF2994AF4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2019560" y="6171880"/>
                  <a:ext cx="1000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FB772C86-90A8-990C-56F9-42B4FB383EA3}"/>
                    </a:ext>
                  </a:extLst>
                </p14:cNvPr>
                <p14:cNvContentPartPr/>
                <p14:nvPr/>
              </p14:nvContentPartPr>
              <p14:xfrm>
                <a:off x="2156360" y="6179080"/>
                <a:ext cx="93600" cy="9720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FB772C86-90A8-990C-56F9-42B4FB383EA3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2145920" y="6168640"/>
                  <a:ext cx="1148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EE1B2AAF-EDD2-8563-80BF-D32FAF02F8C4}"/>
                    </a:ext>
                  </a:extLst>
                </p14:cNvPr>
                <p14:cNvContentPartPr/>
                <p14:nvPr/>
              </p14:nvContentPartPr>
              <p14:xfrm>
                <a:off x="2340320" y="6002680"/>
                <a:ext cx="7200" cy="25164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EE1B2AAF-EDD2-8563-80BF-D32FAF02F8C4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2329880" y="5992240"/>
                  <a:ext cx="284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5C4B6AAD-9500-3242-A81A-61513DA5474A}"/>
                    </a:ext>
                  </a:extLst>
                </p14:cNvPr>
                <p14:cNvContentPartPr/>
                <p14:nvPr/>
              </p14:nvContentPartPr>
              <p14:xfrm>
                <a:off x="2306120" y="6151000"/>
                <a:ext cx="126000" cy="26640"/>
              </p14:xfrm>
            </p:contentPart>
          </mc:Choice>
          <mc:Fallback xmlns=""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5C4B6AAD-9500-3242-A81A-61513DA5474A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2295680" y="6140560"/>
                  <a:ext cx="147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0E6AF39A-6420-E9D9-9727-0D3144F456C8}"/>
                    </a:ext>
                  </a:extLst>
                </p14:cNvPr>
                <p14:cNvContentPartPr/>
                <p14:nvPr/>
              </p14:nvContentPartPr>
              <p14:xfrm>
                <a:off x="2537240" y="6274480"/>
                <a:ext cx="360" cy="360"/>
              </p14:xfrm>
            </p:contentPart>
          </mc:Choice>
          <mc:Fallback xmlns=""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0E6AF39A-6420-E9D9-9727-0D3144F456C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526440" y="62640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B83634E4-8E9F-459F-8794-03B3E9F74FF3}"/>
                    </a:ext>
                  </a:extLst>
                </p14:cNvPr>
                <p14:cNvContentPartPr/>
                <p14:nvPr/>
              </p14:nvContentPartPr>
              <p14:xfrm>
                <a:off x="2633720" y="6074680"/>
                <a:ext cx="65160" cy="21024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B83634E4-8E9F-459F-8794-03B3E9F74FF3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2622920" y="6064240"/>
                  <a:ext cx="864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A45F8F57-43EB-0DCD-FB70-525AA6037A4F}"/>
                    </a:ext>
                  </a:extLst>
                </p14:cNvPr>
                <p14:cNvContentPartPr/>
                <p14:nvPr/>
              </p14:nvContentPartPr>
              <p14:xfrm>
                <a:off x="2744960" y="6169360"/>
                <a:ext cx="43920" cy="9180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A45F8F57-43EB-0DCD-FB70-525AA6037A4F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2734160" y="6158560"/>
                  <a:ext cx="651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437C95C7-BEB1-F8EB-2BEB-07C2A4C634EF}"/>
                    </a:ext>
                  </a:extLst>
                </p14:cNvPr>
                <p14:cNvContentPartPr/>
                <p14:nvPr/>
              </p14:nvContentPartPr>
              <p14:xfrm>
                <a:off x="2885360" y="6023920"/>
                <a:ext cx="70920" cy="29880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437C95C7-BEB1-F8EB-2BEB-07C2A4C634EF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2874920" y="6013480"/>
                  <a:ext cx="921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533DC7E3-9CC7-A8E2-BB90-2AD5F29D54DE}"/>
                    </a:ext>
                  </a:extLst>
                </p14:cNvPr>
                <p14:cNvContentPartPr/>
                <p14:nvPr/>
              </p14:nvContentPartPr>
              <p14:xfrm>
                <a:off x="2881040" y="6196720"/>
                <a:ext cx="119520" cy="3816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533DC7E3-9CC7-A8E2-BB90-2AD5F29D54DE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2870600" y="6186280"/>
                  <a:ext cx="140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9C901C56-2453-E79D-E922-3BA4524231A0}"/>
                    </a:ext>
                  </a:extLst>
                </p14:cNvPr>
                <p14:cNvContentPartPr/>
                <p14:nvPr/>
              </p14:nvContentPartPr>
              <p14:xfrm>
                <a:off x="3059960" y="6051640"/>
                <a:ext cx="16920" cy="18900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9C901C56-2453-E79D-E922-3BA4524231A0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3049520" y="6041200"/>
                  <a:ext cx="38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DF24A3EB-C6B6-801E-58B5-07D2E6F1C211}"/>
                    </a:ext>
                  </a:extLst>
                </p14:cNvPr>
                <p14:cNvContentPartPr/>
                <p14:nvPr/>
              </p14:nvContentPartPr>
              <p14:xfrm>
                <a:off x="3029720" y="6128320"/>
                <a:ext cx="132480" cy="1872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DF24A3EB-C6B6-801E-58B5-07D2E6F1C211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3018920" y="6117880"/>
                  <a:ext cx="1537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AEFFFF2E-5073-8A46-2E76-5C1FCD9C9A32}"/>
                    </a:ext>
                  </a:extLst>
                </p14:cNvPr>
                <p14:cNvContentPartPr/>
                <p14:nvPr/>
              </p14:nvContentPartPr>
              <p14:xfrm>
                <a:off x="1526720" y="6125080"/>
                <a:ext cx="131040" cy="155880"/>
              </p14:xfrm>
            </p:contentPart>
          </mc:Choice>
          <mc:Fallback xmlns=""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AEFFFF2E-5073-8A46-2E76-5C1FCD9C9A32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1516280" y="6114280"/>
                  <a:ext cx="15228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4" name="Group 663">
            <a:extLst>
              <a:ext uri="{FF2B5EF4-FFF2-40B4-BE49-F238E27FC236}">
                <a16:creationId xmlns:a16="http://schemas.microsoft.com/office/drawing/2014/main" id="{B0198735-9B0F-CEAD-4A84-AF5408ED08E0}"/>
              </a:ext>
            </a:extLst>
          </p:cNvPr>
          <p:cNvGrpSpPr/>
          <p:nvPr/>
        </p:nvGrpSpPr>
        <p:grpSpPr>
          <a:xfrm>
            <a:off x="1086440" y="6548800"/>
            <a:ext cx="572760" cy="218160"/>
            <a:chOff x="1086440" y="6548800"/>
            <a:chExt cx="57276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E10ADA46-12D7-631A-D5D6-0D871F801DB6}"/>
                    </a:ext>
                  </a:extLst>
                </p14:cNvPr>
                <p14:cNvContentPartPr/>
                <p14:nvPr/>
              </p14:nvContentPartPr>
              <p14:xfrm>
                <a:off x="1465880" y="6548800"/>
                <a:ext cx="193320" cy="163800"/>
              </p14:xfrm>
            </p:contentPart>
          </mc:Choice>
          <mc:Fallback xmlns=""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E10ADA46-12D7-631A-D5D6-0D871F801DB6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1455440" y="6538000"/>
                  <a:ext cx="214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0AFA1D4D-4FD4-350B-4EC0-51C9D52E2C2C}"/>
                    </a:ext>
                  </a:extLst>
                </p14:cNvPr>
                <p14:cNvContentPartPr/>
                <p14:nvPr/>
              </p14:nvContentPartPr>
              <p14:xfrm>
                <a:off x="1086440" y="6611080"/>
                <a:ext cx="82800" cy="15588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0AFA1D4D-4FD4-350B-4EC0-51C9D52E2C2C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1075640" y="6600280"/>
                  <a:ext cx="1040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661" name="Ink 660">
                  <a:extLst>
                    <a:ext uri="{FF2B5EF4-FFF2-40B4-BE49-F238E27FC236}">
                      <a16:creationId xmlns:a16="http://schemas.microsoft.com/office/drawing/2014/main" id="{BC18BCB5-4CF9-5EB3-4A44-67F24E583318}"/>
                    </a:ext>
                  </a:extLst>
                </p14:cNvPr>
                <p14:cNvContentPartPr/>
                <p14:nvPr/>
              </p14:nvContentPartPr>
              <p14:xfrm>
                <a:off x="1222880" y="6613600"/>
                <a:ext cx="107640" cy="150120"/>
              </p14:xfrm>
            </p:contentPart>
          </mc:Choice>
          <mc:Fallback xmlns="">
            <p:pic>
              <p:nvPicPr>
                <p:cNvPr id="661" name="Ink 660">
                  <a:extLst>
                    <a:ext uri="{FF2B5EF4-FFF2-40B4-BE49-F238E27FC236}">
                      <a16:creationId xmlns:a16="http://schemas.microsoft.com/office/drawing/2014/main" id="{BC18BCB5-4CF9-5EB3-4A44-67F24E583318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1212080" y="6603160"/>
                  <a:ext cx="1288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FED237A1-A4B5-CCBD-94F2-25DE3E80D657}"/>
                    </a:ext>
                  </a:extLst>
                </p14:cNvPr>
                <p14:cNvContentPartPr/>
                <p14:nvPr/>
              </p14:nvContentPartPr>
              <p14:xfrm>
                <a:off x="1357160" y="6610360"/>
                <a:ext cx="111600" cy="12024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FED237A1-A4B5-CCBD-94F2-25DE3E80D657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1346720" y="6599920"/>
                  <a:ext cx="13284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8" name="Group 667">
            <a:extLst>
              <a:ext uri="{FF2B5EF4-FFF2-40B4-BE49-F238E27FC236}">
                <a16:creationId xmlns:a16="http://schemas.microsoft.com/office/drawing/2014/main" id="{66D9903A-BF46-EC98-BF94-0869312969B7}"/>
              </a:ext>
            </a:extLst>
          </p:cNvPr>
          <p:cNvGrpSpPr/>
          <p:nvPr/>
        </p:nvGrpSpPr>
        <p:grpSpPr>
          <a:xfrm>
            <a:off x="5705240" y="4355320"/>
            <a:ext cx="6004080" cy="1917000"/>
            <a:chOff x="5705240" y="4355320"/>
            <a:chExt cx="6004080" cy="191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665" name="Ink 664">
                  <a:extLst>
                    <a:ext uri="{FF2B5EF4-FFF2-40B4-BE49-F238E27FC236}">
                      <a16:creationId xmlns:a16="http://schemas.microsoft.com/office/drawing/2014/main" id="{4BAF9F59-6A71-BF95-9C35-14925ECC6A77}"/>
                    </a:ext>
                  </a:extLst>
                </p14:cNvPr>
                <p14:cNvContentPartPr/>
                <p14:nvPr/>
              </p14:nvContentPartPr>
              <p14:xfrm>
                <a:off x="5705240" y="4520920"/>
                <a:ext cx="63720" cy="175140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4BAF9F59-6A71-BF95-9C35-14925ECC6A77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5694440" y="4510480"/>
                  <a:ext cx="84960" cy="17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F85C53AD-7817-8755-1794-968E13BF4D46}"/>
                    </a:ext>
                  </a:extLst>
                </p14:cNvPr>
                <p14:cNvContentPartPr/>
                <p14:nvPr/>
              </p14:nvContentPartPr>
              <p14:xfrm>
                <a:off x="5830880" y="4355320"/>
                <a:ext cx="5878440" cy="18648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F85C53AD-7817-8755-1794-968E13BF4D46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5820440" y="4344880"/>
                  <a:ext cx="589968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3" name="Group 682">
            <a:extLst>
              <a:ext uri="{FF2B5EF4-FFF2-40B4-BE49-F238E27FC236}">
                <a16:creationId xmlns:a16="http://schemas.microsoft.com/office/drawing/2014/main" id="{80A7266E-9A53-556D-1996-330791049DC4}"/>
              </a:ext>
            </a:extLst>
          </p:cNvPr>
          <p:cNvGrpSpPr/>
          <p:nvPr/>
        </p:nvGrpSpPr>
        <p:grpSpPr>
          <a:xfrm>
            <a:off x="5937800" y="4788400"/>
            <a:ext cx="358200" cy="199440"/>
            <a:chOff x="5937800" y="4788400"/>
            <a:chExt cx="358200" cy="19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AE074F6A-EDC5-6FF1-1C92-3313CBA92D60}"/>
                    </a:ext>
                  </a:extLst>
                </p14:cNvPr>
                <p14:cNvContentPartPr/>
                <p14:nvPr/>
              </p14:nvContentPartPr>
              <p14:xfrm>
                <a:off x="5937800" y="4788400"/>
                <a:ext cx="154080" cy="199440"/>
              </p14:xfrm>
            </p:contentPart>
          </mc:Choice>
          <mc:Fallback xmlns=""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AE074F6A-EDC5-6FF1-1C92-3313CBA92D60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5927360" y="4777600"/>
                  <a:ext cx="1753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DCAE9DA3-0AE5-8919-1851-DA5B2EACAA5B}"/>
                    </a:ext>
                  </a:extLst>
                </p14:cNvPr>
                <p14:cNvContentPartPr/>
                <p14:nvPr/>
              </p14:nvContentPartPr>
              <p14:xfrm>
                <a:off x="6216800" y="4804240"/>
                <a:ext cx="79200" cy="98640"/>
              </p14:xfrm>
            </p:contentPart>
          </mc:Choice>
          <mc:Fallback xmlns=""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DCAE9DA3-0AE5-8919-1851-DA5B2EACAA5B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6206000" y="4793800"/>
                  <a:ext cx="10044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1" name="Group 680">
            <a:extLst>
              <a:ext uri="{FF2B5EF4-FFF2-40B4-BE49-F238E27FC236}">
                <a16:creationId xmlns:a16="http://schemas.microsoft.com/office/drawing/2014/main" id="{FA5C12A9-E798-2A16-4B67-219B2ED8289F}"/>
              </a:ext>
            </a:extLst>
          </p:cNvPr>
          <p:cNvGrpSpPr/>
          <p:nvPr/>
        </p:nvGrpSpPr>
        <p:grpSpPr>
          <a:xfrm>
            <a:off x="6532880" y="4773640"/>
            <a:ext cx="497880" cy="187920"/>
            <a:chOff x="6532880" y="4773640"/>
            <a:chExt cx="497880" cy="18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0C3A2578-BF21-EDB7-AFC0-8577CF1C8D97}"/>
                    </a:ext>
                  </a:extLst>
                </p14:cNvPr>
                <p14:cNvContentPartPr/>
                <p14:nvPr/>
              </p14:nvContentPartPr>
              <p14:xfrm>
                <a:off x="6532880" y="4777960"/>
                <a:ext cx="72720" cy="18360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0C3A2578-BF21-EDB7-AFC0-8577CF1C8D97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6522080" y="4767520"/>
                  <a:ext cx="93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CDD80FBF-99B3-40FF-1EB0-8191B112E678}"/>
                    </a:ext>
                  </a:extLst>
                </p14:cNvPr>
                <p14:cNvContentPartPr/>
                <p14:nvPr/>
              </p14:nvContentPartPr>
              <p14:xfrm>
                <a:off x="6720800" y="4773640"/>
                <a:ext cx="132480" cy="11628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CDD80FBF-99B3-40FF-1EB0-8191B112E678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6710000" y="4763200"/>
                  <a:ext cx="1537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94CB8DEE-31C3-2715-2393-BB5FE7B5ADBD}"/>
                    </a:ext>
                  </a:extLst>
                </p14:cNvPr>
                <p14:cNvContentPartPr/>
                <p14:nvPr/>
              </p14:nvContentPartPr>
              <p14:xfrm>
                <a:off x="6922400" y="4782640"/>
                <a:ext cx="108360" cy="8748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94CB8DEE-31C3-2715-2393-BB5FE7B5ADBD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6911960" y="4772200"/>
                  <a:ext cx="12960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9" name="Group 678">
            <a:extLst>
              <a:ext uri="{FF2B5EF4-FFF2-40B4-BE49-F238E27FC236}">
                <a16:creationId xmlns:a16="http://schemas.microsoft.com/office/drawing/2014/main" id="{F9568126-EDF5-C9B2-E55F-BC50E8814587}"/>
              </a:ext>
            </a:extLst>
          </p:cNvPr>
          <p:cNvGrpSpPr/>
          <p:nvPr/>
        </p:nvGrpSpPr>
        <p:grpSpPr>
          <a:xfrm>
            <a:off x="7315160" y="4608040"/>
            <a:ext cx="681480" cy="275760"/>
            <a:chOff x="7315160" y="4608040"/>
            <a:chExt cx="681480" cy="27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CBB5D221-C06B-8A07-78DC-2927363C6E0E}"/>
                    </a:ext>
                  </a:extLst>
                </p14:cNvPr>
                <p14:cNvContentPartPr/>
                <p14:nvPr/>
              </p14:nvContentPartPr>
              <p14:xfrm>
                <a:off x="7315160" y="4761040"/>
                <a:ext cx="237600" cy="122760"/>
              </p14:xfrm>
            </p:contentPart>
          </mc:Choice>
          <mc:Fallback xmlns=""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CBB5D221-C06B-8A07-78DC-2927363C6E0E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7304360" y="4750240"/>
                  <a:ext cx="258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DF3A677A-7EA1-4EB3-E23D-7CBFCC00013A}"/>
                    </a:ext>
                  </a:extLst>
                </p14:cNvPr>
                <p14:cNvContentPartPr/>
                <p14:nvPr/>
              </p14:nvContentPartPr>
              <p14:xfrm>
                <a:off x="7626200" y="4750600"/>
                <a:ext cx="110160" cy="11340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DF3A677A-7EA1-4EB3-E23D-7CBFCC00013A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7615760" y="4740160"/>
                  <a:ext cx="131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8E7B9DA4-03FF-E809-197E-50F66B868C61}"/>
                    </a:ext>
                  </a:extLst>
                </p14:cNvPr>
                <p14:cNvContentPartPr/>
                <p14:nvPr/>
              </p14:nvContentPartPr>
              <p14:xfrm>
                <a:off x="7785680" y="4608040"/>
                <a:ext cx="57600" cy="21960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8E7B9DA4-03FF-E809-197E-50F66B868C61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7774880" y="4597240"/>
                  <a:ext cx="788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5385E966-BD8F-31DE-9217-00ACEF83CC23}"/>
                    </a:ext>
                  </a:extLst>
                </p14:cNvPr>
                <p14:cNvContentPartPr/>
                <p14:nvPr/>
              </p14:nvContentPartPr>
              <p14:xfrm>
                <a:off x="7914560" y="4612360"/>
                <a:ext cx="82080" cy="20268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5385E966-BD8F-31DE-9217-00ACEF83CC23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7904120" y="4601920"/>
                  <a:ext cx="10332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8" name="Group 687">
            <a:extLst>
              <a:ext uri="{FF2B5EF4-FFF2-40B4-BE49-F238E27FC236}">
                <a16:creationId xmlns:a16="http://schemas.microsoft.com/office/drawing/2014/main" id="{14C7EE64-5731-092F-16D3-9E0097B3A2B3}"/>
              </a:ext>
            </a:extLst>
          </p:cNvPr>
          <p:cNvGrpSpPr/>
          <p:nvPr/>
        </p:nvGrpSpPr>
        <p:grpSpPr>
          <a:xfrm>
            <a:off x="8271680" y="4700560"/>
            <a:ext cx="432360" cy="182880"/>
            <a:chOff x="8271680" y="4700560"/>
            <a:chExt cx="432360" cy="18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BD1C6921-FE24-88E8-F43B-55B9C33CD7AF}"/>
                    </a:ext>
                  </a:extLst>
                </p14:cNvPr>
                <p14:cNvContentPartPr/>
                <p14:nvPr/>
              </p14:nvContentPartPr>
              <p14:xfrm>
                <a:off x="8271680" y="4712800"/>
                <a:ext cx="124200" cy="16452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BD1C6921-FE24-88E8-F43B-55B9C33CD7AF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8261240" y="4702360"/>
                  <a:ext cx="1454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AC79524A-34FB-42A9-2ECA-2712535EC140}"/>
                    </a:ext>
                  </a:extLst>
                </p14:cNvPr>
                <p14:cNvContentPartPr/>
                <p14:nvPr/>
              </p14:nvContentPartPr>
              <p14:xfrm>
                <a:off x="8494520" y="4700560"/>
                <a:ext cx="77400" cy="18288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AC79524A-34FB-42A9-2ECA-2712535EC140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8483720" y="4689760"/>
                  <a:ext cx="986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7CF8EFD7-8DE5-AB01-2F5A-9393E7D53605}"/>
                    </a:ext>
                  </a:extLst>
                </p14:cNvPr>
                <p14:cNvContentPartPr/>
                <p14:nvPr/>
              </p14:nvContentPartPr>
              <p14:xfrm>
                <a:off x="8638880" y="4718200"/>
                <a:ext cx="65160" cy="12168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7CF8EFD7-8DE5-AB01-2F5A-9393E7D53605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8628440" y="4707760"/>
                  <a:ext cx="86400" cy="14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9">
            <p14:nvContentPartPr>
              <p14:cNvPr id="689" name="Ink 688">
                <a:extLst>
                  <a:ext uri="{FF2B5EF4-FFF2-40B4-BE49-F238E27FC236}">
                    <a16:creationId xmlns:a16="http://schemas.microsoft.com/office/drawing/2014/main" id="{C6E61E28-3FB7-DBAF-DACF-FDB70B98E91F}"/>
                  </a:ext>
                </a:extLst>
              </p14:cNvPr>
              <p14:cNvContentPartPr/>
              <p14:nvPr/>
            </p14:nvContentPartPr>
            <p14:xfrm>
              <a:off x="9118400" y="4721440"/>
              <a:ext cx="161640" cy="159120"/>
            </p14:xfrm>
          </p:contentPart>
        </mc:Choice>
        <mc:Fallback xmlns="">
          <p:pic>
            <p:nvPicPr>
              <p:cNvPr id="689" name="Ink 688">
                <a:extLst>
                  <a:ext uri="{FF2B5EF4-FFF2-40B4-BE49-F238E27FC236}">
                    <a16:creationId xmlns:a16="http://schemas.microsoft.com/office/drawing/2014/main" id="{C6E61E28-3FB7-DBAF-DACF-FDB70B98E91F}"/>
                  </a:ext>
                </a:extLst>
              </p:cNvPr>
              <p:cNvPicPr/>
              <p:nvPr/>
            </p:nvPicPr>
            <p:blipFill>
              <a:blip r:embed="rId650"/>
              <a:stretch>
                <a:fillRect/>
              </a:stretch>
            </p:blipFill>
            <p:spPr>
              <a:xfrm>
                <a:off x="9107960" y="4711000"/>
                <a:ext cx="182880" cy="18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4" name="Group 713">
            <a:extLst>
              <a:ext uri="{FF2B5EF4-FFF2-40B4-BE49-F238E27FC236}">
                <a16:creationId xmlns:a16="http://schemas.microsoft.com/office/drawing/2014/main" id="{8B6C51C2-709A-3CE4-639E-8FCEB906894E}"/>
              </a:ext>
            </a:extLst>
          </p:cNvPr>
          <p:cNvGrpSpPr/>
          <p:nvPr/>
        </p:nvGrpSpPr>
        <p:grpSpPr>
          <a:xfrm>
            <a:off x="9785840" y="4631800"/>
            <a:ext cx="713520" cy="314640"/>
            <a:chOff x="9785840" y="4631800"/>
            <a:chExt cx="71352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D9309F94-5B7A-03FD-3B7C-4FEF3CD24622}"/>
                    </a:ext>
                  </a:extLst>
                </p14:cNvPr>
                <p14:cNvContentPartPr/>
                <p14:nvPr/>
              </p14:nvContentPartPr>
              <p14:xfrm>
                <a:off x="9785840" y="4631800"/>
                <a:ext cx="94680" cy="31464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D9309F94-5B7A-03FD-3B7C-4FEF3CD24622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9775040" y="4621360"/>
                  <a:ext cx="1159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3AB8A09A-668A-DAD4-BCFC-358188F7C46E}"/>
                    </a:ext>
                  </a:extLst>
                </p14:cNvPr>
                <p14:cNvContentPartPr/>
                <p14:nvPr/>
              </p14:nvContentPartPr>
              <p14:xfrm>
                <a:off x="9840560" y="4670680"/>
                <a:ext cx="205920" cy="20592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3AB8A09A-668A-DAD4-BCFC-358188F7C46E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9829760" y="4660240"/>
                  <a:ext cx="2271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6CEABDB8-D23F-A385-DADD-0C35604CA225}"/>
                    </a:ext>
                  </a:extLst>
                </p14:cNvPr>
                <p14:cNvContentPartPr/>
                <p14:nvPr/>
              </p14:nvContentPartPr>
              <p14:xfrm>
                <a:off x="10126400" y="4664200"/>
                <a:ext cx="36720" cy="85680"/>
              </p14:xfrm>
            </p:contentPart>
          </mc:Choice>
          <mc:Fallback xmlns=""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6CEABDB8-D23F-A385-DADD-0C35604CA225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10115600" y="4653760"/>
                  <a:ext cx="579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ADC5DD44-08BD-56DB-80C3-71F320AC3CA8}"/>
                    </a:ext>
                  </a:extLst>
                </p14:cNvPr>
                <p14:cNvContentPartPr/>
                <p14:nvPr/>
              </p14:nvContentPartPr>
              <p14:xfrm>
                <a:off x="10282640" y="4631800"/>
                <a:ext cx="133200" cy="12816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ADC5DD44-08BD-56DB-80C3-71F320AC3CA8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10272200" y="4621360"/>
                  <a:ext cx="1544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695" name="Ink 694">
                  <a:extLst>
                    <a:ext uri="{FF2B5EF4-FFF2-40B4-BE49-F238E27FC236}">
                      <a16:creationId xmlns:a16="http://schemas.microsoft.com/office/drawing/2014/main" id="{A841B766-BCC4-EB82-0A09-D3540306557E}"/>
                    </a:ext>
                  </a:extLst>
                </p14:cNvPr>
                <p14:cNvContentPartPr/>
                <p14:nvPr/>
              </p14:nvContentPartPr>
              <p14:xfrm>
                <a:off x="10462280" y="4637920"/>
                <a:ext cx="37080" cy="108720"/>
              </p14:xfrm>
            </p:contentPart>
          </mc:Choice>
          <mc:Fallback xmlns="">
            <p:pic>
              <p:nvPicPr>
                <p:cNvPr id="695" name="Ink 694">
                  <a:extLst>
                    <a:ext uri="{FF2B5EF4-FFF2-40B4-BE49-F238E27FC236}">
                      <a16:creationId xmlns:a16="http://schemas.microsoft.com/office/drawing/2014/main" id="{A841B766-BCC4-EB82-0A09-D3540306557E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10451840" y="4627120"/>
                  <a:ext cx="5832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2" name="Group 711">
            <a:extLst>
              <a:ext uri="{FF2B5EF4-FFF2-40B4-BE49-F238E27FC236}">
                <a16:creationId xmlns:a16="http://schemas.microsoft.com/office/drawing/2014/main" id="{AEA1AEE5-8CF0-3135-4A31-90D1781C7E78}"/>
              </a:ext>
            </a:extLst>
          </p:cNvPr>
          <p:cNvGrpSpPr/>
          <p:nvPr/>
        </p:nvGrpSpPr>
        <p:grpSpPr>
          <a:xfrm>
            <a:off x="10839920" y="4542160"/>
            <a:ext cx="486000" cy="294840"/>
            <a:chOff x="10839920" y="4542160"/>
            <a:chExt cx="48600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103C1348-813C-9EF2-3F9E-5894E301890C}"/>
                    </a:ext>
                  </a:extLst>
                </p14:cNvPr>
                <p14:cNvContentPartPr/>
                <p14:nvPr/>
              </p14:nvContentPartPr>
              <p14:xfrm>
                <a:off x="10839920" y="4542160"/>
                <a:ext cx="208800" cy="29484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103C1348-813C-9EF2-3F9E-5894E301890C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10829120" y="4531360"/>
                  <a:ext cx="2300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697" name="Ink 696">
                  <a:extLst>
                    <a:ext uri="{FF2B5EF4-FFF2-40B4-BE49-F238E27FC236}">
                      <a16:creationId xmlns:a16="http://schemas.microsoft.com/office/drawing/2014/main" id="{7DBEBCE8-44E7-B8AA-B3D1-C8DD46A0B0E5}"/>
                    </a:ext>
                  </a:extLst>
                </p14:cNvPr>
                <p14:cNvContentPartPr/>
                <p14:nvPr/>
              </p14:nvContentPartPr>
              <p14:xfrm>
                <a:off x="11076800" y="4695520"/>
                <a:ext cx="93960" cy="76680"/>
              </p14:xfrm>
            </p:contentPart>
          </mc:Choice>
          <mc:Fallback xmlns=""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7DBEBCE8-44E7-B8AA-B3D1-C8DD46A0B0E5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11066000" y="4684720"/>
                  <a:ext cx="115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F35D548A-C397-26F4-88B6-4131149BC927}"/>
                    </a:ext>
                  </a:extLst>
                </p14:cNvPr>
                <p14:cNvContentPartPr/>
                <p14:nvPr/>
              </p14:nvContentPartPr>
              <p14:xfrm>
                <a:off x="11231600" y="4667080"/>
                <a:ext cx="94320" cy="13428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F35D548A-C397-26F4-88B6-4131149BC927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11221160" y="4656640"/>
                  <a:ext cx="11556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6" name="Group 735">
            <a:extLst>
              <a:ext uri="{FF2B5EF4-FFF2-40B4-BE49-F238E27FC236}">
                <a16:creationId xmlns:a16="http://schemas.microsoft.com/office/drawing/2014/main" id="{730CB073-7617-8708-7434-8834278708DE}"/>
              </a:ext>
            </a:extLst>
          </p:cNvPr>
          <p:cNvGrpSpPr/>
          <p:nvPr/>
        </p:nvGrpSpPr>
        <p:grpSpPr>
          <a:xfrm>
            <a:off x="7429640" y="5117440"/>
            <a:ext cx="1006200" cy="297360"/>
            <a:chOff x="7429640" y="5117440"/>
            <a:chExt cx="100620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858F8332-5E40-9877-25FC-7F6713AB48C8}"/>
                    </a:ext>
                  </a:extLst>
                </p14:cNvPr>
                <p14:cNvContentPartPr/>
                <p14:nvPr/>
              </p14:nvContentPartPr>
              <p14:xfrm>
                <a:off x="7429640" y="5180080"/>
                <a:ext cx="278640" cy="23472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858F8332-5E40-9877-25FC-7F6713AB48C8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7419200" y="5169280"/>
                  <a:ext cx="2998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41E195D4-FE2C-6468-3BF1-F6D4EF79505F}"/>
                    </a:ext>
                  </a:extLst>
                </p14:cNvPr>
                <p14:cNvContentPartPr/>
                <p14:nvPr/>
              </p14:nvContentPartPr>
              <p14:xfrm>
                <a:off x="7759040" y="5263600"/>
                <a:ext cx="18000" cy="12276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41E195D4-FE2C-6468-3BF1-F6D4EF79505F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7748240" y="5252800"/>
                  <a:ext cx="392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DB5C35EE-6F80-7995-D6F7-BE6AC3392D08}"/>
                    </a:ext>
                  </a:extLst>
                </p14:cNvPr>
                <p14:cNvContentPartPr/>
                <p14:nvPr/>
              </p14:nvContentPartPr>
              <p14:xfrm>
                <a:off x="7762640" y="5202040"/>
                <a:ext cx="360" cy="36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DB5C35EE-6F80-7995-D6F7-BE6AC3392D08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7752200" y="51912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FB47E644-F6E3-7BE9-E77C-18B4A67310CC}"/>
                    </a:ext>
                  </a:extLst>
                </p14:cNvPr>
                <p14:cNvContentPartPr/>
                <p14:nvPr/>
              </p14:nvContentPartPr>
              <p14:xfrm>
                <a:off x="7762640" y="5202040"/>
                <a:ext cx="105840" cy="15444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FB47E644-F6E3-7BE9-E77C-18B4A67310CC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7752200" y="5191240"/>
                  <a:ext cx="1270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574B70B7-5DB3-6FFD-425E-0288BC96CB48}"/>
                    </a:ext>
                  </a:extLst>
                </p14:cNvPr>
                <p14:cNvContentPartPr/>
                <p14:nvPr/>
              </p14:nvContentPartPr>
              <p14:xfrm>
                <a:off x="7936880" y="5117440"/>
                <a:ext cx="86400" cy="21312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574B70B7-5DB3-6FFD-425E-0288BC96CB48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7926080" y="5106640"/>
                  <a:ext cx="1076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AEE38935-9634-393A-8424-09C2BCFA445C}"/>
                    </a:ext>
                  </a:extLst>
                </p14:cNvPr>
                <p14:cNvContentPartPr/>
                <p14:nvPr/>
              </p14:nvContentPartPr>
              <p14:xfrm>
                <a:off x="8064680" y="5192680"/>
                <a:ext cx="65160" cy="13608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AEE38935-9634-393A-8424-09C2BCFA445C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8054240" y="5182240"/>
                  <a:ext cx="864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721" name="Ink 720">
                  <a:extLst>
                    <a:ext uri="{FF2B5EF4-FFF2-40B4-BE49-F238E27FC236}">
                      <a16:creationId xmlns:a16="http://schemas.microsoft.com/office/drawing/2014/main" id="{5139F1CB-152A-9EC7-F455-29212683ACD4}"/>
                    </a:ext>
                  </a:extLst>
                </p14:cNvPr>
                <p14:cNvContentPartPr/>
                <p14:nvPr/>
              </p14:nvContentPartPr>
              <p14:xfrm>
                <a:off x="8184200" y="5184040"/>
                <a:ext cx="63720" cy="148680"/>
              </p14:xfrm>
            </p:contentPart>
          </mc:Choice>
          <mc:Fallback xmlns="">
            <p:pic>
              <p:nvPicPr>
                <p:cNvPr id="721" name="Ink 720">
                  <a:extLst>
                    <a:ext uri="{FF2B5EF4-FFF2-40B4-BE49-F238E27FC236}">
                      <a16:creationId xmlns:a16="http://schemas.microsoft.com/office/drawing/2014/main" id="{5139F1CB-152A-9EC7-F455-29212683ACD4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8173400" y="5173240"/>
                  <a:ext cx="849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722" name="Ink 721">
                  <a:extLst>
                    <a:ext uri="{FF2B5EF4-FFF2-40B4-BE49-F238E27FC236}">
                      <a16:creationId xmlns:a16="http://schemas.microsoft.com/office/drawing/2014/main" id="{6E044CE2-DF1E-87A5-D7B9-D91B666E85B2}"/>
                    </a:ext>
                  </a:extLst>
                </p14:cNvPr>
                <p14:cNvContentPartPr/>
                <p14:nvPr/>
              </p14:nvContentPartPr>
              <p14:xfrm>
                <a:off x="8237480" y="5218600"/>
                <a:ext cx="198360" cy="134280"/>
              </p14:xfrm>
            </p:contentPart>
          </mc:Choice>
          <mc:Fallback xmlns=""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6E044CE2-DF1E-87A5-D7B9-D91B666E85B2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8226680" y="5208160"/>
                  <a:ext cx="21960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4" name="Group 733">
            <a:extLst>
              <a:ext uri="{FF2B5EF4-FFF2-40B4-BE49-F238E27FC236}">
                <a16:creationId xmlns:a16="http://schemas.microsoft.com/office/drawing/2014/main" id="{636E3D66-408E-A39D-3E76-37246E995C1D}"/>
              </a:ext>
            </a:extLst>
          </p:cNvPr>
          <p:cNvGrpSpPr/>
          <p:nvPr/>
        </p:nvGrpSpPr>
        <p:grpSpPr>
          <a:xfrm>
            <a:off x="8849120" y="5120680"/>
            <a:ext cx="740160" cy="251640"/>
            <a:chOff x="8849120" y="5120680"/>
            <a:chExt cx="74016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723" name="Ink 722">
                  <a:extLst>
                    <a:ext uri="{FF2B5EF4-FFF2-40B4-BE49-F238E27FC236}">
                      <a16:creationId xmlns:a16="http://schemas.microsoft.com/office/drawing/2014/main" id="{4FB6E827-5532-FFA7-3381-F2FB081B0C48}"/>
                    </a:ext>
                  </a:extLst>
                </p14:cNvPr>
                <p14:cNvContentPartPr/>
                <p14:nvPr/>
              </p14:nvContentPartPr>
              <p14:xfrm>
                <a:off x="8849120" y="5226880"/>
                <a:ext cx="94320" cy="145440"/>
              </p14:xfrm>
            </p:contentPart>
          </mc:Choice>
          <mc:Fallback xmlns=""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4FB6E827-5532-FFA7-3381-F2FB081B0C48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8838680" y="5216440"/>
                  <a:ext cx="115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5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87EA1DE8-C8E8-25AB-E1AD-105930D3E104}"/>
                    </a:ext>
                  </a:extLst>
                </p14:cNvPr>
                <p14:cNvContentPartPr/>
                <p14:nvPr/>
              </p14:nvContentPartPr>
              <p14:xfrm>
                <a:off x="9029480" y="5240200"/>
                <a:ext cx="101880" cy="8748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87EA1DE8-C8E8-25AB-E1AD-105930D3E104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9018680" y="5229400"/>
                  <a:ext cx="1231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725" name="Ink 724">
                  <a:extLst>
                    <a:ext uri="{FF2B5EF4-FFF2-40B4-BE49-F238E27FC236}">
                      <a16:creationId xmlns:a16="http://schemas.microsoft.com/office/drawing/2014/main" id="{0DBAF720-BFB8-FAC4-05DF-17B3F521D020}"/>
                    </a:ext>
                  </a:extLst>
                </p14:cNvPr>
                <p14:cNvContentPartPr/>
                <p14:nvPr/>
              </p14:nvContentPartPr>
              <p14:xfrm>
                <a:off x="9201920" y="5120680"/>
                <a:ext cx="117000" cy="207360"/>
              </p14:xfrm>
            </p:contentPart>
          </mc:Choice>
          <mc:Fallback xmlns="">
            <p:pic>
              <p:nvPicPr>
                <p:cNvPr id="725" name="Ink 724">
                  <a:extLst>
                    <a:ext uri="{FF2B5EF4-FFF2-40B4-BE49-F238E27FC236}">
                      <a16:creationId xmlns:a16="http://schemas.microsoft.com/office/drawing/2014/main" id="{0DBAF720-BFB8-FAC4-05DF-17B3F521D020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9191480" y="5110240"/>
                  <a:ext cx="138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726" name="Ink 725">
                  <a:extLst>
                    <a:ext uri="{FF2B5EF4-FFF2-40B4-BE49-F238E27FC236}">
                      <a16:creationId xmlns:a16="http://schemas.microsoft.com/office/drawing/2014/main" id="{3144DBB1-7092-763F-B183-2886C3E8178C}"/>
                    </a:ext>
                  </a:extLst>
                </p14:cNvPr>
                <p14:cNvContentPartPr/>
                <p14:nvPr/>
              </p14:nvContentPartPr>
              <p14:xfrm>
                <a:off x="9406400" y="5211400"/>
                <a:ext cx="61560" cy="11412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3144DBB1-7092-763F-B183-2886C3E8178C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9395960" y="5200960"/>
                  <a:ext cx="828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A2D937E1-2409-0D1E-7F20-3CD7F8513B39}"/>
                    </a:ext>
                  </a:extLst>
                </p14:cNvPr>
                <p14:cNvContentPartPr/>
                <p14:nvPr/>
              </p14:nvContentPartPr>
              <p14:xfrm>
                <a:off x="9560120" y="5200600"/>
                <a:ext cx="29160" cy="16128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A2D937E1-2409-0D1E-7F20-3CD7F8513B39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9549320" y="5190160"/>
                  <a:ext cx="5040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2" name="Group 731">
            <a:extLst>
              <a:ext uri="{FF2B5EF4-FFF2-40B4-BE49-F238E27FC236}">
                <a16:creationId xmlns:a16="http://schemas.microsoft.com/office/drawing/2014/main" id="{6315C6E7-D594-269B-5550-AFCF62D54DFD}"/>
              </a:ext>
            </a:extLst>
          </p:cNvPr>
          <p:cNvGrpSpPr/>
          <p:nvPr/>
        </p:nvGrpSpPr>
        <p:grpSpPr>
          <a:xfrm>
            <a:off x="9905000" y="5027080"/>
            <a:ext cx="479160" cy="271440"/>
            <a:chOff x="9905000" y="5027080"/>
            <a:chExt cx="47916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E657D7CD-A271-85F3-4493-4D43E4AE8C7F}"/>
                    </a:ext>
                  </a:extLst>
                </p14:cNvPr>
                <p14:cNvContentPartPr/>
                <p14:nvPr/>
              </p14:nvContentPartPr>
              <p14:xfrm>
                <a:off x="9905000" y="5202040"/>
                <a:ext cx="167040" cy="96480"/>
              </p14:xfrm>
            </p:contentPart>
          </mc:Choice>
          <mc:Fallback xmlns=""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E657D7CD-A271-85F3-4493-4D43E4AE8C7F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9894200" y="5191240"/>
                  <a:ext cx="188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723D03F6-820C-D654-29F6-D67D528B45BD}"/>
                    </a:ext>
                  </a:extLst>
                </p14:cNvPr>
                <p14:cNvContentPartPr/>
                <p14:nvPr/>
              </p14:nvContentPartPr>
              <p14:xfrm>
                <a:off x="10109480" y="5160280"/>
                <a:ext cx="113400" cy="12420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723D03F6-820C-D654-29F6-D67D528B45BD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10099040" y="5149480"/>
                  <a:ext cx="134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7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75E4FD04-BF43-D1B9-627F-CDB9DC787168}"/>
                    </a:ext>
                  </a:extLst>
                </p14:cNvPr>
                <p14:cNvContentPartPr/>
                <p14:nvPr/>
              </p14:nvContentPartPr>
              <p14:xfrm>
                <a:off x="10268960" y="5027080"/>
                <a:ext cx="115200" cy="23328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75E4FD04-BF43-D1B9-627F-CDB9DC787168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10258160" y="5016640"/>
                  <a:ext cx="136440" cy="25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9">
            <p14:nvContentPartPr>
              <p14:cNvPr id="747" name="Ink 746">
                <a:extLst>
                  <a:ext uri="{FF2B5EF4-FFF2-40B4-BE49-F238E27FC236}">
                    <a16:creationId xmlns:a16="http://schemas.microsoft.com/office/drawing/2014/main" id="{BAA3B484-7B6E-255B-2514-E9B1CAD763E0}"/>
                  </a:ext>
                </a:extLst>
              </p14:cNvPr>
              <p14:cNvContentPartPr/>
              <p14:nvPr/>
            </p14:nvContentPartPr>
            <p14:xfrm>
              <a:off x="10606280" y="5152000"/>
              <a:ext cx="145800" cy="150840"/>
            </p14:xfrm>
          </p:contentPart>
        </mc:Choice>
        <mc:Fallback xmlns="">
          <p:pic>
            <p:nvPicPr>
              <p:cNvPr id="747" name="Ink 746">
                <a:extLst>
                  <a:ext uri="{FF2B5EF4-FFF2-40B4-BE49-F238E27FC236}">
                    <a16:creationId xmlns:a16="http://schemas.microsoft.com/office/drawing/2014/main" id="{BAA3B484-7B6E-255B-2514-E9B1CAD763E0}"/>
                  </a:ext>
                </a:extLst>
              </p:cNvPr>
              <p:cNvPicPr/>
              <p:nvPr/>
            </p:nvPicPr>
            <p:blipFill>
              <a:blip r:embed="rId700"/>
              <a:stretch>
                <a:fillRect/>
              </a:stretch>
            </p:blipFill>
            <p:spPr>
              <a:xfrm>
                <a:off x="10595840" y="5141560"/>
                <a:ext cx="167040" cy="17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55" name="Group 754">
            <a:extLst>
              <a:ext uri="{FF2B5EF4-FFF2-40B4-BE49-F238E27FC236}">
                <a16:creationId xmlns:a16="http://schemas.microsoft.com/office/drawing/2014/main" id="{ED007559-CF77-24E9-6D60-86DFF2D1F09C}"/>
              </a:ext>
            </a:extLst>
          </p:cNvPr>
          <p:cNvGrpSpPr/>
          <p:nvPr/>
        </p:nvGrpSpPr>
        <p:grpSpPr>
          <a:xfrm>
            <a:off x="10997960" y="5054440"/>
            <a:ext cx="582120" cy="273600"/>
            <a:chOff x="10997960" y="5054440"/>
            <a:chExt cx="58212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1">
              <p14:nvContentPartPr>
                <p14:cNvPr id="748" name="Ink 747">
                  <a:extLst>
                    <a:ext uri="{FF2B5EF4-FFF2-40B4-BE49-F238E27FC236}">
                      <a16:creationId xmlns:a16="http://schemas.microsoft.com/office/drawing/2014/main" id="{B3CF990B-107D-1022-2B71-D77674D68C15}"/>
                    </a:ext>
                  </a:extLst>
                </p14:cNvPr>
                <p14:cNvContentPartPr/>
                <p14:nvPr/>
              </p14:nvContentPartPr>
              <p14:xfrm>
                <a:off x="10997960" y="5173240"/>
                <a:ext cx="205920" cy="139680"/>
              </p14:xfrm>
            </p:contentPart>
          </mc:Choice>
          <mc:Fallback xmlns="">
            <p:pic>
              <p:nvPicPr>
                <p:cNvPr id="748" name="Ink 747">
                  <a:extLst>
                    <a:ext uri="{FF2B5EF4-FFF2-40B4-BE49-F238E27FC236}">
                      <a16:creationId xmlns:a16="http://schemas.microsoft.com/office/drawing/2014/main" id="{B3CF990B-107D-1022-2B71-D77674D68C15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10987520" y="5162800"/>
                  <a:ext cx="2271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3">
              <p14:nvContentPartPr>
                <p14:cNvPr id="749" name="Ink 748">
                  <a:extLst>
                    <a:ext uri="{FF2B5EF4-FFF2-40B4-BE49-F238E27FC236}">
                      <a16:creationId xmlns:a16="http://schemas.microsoft.com/office/drawing/2014/main" id="{E9970BCF-ADD7-C47E-792C-E76F1A390DCF}"/>
                    </a:ext>
                  </a:extLst>
                </p14:cNvPr>
                <p14:cNvContentPartPr/>
                <p14:nvPr/>
              </p14:nvContentPartPr>
              <p14:xfrm>
                <a:off x="11218280" y="5073880"/>
                <a:ext cx="82440" cy="246960"/>
              </p14:xfrm>
            </p:contentPart>
          </mc:Choice>
          <mc:Fallback xmlns="">
            <p:pic>
              <p:nvPicPr>
                <p:cNvPr id="749" name="Ink 748">
                  <a:extLst>
                    <a:ext uri="{FF2B5EF4-FFF2-40B4-BE49-F238E27FC236}">
                      <a16:creationId xmlns:a16="http://schemas.microsoft.com/office/drawing/2014/main" id="{E9970BCF-ADD7-C47E-792C-E76F1A390DCF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11207480" y="5063440"/>
                  <a:ext cx="1036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750" name="Ink 749">
                  <a:extLst>
                    <a:ext uri="{FF2B5EF4-FFF2-40B4-BE49-F238E27FC236}">
                      <a16:creationId xmlns:a16="http://schemas.microsoft.com/office/drawing/2014/main" id="{59F2851E-49A6-C901-70B4-E62889BFF68E}"/>
                    </a:ext>
                  </a:extLst>
                </p14:cNvPr>
                <p14:cNvContentPartPr/>
                <p14:nvPr/>
              </p14:nvContentPartPr>
              <p14:xfrm>
                <a:off x="11357240" y="5202040"/>
                <a:ext cx="23040" cy="126000"/>
              </p14:xfrm>
            </p:contentPart>
          </mc:Choice>
          <mc:Fallback xmlns="">
            <p:pic>
              <p:nvPicPr>
                <p:cNvPr id="750" name="Ink 749">
                  <a:extLst>
                    <a:ext uri="{FF2B5EF4-FFF2-40B4-BE49-F238E27FC236}">
                      <a16:creationId xmlns:a16="http://schemas.microsoft.com/office/drawing/2014/main" id="{59F2851E-49A6-C901-70B4-E62889BFF68E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11346800" y="5191240"/>
                  <a:ext cx="442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ED30C32B-C477-7531-7F17-B45CE5C749FC}"/>
                    </a:ext>
                  </a:extLst>
                </p14:cNvPr>
                <p14:cNvContentPartPr/>
                <p14:nvPr/>
              </p14:nvContentPartPr>
              <p14:xfrm>
                <a:off x="11386400" y="5120680"/>
                <a:ext cx="360" cy="360"/>
              </p14:xfrm>
            </p:contentPart>
          </mc:Choice>
          <mc:Fallback xmlns=""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ED30C32B-C477-7531-7F17-B45CE5C749FC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11375960" y="51102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752" name="Ink 751">
                  <a:extLst>
                    <a:ext uri="{FF2B5EF4-FFF2-40B4-BE49-F238E27FC236}">
                      <a16:creationId xmlns:a16="http://schemas.microsoft.com/office/drawing/2014/main" id="{99C991FF-EFF4-6DCB-9081-48CB916B04DD}"/>
                    </a:ext>
                  </a:extLst>
                </p14:cNvPr>
                <p14:cNvContentPartPr/>
                <p14:nvPr/>
              </p14:nvContentPartPr>
              <p14:xfrm>
                <a:off x="11460200" y="5054440"/>
                <a:ext cx="29520" cy="265320"/>
              </p14:xfrm>
            </p:contentPart>
          </mc:Choice>
          <mc:Fallback xmlns="">
            <p:pic>
              <p:nvPicPr>
                <p:cNvPr id="752" name="Ink 751">
                  <a:extLst>
                    <a:ext uri="{FF2B5EF4-FFF2-40B4-BE49-F238E27FC236}">
                      <a16:creationId xmlns:a16="http://schemas.microsoft.com/office/drawing/2014/main" id="{99C991FF-EFF4-6DCB-9081-48CB916B04DD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11449400" y="5044000"/>
                  <a:ext cx="507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DF9CA0ED-0F05-25CE-56FF-8DFC8120425B}"/>
                    </a:ext>
                  </a:extLst>
                </p14:cNvPr>
                <p14:cNvContentPartPr/>
                <p14:nvPr/>
              </p14:nvContentPartPr>
              <p14:xfrm>
                <a:off x="11542640" y="5146240"/>
                <a:ext cx="37440" cy="127080"/>
              </p14:xfrm>
            </p:contentPart>
          </mc:Choice>
          <mc:Fallback xmlns=""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DF9CA0ED-0F05-25CE-56FF-8DFC8120425B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11531840" y="5135440"/>
                  <a:ext cx="586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1" name="Group 760">
            <a:extLst>
              <a:ext uri="{FF2B5EF4-FFF2-40B4-BE49-F238E27FC236}">
                <a16:creationId xmlns:a16="http://schemas.microsoft.com/office/drawing/2014/main" id="{C9A4DDA3-7944-3614-5E38-8750CC08AAB7}"/>
              </a:ext>
            </a:extLst>
          </p:cNvPr>
          <p:cNvGrpSpPr/>
          <p:nvPr/>
        </p:nvGrpSpPr>
        <p:grpSpPr>
          <a:xfrm>
            <a:off x="6024920" y="5685160"/>
            <a:ext cx="540720" cy="373680"/>
            <a:chOff x="6024920" y="5685160"/>
            <a:chExt cx="540720" cy="37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756" name="Ink 755">
                  <a:extLst>
                    <a:ext uri="{FF2B5EF4-FFF2-40B4-BE49-F238E27FC236}">
                      <a16:creationId xmlns:a16="http://schemas.microsoft.com/office/drawing/2014/main" id="{F6E55B37-9D6E-DD89-8CC2-B27DA4B3F42D}"/>
                    </a:ext>
                  </a:extLst>
                </p14:cNvPr>
                <p14:cNvContentPartPr/>
                <p14:nvPr/>
              </p14:nvContentPartPr>
              <p14:xfrm>
                <a:off x="6024920" y="5685160"/>
                <a:ext cx="120960" cy="251640"/>
              </p14:xfrm>
            </p:contentPart>
          </mc:Choice>
          <mc:Fallback xmlns="">
            <p:pic>
              <p:nvPicPr>
                <p:cNvPr id="756" name="Ink 755">
                  <a:extLst>
                    <a:ext uri="{FF2B5EF4-FFF2-40B4-BE49-F238E27FC236}">
                      <a16:creationId xmlns:a16="http://schemas.microsoft.com/office/drawing/2014/main" id="{F6E55B37-9D6E-DD89-8CC2-B27DA4B3F42D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6014480" y="5674360"/>
                  <a:ext cx="142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757" name="Ink 756">
                  <a:extLst>
                    <a:ext uri="{FF2B5EF4-FFF2-40B4-BE49-F238E27FC236}">
                      <a16:creationId xmlns:a16="http://schemas.microsoft.com/office/drawing/2014/main" id="{363A7615-70B9-58A4-E618-DB9B19E007D3}"/>
                    </a:ext>
                  </a:extLst>
                </p14:cNvPr>
                <p14:cNvContentPartPr/>
                <p14:nvPr/>
              </p14:nvContentPartPr>
              <p14:xfrm>
                <a:off x="6133280" y="5855440"/>
                <a:ext cx="82440" cy="90000"/>
              </p14:xfrm>
            </p:contentPart>
          </mc:Choice>
          <mc:Fallback xmlns="">
            <p:pic>
              <p:nvPicPr>
                <p:cNvPr id="757" name="Ink 756">
                  <a:extLst>
                    <a:ext uri="{FF2B5EF4-FFF2-40B4-BE49-F238E27FC236}">
                      <a16:creationId xmlns:a16="http://schemas.microsoft.com/office/drawing/2014/main" id="{363A7615-70B9-58A4-E618-DB9B19E007D3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6122480" y="5844640"/>
                  <a:ext cx="1036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758" name="Ink 757">
                  <a:extLst>
                    <a:ext uri="{FF2B5EF4-FFF2-40B4-BE49-F238E27FC236}">
                      <a16:creationId xmlns:a16="http://schemas.microsoft.com/office/drawing/2014/main" id="{5C181B7B-15F7-8CA4-4D03-D37BB0A0066F}"/>
                    </a:ext>
                  </a:extLst>
                </p14:cNvPr>
                <p14:cNvContentPartPr/>
                <p14:nvPr/>
              </p14:nvContentPartPr>
              <p14:xfrm>
                <a:off x="6275120" y="5860480"/>
                <a:ext cx="95760" cy="45000"/>
              </p14:xfrm>
            </p:contentPart>
          </mc:Choice>
          <mc:Fallback xmlns="">
            <p:pic>
              <p:nvPicPr>
                <p:cNvPr id="758" name="Ink 757">
                  <a:extLst>
                    <a:ext uri="{FF2B5EF4-FFF2-40B4-BE49-F238E27FC236}">
                      <a16:creationId xmlns:a16="http://schemas.microsoft.com/office/drawing/2014/main" id="{5C181B7B-15F7-8CA4-4D03-D37BB0A0066F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6264680" y="5849680"/>
                  <a:ext cx="1170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759" name="Ink 758">
                  <a:extLst>
                    <a:ext uri="{FF2B5EF4-FFF2-40B4-BE49-F238E27FC236}">
                      <a16:creationId xmlns:a16="http://schemas.microsoft.com/office/drawing/2014/main" id="{CDDE5CA8-C6C3-6FA9-2F83-A898573ECA12}"/>
                    </a:ext>
                  </a:extLst>
                </p14:cNvPr>
                <p14:cNvContentPartPr/>
                <p14:nvPr/>
              </p14:nvContentPartPr>
              <p14:xfrm>
                <a:off x="6410120" y="5834920"/>
                <a:ext cx="155520" cy="223920"/>
              </p14:xfrm>
            </p:contentPart>
          </mc:Choice>
          <mc:Fallback xmlns="">
            <p:pic>
              <p:nvPicPr>
                <p:cNvPr id="759" name="Ink 758">
                  <a:extLst>
                    <a:ext uri="{FF2B5EF4-FFF2-40B4-BE49-F238E27FC236}">
                      <a16:creationId xmlns:a16="http://schemas.microsoft.com/office/drawing/2014/main" id="{CDDE5CA8-C6C3-6FA9-2F83-A898573ECA12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6399680" y="5824120"/>
                  <a:ext cx="17676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0" name="Group 769">
            <a:extLst>
              <a:ext uri="{FF2B5EF4-FFF2-40B4-BE49-F238E27FC236}">
                <a16:creationId xmlns:a16="http://schemas.microsoft.com/office/drawing/2014/main" id="{E6F03663-B364-6E6C-15E9-29153EF87F81}"/>
              </a:ext>
            </a:extLst>
          </p:cNvPr>
          <p:cNvGrpSpPr/>
          <p:nvPr/>
        </p:nvGrpSpPr>
        <p:grpSpPr>
          <a:xfrm>
            <a:off x="5947520" y="5165320"/>
            <a:ext cx="1011240" cy="325800"/>
            <a:chOff x="5947520" y="5165320"/>
            <a:chExt cx="1011240" cy="32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5B1C84CD-C44A-5C7C-1140-695EDA2A3FE1}"/>
                    </a:ext>
                  </a:extLst>
                </p14:cNvPr>
                <p14:cNvContentPartPr/>
                <p14:nvPr/>
              </p14:nvContentPartPr>
              <p14:xfrm>
                <a:off x="5947520" y="5293840"/>
                <a:ext cx="122400" cy="169920"/>
              </p14:xfrm>
            </p:contentPart>
          </mc:Choice>
          <mc:Fallback xmlns=""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5B1C84CD-C44A-5C7C-1140-695EDA2A3FE1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5936720" y="5283040"/>
                  <a:ext cx="1436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763" name="Ink 762">
                  <a:extLst>
                    <a:ext uri="{FF2B5EF4-FFF2-40B4-BE49-F238E27FC236}">
                      <a16:creationId xmlns:a16="http://schemas.microsoft.com/office/drawing/2014/main" id="{9023B221-EC5E-DAC0-9A4D-488E87BE80AD}"/>
                    </a:ext>
                  </a:extLst>
                </p14:cNvPr>
                <p14:cNvContentPartPr/>
                <p14:nvPr/>
              </p14:nvContentPartPr>
              <p14:xfrm>
                <a:off x="6121040" y="5165320"/>
                <a:ext cx="201600" cy="278280"/>
              </p14:xfrm>
            </p:contentPart>
          </mc:Choice>
          <mc:Fallback xmlns="">
            <p:pic>
              <p:nvPicPr>
                <p:cNvPr id="763" name="Ink 762">
                  <a:extLst>
                    <a:ext uri="{FF2B5EF4-FFF2-40B4-BE49-F238E27FC236}">
                      <a16:creationId xmlns:a16="http://schemas.microsoft.com/office/drawing/2014/main" id="{9023B221-EC5E-DAC0-9A4D-488E87BE80AD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6110600" y="5154880"/>
                  <a:ext cx="2228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764" name="Ink 763">
                  <a:extLst>
                    <a:ext uri="{FF2B5EF4-FFF2-40B4-BE49-F238E27FC236}">
                      <a16:creationId xmlns:a16="http://schemas.microsoft.com/office/drawing/2014/main" id="{532BE27D-C02A-3914-4010-1487137BFF4F}"/>
                    </a:ext>
                  </a:extLst>
                </p14:cNvPr>
                <p14:cNvContentPartPr/>
                <p14:nvPr/>
              </p14:nvContentPartPr>
              <p14:xfrm>
                <a:off x="6381680" y="5343520"/>
                <a:ext cx="73800" cy="100800"/>
              </p14:xfrm>
            </p:contentPart>
          </mc:Choice>
          <mc:Fallback xmlns="">
            <p:pic>
              <p:nvPicPr>
                <p:cNvPr id="764" name="Ink 763">
                  <a:extLst>
                    <a:ext uri="{FF2B5EF4-FFF2-40B4-BE49-F238E27FC236}">
                      <a16:creationId xmlns:a16="http://schemas.microsoft.com/office/drawing/2014/main" id="{532BE27D-C02A-3914-4010-1487137BFF4F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6371240" y="5332720"/>
                  <a:ext cx="950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5B1EF36F-6FC8-05AF-73B2-55CDCFC464BE}"/>
                    </a:ext>
                  </a:extLst>
                </p14:cNvPr>
                <p14:cNvContentPartPr/>
                <p14:nvPr/>
              </p14:nvContentPartPr>
              <p14:xfrm>
                <a:off x="6541520" y="5379160"/>
                <a:ext cx="16920" cy="82800"/>
              </p14:xfrm>
            </p:contentPart>
          </mc:Choice>
          <mc:Fallback xmlns=""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5B1EF36F-6FC8-05AF-73B2-55CDCFC464BE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6531080" y="5368360"/>
                  <a:ext cx="381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CFE7D5B0-0AFD-B045-8D5F-5558D6E6F463}"/>
                    </a:ext>
                  </a:extLst>
                </p14:cNvPr>
                <p14:cNvContentPartPr/>
                <p14:nvPr/>
              </p14:nvContentPartPr>
              <p14:xfrm>
                <a:off x="6523160" y="5277280"/>
                <a:ext cx="83880" cy="75240"/>
              </p14:xfrm>
            </p:contentPart>
          </mc:Choice>
          <mc:Fallback xmlns=""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CFE7D5B0-0AFD-B045-8D5F-5558D6E6F463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6512720" y="5266840"/>
                  <a:ext cx="1051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824D6EF7-1173-6171-B1E7-4BC9CA6A44B9}"/>
                    </a:ext>
                  </a:extLst>
                </p14:cNvPr>
                <p14:cNvContentPartPr/>
                <p14:nvPr/>
              </p14:nvContentPartPr>
              <p14:xfrm>
                <a:off x="6665000" y="5293480"/>
                <a:ext cx="95400" cy="149760"/>
              </p14:xfrm>
            </p:contentPart>
          </mc:Choice>
          <mc:Fallback xmlns=""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824D6EF7-1173-6171-B1E7-4BC9CA6A44B9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6654200" y="5283040"/>
                  <a:ext cx="1166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768" name="Ink 767">
                  <a:extLst>
                    <a:ext uri="{FF2B5EF4-FFF2-40B4-BE49-F238E27FC236}">
                      <a16:creationId xmlns:a16="http://schemas.microsoft.com/office/drawing/2014/main" id="{D343F84E-11BE-33DB-DAC6-523417EA9155}"/>
                    </a:ext>
                  </a:extLst>
                </p14:cNvPr>
                <p14:cNvContentPartPr/>
                <p14:nvPr/>
              </p14:nvContentPartPr>
              <p14:xfrm>
                <a:off x="6800720" y="5275480"/>
                <a:ext cx="158040" cy="215640"/>
              </p14:xfrm>
            </p:contentPart>
          </mc:Choice>
          <mc:Fallback xmlns="">
            <p:pic>
              <p:nvPicPr>
                <p:cNvPr id="768" name="Ink 767">
                  <a:extLst>
                    <a:ext uri="{FF2B5EF4-FFF2-40B4-BE49-F238E27FC236}">
                      <a16:creationId xmlns:a16="http://schemas.microsoft.com/office/drawing/2014/main" id="{D343F84E-11BE-33DB-DAC6-523417EA9155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6789920" y="5264680"/>
                  <a:ext cx="179280" cy="23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4">
            <p14:nvContentPartPr>
              <p14:cNvPr id="771" name="Ink 770">
                <a:extLst>
                  <a:ext uri="{FF2B5EF4-FFF2-40B4-BE49-F238E27FC236}">
                    <a16:creationId xmlns:a16="http://schemas.microsoft.com/office/drawing/2014/main" id="{2C4718CD-31A3-A9F5-7CC7-6C65CB6E36D6}"/>
                  </a:ext>
                </a:extLst>
              </p14:cNvPr>
              <p14:cNvContentPartPr/>
              <p14:nvPr/>
            </p14:nvContentPartPr>
            <p14:xfrm>
              <a:off x="6806120" y="5671480"/>
              <a:ext cx="90360" cy="395640"/>
            </p14:xfrm>
          </p:contentPart>
        </mc:Choice>
        <mc:Fallback xmlns="">
          <p:pic>
            <p:nvPicPr>
              <p:cNvPr id="771" name="Ink 770">
                <a:extLst>
                  <a:ext uri="{FF2B5EF4-FFF2-40B4-BE49-F238E27FC236}">
                    <a16:creationId xmlns:a16="http://schemas.microsoft.com/office/drawing/2014/main" id="{2C4718CD-31A3-A9F5-7CC7-6C65CB6E36D6}"/>
                  </a:ext>
                </a:extLst>
              </p:cNvPr>
              <p:cNvPicPr/>
              <p:nvPr/>
            </p:nvPicPr>
            <p:blipFill>
              <a:blip r:embed="rId735"/>
              <a:stretch>
                <a:fillRect/>
              </a:stretch>
            </p:blipFill>
            <p:spPr>
              <a:xfrm>
                <a:off x="6795320" y="5660680"/>
                <a:ext cx="111600" cy="41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93" name="Group 792">
            <a:extLst>
              <a:ext uri="{FF2B5EF4-FFF2-40B4-BE49-F238E27FC236}">
                <a16:creationId xmlns:a16="http://schemas.microsoft.com/office/drawing/2014/main" id="{87926807-5416-6639-B920-4F56C51701FE}"/>
              </a:ext>
            </a:extLst>
          </p:cNvPr>
          <p:cNvGrpSpPr/>
          <p:nvPr/>
        </p:nvGrpSpPr>
        <p:grpSpPr>
          <a:xfrm>
            <a:off x="6964520" y="5562760"/>
            <a:ext cx="2503080" cy="414000"/>
            <a:chOff x="6964520" y="5562760"/>
            <a:chExt cx="250308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772" name="Ink 771">
                  <a:extLst>
                    <a:ext uri="{FF2B5EF4-FFF2-40B4-BE49-F238E27FC236}">
                      <a16:creationId xmlns:a16="http://schemas.microsoft.com/office/drawing/2014/main" id="{7AC37E6A-D7ED-6E15-EDB0-59C6F79A3212}"/>
                    </a:ext>
                  </a:extLst>
                </p14:cNvPr>
                <p14:cNvContentPartPr/>
                <p14:nvPr/>
              </p14:nvContentPartPr>
              <p14:xfrm>
                <a:off x="6966320" y="5755360"/>
                <a:ext cx="117720" cy="221400"/>
              </p14:xfrm>
            </p:contentPart>
          </mc:Choice>
          <mc:Fallback xmlns="">
            <p:pic>
              <p:nvPicPr>
                <p:cNvPr id="772" name="Ink 771">
                  <a:extLst>
                    <a:ext uri="{FF2B5EF4-FFF2-40B4-BE49-F238E27FC236}">
                      <a16:creationId xmlns:a16="http://schemas.microsoft.com/office/drawing/2014/main" id="{7AC37E6A-D7ED-6E15-EDB0-59C6F79A3212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6955880" y="5744560"/>
                  <a:ext cx="1389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773" name="Ink 772">
                  <a:extLst>
                    <a:ext uri="{FF2B5EF4-FFF2-40B4-BE49-F238E27FC236}">
                      <a16:creationId xmlns:a16="http://schemas.microsoft.com/office/drawing/2014/main" id="{34354EB4-8A95-3D04-200C-0C3A67277064}"/>
                    </a:ext>
                  </a:extLst>
                </p14:cNvPr>
                <p14:cNvContentPartPr/>
                <p14:nvPr/>
              </p14:nvContentPartPr>
              <p14:xfrm>
                <a:off x="6964520" y="5886040"/>
                <a:ext cx="123480" cy="58680"/>
              </p14:xfrm>
            </p:contentPart>
          </mc:Choice>
          <mc:Fallback xmlns="">
            <p:pic>
              <p:nvPicPr>
                <p:cNvPr id="773" name="Ink 772">
                  <a:extLst>
                    <a:ext uri="{FF2B5EF4-FFF2-40B4-BE49-F238E27FC236}">
                      <a16:creationId xmlns:a16="http://schemas.microsoft.com/office/drawing/2014/main" id="{34354EB4-8A95-3D04-200C-0C3A67277064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6953720" y="5875600"/>
                  <a:ext cx="144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DFE8F2E5-CEB2-614F-A921-D14704B2F4C3}"/>
                    </a:ext>
                  </a:extLst>
                </p14:cNvPr>
                <p14:cNvContentPartPr/>
                <p14:nvPr/>
              </p14:nvContentPartPr>
              <p14:xfrm>
                <a:off x="7106360" y="5797120"/>
                <a:ext cx="119520" cy="102240"/>
              </p14:xfrm>
            </p:contentPart>
          </mc:Choice>
          <mc:Fallback xmlns=""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DFE8F2E5-CEB2-614F-A921-D14704B2F4C3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7095920" y="5786320"/>
                  <a:ext cx="1407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775" name="Ink 774">
                  <a:extLst>
                    <a:ext uri="{FF2B5EF4-FFF2-40B4-BE49-F238E27FC236}">
                      <a16:creationId xmlns:a16="http://schemas.microsoft.com/office/drawing/2014/main" id="{D5264013-0827-0C7D-1AEA-113FC1B17C5B}"/>
                    </a:ext>
                  </a:extLst>
                </p14:cNvPr>
                <p14:cNvContentPartPr/>
                <p14:nvPr/>
              </p14:nvContentPartPr>
              <p14:xfrm>
                <a:off x="7259000" y="5778400"/>
                <a:ext cx="71280" cy="110520"/>
              </p14:xfrm>
            </p:contentPart>
          </mc:Choice>
          <mc:Fallback xmlns="">
            <p:pic>
              <p:nvPicPr>
                <p:cNvPr id="775" name="Ink 774">
                  <a:extLst>
                    <a:ext uri="{FF2B5EF4-FFF2-40B4-BE49-F238E27FC236}">
                      <a16:creationId xmlns:a16="http://schemas.microsoft.com/office/drawing/2014/main" id="{D5264013-0827-0C7D-1AEA-113FC1B17C5B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7248200" y="5767600"/>
                  <a:ext cx="925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776" name="Ink 775">
                  <a:extLst>
                    <a:ext uri="{FF2B5EF4-FFF2-40B4-BE49-F238E27FC236}">
                      <a16:creationId xmlns:a16="http://schemas.microsoft.com/office/drawing/2014/main" id="{EB7B293B-1FB1-A8CD-98DC-4D5245E4998D}"/>
                    </a:ext>
                  </a:extLst>
                </p14:cNvPr>
                <p14:cNvContentPartPr/>
                <p14:nvPr/>
              </p14:nvContentPartPr>
              <p14:xfrm>
                <a:off x="7367720" y="5773000"/>
                <a:ext cx="123480" cy="121680"/>
              </p14:xfrm>
            </p:contentPart>
          </mc:Choice>
          <mc:Fallback xmlns="">
            <p:pic>
              <p:nvPicPr>
                <p:cNvPr id="776" name="Ink 775">
                  <a:extLst>
                    <a:ext uri="{FF2B5EF4-FFF2-40B4-BE49-F238E27FC236}">
                      <a16:creationId xmlns:a16="http://schemas.microsoft.com/office/drawing/2014/main" id="{EB7B293B-1FB1-A8CD-98DC-4D5245E4998D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7357280" y="5762560"/>
                  <a:ext cx="1447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777" name="Ink 776">
                  <a:extLst>
                    <a:ext uri="{FF2B5EF4-FFF2-40B4-BE49-F238E27FC236}">
                      <a16:creationId xmlns:a16="http://schemas.microsoft.com/office/drawing/2014/main" id="{553DB292-B574-15C3-F0D2-9D8E3B2EC43E}"/>
                    </a:ext>
                  </a:extLst>
                </p14:cNvPr>
                <p14:cNvContentPartPr/>
                <p14:nvPr/>
              </p14:nvContentPartPr>
              <p14:xfrm>
                <a:off x="7564640" y="5731240"/>
                <a:ext cx="31680" cy="109440"/>
              </p14:xfrm>
            </p:contentPart>
          </mc:Choice>
          <mc:Fallback xmlns="">
            <p:pic>
              <p:nvPicPr>
                <p:cNvPr id="777" name="Ink 776">
                  <a:extLst>
                    <a:ext uri="{FF2B5EF4-FFF2-40B4-BE49-F238E27FC236}">
                      <a16:creationId xmlns:a16="http://schemas.microsoft.com/office/drawing/2014/main" id="{553DB292-B574-15C3-F0D2-9D8E3B2EC43E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7554200" y="5720800"/>
                  <a:ext cx="529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6764FA86-C6DE-2C3D-981E-FCE9B8F5E2CF}"/>
                    </a:ext>
                  </a:extLst>
                </p14:cNvPr>
                <p14:cNvContentPartPr/>
                <p14:nvPr/>
              </p14:nvContentPartPr>
              <p14:xfrm>
                <a:off x="7791800" y="5728360"/>
                <a:ext cx="91800" cy="106920"/>
              </p14:xfrm>
            </p:contentPart>
          </mc:Choice>
          <mc:Fallback xmlns=""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6764FA86-C6DE-2C3D-981E-FCE9B8F5E2CF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7781360" y="5717560"/>
                  <a:ext cx="1130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600C1238-AB04-0D80-14C5-FC89E372C7B4}"/>
                    </a:ext>
                  </a:extLst>
                </p14:cNvPr>
                <p14:cNvContentPartPr/>
                <p14:nvPr/>
              </p14:nvContentPartPr>
              <p14:xfrm>
                <a:off x="7918880" y="5752480"/>
                <a:ext cx="81720" cy="66600"/>
              </p14:xfrm>
            </p:contentPart>
          </mc:Choice>
          <mc:Fallback xmlns=""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600C1238-AB04-0D80-14C5-FC89E372C7B4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7908080" y="5742040"/>
                  <a:ext cx="1029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A5706BC0-F042-66FA-8CA5-F328AF4ACB86}"/>
                    </a:ext>
                  </a:extLst>
                </p14:cNvPr>
                <p14:cNvContentPartPr/>
                <p14:nvPr/>
              </p14:nvContentPartPr>
              <p14:xfrm>
                <a:off x="8056040" y="5606320"/>
                <a:ext cx="7920" cy="244800"/>
              </p14:xfrm>
            </p:contentPart>
          </mc:Choice>
          <mc:Fallback xmlns=""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A5706BC0-F042-66FA-8CA5-F328AF4ACB86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8045240" y="5595520"/>
                  <a:ext cx="291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72C36C30-74A6-E63D-0503-9BB3C26B2227}"/>
                    </a:ext>
                  </a:extLst>
                </p14:cNvPr>
                <p14:cNvContentPartPr/>
                <p14:nvPr/>
              </p14:nvContentPartPr>
              <p14:xfrm>
                <a:off x="8011400" y="5743480"/>
                <a:ext cx="123480" cy="10800"/>
              </p14:xfrm>
            </p:contentPart>
          </mc:Choice>
          <mc:Fallback xmlns=""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72C36C30-74A6-E63D-0503-9BB3C26B2227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8000960" y="5732680"/>
                  <a:ext cx="144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782" name="Ink 781">
                  <a:extLst>
                    <a:ext uri="{FF2B5EF4-FFF2-40B4-BE49-F238E27FC236}">
                      <a16:creationId xmlns:a16="http://schemas.microsoft.com/office/drawing/2014/main" id="{43839215-9A79-D8B4-C1DD-B8D52170E261}"/>
                    </a:ext>
                  </a:extLst>
                </p14:cNvPr>
                <p14:cNvContentPartPr/>
                <p14:nvPr/>
              </p14:nvContentPartPr>
              <p14:xfrm>
                <a:off x="8282120" y="5729440"/>
                <a:ext cx="47160" cy="112680"/>
              </p14:xfrm>
            </p:contentPart>
          </mc:Choice>
          <mc:Fallback xmlns="">
            <p:pic>
              <p:nvPicPr>
                <p:cNvPr id="782" name="Ink 781">
                  <a:extLst>
                    <a:ext uri="{FF2B5EF4-FFF2-40B4-BE49-F238E27FC236}">
                      <a16:creationId xmlns:a16="http://schemas.microsoft.com/office/drawing/2014/main" id="{43839215-9A79-D8B4-C1DD-B8D52170E261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8271320" y="5718640"/>
                  <a:ext cx="68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783" name="Ink 782">
                  <a:extLst>
                    <a:ext uri="{FF2B5EF4-FFF2-40B4-BE49-F238E27FC236}">
                      <a16:creationId xmlns:a16="http://schemas.microsoft.com/office/drawing/2014/main" id="{531698A8-7875-9B04-CED5-D72AA3C84028}"/>
                    </a:ext>
                  </a:extLst>
                </p14:cNvPr>
                <p14:cNvContentPartPr/>
                <p14:nvPr/>
              </p14:nvContentPartPr>
              <p14:xfrm>
                <a:off x="8418920" y="5675080"/>
                <a:ext cx="228960" cy="163440"/>
              </p14:xfrm>
            </p:contentPart>
          </mc:Choice>
          <mc:Fallback xmlns="">
            <p:pic>
              <p:nvPicPr>
                <p:cNvPr id="783" name="Ink 782">
                  <a:extLst>
                    <a:ext uri="{FF2B5EF4-FFF2-40B4-BE49-F238E27FC236}">
                      <a16:creationId xmlns:a16="http://schemas.microsoft.com/office/drawing/2014/main" id="{531698A8-7875-9B04-CED5-D72AA3C84028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8408480" y="5664640"/>
                  <a:ext cx="2502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784" name="Ink 783">
                  <a:extLst>
                    <a:ext uri="{FF2B5EF4-FFF2-40B4-BE49-F238E27FC236}">
                      <a16:creationId xmlns:a16="http://schemas.microsoft.com/office/drawing/2014/main" id="{D14FE565-A208-5101-7832-2D181079A8B4}"/>
                    </a:ext>
                  </a:extLst>
                </p14:cNvPr>
                <p14:cNvContentPartPr/>
                <p14:nvPr/>
              </p14:nvContentPartPr>
              <p14:xfrm>
                <a:off x="8695040" y="5707480"/>
                <a:ext cx="110880" cy="189360"/>
              </p14:xfrm>
            </p:contentPart>
          </mc:Choice>
          <mc:Fallback xmlns="">
            <p:pic>
              <p:nvPicPr>
                <p:cNvPr id="784" name="Ink 783">
                  <a:extLst>
                    <a:ext uri="{FF2B5EF4-FFF2-40B4-BE49-F238E27FC236}">
                      <a16:creationId xmlns:a16="http://schemas.microsoft.com/office/drawing/2014/main" id="{D14FE565-A208-5101-7832-2D181079A8B4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8684240" y="5696680"/>
                  <a:ext cx="132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785" name="Ink 784">
                  <a:extLst>
                    <a:ext uri="{FF2B5EF4-FFF2-40B4-BE49-F238E27FC236}">
                      <a16:creationId xmlns:a16="http://schemas.microsoft.com/office/drawing/2014/main" id="{3DA544A3-B97A-6E53-FB8E-E65AA67E7ED6}"/>
                    </a:ext>
                  </a:extLst>
                </p14:cNvPr>
                <p14:cNvContentPartPr/>
                <p14:nvPr/>
              </p14:nvContentPartPr>
              <p14:xfrm>
                <a:off x="8931560" y="5562760"/>
                <a:ext cx="33480" cy="261000"/>
              </p14:xfrm>
            </p:contentPart>
          </mc:Choice>
          <mc:Fallback xmlns="">
            <p:pic>
              <p:nvPicPr>
                <p:cNvPr id="785" name="Ink 784">
                  <a:extLst>
                    <a:ext uri="{FF2B5EF4-FFF2-40B4-BE49-F238E27FC236}">
                      <a16:creationId xmlns:a16="http://schemas.microsoft.com/office/drawing/2014/main" id="{3DA544A3-B97A-6E53-FB8E-E65AA67E7ED6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8921120" y="5552320"/>
                  <a:ext cx="547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786" name="Ink 785">
                  <a:extLst>
                    <a:ext uri="{FF2B5EF4-FFF2-40B4-BE49-F238E27FC236}">
                      <a16:creationId xmlns:a16="http://schemas.microsoft.com/office/drawing/2014/main" id="{6ED47A6E-44AF-6D9F-DC57-B91D1E04C76B}"/>
                    </a:ext>
                  </a:extLst>
                </p14:cNvPr>
                <p14:cNvContentPartPr/>
                <p14:nvPr/>
              </p14:nvContentPartPr>
              <p14:xfrm>
                <a:off x="8930480" y="5702440"/>
                <a:ext cx="115920" cy="5040"/>
              </p14:xfrm>
            </p:contentPart>
          </mc:Choice>
          <mc:Fallback xmlns="">
            <p:pic>
              <p:nvPicPr>
                <p:cNvPr id="786" name="Ink 785">
                  <a:extLst>
                    <a:ext uri="{FF2B5EF4-FFF2-40B4-BE49-F238E27FC236}">
                      <a16:creationId xmlns:a16="http://schemas.microsoft.com/office/drawing/2014/main" id="{6ED47A6E-44AF-6D9F-DC57-B91D1E04C76B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8919680" y="5691640"/>
                  <a:ext cx="137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787" name="Ink 786">
                  <a:extLst>
                    <a:ext uri="{FF2B5EF4-FFF2-40B4-BE49-F238E27FC236}">
                      <a16:creationId xmlns:a16="http://schemas.microsoft.com/office/drawing/2014/main" id="{215107B2-D889-0214-B30C-738B2537D555}"/>
                    </a:ext>
                  </a:extLst>
                </p14:cNvPr>
                <p14:cNvContentPartPr/>
                <p14:nvPr/>
              </p14:nvContentPartPr>
              <p14:xfrm>
                <a:off x="9077720" y="5708920"/>
                <a:ext cx="87840" cy="175320"/>
              </p14:xfrm>
            </p:contentPart>
          </mc:Choice>
          <mc:Fallback xmlns="">
            <p:pic>
              <p:nvPicPr>
                <p:cNvPr id="787" name="Ink 786">
                  <a:extLst>
                    <a:ext uri="{FF2B5EF4-FFF2-40B4-BE49-F238E27FC236}">
                      <a16:creationId xmlns:a16="http://schemas.microsoft.com/office/drawing/2014/main" id="{215107B2-D889-0214-B30C-738B2537D555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9066920" y="5698480"/>
                  <a:ext cx="109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788" name="Ink 787">
                  <a:extLst>
                    <a:ext uri="{FF2B5EF4-FFF2-40B4-BE49-F238E27FC236}">
                      <a16:creationId xmlns:a16="http://schemas.microsoft.com/office/drawing/2014/main" id="{1774004F-B3EB-8F01-A08E-7751DA7BB71E}"/>
                    </a:ext>
                  </a:extLst>
                </p14:cNvPr>
                <p14:cNvContentPartPr/>
                <p14:nvPr/>
              </p14:nvContentPartPr>
              <p14:xfrm>
                <a:off x="9203360" y="5574280"/>
                <a:ext cx="99360" cy="340920"/>
              </p14:xfrm>
            </p:contentPart>
          </mc:Choice>
          <mc:Fallback xmlns="">
            <p:pic>
              <p:nvPicPr>
                <p:cNvPr id="788" name="Ink 787">
                  <a:extLst>
                    <a:ext uri="{FF2B5EF4-FFF2-40B4-BE49-F238E27FC236}">
                      <a16:creationId xmlns:a16="http://schemas.microsoft.com/office/drawing/2014/main" id="{1774004F-B3EB-8F01-A08E-7751DA7BB71E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9192920" y="5563840"/>
                  <a:ext cx="12060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791" name="Ink 790">
                  <a:extLst>
                    <a:ext uri="{FF2B5EF4-FFF2-40B4-BE49-F238E27FC236}">
                      <a16:creationId xmlns:a16="http://schemas.microsoft.com/office/drawing/2014/main" id="{033B4ABF-3C8A-F579-C110-6D8763636C9B}"/>
                    </a:ext>
                  </a:extLst>
                </p14:cNvPr>
                <p14:cNvContentPartPr/>
                <p14:nvPr/>
              </p14:nvContentPartPr>
              <p14:xfrm>
                <a:off x="9411800" y="5806120"/>
                <a:ext cx="55800" cy="120240"/>
              </p14:xfrm>
            </p:contentPart>
          </mc:Choice>
          <mc:Fallback xmlns="">
            <p:pic>
              <p:nvPicPr>
                <p:cNvPr id="791" name="Ink 790">
                  <a:extLst>
                    <a:ext uri="{FF2B5EF4-FFF2-40B4-BE49-F238E27FC236}">
                      <a16:creationId xmlns:a16="http://schemas.microsoft.com/office/drawing/2014/main" id="{033B4ABF-3C8A-F579-C110-6D8763636C9B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9401360" y="5795680"/>
                  <a:ext cx="7704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7" name="Group 816">
            <a:extLst>
              <a:ext uri="{FF2B5EF4-FFF2-40B4-BE49-F238E27FC236}">
                <a16:creationId xmlns:a16="http://schemas.microsoft.com/office/drawing/2014/main" id="{D4B3028F-1CC2-60A4-7394-5361E900348F}"/>
              </a:ext>
            </a:extLst>
          </p:cNvPr>
          <p:cNvGrpSpPr/>
          <p:nvPr/>
        </p:nvGrpSpPr>
        <p:grpSpPr>
          <a:xfrm>
            <a:off x="9827240" y="5647360"/>
            <a:ext cx="653400" cy="293760"/>
            <a:chOff x="9827240" y="5647360"/>
            <a:chExt cx="65340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799" name="Ink 798">
                  <a:extLst>
                    <a:ext uri="{FF2B5EF4-FFF2-40B4-BE49-F238E27FC236}">
                      <a16:creationId xmlns:a16="http://schemas.microsoft.com/office/drawing/2014/main" id="{9C512C68-DE8E-3603-0665-2B27FA8CC4CA}"/>
                    </a:ext>
                  </a:extLst>
                </p14:cNvPr>
                <p14:cNvContentPartPr/>
                <p14:nvPr/>
              </p14:nvContentPartPr>
              <p14:xfrm>
                <a:off x="9827240" y="5647360"/>
                <a:ext cx="135360" cy="178200"/>
              </p14:xfrm>
            </p:contentPart>
          </mc:Choice>
          <mc:Fallback xmlns="">
            <p:pic>
              <p:nvPicPr>
                <p:cNvPr id="799" name="Ink 798">
                  <a:extLst>
                    <a:ext uri="{FF2B5EF4-FFF2-40B4-BE49-F238E27FC236}">
                      <a16:creationId xmlns:a16="http://schemas.microsoft.com/office/drawing/2014/main" id="{9C512C68-DE8E-3603-0665-2B27FA8CC4CA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9816800" y="5636920"/>
                  <a:ext cx="1566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800" name="Ink 799">
                  <a:extLst>
                    <a:ext uri="{FF2B5EF4-FFF2-40B4-BE49-F238E27FC236}">
                      <a16:creationId xmlns:a16="http://schemas.microsoft.com/office/drawing/2014/main" id="{2F591011-7792-88E9-1226-3017AA8BBD99}"/>
                    </a:ext>
                  </a:extLst>
                </p14:cNvPr>
                <p14:cNvContentPartPr/>
                <p14:nvPr/>
              </p14:nvContentPartPr>
              <p14:xfrm>
                <a:off x="9993920" y="5722960"/>
                <a:ext cx="115920" cy="104400"/>
              </p14:xfrm>
            </p:contentPart>
          </mc:Choice>
          <mc:Fallback xmlns="">
            <p:pic>
              <p:nvPicPr>
                <p:cNvPr id="800" name="Ink 799">
                  <a:extLst>
                    <a:ext uri="{FF2B5EF4-FFF2-40B4-BE49-F238E27FC236}">
                      <a16:creationId xmlns:a16="http://schemas.microsoft.com/office/drawing/2014/main" id="{2F591011-7792-88E9-1226-3017AA8BBD99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9983480" y="5712160"/>
                  <a:ext cx="1371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801" name="Ink 800">
                  <a:extLst>
                    <a:ext uri="{FF2B5EF4-FFF2-40B4-BE49-F238E27FC236}">
                      <a16:creationId xmlns:a16="http://schemas.microsoft.com/office/drawing/2014/main" id="{4AEB7C30-25FC-B04E-8D07-7D7AC4BEE412}"/>
                    </a:ext>
                  </a:extLst>
                </p14:cNvPr>
                <p14:cNvContentPartPr/>
                <p14:nvPr/>
              </p14:nvContentPartPr>
              <p14:xfrm>
                <a:off x="10173920" y="5677240"/>
                <a:ext cx="116280" cy="153720"/>
              </p14:xfrm>
            </p:contentPart>
          </mc:Choice>
          <mc:Fallback xmlns="">
            <p:pic>
              <p:nvPicPr>
                <p:cNvPr id="801" name="Ink 800">
                  <a:extLst>
                    <a:ext uri="{FF2B5EF4-FFF2-40B4-BE49-F238E27FC236}">
                      <a16:creationId xmlns:a16="http://schemas.microsoft.com/office/drawing/2014/main" id="{4AEB7C30-25FC-B04E-8D07-7D7AC4BEE412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10163480" y="5666440"/>
                  <a:ext cx="1375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805" name="Ink 804">
                  <a:extLst>
                    <a:ext uri="{FF2B5EF4-FFF2-40B4-BE49-F238E27FC236}">
                      <a16:creationId xmlns:a16="http://schemas.microsoft.com/office/drawing/2014/main" id="{7A616527-076A-9711-D5AF-A4A0EA6FAFD8}"/>
                    </a:ext>
                  </a:extLst>
                </p14:cNvPr>
                <p14:cNvContentPartPr/>
                <p14:nvPr/>
              </p14:nvContentPartPr>
              <p14:xfrm>
                <a:off x="10348160" y="5683720"/>
                <a:ext cx="132480" cy="257400"/>
              </p14:xfrm>
            </p:contentPart>
          </mc:Choice>
          <mc:Fallback xmlns="">
            <p:pic>
              <p:nvPicPr>
                <p:cNvPr id="805" name="Ink 804">
                  <a:extLst>
                    <a:ext uri="{FF2B5EF4-FFF2-40B4-BE49-F238E27FC236}">
                      <a16:creationId xmlns:a16="http://schemas.microsoft.com/office/drawing/2014/main" id="{7A616527-076A-9711-D5AF-A4A0EA6FAFD8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10337720" y="5672920"/>
                  <a:ext cx="15372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407458E-279A-AC46-21EF-E2BAAD853815}"/>
              </a:ext>
            </a:extLst>
          </p:cNvPr>
          <p:cNvGrpSpPr/>
          <p:nvPr/>
        </p:nvGrpSpPr>
        <p:grpSpPr>
          <a:xfrm>
            <a:off x="10662800" y="5573200"/>
            <a:ext cx="1024920" cy="268200"/>
            <a:chOff x="10662800" y="5573200"/>
            <a:chExt cx="102492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806" name="Ink 805">
                  <a:extLst>
                    <a:ext uri="{FF2B5EF4-FFF2-40B4-BE49-F238E27FC236}">
                      <a16:creationId xmlns:a16="http://schemas.microsoft.com/office/drawing/2014/main" id="{41A3826B-CD71-19FD-3E56-F2B983343DCE}"/>
                    </a:ext>
                  </a:extLst>
                </p14:cNvPr>
                <p14:cNvContentPartPr/>
                <p14:nvPr/>
              </p14:nvContentPartPr>
              <p14:xfrm>
                <a:off x="10662800" y="5615320"/>
                <a:ext cx="237960" cy="226080"/>
              </p14:xfrm>
            </p:contentPart>
          </mc:Choice>
          <mc:Fallback xmlns="">
            <p:pic>
              <p:nvPicPr>
                <p:cNvPr id="806" name="Ink 805">
                  <a:extLst>
                    <a:ext uri="{FF2B5EF4-FFF2-40B4-BE49-F238E27FC236}">
                      <a16:creationId xmlns:a16="http://schemas.microsoft.com/office/drawing/2014/main" id="{41A3826B-CD71-19FD-3E56-F2B983343DCE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10652000" y="5604520"/>
                  <a:ext cx="2592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807" name="Ink 806">
                  <a:extLst>
                    <a:ext uri="{FF2B5EF4-FFF2-40B4-BE49-F238E27FC236}">
                      <a16:creationId xmlns:a16="http://schemas.microsoft.com/office/drawing/2014/main" id="{7D5AC3F2-FB00-8820-0276-F2B15D7F5222}"/>
                    </a:ext>
                  </a:extLst>
                </p14:cNvPr>
                <p14:cNvContentPartPr/>
                <p14:nvPr/>
              </p14:nvContentPartPr>
              <p14:xfrm>
                <a:off x="10984280" y="5677240"/>
                <a:ext cx="12960" cy="142200"/>
              </p14:xfrm>
            </p:contentPart>
          </mc:Choice>
          <mc:Fallback xmlns="">
            <p:pic>
              <p:nvPicPr>
                <p:cNvPr id="807" name="Ink 806">
                  <a:extLst>
                    <a:ext uri="{FF2B5EF4-FFF2-40B4-BE49-F238E27FC236}">
                      <a16:creationId xmlns:a16="http://schemas.microsoft.com/office/drawing/2014/main" id="{7D5AC3F2-FB00-8820-0276-F2B15D7F5222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10973480" y="5666440"/>
                  <a:ext cx="342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808" name="Ink 807">
                  <a:extLst>
                    <a:ext uri="{FF2B5EF4-FFF2-40B4-BE49-F238E27FC236}">
                      <a16:creationId xmlns:a16="http://schemas.microsoft.com/office/drawing/2014/main" id="{80519007-76F6-75EB-BF2C-A1C090406A82}"/>
                    </a:ext>
                  </a:extLst>
                </p14:cNvPr>
                <p14:cNvContentPartPr/>
                <p14:nvPr/>
              </p14:nvContentPartPr>
              <p14:xfrm>
                <a:off x="10980320" y="5614240"/>
                <a:ext cx="360" cy="360"/>
              </p14:xfrm>
            </p:contentPart>
          </mc:Choice>
          <mc:Fallback xmlns="">
            <p:pic>
              <p:nvPicPr>
                <p:cNvPr id="808" name="Ink 807">
                  <a:extLst>
                    <a:ext uri="{FF2B5EF4-FFF2-40B4-BE49-F238E27FC236}">
                      <a16:creationId xmlns:a16="http://schemas.microsoft.com/office/drawing/2014/main" id="{80519007-76F6-75EB-BF2C-A1C090406A82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10969520" y="56038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5">
              <p14:nvContentPartPr>
                <p14:cNvPr id="809" name="Ink 808">
                  <a:extLst>
                    <a:ext uri="{FF2B5EF4-FFF2-40B4-BE49-F238E27FC236}">
                      <a16:creationId xmlns:a16="http://schemas.microsoft.com/office/drawing/2014/main" id="{8A0DD6A7-3A66-5B40-B996-A4DC5649A27C}"/>
                    </a:ext>
                  </a:extLst>
                </p14:cNvPr>
                <p14:cNvContentPartPr/>
                <p14:nvPr/>
              </p14:nvContentPartPr>
              <p14:xfrm>
                <a:off x="11090840" y="5573200"/>
                <a:ext cx="14400" cy="235800"/>
              </p14:xfrm>
            </p:contentPart>
          </mc:Choice>
          <mc:Fallback xmlns="">
            <p:pic>
              <p:nvPicPr>
                <p:cNvPr id="809" name="Ink 808">
                  <a:extLst>
                    <a:ext uri="{FF2B5EF4-FFF2-40B4-BE49-F238E27FC236}">
                      <a16:creationId xmlns:a16="http://schemas.microsoft.com/office/drawing/2014/main" id="{8A0DD6A7-3A66-5B40-B996-A4DC5649A27C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11080040" y="5562400"/>
                  <a:ext cx="356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7">
              <p14:nvContentPartPr>
                <p14:cNvPr id="810" name="Ink 809">
                  <a:extLst>
                    <a:ext uri="{FF2B5EF4-FFF2-40B4-BE49-F238E27FC236}">
                      <a16:creationId xmlns:a16="http://schemas.microsoft.com/office/drawing/2014/main" id="{CC068BA8-9651-2C91-47CD-75B54497C79D}"/>
                    </a:ext>
                  </a:extLst>
                </p14:cNvPr>
                <p14:cNvContentPartPr/>
                <p14:nvPr/>
              </p14:nvContentPartPr>
              <p14:xfrm>
                <a:off x="11174360" y="5576440"/>
                <a:ext cx="108360" cy="207360"/>
              </p14:xfrm>
            </p:contentPart>
          </mc:Choice>
          <mc:Fallback xmlns="">
            <p:pic>
              <p:nvPicPr>
                <p:cNvPr id="810" name="Ink 809">
                  <a:extLst>
                    <a:ext uri="{FF2B5EF4-FFF2-40B4-BE49-F238E27FC236}">
                      <a16:creationId xmlns:a16="http://schemas.microsoft.com/office/drawing/2014/main" id="{CC068BA8-9651-2C91-47CD-75B54497C79D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11163920" y="5566000"/>
                  <a:ext cx="129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9">
              <p14:nvContentPartPr>
                <p14:cNvPr id="811" name="Ink 810">
                  <a:extLst>
                    <a:ext uri="{FF2B5EF4-FFF2-40B4-BE49-F238E27FC236}">
                      <a16:creationId xmlns:a16="http://schemas.microsoft.com/office/drawing/2014/main" id="{9F0D5239-AEF1-A91C-D25D-CC514D3D7F13}"/>
                    </a:ext>
                  </a:extLst>
                </p14:cNvPr>
                <p14:cNvContentPartPr/>
                <p14:nvPr/>
              </p14:nvContentPartPr>
              <p14:xfrm>
                <a:off x="11356160" y="5652040"/>
                <a:ext cx="78840" cy="129960"/>
              </p14:xfrm>
            </p:contentPart>
          </mc:Choice>
          <mc:Fallback xmlns="">
            <p:pic>
              <p:nvPicPr>
                <p:cNvPr id="811" name="Ink 810">
                  <a:extLst>
                    <a:ext uri="{FF2B5EF4-FFF2-40B4-BE49-F238E27FC236}">
                      <a16:creationId xmlns:a16="http://schemas.microsoft.com/office/drawing/2014/main" id="{9F0D5239-AEF1-A91C-D25D-CC514D3D7F13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11345720" y="5641240"/>
                  <a:ext cx="1000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1">
              <p14:nvContentPartPr>
                <p14:cNvPr id="812" name="Ink 811">
                  <a:extLst>
                    <a:ext uri="{FF2B5EF4-FFF2-40B4-BE49-F238E27FC236}">
                      <a16:creationId xmlns:a16="http://schemas.microsoft.com/office/drawing/2014/main" id="{488E4F5D-1B1F-89BB-3A76-C46644727C08}"/>
                    </a:ext>
                  </a:extLst>
                </p14:cNvPr>
                <p14:cNvContentPartPr/>
                <p14:nvPr/>
              </p14:nvContentPartPr>
              <p14:xfrm>
                <a:off x="11476400" y="5659600"/>
                <a:ext cx="65160" cy="140040"/>
              </p14:xfrm>
            </p:contentPart>
          </mc:Choice>
          <mc:Fallback xmlns="">
            <p:pic>
              <p:nvPicPr>
                <p:cNvPr id="812" name="Ink 811">
                  <a:extLst>
                    <a:ext uri="{FF2B5EF4-FFF2-40B4-BE49-F238E27FC236}">
                      <a16:creationId xmlns:a16="http://schemas.microsoft.com/office/drawing/2014/main" id="{488E4F5D-1B1F-89BB-3A76-C46644727C08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11465960" y="5649160"/>
                  <a:ext cx="864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3">
              <p14:nvContentPartPr>
                <p14:cNvPr id="813" name="Ink 812">
                  <a:extLst>
                    <a:ext uri="{FF2B5EF4-FFF2-40B4-BE49-F238E27FC236}">
                      <a16:creationId xmlns:a16="http://schemas.microsoft.com/office/drawing/2014/main" id="{CFD6F530-7F92-2414-1F57-0F50BE03F660}"/>
                    </a:ext>
                  </a:extLst>
                </p14:cNvPr>
                <p14:cNvContentPartPr/>
                <p14:nvPr/>
              </p14:nvContentPartPr>
              <p14:xfrm>
                <a:off x="11574320" y="5662120"/>
                <a:ext cx="113400" cy="127440"/>
              </p14:xfrm>
            </p:contentPart>
          </mc:Choice>
          <mc:Fallback xmlns="">
            <p:pic>
              <p:nvPicPr>
                <p:cNvPr id="813" name="Ink 812">
                  <a:extLst>
                    <a:ext uri="{FF2B5EF4-FFF2-40B4-BE49-F238E27FC236}">
                      <a16:creationId xmlns:a16="http://schemas.microsoft.com/office/drawing/2014/main" id="{CFD6F530-7F92-2414-1F57-0F50BE03F660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11563880" y="5651320"/>
                  <a:ext cx="13464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2" name="Group 831">
            <a:extLst>
              <a:ext uri="{FF2B5EF4-FFF2-40B4-BE49-F238E27FC236}">
                <a16:creationId xmlns:a16="http://schemas.microsoft.com/office/drawing/2014/main" id="{F3520D6A-7445-96B8-2D9F-F2C582BF3A40}"/>
              </a:ext>
            </a:extLst>
          </p:cNvPr>
          <p:cNvGrpSpPr/>
          <p:nvPr/>
        </p:nvGrpSpPr>
        <p:grpSpPr>
          <a:xfrm>
            <a:off x="6011240" y="6187720"/>
            <a:ext cx="309960" cy="309960"/>
            <a:chOff x="6011240" y="6187720"/>
            <a:chExt cx="30996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5">
              <p14:nvContentPartPr>
                <p14:cNvPr id="818" name="Ink 817">
                  <a:extLst>
                    <a:ext uri="{FF2B5EF4-FFF2-40B4-BE49-F238E27FC236}">
                      <a16:creationId xmlns:a16="http://schemas.microsoft.com/office/drawing/2014/main" id="{313011D0-5609-7B0E-C993-DEB6BFBC8EF2}"/>
                    </a:ext>
                  </a:extLst>
                </p14:cNvPr>
                <p14:cNvContentPartPr/>
                <p14:nvPr/>
              </p14:nvContentPartPr>
              <p14:xfrm>
                <a:off x="6011240" y="6187720"/>
                <a:ext cx="188280" cy="309960"/>
              </p14:xfrm>
            </p:contentPart>
          </mc:Choice>
          <mc:Fallback xmlns="">
            <p:pic>
              <p:nvPicPr>
                <p:cNvPr id="818" name="Ink 817">
                  <a:extLst>
                    <a:ext uri="{FF2B5EF4-FFF2-40B4-BE49-F238E27FC236}">
                      <a16:creationId xmlns:a16="http://schemas.microsoft.com/office/drawing/2014/main" id="{313011D0-5609-7B0E-C993-DEB6BFBC8EF2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6000440" y="6177280"/>
                  <a:ext cx="20952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7">
              <p14:nvContentPartPr>
                <p14:cNvPr id="819" name="Ink 818">
                  <a:extLst>
                    <a:ext uri="{FF2B5EF4-FFF2-40B4-BE49-F238E27FC236}">
                      <a16:creationId xmlns:a16="http://schemas.microsoft.com/office/drawing/2014/main" id="{2A6680D1-8A4F-45A0-F962-D0DBE7E1166D}"/>
                    </a:ext>
                  </a:extLst>
                </p14:cNvPr>
                <p14:cNvContentPartPr/>
                <p14:nvPr/>
              </p14:nvContentPartPr>
              <p14:xfrm>
                <a:off x="6149480" y="6370600"/>
                <a:ext cx="171720" cy="104400"/>
              </p14:xfrm>
            </p:contentPart>
          </mc:Choice>
          <mc:Fallback xmlns="">
            <p:pic>
              <p:nvPicPr>
                <p:cNvPr id="819" name="Ink 818">
                  <a:extLst>
                    <a:ext uri="{FF2B5EF4-FFF2-40B4-BE49-F238E27FC236}">
                      <a16:creationId xmlns:a16="http://schemas.microsoft.com/office/drawing/2014/main" id="{2A6680D1-8A4F-45A0-F962-D0DBE7E1166D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6139040" y="6359800"/>
                  <a:ext cx="19296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5" name="Group 844">
            <a:extLst>
              <a:ext uri="{FF2B5EF4-FFF2-40B4-BE49-F238E27FC236}">
                <a16:creationId xmlns:a16="http://schemas.microsoft.com/office/drawing/2014/main" id="{E73C89A7-3FED-6EFF-1A7A-3C9EB998B313}"/>
              </a:ext>
            </a:extLst>
          </p:cNvPr>
          <p:cNvGrpSpPr/>
          <p:nvPr/>
        </p:nvGrpSpPr>
        <p:grpSpPr>
          <a:xfrm>
            <a:off x="6564920" y="6108520"/>
            <a:ext cx="1571040" cy="357120"/>
            <a:chOff x="6564920" y="6108520"/>
            <a:chExt cx="1571040" cy="35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9">
              <p14:nvContentPartPr>
                <p14:cNvPr id="833" name="Ink 832">
                  <a:extLst>
                    <a:ext uri="{FF2B5EF4-FFF2-40B4-BE49-F238E27FC236}">
                      <a16:creationId xmlns:a16="http://schemas.microsoft.com/office/drawing/2014/main" id="{3C18ECBB-0CC8-5140-B6A8-64D7BC96B994}"/>
                    </a:ext>
                  </a:extLst>
                </p14:cNvPr>
                <p14:cNvContentPartPr/>
                <p14:nvPr/>
              </p14:nvContentPartPr>
              <p14:xfrm>
                <a:off x="6564920" y="6264400"/>
                <a:ext cx="100440" cy="201240"/>
              </p14:xfrm>
            </p:contentPart>
          </mc:Choice>
          <mc:Fallback xmlns="">
            <p:pic>
              <p:nvPicPr>
                <p:cNvPr id="833" name="Ink 832">
                  <a:extLst>
                    <a:ext uri="{FF2B5EF4-FFF2-40B4-BE49-F238E27FC236}">
                      <a16:creationId xmlns:a16="http://schemas.microsoft.com/office/drawing/2014/main" id="{3C18ECBB-0CC8-5140-B6A8-64D7BC96B994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6554120" y="6253960"/>
                  <a:ext cx="1216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1">
              <p14:nvContentPartPr>
                <p14:cNvPr id="834" name="Ink 833">
                  <a:extLst>
                    <a:ext uri="{FF2B5EF4-FFF2-40B4-BE49-F238E27FC236}">
                      <a16:creationId xmlns:a16="http://schemas.microsoft.com/office/drawing/2014/main" id="{789DF810-875D-3DD5-039B-1B2AA26DC768}"/>
                    </a:ext>
                  </a:extLst>
                </p14:cNvPr>
                <p14:cNvContentPartPr/>
                <p14:nvPr/>
              </p14:nvContentPartPr>
              <p14:xfrm>
                <a:off x="6626840" y="6316960"/>
                <a:ext cx="198360" cy="143280"/>
              </p14:xfrm>
            </p:contentPart>
          </mc:Choice>
          <mc:Fallback xmlns="">
            <p:pic>
              <p:nvPicPr>
                <p:cNvPr id="834" name="Ink 833">
                  <a:extLst>
                    <a:ext uri="{FF2B5EF4-FFF2-40B4-BE49-F238E27FC236}">
                      <a16:creationId xmlns:a16="http://schemas.microsoft.com/office/drawing/2014/main" id="{789DF810-875D-3DD5-039B-1B2AA26DC768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6616040" y="6306160"/>
                  <a:ext cx="2196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3">
              <p14:nvContentPartPr>
                <p14:cNvPr id="835" name="Ink 834">
                  <a:extLst>
                    <a:ext uri="{FF2B5EF4-FFF2-40B4-BE49-F238E27FC236}">
                      <a16:creationId xmlns:a16="http://schemas.microsoft.com/office/drawing/2014/main" id="{0B20426E-3CE3-9843-C148-D44303A9C6AD}"/>
                    </a:ext>
                  </a:extLst>
                </p14:cNvPr>
                <p14:cNvContentPartPr/>
                <p14:nvPr/>
              </p14:nvContentPartPr>
              <p14:xfrm>
                <a:off x="6897560" y="6280960"/>
                <a:ext cx="65880" cy="133200"/>
              </p14:xfrm>
            </p:contentPart>
          </mc:Choice>
          <mc:Fallback xmlns="">
            <p:pic>
              <p:nvPicPr>
                <p:cNvPr id="835" name="Ink 834">
                  <a:extLst>
                    <a:ext uri="{FF2B5EF4-FFF2-40B4-BE49-F238E27FC236}">
                      <a16:creationId xmlns:a16="http://schemas.microsoft.com/office/drawing/2014/main" id="{0B20426E-3CE3-9843-C148-D44303A9C6AD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6887120" y="6270520"/>
                  <a:ext cx="871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5">
              <p14:nvContentPartPr>
                <p14:cNvPr id="836" name="Ink 835">
                  <a:extLst>
                    <a:ext uri="{FF2B5EF4-FFF2-40B4-BE49-F238E27FC236}">
                      <a16:creationId xmlns:a16="http://schemas.microsoft.com/office/drawing/2014/main" id="{CF230A78-ED57-E344-5DCF-5E64D489015A}"/>
                    </a:ext>
                  </a:extLst>
                </p14:cNvPr>
                <p14:cNvContentPartPr/>
                <p14:nvPr/>
              </p14:nvContentPartPr>
              <p14:xfrm>
                <a:off x="6991160" y="6251800"/>
                <a:ext cx="80280" cy="127800"/>
              </p14:xfrm>
            </p:contentPart>
          </mc:Choice>
          <mc:Fallback xmlns="">
            <p:pic>
              <p:nvPicPr>
                <p:cNvPr id="836" name="Ink 835">
                  <a:extLst>
                    <a:ext uri="{FF2B5EF4-FFF2-40B4-BE49-F238E27FC236}">
                      <a16:creationId xmlns:a16="http://schemas.microsoft.com/office/drawing/2014/main" id="{CF230A78-ED57-E344-5DCF-5E64D489015A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6980360" y="6241000"/>
                  <a:ext cx="101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7">
              <p14:nvContentPartPr>
                <p14:cNvPr id="837" name="Ink 836">
                  <a:extLst>
                    <a:ext uri="{FF2B5EF4-FFF2-40B4-BE49-F238E27FC236}">
                      <a16:creationId xmlns:a16="http://schemas.microsoft.com/office/drawing/2014/main" id="{4D7BDE2A-700F-6A32-D4E7-8ED9A313DB9A}"/>
                    </a:ext>
                  </a:extLst>
                </p14:cNvPr>
                <p14:cNvContentPartPr/>
                <p14:nvPr/>
              </p14:nvContentPartPr>
              <p14:xfrm>
                <a:off x="7144520" y="6230920"/>
                <a:ext cx="46800" cy="135360"/>
              </p14:xfrm>
            </p:contentPart>
          </mc:Choice>
          <mc:Fallback xmlns="">
            <p:pic>
              <p:nvPicPr>
                <p:cNvPr id="837" name="Ink 836">
                  <a:extLst>
                    <a:ext uri="{FF2B5EF4-FFF2-40B4-BE49-F238E27FC236}">
                      <a16:creationId xmlns:a16="http://schemas.microsoft.com/office/drawing/2014/main" id="{4D7BDE2A-700F-6A32-D4E7-8ED9A313DB9A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7133720" y="6220480"/>
                  <a:ext cx="680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9">
              <p14:nvContentPartPr>
                <p14:cNvPr id="838" name="Ink 837">
                  <a:extLst>
                    <a:ext uri="{FF2B5EF4-FFF2-40B4-BE49-F238E27FC236}">
                      <a16:creationId xmlns:a16="http://schemas.microsoft.com/office/drawing/2014/main" id="{91B0A1F2-F101-595A-EFB7-623EF0E2F884}"/>
                    </a:ext>
                  </a:extLst>
                </p14:cNvPr>
                <p14:cNvContentPartPr/>
                <p14:nvPr/>
              </p14:nvContentPartPr>
              <p14:xfrm>
                <a:off x="7338560" y="6149920"/>
                <a:ext cx="88200" cy="300600"/>
              </p14:xfrm>
            </p:contentPart>
          </mc:Choice>
          <mc:Fallback xmlns="">
            <p:pic>
              <p:nvPicPr>
                <p:cNvPr id="838" name="Ink 837">
                  <a:extLst>
                    <a:ext uri="{FF2B5EF4-FFF2-40B4-BE49-F238E27FC236}">
                      <a16:creationId xmlns:a16="http://schemas.microsoft.com/office/drawing/2014/main" id="{91B0A1F2-F101-595A-EFB7-623EF0E2F884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7327760" y="6139480"/>
                  <a:ext cx="1094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839" name="Ink 838">
                  <a:extLst>
                    <a:ext uri="{FF2B5EF4-FFF2-40B4-BE49-F238E27FC236}">
                      <a16:creationId xmlns:a16="http://schemas.microsoft.com/office/drawing/2014/main" id="{86E09685-A21D-29CF-A13E-9070C5281141}"/>
                    </a:ext>
                  </a:extLst>
                </p14:cNvPr>
                <p14:cNvContentPartPr/>
                <p14:nvPr/>
              </p14:nvContentPartPr>
              <p14:xfrm>
                <a:off x="7446920" y="6108520"/>
                <a:ext cx="245160" cy="264600"/>
              </p14:xfrm>
            </p:contentPart>
          </mc:Choice>
          <mc:Fallback xmlns="">
            <p:pic>
              <p:nvPicPr>
                <p:cNvPr id="839" name="Ink 838">
                  <a:extLst>
                    <a:ext uri="{FF2B5EF4-FFF2-40B4-BE49-F238E27FC236}">
                      <a16:creationId xmlns:a16="http://schemas.microsoft.com/office/drawing/2014/main" id="{86E09685-A21D-29CF-A13E-9070C5281141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7436480" y="6098080"/>
                  <a:ext cx="2664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840" name="Ink 839">
                  <a:extLst>
                    <a:ext uri="{FF2B5EF4-FFF2-40B4-BE49-F238E27FC236}">
                      <a16:creationId xmlns:a16="http://schemas.microsoft.com/office/drawing/2014/main" id="{3D021BBA-A8BA-F3C7-9167-44A86800D1E4}"/>
                    </a:ext>
                  </a:extLst>
                </p14:cNvPr>
                <p14:cNvContentPartPr/>
                <p14:nvPr/>
              </p14:nvContentPartPr>
              <p14:xfrm>
                <a:off x="7699280" y="6251800"/>
                <a:ext cx="225000" cy="120240"/>
              </p14:xfrm>
            </p:contentPart>
          </mc:Choice>
          <mc:Fallback xmlns="">
            <p:pic>
              <p:nvPicPr>
                <p:cNvPr id="840" name="Ink 839">
                  <a:extLst>
                    <a:ext uri="{FF2B5EF4-FFF2-40B4-BE49-F238E27FC236}">
                      <a16:creationId xmlns:a16="http://schemas.microsoft.com/office/drawing/2014/main" id="{3D021BBA-A8BA-F3C7-9167-44A86800D1E4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7688480" y="6241360"/>
                  <a:ext cx="2462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841" name="Ink 840">
                  <a:extLst>
                    <a:ext uri="{FF2B5EF4-FFF2-40B4-BE49-F238E27FC236}">
                      <a16:creationId xmlns:a16="http://schemas.microsoft.com/office/drawing/2014/main" id="{C06235FB-3742-9902-2286-FDB1832BDA65}"/>
                    </a:ext>
                  </a:extLst>
                </p14:cNvPr>
                <p14:cNvContentPartPr/>
                <p14:nvPr/>
              </p14:nvContentPartPr>
              <p14:xfrm>
                <a:off x="7983680" y="6169360"/>
                <a:ext cx="7920" cy="192240"/>
              </p14:xfrm>
            </p:contentPart>
          </mc:Choice>
          <mc:Fallback xmlns="">
            <p:pic>
              <p:nvPicPr>
                <p:cNvPr id="841" name="Ink 840">
                  <a:extLst>
                    <a:ext uri="{FF2B5EF4-FFF2-40B4-BE49-F238E27FC236}">
                      <a16:creationId xmlns:a16="http://schemas.microsoft.com/office/drawing/2014/main" id="{C06235FB-3742-9902-2286-FDB1832BDA65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7972880" y="6158920"/>
                  <a:ext cx="291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7">
              <p14:nvContentPartPr>
                <p14:cNvPr id="842" name="Ink 841">
                  <a:extLst>
                    <a:ext uri="{FF2B5EF4-FFF2-40B4-BE49-F238E27FC236}">
                      <a16:creationId xmlns:a16="http://schemas.microsoft.com/office/drawing/2014/main" id="{2D249A3C-2639-5CB9-E8D9-0398F721C621}"/>
                    </a:ext>
                  </a:extLst>
                </p14:cNvPr>
                <p14:cNvContentPartPr/>
                <p14:nvPr/>
              </p14:nvContentPartPr>
              <p14:xfrm>
                <a:off x="7935440" y="6272320"/>
                <a:ext cx="106920" cy="7200"/>
              </p14:xfrm>
            </p:contentPart>
          </mc:Choice>
          <mc:Fallback xmlns="">
            <p:pic>
              <p:nvPicPr>
                <p:cNvPr id="842" name="Ink 841">
                  <a:extLst>
                    <a:ext uri="{FF2B5EF4-FFF2-40B4-BE49-F238E27FC236}">
                      <a16:creationId xmlns:a16="http://schemas.microsoft.com/office/drawing/2014/main" id="{2D249A3C-2639-5CB9-E8D9-0398F721C621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7924640" y="6261520"/>
                  <a:ext cx="128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9">
              <p14:nvContentPartPr>
                <p14:cNvPr id="843" name="Ink 842">
                  <a:extLst>
                    <a:ext uri="{FF2B5EF4-FFF2-40B4-BE49-F238E27FC236}">
                      <a16:creationId xmlns:a16="http://schemas.microsoft.com/office/drawing/2014/main" id="{028410BA-44D3-A5C5-AAEC-85979509C0D9}"/>
                    </a:ext>
                  </a:extLst>
                </p14:cNvPr>
                <p14:cNvContentPartPr/>
                <p14:nvPr/>
              </p14:nvContentPartPr>
              <p14:xfrm>
                <a:off x="8070080" y="6127240"/>
                <a:ext cx="65880" cy="297360"/>
              </p14:xfrm>
            </p:contentPart>
          </mc:Choice>
          <mc:Fallback xmlns="">
            <p:pic>
              <p:nvPicPr>
                <p:cNvPr id="843" name="Ink 842">
                  <a:extLst>
                    <a:ext uri="{FF2B5EF4-FFF2-40B4-BE49-F238E27FC236}">
                      <a16:creationId xmlns:a16="http://schemas.microsoft.com/office/drawing/2014/main" id="{028410BA-44D3-A5C5-AAEC-85979509C0D9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8059280" y="6116440"/>
                  <a:ext cx="87120" cy="31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5" name="Group 854">
            <a:extLst>
              <a:ext uri="{FF2B5EF4-FFF2-40B4-BE49-F238E27FC236}">
                <a16:creationId xmlns:a16="http://schemas.microsoft.com/office/drawing/2014/main" id="{07E95C56-522F-3E63-021F-82B894F7BC93}"/>
              </a:ext>
            </a:extLst>
          </p:cNvPr>
          <p:cNvGrpSpPr/>
          <p:nvPr/>
        </p:nvGrpSpPr>
        <p:grpSpPr>
          <a:xfrm>
            <a:off x="8451320" y="6159280"/>
            <a:ext cx="423360" cy="186120"/>
            <a:chOff x="8451320" y="6159280"/>
            <a:chExt cx="423360" cy="1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846" name="Ink 845">
                  <a:extLst>
                    <a:ext uri="{FF2B5EF4-FFF2-40B4-BE49-F238E27FC236}">
                      <a16:creationId xmlns:a16="http://schemas.microsoft.com/office/drawing/2014/main" id="{048B93CD-FC09-4501-C92D-3241F642580C}"/>
                    </a:ext>
                  </a:extLst>
                </p14:cNvPr>
                <p14:cNvContentPartPr/>
                <p14:nvPr/>
              </p14:nvContentPartPr>
              <p14:xfrm>
                <a:off x="8451320" y="6211120"/>
                <a:ext cx="248400" cy="134280"/>
              </p14:xfrm>
            </p:contentPart>
          </mc:Choice>
          <mc:Fallback xmlns="">
            <p:pic>
              <p:nvPicPr>
                <p:cNvPr id="846" name="Ink 845">
                  <a:extLst>
                    <a:ext uri="{FF2B5EF4-FFF2-40B4-BE49-F238E27FC236}">
                      <a16:creationId xmlns:a16="http://schemas.microsoft.com/office/drawing/2014/main" id="{048B93CD-FC09-4501-C92D-3241F642580C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8440880" y="6200320"/>
                  <a:ext cx="2696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847" name="Ink 846">
                  <a:extLst>
                    <a:ext uri="{FF2B5EF4-FFF2-40B4-BE49-F238E27FC236}">
                      <a16:creationId xmlns:a16="http://schemas.microsoft.com/office/drawing/2014/main" id="{751D946B-2AB6-6093-292C-C7B44699CA27}"/>
                    </a:ext>
                  </a:extLst>
                </p14:cNvPr>
                <p14:cNvContentPartPr/>
                <p14:nvPr/>
              </p14:nvContentPartPr>
              <p14:xfrm>
                <a:off x="8778560" y="6159280"/>
                <a:ext cx="96120" cy="176040"/>
              </p14:xfrm>
            </p:contentPart>
          </mc:Choice>
          <mc:Fallback xmlns="">
            <p:pic>
              <p:nvPicPr>
                <p:cNvPr id="847" name="Ink 846">
                  <a:extLst>
                    <a:ext uri="{FF2B5EF4-FFF2-40B4-BE49-F238E27FC236}">
                      <a16:creationId xmlns:a16="http://schemas.microsoft.com/office/drawing/2014/main" id="{751D946B-2AB6-6093-292C-C7B44699CA27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8768120" y="6148480"/>
                  <a:ext cx="11736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3" name="Group 852">
            <a:extLst>
              <a:ext uri="{FF2B5EF4-FFF2-40B4-BE49-F238E27FC236}">
                <a16:creationId xmlns:a16="http://schemas.microsoft.com/office/drawing/2014/main" id="{586AF5BF-B8AC-14A5-7AD5-5AA733689F42}"/>
              </a:ext>
            </a:extLst>
          </p:cNvPr>
          <p:cNvGrpSpPr/>
          <p:nvPr/>
        </p:nvGrpSpPr>
        <p:grpSpPr>
          <a:xfrm>
            <a:off x="9112640" y="6116800"/>
            <a:ext cx="514800" cy="291960"/>
            <a:chOff x="9112640" y="6116800"/>
            <a:chExt cx="514800" cy="29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848" name="Ink 847">
                  <a:extLst>
                    <a:ext uri="{FF2B5EF4-FFF2-40B4-BE49-F238E27FC236}">
                      <a16:creationId xmlns:a16="http://schemas.microsoft.com/office/drawing/2014/main" id="{12A2B130-D446-167F-883D-CD6DB2FAEF5B}"/>
                    </a:ext>
                  </a:extLst>
                </p14:cNvPr>
                <p14:cNvContentPartPr/>
                <p14:nvPr/>
              </p14:nvContentPartPr>
              <p14:xfrm>
                <a:off x="9112640" y="6208600"/>
                <a:ext cx="70200" cy="200160"/>
              </p14:xfrm>
            </p:contentPart>
          </mc:Choice>
          <mc:Fallback xmlns="">
            <p:pic>
              <p:nvPicPr>
                <p:cNvPr id="848" name="Ink 847">
                  <a:extLst>
                    <a:ext uri="{FF2B5EF4-FFF2-40B4-BE49-F238E27FC236}">
                      <a16:creationId xmlns:a16="http://schemas.microsoft.com/office/drawing/2014/main" id="{12A2B130-D446-167F-883D-CD6DB2FAEF5B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9102200" y="6197800"/>
                  <a:ext cx="914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7">
              <p14:nvContentPartPr>
                <p14:cNvPr id="849" name="Ink 848">
                  <a:extLst>
                    <a:ext uri="{FF2B5EF4-FFF2-40B4-BE49-F238E27FC236}">
                      <a16:creationId xmlns:a16="http://schemas.microsoft.com/office/drawing/2014/main" id="{B7A1D3FA-EF8F-3ECF-120A-43B7FCC8F883}"/>
                    </a:ext>
                  </a:extLst>
                </p14:cNvPr>
                <p14:cNvContentPartPr/>
                <p14:nvPr/>
              </p14:nvContentPartPr>
              <p14:xfrm>
                <a:off x="9249440" y="6249280"/>
                <a:ext cx="64800" cy="73800"/>
              </p14:xfrm>
            </p:contentPart>
          </mc:Choice>
          <mc:Fallback xmlns="">
            <p:pic>
              <p:nvPicPr>
                <p:cNvPr id="849" name="Ink 848">
                  <a:extLst>
                    <a:ext uri="{FF2B5EF4-FFF2-40B4-BE49-F238E27FC236}">
                      <a16:creationId xmlns:a16="http://schemas.microsoft.com/office/drawing/2014/main" id="{B7A1D3FA-EF8F-3ECF-120A-43B7FCC8F883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9239000" y="6238840"/>
                  <a:ext cx="860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9">
              <p14:nvContentPartPr>
                <p14:cNvPr id="850" name="Ink 849">
                  <a:extLst>
                    <a:ext uri="{FF2B5EF4-FFF2-40B4-BE49-F238E27FC236}">
                      <a16:creationId xmlns:a16="http://schemas.microsoft.com/office/drawing/2014/main" id="{310A6691-1FA6-3015-14EE-DA5AC9979C35}"/>
                    </a:ext>
                  </a:extLst>
                </p14:cNvPr>
                <p14:cNvContentPartPr/>
                <p14:nvPr/>
              </p14:nvContentPartPr>
              <p14:xfrm>
                <a:off x="9408560" y="6200320"/>
                <a:ext cx="59040" cy="133560"/>
              </p14:xfrm>
            </p:contentPart>
          </mc:Choice>
          <mc:Fallback xmlns="">
            <p:pic>
              <p:nvPicPr>
                <p:cNvPr id="850" name="Ink 849">
                  <a:extLst>
                    <a:ext uri="{FF2B5EF4-FFF2-40B4-BE49-F238E27FC236}">
                      <a16:creationId xmlns:a16="http://schemas.microsoft.com/office/drawing/2014/main" id="{310A6691-1FA6-3015-14EE-DA5AC9979C35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9398120" y="6189880"/>
                  <a:ext cx="80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1">
              <p14:nvContentPartPr>
                <p14:cNvPr id="851" name="Ink 850">
                  <a:extLst>
                    <a:ext uri="{FF2B5EF4-FFF2-40B4-BE49-F238E27FC236}">
                      <a16:creationId xmlns:a16="http://schemas.microsoft.com/office/drawing/2014/main" id="{7AD3EFC2-AB29-E52F-19CE-292BBCAFA92D}"/>
                    </a:ext>
                  </a:extLst>
                </p14:cNvPr>
                <p14:cNvContentPartPr/>
                <p14:nvPr/>
              </p14:nvContentPartPr>
              <p14:xfrm>
                <a:off x="9553640" y="6116800"/>
                <a:ext cx="73800" cy="225360"/>
              </p14:xfrm>
            </p:contentPart>
          </mc:Choice>
          <mc:Fallback xmlns="">
            <p:pic>
              <p:nvPicPr>
                <p:cNvPr id="851" name="Ink 850">
                  <a:extLst>
                    <a:ext uri="{FF2B5EF4-FFF2-40B4-BE49-F238E27FC236}">
                      <a16:creationId xmlns:a16="http://schemas.microsoft.com/office/drawing/2014/main" id="{7AD3EFC2-AB29-E52F-19CE-292BBCAFA92D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9543200" y="6106360"/>
                  <a:ext cx="9504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1" name="Group 870">
            <a:extLst>
              <a:ext uri="{FF2B5EF4-FFF2-40B4-BE49-F238E27FC236}">
                <a16:creationId xmlns:a16="http://schemas.microsoft.com/office/drawing/2014/main" id="{36747CD9-1E9E-CA4C-2E99-B4C4E2E09D55}"/>
              </a:ext>
            </a:extLst>
          </p:cNvPr>
          <p:cNvGrpSpPr/>
          <p:nvPr/>
        </p:nvGrpSpPr>
        <p:grpSpPr>
          <a:xfrm>
            <a:off x="10022360" y="6072520"/>
            <a:ext cx="1256760" cy="246960"/>
            <a:chOff x="10022360" y="6072520"/>
            <a:chExt cx="1256760" cy="24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3">
              <p14:nvContentPartPr>
                <p14:cNvPr id="856" name="Ink 855">
                  <a:extLst>
                    <a:ext uri="{FF2B5EF4-FFF2-40B4-BE49-F238E27FC236}">
                      <a16:creationId xmlns:a16="http://schemas.microsoft.com/office/drawing/2014/main" id="{A97567A1-D0B0-87E9-D26E-4E39EDB05475}"/>
                    </a:ext>
                  </a:extLst>
                </p14:cNvPr>
                <p14:cNvContentPartPr/>
                <p14:nvPr/>
              </p14:nvContentPartPr>
              <p14:xfrm>
                <a:off x="10022360" y="6196720"/>
                <a:ext cx="172440" cy="117360"/>
              </p14:xfrm>
            </p:contentPart>
          </mc:Choice>
          <mc:Fallback xmlns="">
            <p:pic>
              <p:nvPicPr>
                <p:cNvPr id="856" name="Ink 855">
                  <a:extLst>
                    <a:ext uri="{FF2B5EF4-FFF2-40B4-BE49-F238E27FC236}">
                      <a16:creationId xmlns:a16="http://schemas.microsoft.com/office/drawing/2014/main" id="{A97567A1-D0B0-87E9-D26E-4E39EDB05475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0011920" y="6186280"/>
                  <a:ext cx="1936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5">
              <p14:nvContentPartPr>
                <p14:cNvPr id="857" name="Ink 856">
                  <a:extLst>
                    <a:ext uri="{FF2B5EF4-FFF2-40B4-BE49-F238E27FC236}">
                      <a16:creationId xmlns:a16="http://schemas.microsoft.com/office/drawing/2014/main" id="{E9CA29A3-2B3B-12DF-A33C-CEA3CABE4A39}"/>
                    </a:ext>
                  </a:extLst>
                </p14:cNvPr>
                <p14:cNvContentPartPr/>
                <p14:nvPr/>
              </p14:nvContentPartPr>
              <p14:xfrm>
                <a:off x="10219280" y="6137320"/>
                <a:ext cx="131760" cy="182160"/>
              </p14:xfrm>
            </p:contentPart>
          </mc:Choice>
          <mc:Fallback xmlns="">
            <p:pic>
              <p:nvPicPr>
                <p:cNvPr id="857" name="Ink 856">
                  <a:extLst>
                    <a:ext uri="{FF2B5EF4-FFF2-40B4-BE49-F238E27FC236}">
                      <a16:creationId xmlns:a16="http://schemas.microsoft.com/office/drawing/2014/main" id="{E9CA29A3-2B3B-12DF-A33C-CEA3CABE4A39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0208840" y="6126880"/>
                  <a:ext cx="1530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7">
              <p14:nvContentPartPr>
                <p14:cNvPr id="858" name="Ink 857">
                  <a:extLst>
                    <a:ext uri="{FF2B5EF4-FFF2-40B4-BE49-F238E27FC236}">
                      <a16:creationId xmlns:a16="http://schemas.microsoft.com/office/drawing/2014/main" id="{A89598E3-C4CF-2D59-AAC1-28683F53D02A}"/>
                    </a:ext>
                  </a:extLst>
                </p14:cNvPr>
                <p14:cNvContentPartPr/>
                <p14:nvPr/>
              </p14:nvContentPartPr>
              <p14:xfrm>
                <a:off x="10453640" y="6186640"/>
                <a:ext cx="19440" cy="102960"/>
              </p14:xfrm>
            </p:contentPart>
          </mc:Choice>
          <mc:Fallback xmlns="">
            <p:pic>
              <p:nvPicPr>
                <p:cNvPr id="858" name="Ink 857">
                  <a:extLst>
                    <a:ext uri="{FF2B5EF4-FFF2-40B4-BE49-F238E27FC236}">
                      <a16:creationId xmlns:a16="http://schemas.microsoft.com/office/drawing/2014/main" id="{A89598E3-C4CF-2D59-AAC1-28683F53D02A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10442840" y="6175840"/>
                  <a:ext cx="406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9">
              <p14:nvContentPartPr>
                <p14:cNvPr id="859" name="Ink 858">
                  <a:extLst>
                    <a:ext uri="{FF2B5EF4-FFF2-40B4-BE49-F238E27FC236}">
                      <a16:creationId xmlns:a16="http://schemas.microsoft.com/office/drawing/2014/main" id="{AA8B70AA-8E41-39C9-DC07-F919BF326854}"/>
                    </a:ext>
                  </a:extLst>
                </p14:cNvPr>
                <p14:cNvContentPartPr/>
                <p14:nvPr/>
              </p14:nvContentPartPr>
              <p14:xfrm>
                <a:off x="10466240" y="6104200"/>
                <a:ext cx="360" cy="360"/>
              </p14:xfrm>
            </p:contentPart>
          </mc:Choice>
          <mc:Fallback xmlns="">
            <p:pic>
              <p:nvPicPr>
                <p:cNvPr id="859" name="Ink 858">
                  <a:extLst>
                    <a:ext uri="{FF2B5EF4-FFF2-40B4-BE49-F238E27FC236}">
                      <a16:creationId xmlns:a16="http://schemas.microsoft.com/office/drawing/2014/main" id="{AA8B70AA-8E41-39C9-DC07-F919BF326854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10455800" y="60937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860" name="Ink 859">
                  <a:extLst>
                    <a:ext uri="{FF2B5EF4-FFF2-40B4-BE49-F238E27FC236}">
                      <a16:creationId xmlns:a16="http://schemas.microsoft.com/office/drawing/2014/main" id="{0418BB7D-C812-2889-924C-3083217ED1A7}"/>
                    </a:ext>
                  </a:extLst>
                </p14:cNvPr>
                <p14:cNvContentPartPr/>
                <p14:nvPr/>
              </p14:nvContentPartPr>
              <p14:xfrm>
                <a:off x="10593320" y="6072520"/>
                <a:ext cx="21960" cy="228960"/>
              </p14:xfrm>
            </p:contentPart>
          </mc:Choice>
          <mc:Fallback xmlns="">
            <p:pic>
              <p:nvPicPr>
                <p:cNvPr id="860" name="Ink 859">
                  <a:extLst>
                    <a:ext uri="{FF2B5EF4-FFF2-40B4-BE49-F238E27FC236}">
                      <a16:creationId xmlns:a16="http://schemas.microsoft.com/office/drawing/2014/main" id="{0418BB7D-C812-2889-924C-3083217ED1A7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10582520" y="6061720"/>
                  <a:ext cx="432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2">
              <p14:nvContentPartPr>
                <p14:cNvPr id="861" name="Ink 860">
                  <a:extLst>
                    <a:ext uri="{FF2B5EF4-FFF2-40B4-BE49-F238E27FC236}">
                      <a16:creationId xmlns:a16="http://schemas.microsoft.com/office/drawing/2014/main" id="{F5E4360F-8163-0DAD-C52F-C889944F25F3}"/>
                    </a:ext>
                  </a:extLst>
                </p14:cNvPr>
                <p14:cNvContentPartPr/>
                <p14:nvPr/>
              </p14:nvContentPartPr>
              <p14:xfrm>
                <a:off x="10671080" y="6086560"/>
                <a:ext cx="116640" cy="199440"/>
              </p14:xfrm>
            </p:contentPart>
          </mc:Choice>
          <mc:Fallback xmlns="">
            <p:pic>
              <p:nvPicPr>
                <p:cNvPr id="861" name="Ink 860">
                  <a:extLst>
                    <a:ext uri="{FF2B5EF4-FFF2-40B4-BE49-F238E27FC236}">
                      <a16:creationId xmlns:a16="http://schemas.microsoft.com/office/drawing/2014/main" id="{F5E4360F-8163-0DAD-C52F-C889944F25F3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10660640" y="6076120"/>
                  <a:ext cx="1378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862" name="Ink 861">
                  <a:extLst>
                    <a:ext uri="{FF2B5EF4-FFF2-40B4-BE49-F238E27FC236}">
                      <a16:creationId xmlns:a16="http://schemas.microsoft.com/office/drawing/2014/main" id="{9EF2D5B2-7F0F-AE2E-680C-424C7B8430C2}"/>
                    </a:ext>
                  </a:extLst>
                </p14:cNvPr>
                <p14:cNvContentPartPr/>
                <p14:nvPr/>
              </p14:nvContentPartPr>
              <p14:xfrm>
                <a:off x="10882400" y="6148840"/>
                <a:ext cx="111960" cy="114840"/>
              </p14:xfrm>
            </p:contentPart>
          </mc:Choice>
          <mc:Fallback xmlns="">
            <p:pic>
              <p:nvPicPr>
                <p:cNvPr id="862" name="Ink 861">
                  <a:extLst>
                    <a:ext uri="{FF2B5EF4-FFF2-40B4-BE49-F238E27FC236}">
                      <a16:creationId xmlns:a16="http://schemas.microsoft.com/office/drawing/2014/main" id="{9EF2D5B2-7F0F-AE2E-680C-424C7B8430C2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10871960" y="6138400"/>
                  <a:ext cx="1332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6">
              <p14:nvContentPartPr>
                <p14:cNvPr id="863" name="Ink 862">
                  <a:extLst>
                    <a:ext uri="{FF2B5EF4-FFF2-40B4-BE49-F238E27FC236}">
                      <a16:creationId xmlns:a16="http://schemas.microsoft.com/office/drawing/2014/main" id="{C182A402-BB1F-4D94-E079-B7F56A939752}"/>
                    </a:ext>
                  </a:extLst>
                </p14:cNvPr>
                <p14:cNvContentPartPr/>
                <p14:nvPr/>
              </p14:nvContentPartPr>
              <p14:xfrm>
                <a:off x="11065280" y="6171160"/>
                <a:ext cx="46080" cy="72000"/>
              </p14:xfrm>
            </p:contentPart>
          </mc:Choice>
          <mc:Fallback xmlns="">
            <p:pic>
              <p:nvPicPr>
                <p:cNvPr id="863" name="Ink 862">
                  <a:extLst>
                    <a:ext uri="{FF2B5EF4-FFF2-40B4-BE49-F238E27FC236}">
                      <a16:creationId xmlns:a16="http://schemas.microsoft.com/office/drawing/2014/main" id="{C182A402-BB1F-4D94-E079-B7F56A939752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11054840" y="6160360"/>
                  <a:ext cx="673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8">
              <p14:nvContentPartPr>
                <p14:cNvPr id="864" name="Ink 863">
                  <a:extLst>
                    <a:ext uri="{FF2B5EF4-FFF2-40B4-BE49-F238E27FC236}">
                      <a16:creationId xmlns:a16="http://schemas.microsoft.com/office/drawing/2014/main" id="{9E53FD3C-E729-49BD-76D6-2DEAEF59C2B8}"/>
                    </a:ext>
                  </a:extLst>
                </p14:cNvPr>
                <p14:cNvContentPartPr/>
                <p14:nvPr/>
              </p14:nvContentPartPr>
              <p14:xfrm>
                <a:off x="11202440" y="6156040"/>
                <a:ext cx="76680" cy="95040"/>
              </p14:xfrm>
            </p:contentPart>
          </mc:Choice>
          <mc:Fallback xmlns="">
            <p:pic>
              <p:nvPicPr>
                <p:cNvPr id="864" name="Ink 863">
                  <a:extLst>
                    <a:ext uri="{FF2B5EF4-FFF2-40B4-BE49-F238E27FC236}">
                      <a16:creationId xmlns:a16="http://schemas.microsoft.com/office/drawing/2014/main" id="{9E53FD3C-E729-49BD-76D6-2DEAEF59C2B8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11191640" y="6145240"/>
                  <a:ext cx="9792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9" name="Group 868">
            <a:extLst>
              <a:ext uri="{FF2B5EF4-FFF2-40B4-BE49-F238E27FC236}">
                <a16:creationId xmlns:a16="http://schemas.microsoft.com/office/drawing/2014/main" id="{964F61F5-820A-52EB-BC07-5DFB7755B353}"/>
              </a:ext>
            </a:extLst>
          </p:cNvPr>
          <p:cNvGrpSpPr/>
          <p:nvPr/>
        </p:nvGrpSpPr>
        <p:grpSpPr>
          <a:xfrm>
            <a:off x="11545160" y="6034720"/>
            <a:ext cx="336240" cy="248400"/>
            <a:chOff x="11545160" y="6034720"/>
            <a:chExt cx="33624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0">
              <p14:nvContentPartPr>
                <p14:cNvPr id="865" name="Ink 864">
                  <a:extLst>
                    <a:ext uri="{FF2B5EF4-FFF2-40B4-BE49-F238E27FC236}">
                      <a16:creationId xmlns:a16="http://schemas.microsoft.com/office/drawing/2014/main" id="{4648AD34-A861-B6AE-FDF4-047663079A50}"/>
                    </a:ext>
                  </a:extLst>
                </p14:cNvPr>
                <p14:cNvContentPartPr/>
                <p14:nvPr/>
              </p14:nvContentPartPr>
              <p14:xfrm>
                <a:off x="11574320" y="6034720"/>
                <a:ext cx="25920" cy="248400"/>
              </p14:xfrm>
            </p:contentPart>
          </mc:Choice>
          <mc:Fallback xmlns="">
            <p:pic>
              <p:nvPicPr>
                <p:cNvPr id="865" name="Ink 864">
                  <a:extLst>
                    <a:ext uri="{FF2B5EF4-FFF2-40B4-BE49-F238E27FC236}">
                      <a16:creationId xmlns:a16="http://schemas.microsoft.com/office/drawing/2014/main" id="{4648AD34-A861-B6AE-FDF4-047663079A50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11563880" y="6023920"/>
                  <a:ext cx="471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2">
              <p14:nvContentPartPr>
                <p14:cNvPr id="866" name="Ink 865">
                  <a:extLst>
                    <a:ext uri="{FF2B5EF4-FFF2-40B4-BE49-F238E27FC236}">
                      <a16:creationId xmlns:a16="http://schemas.microsoft.com/office/drawing/2014/main" id="{F67B6948-24D5-13F3-D576-977A20A114FA}"/>
                    </a:ext>
                  </a:extLst>
                </p14:cNvPr>
                <p14:cNvContentPartPr/>
                <p14:nvPr/>
              </p14:nvContentPartPr>
              <p14:xfrm>
                <a:off x="11545160" y="6165040"/>
                <a:ext cx="180000" cy="74520"/>
              </p14:xfrm>
            </p:contentPart>
          </mc:Choice>
          <mc:Fallback xmlns="">
            <p:pic>
              <p:nvPicPr>
                <p:cNvPr id="866" name="Ink 865">
                  <a:extLst>
                    <a:ext uri="{FF2B5EF4-FFF2-40B4-BE49-F238E27FC236}">
                      <a16:creationId xmlns:a16="http://schemas.microsoft.com/office/drawing/2014/main" id="{F67B6948-24D5-13F3-D576-977A20A114FA}"/>
                    </a:ext>
                  </a:extLst>
                </p:cNvPr>
                <p:cNvPicPr/>
                <p:nvPr/>
              </p:nvPicPr>
              <p:blipFill>
                <a:blip r:embed="rId853"/>
                <a:stretch>
                  <a:fillRect/>
                </a:stretch>
              </p:blipFill>
              <p:spPr>
                <a:xfrm>
                  <a:off x="11534360" y="6154600"/>
                  <a:ext cx="2012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4">
              <p14:nvContentPartPr>
                <p14:cNvPr id="867" name="Ink 866">
                  <a:extLst>
                    <a:ext uri="{FF2B5EF4-FFF2-40B4-BE49-F238E27FC236}">
                      <a16:creationId xmlns:a16="http://schemas.microsoft.com/office/drawing/2014/main" id="{0F758324-9AD7-290F-C088-CACFFDF88ABE}"/>
                    </a:ext>
                  </a:extLst>
                </p14:cNvPr>
                <p14:cNvContentPartPr/>
                <p14:nvPr/>
              </p14:nvContentPartPr>
              <p14:xfrm>
                <a:off x="11786360" y="6175120"/>
                <a:ext cx="95040" cy="58680"/>
              </p14:xfrm>
            </p:contentPart>
          </mc:Choice>
          <mc:Fallback xmlns="">
            <p:pic>
              <p:nvPicPr>
                <p:cNvPr id="867" name="Ink 866">
                  <a:extLst>
                    <a:ext uri="{FF2B5EF4-FFF2-40B4-BE49-F238E27FC236}">
                      <a16:creationId xmlns:a16="http://schemas.microsoft.com/office/drawing/2014/main" id="{0F758324-9AD7-290F-C088-CACFFDF88ABE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11775560" y="6164680"/>
                  <a:ext cx="11628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3" name="Group 882">
            <a:extLst>
              <a:ext uri="{FF2B5EF4-FFF2-40B4-BE49-F238E27FC236}">
                <a16:creationId xmlns:a16="http://schemas.microsoft.com/office/drawing/2014/main" id="{AC0C2564-C474-46E9-0A43-B7BD4AD9D6B2}"/>
              </a:ext>
            </a:extLst>
          </p:cNvPr>
          <p:cNvGrpSpPr/>
          <p:nvPr/>
        </p:nvGrpSpPr>
        <p:grpSpPr>
          <a:xfrm>
            <a:off x="6580040" y="6561760"/>
            <a:ext cx="808560" cy="212400"/>
            <a:chOff x="6580040" y="6561760"/>
            <a:chExt cx="808560" cy="21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6">
              <p14:nvContentPartPr>
                <p14:cNvPr id="872" name="Ink 871">
                  <a:extLst>
                    <a:ext uri="{FF2B5EF4-FFF2-40B4-BE49-F238E27FC236}">
                      <a16:creationId xmlns:a16="http://schemas.microsoft.com/office/drawing/2014/main" id="{F3AA701B-2AD1-2F9F-7411-653C18ADDE89}"/>
                    </a:ext>
                  </a:extLst>
                </p14:cNvPr>
                <p14:cNvContentPartPr/>
                <p14:nvPr/>
              </p14:nvContentPartPr>
              <p14:xfrm>
                <a:off x="6580040" y="6561760"/>
                <a:ext cx="122040" cy="212400"/>
              </p14:xfrm>
            </p:contentPart>
          </mc:Choice>
          <mc:Fallback xmlns="">
            <p:pic>
              <p:nvPicPr>
                <p:cNvPr id="872" name="Ink 871">
                  <a:extLst>
                    <a:ext uri="{FF2B5EF4-FFF2-40B4-BE49-F238E27FC236}">
                      <a16:creationId xmlns:a16="http://schemas.microsoft.com/office/drawing/2014/main" id="{F3AA701B-2AD1-2F9F-7411-653C18ADDE89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6569600" y="6551320"/>
                  <a:ext cx="1432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8">
              <p14:nvContentPartPr>
                <p14:cNvPr id="873" name="Ink 872">
                  <a:extLst>
                    <a:ext uri="{FF2B5EF4-FFF2-40B4-BE49-F238E27FC236}">
                      <a16:creationId xmlns:a16="http://schemas.microsoft.com/office/drawing/2014/main" id="{68911569-E9DE-AAFC-8F48-731832187BD2}"/>
                    </a:ext>
                  </a:extLst>
                </p14:cNvPr>
                <p14:cNvContentPartPr/>
                <p14:nvPr/>
              </p14:nvContentPartPr>
              <p14:xfrm>
                <a:off x="6652040" y="6710800"/>
                <a:ext cx="141120" cy="40320"/>
              </p14:xfrm>
            </p:contentPart>
          </mc:Choice>
          <mc:Fallback xmlns="">
            <p:pic>
              <p:nvPicPr>
                <p:cNvPr id="873" name="Ink 872">
                  <a:extLst>
                    <a:ext uri="{FF2B5EF4-FFF2-40B4-BE49-F238E27FC236}">
                      <a16:creationId xmlns:a16="http://schemas.microsoft.com/office/drawing/2014/main" id="{68911569-E9DE-AAFC-8F48-731832187BD2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6641600" y="6700360"/>
                  <a:ext cx="162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0">
              <p14:nvContentPartPr>
                <p14:cNvPr id="874" name="Ink 873">
                  <a:extLst>
                    <a:ext uri="{FF2B5EF4-FFF2-40B4-BE49-F238E27FC236}">
                      <a16:creationId xmlns:a16="http://schemas.microsoft.com/office/drawing/2014/main" id="{21F1F042-2F7F-4FCC-552D-36FB96683C6B}"/>
                    </a:ext>
                  </a:extLst>
                </p14:cNvPr>
                <p14:cNvContentPartPr/>
                <p14:nvPr/>
              </p14:nvContentPartPr>
              <p14:xfrm>
                <a:off x="6831680" y="6615040"/>
                <a:ext cx="63360" cy="114480"/>
              </p14:xfrm>
            </p:contentPart>
          </mc:Choice>
          <mc:Fallback xmlns="">
            <p:pic>
              <p:nvPicPr>
                <p:cNvPr id="874" name="Ink 873">
                  <a:extLst>
                    <a:ext uri="{FF2B5EF4-FFF2-40B4-BE49-F238E27FC236}">
                      <a16:creationId xmlns:a16="http://schemas.microsoft.com/office/drawing/2014/main" id="{21F1F042-2F7F-4FCC-552D-36FB96683C6B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6820880" y="6604240"/>
                  <a:ext cx="84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2">
              <p14:nvContentPartPr>
                <p14:cNvPr id="875" name="Ink 874">
                  <a:extLst>
                    <a:ext uri="{FF2B5EF4-FFF2-40B4-BE49-F238E27FC236}">
                      <a16:creationId xmlns:a16="http://schemas.microsoft.com/office/drawing/2014/main" id="{37654B34-5596-2EE5-C718-56F513F16B69}"/>
                    </a:ext>
                  </a:extLst>
                </p14:cNvPr>
                <p14:cNvContentPartPr/>
                <p14:nvPr/>
              </p14:nvContentPartPr>
              <p14:xfrm>
                <a:off x="6969560" y="6633400"/>
                <a:ext cx="38520" cy="92880"/>
              </p14:xfrm>
            </p:contentPart>
          </mc:Choice>
          <mc:Fallback xmlns="">
            <p:pic>
              <p:nvPicPr>
                <p:cNvPr id="875" name="Ink 874">
                  <a:extLst>
                    <a:ext uri="{FF2B5EF4-FFF2-40B4-BE49-F238E27FC236}">
                      <a16:creationId xmlns:a16="http://schemas.microsoft.com/office/drawing/2014/main" id="{37654B34-5596-2EE5-C718-56F513F16B69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6958760" y="6622600"/>
                  <a:ext cx="597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4">
              <p14:nvContentPartPr>
                <p14:cNvPr id="876" name="Ink 875">
                  <a:extLst>
                    <a:ext uri="{FF2B5EF4-FFF2-40B4-BE49-F238E27FC236}">
                      <a16:creationId xmlns:a16="http://schemas.microsoft.com/office/drawing/2014/main" id="{5ED7DB71-C145-BFBD-2ADA-3DC0FABA2B25}"/>
                    </a:ext>
                  </a:extLst>
                </p14:cNvPr>
                <p14:cNvContentPartPr/>
                <p14:nvPr/>
              </p14:nvContentPartPr>
              <p14:xfrm>
                <a:off x="7132280" y="6596680"/>
                <a:ext cx="84960" cy="95400"/>
              </p14:xfrm>
            </p:contentPart>
          </mc:Choice>
          <mc:Fallback xmlns="">
            <p:pic>
              <p:nvPicPr>
                <p:cNvPr id="876" name="Ink 875">
                  <a:extLst>
                    <a:ext uri="{FF2B5EF4-FFF2-40B4-BE49-F238E27FC236}">
                      <a16:creationId xmlns:a16="http://schemas.microsoft.com/office/drawing/2014/main" id="{5ED7DB71-C145-BFBD-2ADA-3DC0FABA2B25}"/>
                    </a:ext>
                  </a:extLst>
                </p:cNvPr>
                <p:cNvPicPr/>
                <p:nvPr/>
              </p:nvPicPr>
              <p:blipFill>
                <a:blip r:embed="rId865"/>
                <a:stretch>
                  <a:fillRect/>
                </a:stretch>
              </p:blipFill>
              <p:spPr>
                <a:xfrm>
                  <a:off x="7121840" y="6586240"/>
                  <a:ext cx="106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6">
              <p14:nvContentPartPr>
                <p14:cNvPr id="877" name="Ink 876">
                  <a:extLst>
                    <a:ext uri="{FF2B5EF4-FFF2-40B4-BE49-F238E27FC236}">
                      <a16:creationId xmlns:a16="http://schemas.microsoft.com/office/drawing/2014/main" id="{E44549D7-B0A4-3DB6-1FDE-B6095D093709}"/>
                    </a:ext>
                  </a:extLst>
                </p14:cNvPr>
                <p14:cNvContentPartPr/>
                <p14:nvPr/>
              </p14:nvContentPartPr>
              <p14:xfrm>
                <a:off x="7366640" y="6613600"/>
                <a:ext cx="21960" cy="102240"/>
              </p14:xfrm>
            </p:contentPart>
          </mc:Choice>
          <mc:Fallback xmlns="">
            <p:pic>
              <p:nvPicPr>
                <p:cNvPr id="877" name="Ink 876">
                  <a:extLst>
                    <a:ext uri="{FF2B5EF4-FFF2-40B4-BE49-F238E27FC236}">
                      <a16:creationId xmlns:a16="http://schemas.microsoft.com/office/drawing/2014/main" id="{E44549D7-B0A4-3DB6-1FDE-B6095D093709}"/>
                    </a:ext>
                  </a:extLst>
                </p:cNvPr>
                <p:cNvPicPr/>
                <p:nvPr/>
              </p:nvPicPr>
              <p:blipFill>
                <a:blip r:embed="rId867"/>
                <a:stretch>
                  <a:fillRect/>
                </a:stretch>
              </p:blipFill>
              <p:spPr>
                <a:xfrm>
                  <a:off x="7356200" y="6602800"/>
                  <a:ext cx="4320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1" name="Group 880">
            <a:extLst>
              <a:ext uri="{FF2B5EF4-FFF2-40B4-BE49-F238E27FC236}">
                <a16:creationId xmlns:a16="http://schemas.microsoft.com/office/drawing/2014/main" id="{E7BF6638-44E3-B320-D108-120603119810}"/>
              </a:ext>
            </a:extLst>
          </p:cNvPr>
          <p:cNvGrpSpPr/>
          <p:nvPr/>
        </p:nvGrpSpPr>
        <p:grpSpPr>
          <a:xfrm>
            <a:off x="7626920" y="6580840"/>
            <a:ext cx="23760" cy="194400"/>
            <a:chOff x="7626920" y="6580840"/>
            <a:chExt cx="2376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8">
              <p14:nvContentPartPr>
                <p14:cNvPr id="878" name="Ink 877">
                  <a:extLst>
                    <a:ext uri="{FF2B5EF4-FFF2-40B4-BE49-F238E27FC236}">
                      <a16:creationId xmlns:a16="http://schemas.microsoft.com/office/drawing/2014/main" id="{9CEFCAF1-EBCC-1361-2CF6-6EAF43DB1B8D}"/>
                    </a:ext>
                  </a:extLst>
                </p14:cNvPr>
                <p14:cNvContentPartPr/>
                <p14:nvPr/>
              </p14:nvContentPartPr>
              <p14:xfrm>
                <a:off x="7629440" y="6658240"/>
                <a:ext cx="21240" cy="117000"/>
              </p14:xfrm>
            </p:contentPart>
          </mc:Choice>
          <mc:Fallback xmlns="">
            <p:pic>
              <p:nvPicPr>
                <p:cNvPr id="878" name="Ink 877">
                  <a:extLst>
                    <a:ext uri="{FF2B5EF4-FFF2-40B4-BE49-F238E27FC236}">
                      <a16:creationId xmlns:a16="http://schemas.microsoft.com/office/drawing/2014/main" id="{9CEFCAF1-EBCC-1361-2CF6-6EAF43DB1B8D}"/>
                    </a:ext>
                  </a:extLst>
                </p:cNvPr>
                <p:cNvPicPr/>
                <p:nvPr/>
              </p:nvPicPr>
              <p:blipFill>
                <a:blip r:embed="rId869"/>
                <a:stretch>
                  <a:fillRect/>
                </a:stretch>
              </p:blipFill>
              <p:spPr>
                <a:xfrm>
                  <a:off x="7619000" y="6647800"/>
                  <a:ext cx="424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0">
              <p14:nvContentPartPr>
                <p14:cNvPr id="879" name="Ink 878">
                  <a:extLst>
                    <a:ext uri="{FF2B5EF4-FFF2-40B4-BE49-F238E27FC236}">
                      <a16:creationId xmlns:a16="http://schemas.microsoft.com/office/drawing/2014/main" id="{0E587530-A989-F83B-EA58-5AC86C6A9DFA}"/>
                    </a:ext>
                  </a:extLst>
                </p14:cNvPr>
                <p14:cNvContentPartPr/>
                <p14:nvPr/>
              </p14:nvContentPartPr>
              <p14:xfrm>
                <a:off x="7626920" y="6580840"/>
                <a:ext cx="360" cy="360"/>
              </p14:xfrm>
            </p:contentPart>
          </mc:Choice>
          <mc:Fallback xmlns="">
            <p:pic>
              <p:nvPicPr>
                <p:cNvPr id="879" name="Ink 878">
                  <a:extLst>
                    <a:ext uri="{FF2B5EF4-FFF2-40B4-BE49-F238E27FC236}">
                      <a16:creationId xmlns:a16="http://schemas.microsoft.com/office/drawing/2014/main" id="{0E587530-A989-F83B-EA58-5AC86C6A9DFA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7616120" y="65700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4" name="Group 903">
            <a:extLst>
              <a:ext uri="{FF2B5EF4-FFF2-40B4-BE49-F238E27FC236}">
                <a16:creationId xmlns:a16="http://schemas.microsoft.com/office/drawing/2014/main" id="{53AFDF4B-182C-4341-B005-DBEF50153327}"/>
              </a:ext>
            </a:extLst>
          </p:cNvPr>
          <p:cNvGrpSpPr/>
          <p:nvPr/>
        </p:nvGrpSpPr>
        <p:grpSpPr>
          <a:xfrm>
            <a:off x="7833920" y="6510640"/>
            <a:ext cx="122400" cy="294120"/>
            <a:chOff x="7833920" y="6510640"/>
            <a:chExt cx="12240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1">
              <p14:nvContentPartPr>
                <p14:cNvPr id="884" name="Ink 883">
                  <a:extLst>
                    <a:ext uri="{FF2B5EF4-FFF2-40B4-BE49-F238E27FC236}">
                      <a16:creationId xmlns:a16="http://schemas.microsoft.com/office/drawing/2014/main" id="{84C77D53-1B60-0242-75FE-F316D5A7CE08}"/>
                    </a:ext>
                  </a:extLst>
                </p14:cNvPr>
                <p14:cNvContentPartPr/>
                <p14:nvPr/>
              </p14:nvContentPartPr>
              <p14:xfrm>
                <a:off x="7851560" y="6510640"/>
                <a:ext cx="101520" cy="294120"/>
              </p14:xfrm>
            </p:contentPart>
          </mc:Choice>
          <mc:Fallback xmlns="">
            <p:pic>
              <p:nvPicPr>
                <p:cNvPr id="884" name="Ink 883">
                  <a:extLst>
                    <a:ext uri="{FF2B5EF4-FFF2-40B4-BE49-F238E27FC236}">
                      <a16:creationId xmlns:a16="http://schemas.microsoft.com/office/drawing/2014/main" id="{84C77D53-1B60-0242-75FE-F316D5A7CE08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7840760" y="6500200"/>
                  <a:ext cx="1227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3">
              <p14:nvContentPartPr>
                <p14:cNvPr id="885" name="Ink 884">
                  <a:extLst>
                    <a:ext uri="{FF2B5EF4-FFF2-40B4-BE49-F238E27FC236}">
                      <a16:creationId xmlns:a16="http://schemas.microsoft.com/office/drawing/2014/main" id="{D0CBEF46-79BD-9A68-E4BF-23E5BE66E435}"/>
                    </a:ext>
                  </a:extLst>
                </p14:cNvPr>
                <p14:cNvContentPartPr/>
                <p14:nvPr/>
              </p14:nvContentPartPr>
              <p14:xfrm>
                <a:off x="7833920" y="6728080"/>
                <a:ext cx="122400" cy="32400"/>
              </p14:xfrm>
            </p:contentPart>
          </mc:Choice>
          <mc:Fallback xmlns="">
            <p:pic>
              <p:nvPicPr>
                <p:cNvPr id="885" name="Ink 884">
                  <a:extLst>
                    <a:ext uri="{FF2B5EF4-FFF2-40B4-BE49-F238E27FC236}">
                      <a16:creationId xmlns:a16="http://schemas.microsoft.com/office/drawing/2014/main" id="{D0CBEF46-79BD-9A68-E4BF-23E5BE66E435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7823120" y="6717280"/>
                  <a:ext cx="14364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2" name="Group 901">
            <a:extLst>
              <a:ext uri="{FF2B5EF4-FFF2-40B4-BE49-F238E27FC236}">
                <a16:creationId xmlns:a16="http://schemas.microsoft.com/office/drawing/2014/main" id="{96F18A66-28C7-89F5-1BDA-2CAFA45CCD24}"/>
              </a:ext>
            </a:extLst>
          </p:cNvPr>
          <p:cNvGrpSpPr/>
          <p:nvPr/>
        </p:nvGrpSpPr>
        <p:grpSpPr>
          <a:xfrm>
            <a:off x="8402360" y="6529360"/>
            <a:ext cx="248040" cy="253800"/>
            <a:chOff x="8402360" y="6529360"/>
            <a:chExt cx="24804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5">
              <p14:nvContentPartPr>
                <p14:cNvPr id="886" name="Ink 885">
                  <a:extLst>
                    <a:ext uri="{FF2B5EF4-FFF2-40B4-BE49-F238E27FC236}">
                      <a16:creationId xmlns:a16="http://schemas.microsoft.com/office/drawing/2014/main" id="{7B080730-7078-A2E9-7774-1BC69B88A986}"/>
                    </a:ext>
                  </a:extLst>
                </p14:cNvPr>
                <p14:cNvContentPartPr/>
                <p14:nvPr/>
              </p14:nvContentPartPr>
              <p14:xfrm>
                <a:off x="8426480" y="6690280"/>
                <a:ext cx="157680" cy="14040"/>
              </p14:xfrm>
            </p:contentPart>
          </mc:Choice>
          <mc:Fallback xmlns="">
            <p:pic>
              <p:nvPicPr>
                <p:cNvPr id="886" name="Ink 885">
                  <a:extLst>
                    <a:ext uri="{FF2B5EF4-FFF2-40B4-BE49-F238E27FC236}">
                      <a16:creationId xmlns:a16="http://schemas.microsoft.com/office/drawing/2014/main" id="{7B080730-7078-A2E9-7774-1BC69B88A986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8416040" y="6679840"/>
                  <a:ext cx="178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7">
              <p14:nvContentPartPr>
                <p14:cNvPr id="887" name="Ink 886">
                  <a:extLst>
                    <a:ext uri="{FF2B5EF4-FFF2-40B4-BE49-F238E27FC236}">
                      <a16:creationId xmlns:a16="http://schemas.microsoft.com/office/drawing/2014/main" id="{0BE6C730-7884-0B84-63C3-9195723C7710}"/>
                    </a:ext>
                  </a:extLst>
                </p14:cNvPr>
                <p14:cNvContentPartPr/>
                <p14:nvPr/>
              </p14:nvContentPartPr>
              <p14:xfrm>
                <a:off x="8402360" y="6629800"/>
                <a:ext cx="198360" cy="10440"/>
              </p14:xfrm>
            </p:contentPart>
          </mc:Choice>
          <mc:Fallback xmlns="">
            <p:pic>
              <p:nvPicPr>
                <p:cNvPr id="887" name="Ink 886">
                  <a:extLst>
                    <a:ext uri="{FF2B5EF4-FFF2-40B4-BE49-F238E27FC236}">
                      <a16:creationId xmlns:a16="http://schemas.microsoft.com/office/drawing/2014/main" id="{0BE6C730-7884-0B84-63C3-9195723C7710}"/>
                    </a:ext>
                  </a:extLst>
                </p:cNvPr>
                <p:cNvPicPr/>
                <p:nvPr/>
              </p:nvPicPr>
              <p:blipFill>
                <a:blip r:embed="rId878"/>
                <a:stretch>
                  <a:fillRect/>
                </a:stretch>
              </p:blipFill>
              <p:spPr>
                <a:xfrm>
                  <a:off x="8391920" y="6619360"/>
                  <a:ext cx="2196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9">
              <p14:nvContentPartPr>
                <p14:cNvPr id="888" name="Ink 887">
                  <a:extLst>
                    <a:ext uri="{FF2B5EF4-FFF2-40B4-BE49-F238E27FC236}">
                      <a16:creationId xmlns:a16="http://schemas.microsoft.com/office/drawing/2014/main" id="{6E40DB05-F7B8-487F-C28B-FD9A165A323E}"/>
                    </a:ext>
                  </a:extLst>
                </p14:cNvPr>
                <p14:cNvContentPartPr/>
                <p14:nvPr/>
              </p14:nvContentPartPr>
              <p14:xfrm>
                <a:off x="8477240" y="6529360"/>
                <a:ext cx="173160" cy="253800"/>
              </p14:xfrm>
            </p:contentPart>
          </mc:Choice>
          <mc:Fallback xmlns="">
            <p:pic>
              <p:nvPicPr>
                <p:cNvPr id="888" name="Ink 887">
                  <a:extLst>
                    <a:ext uri="{FF2B5EF4-FFF2-40B4-BE49-F238E27FC236}">
                      <a16:creationId xmlns:a16="http://schemas.microsoft.com/office/drawing/2014/main" id="{6E40DB05-F7B8-487F-C28B-FD9A165A323E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8466800" y="6518560"/>
                  <a:ext cx="194400" cy="27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1">
            <p14:nvContentPartPr>
              <p14:cNvPr id="889" name="Ink 888">
                <a:extLst>
                  <a:ext uri="{FF2B5EF4-FFF2-40B4-BE49-F238E27FC236}">
                    <a16:creationId xmlns:a16="http://schemas.microsoft.com/office/drawing/2014/main" id="{17F483C6-4098-7C5F-B148-0A92016E43C2}"/>
                  </a:ext>
                </a:extLst>
              </p14:cNvPr>
              <p14:cNvContentPartPr/>
              <p14:nvPr/>
            </p14:nvContentPartPr>
            <p14:xfrm>
              <a:off x="9009320" y="6586240"/>
              <a:ext cx="83880" cy="153720"/>
            </p14:xfrm>
          </p:contentPart>
        </mc:Choice>
        <mc:Fallback xmlns="">
          <p:pic>
            <p:nvPicPr>
              <p:cNvPr id="889" name="Ink 888">
                <a:extLst>
                  <a:ext uri="{FF2B5EF4-FFF2-40B4-BE49-F238E27FC236}">
                    <a16:creationId xmlns:a16="http://schemas.microsoft.com/office/drawing/2014/main" id="{17F483C6-4098-7C5F-B148-0A92016E43C2}"/>
                  </a:ext>
                </a:extLst>
              </p:cNvPr>
              <p:cNvPicPr/>
              <p:nvPr/>
            </p:nvPicPr>
            <p:blipFill>
              <a:blip r:embed="rId882"/>
              <a:stretch>
                <a:fillRect/>
              </a:stretch>
            </p:blipFill>
            <p:spPr>
              <a:xfrm>
                <a:off x="8998880" y="6575440"/>
                <a:ext cx="1051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3">
            <p14:nvContentPartPr>
              <p14:cNvPr id="890" name="Ink 889">
                <a:extLst>
                  <a:ext uri="{FF2B5EF4-FFF2-40B4-BE49-F238E27FC236}">
                    <a16:creationId xmlns:a16="http://schemas.microsoft.com/office/drawing/2014/main" id="{07946530-4B65-E32E-74F3-7A05561A7A3D}"/>
                  </a:ext>
                </a:extLst>
              </p14:cNvPr>
              <p14:cNvContentPartPr/>
              <p14:nvPr/>
            </p14:nvContentPartPr>
            <p14:xfrm>
              <a:off x="9180680" y="6641320"/>
              <a:ext cx="58320" cy="87480"/>
            </p14:xfrm>
          </p:contentPart>
        </mc:Choice>
        <mc:Fallback xmlns="">
          <p:pic>
            <p:nvPicPr>
              <p:cNvPr id="890" name="Ink 889">
                <a:extLst>
                  <a:ext uri="{FF2B5EF4-FFF2-40B4-BE49-F238E27FC236}">
                    <a16:creationId xmlns:a16="http://schemas.microsoft.com/office/drawing/2014/main" id="{07946530-4B65-E32E-74F3-7A05561A7A3D}"/>
                  </a:ext>
                </a:extLst>
              </p:cNvPr>
              <p:cNvPicPr/>
              <p:nvPr/>
            </p:nvPicPr>
            <p:blipFill>
              <a:blip r:embed="rId884"/>
              <a:stretch>
                <a:fillRect/>
              </a:stretch>
            </p:blipFill>
            <p:spPr>
              <a:xfrm>
                <a:off x="9170240" y="6630520"/>
                <a:ext cx="7956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5">
            <p14:nvContentPartPr>
              <p14:cNvPr id="891" name="Ink 890">
                <a:extLst>
                  <a:ext uri="{FF2B5EF4-FFF2-40B4-BE49-F238E27FC236}">
                    <a16:creationId xmlns:a16="http://schemas.microsoft.com/office/drawing/2014/main" id="{9B3F9241-AD9B-AF23-0F20-4D7D2763A04D}"/>
                  </a:ext>
                </a:extLst>
              </p14:cNvPr>
              <p14:cNvContentPartPr/>
              <p14:nvPr/>
            </p14:nvContentPartPr>
            <p14:xfrm>
              <a:off x="9332960" y="6485800"/>
              <a:ext cx="23040" cy="258480"/>
            </p14:xfrm>
          </p:contentPart>
        </mc:Choice>
        <mc:Fallback xmlns="">
          <p:pic>
            <p:nvPicPr>
              <p:cNvPr id="891" name="Ink 890">
                <a:extLst>
                  <a:ext uri="{FF2B5EF4-FFF2-40B4-BE49-F238E27FC236}">
                    <a16:creationId xmlns:a16="http://schemas.microsoft.com/office/drawing/2014/main" id="{9B3F9241-AD9B-AF23-0F20-4D7D2763A04D}"/>
                  </a:ext>
                </a:extLst>
              </p:cNvPr>
              <p:cNvPicPr/>
              <p:nvPr/>
            </p:nvPicPr>
            <p:blipFill>
              <a:blip r:embed="rId886"/>
              <a:stretch>
                <a:fillRect/>
              </a:stretch>
            </p:blipFill>
            <p:spPr>
              <a:xfrm>
                <a:off x="9322160" y="6475360"/>
                <a:ext cx="4428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7">
            <p14:nvContentPartPr>
              <p14:cNvPr id="892" name="Ink 891">
                <a:extLst>
                  <a:ext uri="{FF2B5EF4-FFF2-40B4-BE49-F238E27FC236}">
                    <a16:creationId xmlns:a16="http://schemas.microsoft.com/office/drawing/2014/main" id="{367FB062-A87C-D203-EF7D-A72703147EC8}"/>
                  </a:ext>
                </a:extLst>
              </p14:cNvPr>
              <p14:cNvContentPartPr/>
              <p14:nvPr/>
            </p14:nvContentPartPr>
            <p14:xfrm>
              <a:off x="9448160" y="6509920"/>
              <a:ext cx="4680" cy="205920"/>
            </p14:xfrm>
          </p:contentPart>
        </mc:Choice>
        <mc:Fallback xmlns="">
          <p:pic>
            <p:nvPicPr>
              <p:cNvPr id="892" name="Ink 891">
                <a:extLst>
                  <a:ext uri="{FF2B5EF4-FFF2-40B4-BE49-F238E27FC236}">
                    <a16:creationId xmlns:a16="http://schemas.microsoft.com/office/drawing/2014/main" id="{367FB062-A87C-D203-EF7D-A72703147EC8}"/>
                  </a:ext>
                </a:extLst>
              </p:cNvPr>
              <p:cNvPicPr/>
              <p:nvPr/>
            </p:nvPicPr>
            <p:blipFill>
              <a:blip r:embed="rId888"/>
              <a:stretch>
                <a:fillRect/>
              </a:stretch>
            </p:blipFill>
            <p:spPr>
              <a:xfrm>
                <a:off x="9437720" y="6499120"/>
                <a:ext cx="2592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09" name="Group 908">
            <a:extLst>
              <a:ext uri="{FF2B5EF4-FFF2-40B4-BE49-F238E27FC236}">
                <a16:creationId xmlns:a16="http://schemas.microsoft.com/office/drawing/2014/main" id="{4A7389DA-9F5B-130B-66C8-B297EE14779B}"/>
              </a:ext>
            </a:extLst>
          </p:cNvPr>
          <p:cNvGrpSpPr/>
          <p:nvPr/>
        </p:nvGrpSpPr>
        <p:grpSpPr>
          <a:xfrm>
            <a:off x="9610880" y="6489400"/>
            <a:ext cx="619560" cy="282240"/>
            <a:chOff x="9610880" y="6489400"/>
            <a:chExt cx="61956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9">
              <p14:nvContentPartPr>
                <p14:cNvPr id="893" name="Ink 892">
                  <a:extLst>
                    <a:ext uri="{FF2B5EF4-FFF2-40B4-BE49-F238E27FC236}">
                      <a16:creationId xmlns:a16="http://schemas.microsoft.com/office/drawing/2014/main" id="{FE3A7BF2-3014-D515-EC18-1C079D6D65D6}"/>
                    </a:ext>
                  </a:extLst>
                </p14:cNvPr>
                <p14:cNvContentPartPr/>
                <p14:nvPr/>
              </p14:nvContentPartPr>
              <p14:xfrm>
                <a:off x="9610880" y="6605680"/>
                <a:ext cx="80280" cy="126000"/>
              </p14:xfrm>
            </p:contentPart>
          </mc:Choice>
          <mc:Fallback xmlns="">
            <p:pic>
              <p:nvPicPr>
                <p:cNvPr id="893" name="Ink 892">
                  <a:extLst>
                    <a:ext uri="{FF2B5EF4-FFF2-40B4-BE49-F238E27FC236}">
                      <a16:creationId xmlns:a16="http://schemas.microsoft.com/office/drawing/2014/main" id="{FE3A7BF2-3014-D515-EC18-1C079D6D65D6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9600080" y="6595240"/>
                  <a:ext cx="101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1">
              <p14:nvContentPartPr>
                <p14:cNvPr id="894" name="Ink 893">
                  <a:extLst>
                    <a:ext uri="{FF2B5EF4-FFF2-40B4-BE49-F238E27FC236}">
                      <a16:creationId xmlns:a16="http://schemas.microsoft.com/office/drawing/2014/main" id="{FDB9EFDD-C3AE-B5CD-392C-C03DECFC01D0}"/>
                    </a:ext>
                  </a:extLst>
                </p14:cNvPr>
                <p14:cNvContentPartPr/>
                <p14:nvPr/>
              </p14:nvContentPartPr>
              <p14:xfrm>
                <a:off x="9811400" y="6489400"/>
                <a:ext cx="24480" cy="226440"/>
              </p14:xfrm>
            </p:contentPart>
          </mc:Choice>
          <mc:Fallback xmlns="">
            <p:pic>
              <p:nvPicPr>
                <p:cNvPr id="894" name="Ink 893">
                  <a:extLst>
                    <a:ext uri="{FF2B5EF4-FFF2-40B4-BE49-F238E27FC236}">
                      <a16:creationId xmlns:a16="http://schemas.microsoft.com/office/drawing/2014/main" id="{FDB9EFDD-C3AE-B5CD-392C-C03DECFC01D0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9800600" y="6478600"/>
                  <a:ext cx="457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3">
              <p14:nvContentPartPr>
                <p14:cNvPr id="895" name="Ink 894">
                  <a:extLst>
                    <a:ext uri="{FF2B5EF4-FFF2-40B4-BE49-F238E27FC236}">
                      <a16:creationId xmlns:a16="http://schemas.microsoft.com/office/drawing/2014/main" id="{0B441BCB-EEBB-5635-88DA-E28FF6CA805A}"/>
                    </a:ext>
                  </a:extLst>
                </p14:cNvPr>
                <p14:cNvContentPartPr/>
                <p14:nvPr/>
              </p14:nvContentPartPr>
              <p14:xfrm>
                <a:off x="9793400" y="6617200"/>
                <a:ext cx="120960" cy="3960"/>
              </p14:xfrm>
            </p:contentPart>
          </mc:Choice>
          <mc:Fallback xmlns="">
            <p:pic>
              <p:nvPicPr>
                <p:cNvPr id="895" name="Ink 894">
                  <a:extLst>
                    <a:ext uri="{FF2B5EF4-FFF2-40B4-BE49-F238E27FC236}">
                      <a16:creationId xmlns:a16="http://schemas.microsoft.com/office/drawing/2014/main" id="{0B441BCB-EEBB-5635-88DA-E28FF6CA805A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9782960" y="6606400"/>
                  <a:ext cx="1422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5">
              <p14:nvContentPartPr>
                <p14:cNvPr id="905" name="Ink 904">
                  <a:extLst>
                    <a:ext uri="{FF2B5EF4-FFF2-40B4-BE49-F238E27FC236}">
                      <a16:creationId xmlns:a16="http://schemas.microsoft.com/office/drawing/2014/main" id="{B98D1540-1BE2-A3CE-B20C-CB445C96B83C}"/>
                    </a:ext>
                  </a:extLst>
                </p14:cNvPr>
                <p14:cNvContentPartPr/>
                <p14:nvPr/>
              </p14:nvContentPartPr>
              <p14:xfrm>
                <a:off x="9990320" y="6594520"/>
                <a:ext cx="129960" cy="160200"/>
              </p14:xfrm>
            </p:contentPart>
          </mc:Choice>
          <mc:Fallback xmlns="">
            <p:pic>
              <p:nvPicPr>
                <p:cNvPr id="905" name="Ink 904">
                  <a:extLst>
                    <a:ext uri="{FF2B5EF4-FFF2-40B4-BE49-F238E27FC236}">
                      <a16:creationId xmlns:a16="http://schemas.microsoft.com/office/drawing/2014/main" id="{B98D1540-1BE2-A3CE-B20C-CB445C96B83C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9979520" y="6584080"/>
                  <a:ext cx="1512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7">
              <p14:nvContentPartPr>
                <p14:cNvPr id="906" name="Ink 905">
                  <a:extLst>
                    <a:ext uri="{FF2B5EF4-FFF2-40B4-BE49-F238E27FC236}">
                      <a16:creationId xmlns:a16="http://schemas.microsoft.com/office/drawing/2014/main" id="{FFEEDAE5-3D83-5255-FE81-20F1D6E4F82B}"/>
                    </a:ext>
                  </a:extLst>
                </p14:cNvPr>
                <p14:cNvContentPartPr/>
                <p14:nvPr/>
              </p14:nvContentPartPr>
              <p14:xfrm>
                <a:off x="10186880" y="6705040"/>
                <a:ext cx="43560" cy="66600"/>
              </p14:xfrm>
            </p:contentPart>
          </mc:Choice>
          <mc:Fallback xmlns="">
            <p:pic>
              <p:nvPicPr>
                <p:cNvPr id="906" name="Ink 905">
                  <a:extLst>
                    <a:ext uri="{FF2B5EF4-FFF2-40B4-BE49-F238E27FC236}">
                      <a16:creationId xmlns:a16="http://schemas.microsoft.com/office/drawing/2014/main" id="{FFEEDAE5-3D83-5255-FE81-20F1D6E4F82B}"/>
                    </a:ext>
                  </a:extLst>
                </p:cNvPr>
                <p:cNvPicPr/>
                <p:nvPr/>
              </p:nvPicPr>
              <p:blipFill>
                <a:blip r:embed="rId898"/>
                <a:stretch>
                  <a:fillRect/>
                </a:stretch>
              </p:blipFill>
              <p:spPr>
                <a:xfrm>
                  <a:off x="10176440" y="6694600"/>
                  <a:ext cx="64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9">
              <p14:nvContentPartPr>
                <p14:cNvPr id="907" name="Ink 906">
                  <a:extLst>
                    <a:ext uri="{FF2B5EF4-FFF2-40B4-BE49-F238E27FC236}">
                      <a16:creationId xmlns:a16="http://schemas.microsoft.com/office/drawing/2014/main" id="{E5BCB28C-9E37-1F19-ED37-B5A19AF8BB8E}"/>
                    </a:ext>
                  </a:extLst>
                </p14:cNvPr>
                <p14:cNvContentPartPr/>
                <p14:nvPr/>
              </p14:nvContentPartPr>
              <p14:xfrm>
                <a:off x="10211000" y="6555640"/>
                <a:ext cx="360" cy="360"/>
              </p14:xfrm>
            </p:contentPart>
          </mc:Choice>
          <mc:Fallback xmlns="">
            <p:pic>
              <p:nvPicPr>
                <p:cNvPr id="907" name="Ink 906">
                  <a:extLst>
                    <a:ext uri="{FF2B5EF4-FFF2-40B4-BE49-F238E27FC236}">
                      <a16:creationId xmlns:a16="http://schemas.microsoft.com/office/drawing/2014/main" id="{E5BCB28C-9E37-1F19-ED37-B5A19AF8BB8E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10200560" y="65448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91588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710FA-89B6-AF66-C9A2-275C6C3EC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BDCFB634-4297-BD6D-A1D9-982BCEA7C146}"/>
              </a:ext>
            </a:extLst>
          </p:cNvPr>
          <p:cNvGrpSpPr/>
          <p:nvPr/>
        </p:nvGrpSpPr>
        <p:grpSpPr>
          <a:xfrm>
            <a:off x="230000" y="144760"/>
            <a:ext cx="1672920" cy="458280"/>
            <a:chOff x="230000" y="144760"/>
            <a:chExt cx="1672920" cy="45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272AE9C-FA8B-78A5-B70B-810D3C97A03D}"/>
                    </a:ext>
                  </a:extLst>
                </p14:cNvPr>
                <p14:cNvContentPartPr/>
                <p14:nvPr/>
              </p14:nvContentPartPr>
              <p14:xfrm>
                <a:off x="230000" y="203440"/>
                <a:ext cx="557280" cy="3996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272AE9C-FA8B-78A5-B70B-810D3C97A03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9560" y="192640"/>
                  <a:ext cx="5785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6D5D7B4-0090-5861-6FE9-9D7A8B236D82}"/>
                    </a:ext>
                  </a:extLst>
                </p14:cNvPr>
                <p14:cNvContentPartPr/>
                <p14:nvPr/>
              </p14:nvContentPartPr>
              <p14:xfrm>
                <a:off x="857840" y="430240"/>
                <a:ext cx="128520" cy="141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6D5D7B4-0090-5861-6FE9-9D7A8B236D8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47400" y="419800"/>
                  <a:ext cx="1497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976009A-CA05-E936-B086-228EF953E843}"/>
                    </a:ext>
                  </a:extLst>
                </p14:cNvPr>
                <p14:cNvContentPartPr/>
                <p14:nvPr/>
              </p14:nvContentPartPr>
              <p14:xfrm>
                <a:off x="1035680" y="384520"/>
                <a:ext cx="79200" cy="142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976009A-CA05-E936-B086-228EF953E84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4880" y="374080"/>
                  <a:ext cx="1004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61CA038-D35F-71C7-EE2F-375AB4C0F960}"/>
                    </a:ext>
                  </a:extLst>
                </p14:cNvPr>
                <p14:cNvContentPartPr/>
                <p14:nvPr/>
              </p14:nvContentPartPr>
              <p14:xfrm>
                <a:off x="1210640" y="369760"/>
                <a:ext cx="94320" cy="104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61CA038-D35F-71C7-EE2F-375AB4C0F9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00200" y="359320"/>
                  <a:ext cx="1155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A176B6E-72E6-379F-BAF6-7AE8F362D9EB}"/>
                    </a:ext>
                  </a:extLst>
                </p14:cNvPr>
                <p14:cNvContentPartPr/>
                <p14:nvPr/>
              </p14:nvContentPartPr>
              <p14:xfrm>
                <a:off x="1376960" y="144760"/>
                <a:ext cx="6840" cy="349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A176B6E-72E6-379F-BAF6-7AE8F362D9E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66520" y="134320"/>
                  <a:ext cx="2808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8C00F70-8AC4-F309-9B81-0D68D3CCD208}"/>
                    </a:ext>
                  </a:extLst>
                </p14:cNvPr>
                <p14:cNvContentPartPr/>
                <p14:nvPr/>
              </p14:nvContentPartPr>
              <p14:xfrm>
                <a:off x="1332680" y="342400"/>
                <a:ext cx="157680" cy="146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8C00F70-8AC4-F309-9B81-0D68D3CCD20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21880" y="331600"/>
                  <a:ext cx="178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D64E7C4-4914-DC69-AE3B-874FCC6B5E99}"/>
                    </a:ext>
                  </a:extLst>
                </p14:cNvPr>
                <p14:cNvContentPartPr/>
                <p14:nvPr/>
              </p14:nvContentPartPr>
              <p14:xfrm>
                <a:off x="1478480" y="29776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D64E7C4-4914-DC69-AE3B-874FCC6B5E9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68040" y="2873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9459FC7-4BFF-F9E5-2725-E309501ED405}"/>
                    </a:ext>
                  </a:extLst>
                </p14:cNvPr>
                <p14:cNvContentPartPr/>
                <p14:nvPr/>
              </p14:nvContentPartPr>
              <p14:xfrm>
                <a:off x="1574240" y="351400"/>
                <a:ext cx="133200" cy="129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9459FC7-4BFF-F9E5-2725-E309501ED40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63440" y="340600"/>
                  <a:ext cx="154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E82FE86-0695-675F-5673-1A3413F8E980}"/>
                    </a:ext>
                  </a:extLst>
                </p14:cNvPr>
                <p14:cNvContentPartPr/>
                <p14:nvPr/>
              </p14:nvContentPartPr>
              <p14:xfrm>
                <a:off x="1734440" y="340600"/>
                <a:ext cx="168480" cy="230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E82FE86-0695-675F-5673-1A3413F8E98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23640" y="330160"/>
                  <a:ext cx="189720" cy="25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470CA97-D53D-55F5-9DF7-F108E9C3DC01}"/>
                  </a:ext>
                </a:extLst>
              </p14:cNvPr>
              <p14:cNvContentPartPr/>
              <p14:nvPr/>
            </p14:nvContentPartPr>
            <p14:xfrm>
              <a:off x="2163560" y="311800"/>
              <a:ext cx="259560" cy="212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470CA97-D53D-55F5-9DF7-F108E9C3DC0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53120" y="301360"/>
                <a:ext cx="280800" cy="23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7AE4D667-D035-A07D-DF6D-20C0ACE6032E}"/>
              </a:ext>
            </a:extLst>
          </p:cNvPr>
          <p:cNvGrpSpPr/>
          <p:nvPr/>
        </p:nvGrpSpPr>
        <p:grpSpPr>
          <a:xfrm>
            <a:off x="2787440" y="249160"/>
            <a:ext cx="1010880" cy="331200"/>
            <a:chOff x="2787440" y="249160"/>
            <a:chExt cx="1010880" cy="33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6F77B0A-188A-F185-7DB2-ECC18859DCB9}"/>
                    </a:ext>
                  </a:extLst>
                </p14:cNvPr>
                <p14:cNvContentPartPr/>
                <p14:nvPr/>
              </p14:nvContentPartPr>
              <p14:xfrm>
                <a:off x="2787440" y="249160"/>
                <a:ext cx="219960" cy="33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6F77B0A-188A-F185-7DB2-ECC18859DCB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76640" y="238360"/>
                  <a:ext cx="2412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2100BFF-6B13-6EA3-500F-9A4127ED5807}"/>
                    </a:ext>
                  </a:extLst>
                </p14:cNvPr>
                <p14:cNvContentPartPr/>
                <p14:nvPr/>
              </p14:nvContentPartPr>
              <p14:xfrm>
                <a:off x="2807600" y="434920"/>
                <a:ext cx="210960" cy="11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2100BFF-6B13-6EA3-500F-9A4127ED58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96800" y="424480"/>
                  <a:ext cx="232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775A422-113C-1677-B275-9D0755C64F94}"/>
                    </a:ext>
                  </a:extLst>
                </p14:cNvPr>
                <p14:cNvContentPartPr/>
                <p14:nvPr/>
              </p14:nvContentPartPr>
              <p14:xfrm>
                <a:off x="3086600" y="373360"/>
                <a:ext cx="132480" cy="161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775A422-113C-1677-B275-9D0755C64F9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76160" y="362560"/>
                  <a:ext cx="153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F43AEA3-AD50-A22D-97E8-2E7750AA679A}"/>
                    </a:ext>
                  </a:extLst>
                </p14:cNvPr>
                <p14:cNvContentPartPr/>
                <p14:nvPr/>
              </p14:nvContentPartPr>
              <p14:xfrm>
                <a:off x="3310160" y="292000"/>
                <a:ext cx="142560" cy="201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F43AEA3-AD50-A22D-97E8-2E7750AA679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99720" y="281560"/>
                  <a:ext cx="1638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4145D3C-455D-D722-0430-39270EE6BB6E}"/>
                    </a:ext>
                  </a:extLst>
                </p14:cNvPr>
                <p14:cNvContentPartPr/>
                <p14:nvPr/>
              </p14:nvContentPartPr>
              <p14:xfrm>
                <a:off x="3459920" y="352120"/>
                <a:ext cx="183240" cy="116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4145D3C-455D-D722-0430-39270EE6BB6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49480" y="341320"/>
                  <a:ext cx="2044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D9DDDB-A4B3-A812-20D7-4638C23B77D1}"/>
                    </a:ext>
                  </a:extLst>
                </p14:cNvPr>
                <p14:cNvContentPartPr/>
                <p14:nvPr/>
              </p14:nvContentPartPr>
              <p14:xfrm>
                <a:off x="3598160" y="341320"/>
                <a:ext cx="200160" cy="226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D9DDDB-A4B3-A812-20D7-4638C23B77D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87720" y="330520"/>
                  <a:ext cx="221400" cy="24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B06B799-A4E7-6002-488F-DD9700E2E8C1}"/>
                  </a:ext>
                </a:extLst>
              </p14:cNvPr>
              <p14:cNvContentPartPr/>
              <p14:nvPr/>
            </p14:nvContentPartPr>
            <p14:xfrm>
              <a:off x="4322480" y="198400"/>
              <a:ext cx="366480" cy="279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B06B799-A4E7-6002-488F-DD9700E2E8C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11680" y="187960"/>
                <a:ext cx="38772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14643E7-CBB2-2FAD-4194-662A55B83CAD}"/>
                  </a:ext>
                </a:extLst>
              </p14:cNvPr>
              <p14:cNvContentPartPr/>
              <p14:nvPr/>
            </p14:nvContentPartPr>
            <p14:xfrm>
              <a:off x="5114120" y="318280"/>
              <a:ext cx="239760" cy="1407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14643E7-CBB2-2FAD-4194-662A55B83CA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103680" y="307840"/>
                <a:ext cx="261000" cy="16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6548532C-7BB4-028B-F22C-D4E961A907D8}"/>
              </a:ext>
            </a:extLst>
          </p:cNvPr>
          <p:cNvGrpSpPr/>
          <p:nvPr/>
        </p:nvGrpSpPr>
        <p:grpSpPr>
          <a:xfrm>
            <a:off x="5681120" y="198400"/>
            <a:ext cx="1101240" cy="342000"/>
            <a:chOff x="5681120" y="198400"/>
            <a:chExt cx="110124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9282BF-0C71-FF5A-3253-73D10AF0EC18}"/>
                    </a:ext>
                  </a:extLst>
                </p14:cNvPr>
                <p14:cNvContentPartPr/>
                <p14:nvPr/>
              </p14:nvContentPartPr>
              <p14:xfrm>
                <a:off x="5740880" y="246280"/>
                <a:ext cx="21960" cy="205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9282BF-0C71-FF5A-3253-73D10AF0EC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30080" y="235840"/>
                  <a:ext cx="432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309C4DA-D7CB-3947-416D-1C465B1CCB24}"/>
                    </a:ext>
                  </a:extLst>
                </p14:cNvPr>
                <p14:cNvContentPartPr/>
                <p14:nvPr/>
              </p14:nvContentPartPr>
              <p14:xfrm>
                <a:off x="5681120" y="249520"/>
                <a:ext cx="244080" cy="223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309C4DA-D7CB-3947-416D-1C465B1CCB2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70680" y="239080"/>
                  <a:ext cx="2653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6A4488-476C-15D4-719D-35DD05665B84}"/>
                    </a:ext>
                  </a:extLst>
                </p14:cNvPr>
                <p14:cNvContentPartPr/>
                <p14:nvPr/>
              </p14:nvContentPartPr>
              <p14:xfrm>
                <a:off x="6033920" y="308200"/>
                <a:ext cx="7920" cy="141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6A4488-476C-15D4-719D-35DD05665B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23480" y="297400"/>
                  <a:ext cx="291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CB17920-2E0C-9794-278B-EB64B39790E2}"/>
                    </a:ext>
                  </a:extLst>
                </p14:cNvPr>
                <p14:cNvContentPartPr/>
                <p14:nvPr/>
              </p14:nvContentPartPr>
              <p14:xfrm>
                <a:off x="6022760" y="198400"/>
                <a:ext cx="30960" cy="63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CB17920-2E0C-9794-278B-EB64B39790E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11960" y="187960"/>
                  <a:ext cx="52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7A819E2-E614-C2C4-3B73-9B8D6A4D27B7}"/>
                    </a:ext>
                  </a:extLst>
                </p14:cNvPr>
                <p14:cNvContentPartPr/>
                <p14:nvPr/>
              </p14:nvContentPartPr>
              <p14:xfrm>
                <a:off x="6125360" y="214240"/>
                <a:ext cx="111960" cy="199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7A819E2-E614-C2C4-3B73-9B8D6A4D27B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14920" y="203440"/>
                  <a:ext cx="1332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7A149C8-BDF7-09E5-13A9-CBB780495475}"/>
                    </a:ext>
                  </a:extLst>
                </p14:cNvPr>
                <p14:cNvContentPartPr/>
                <p14:nvPr/>
              </p14:nvContentPartPr>
              <p14:xfrm>
                <a:off x="6287360" y="257080"/>
                <a:ext cx="174600" cy="173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7A149C8-BDF7-09E5-13A9-CBB78049547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76920" y="246280"/>
                  <a:ext cx="1958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FB31DB2-DEAE-E612-98C6-EA1BB19D1D98}"/>
                    </a:ext>
                  </a:extLst>
                </p14:cNvPr>
                <p14:cNvContentPartPr/>
                <p14:nvPr/>
              </p14:nvContentPartPr>
              <p14:xfrm>
                <a:off x="6511640" y="288040"/>
                <a:ext cx="104040" cy="137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FB31DB2-DEAE-E612-98C6-EA1BB19D1D9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501200" y="277240"/>
                  <a:ext cx="1252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0090AC4-FC4F-9A06-FCE6-140AFA20620A}"/>
                    </a:ext>
                  </a:extLst>
                </p14:cNvPr>
                <p14:cNvContentPartPr/>
                <p14:nvPr/>
              </p14:nvContentPartPr>
              <p14:xfrm>
                <a:off x="6636920" y="232600"/>
                <a:ext cx="145440" cy="307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0090AC4-FC4F-9A06-FCE6-140AFA20620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626120" y="222160"/>
                  <a:ext cx="166680" cy="32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F8C1EF2-B7A8-FAA1-7188-34FBF105FCCF}"/>
              </a:ext>
            </a:extLst>
          </p:cNvPr>
          <p:cNvGrpSpPr/>
          <p:nvPr/>
        </p:nvGrpSpPr>
        <p:grpSpPr>
          <a:xfrm>
            <a:off x="7320920" y="196240"/>
            <a:ext cx="866160" cy="271800"/>
            <a:chOff x="7320920" y="196240"/>
            <a:chExt cx="86616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A83CDE1-A4AA-E62B-4927-67B5CE7FB067}"/>
                    </a:ext>
                  </a:extLst>
                </p14:cNvPr>
                <p14:cNvContentPartPr/>
                <p14:nvPr/>
              </p14:nvContentPartPr>
              <p14:xfrm>
                <a:off x="7496240" y="196240"/>
                <a:ext cx="9360" cy="260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A83CDE1-A4AA-E62B-4927-67B5CE7FB06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85440" y="185440"/>
                  <a:ext cx="306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01F13A2-1C12-94D1-08F6-9017DDA4F046}"/>
                    </a:ext>
                  </a:extLst>
                </p14:cNvPr>
                <p14:cNvContentPartPr/>
                <p14:nvPr/>
              </p14:nvContentPartPr>
              <p14:xfrm>
                <a:off x="7320920" y="237280"/>
                <a:ext cx="315000" cy="37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01F13A2-1C12-94D1-08F6-9017DDA4F04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10480" y="226840"/>
                  <a:ext cx="3362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958111A-CB36-9ABC-994C-46C9A6FDC848}"/>
                    </a:ext>
                  </a:extLst>
                </p14:cNvPr>
                <p14:cNvContentPartPr/>
                <p14:nvPr/>
              </p14:nvContentPartPr>
              <p14:xfrm>
                <a:off x="7697840" y="271840"/>
                <a:ext cx="166680" cy="196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958111A-CB36-9ABC-994C-46C9A6FDC84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87400" y="261040"/>
                  <a:ext cx="1879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D4A2E75-E976-1D2E-3D67-2CA3FAC4678E}"/>
                    </a:ext>
                  </a:extLst>
                </p14:cNvPr>
                <p14:cNvContentPartPr/>
                <p14:nvPr/>
              </p14:nvContentPartPr>
              <p14:xfrm>
                <a:off x="7856240" y="287320"/>
                <a:ext cx="127800" cy="165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D4A2E75-E976-1D2E-3D67-2CA3FAC4678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45440" y="276520"/>
                  <a:ext cx="1490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8C8D4C5-DB0D-CB10-9C74-0A08035812E5}"/>
                    </a:ext>
                  </a:extLst>
                </p14:cNvPr>
                <p14:cNvContentPartPr/>
                <p14:nvPr/>
              </p14:nvContentPartPr>
              <p14:xfrm>
                <a:off x="8070440" y="301720"/>
                <a:ext cx="116640" cy="144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8C8D4C5-DB0D-CB10-9C74-0A08035812E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60000" y="290920"/>
                  <a:ext cx="137880" cy="16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3648C49-B32C-66BE-238B-C0AD6425339F}"/>
                  </a:ext>
                </a:extLst>
              </p14:cNvPr>
              <p14:cNvContentPartPr/>
              <p14:nvPr/>
            </p14:nvContentPartPr>
            <p14:xfrm>
              <a:off x="8421440" y="325120"/>
              <a:ext cx="124200" cy="1076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3648C49-B32C-66BE-238B-C0AD6425339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411000" y="314320"/>
                <a:ext cx="14544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CF291A6-F59C-C68E-EF3F-C7F1BCB7D0EC}"/>
                  </a:ext>
                </a:extLst>
              </p14:cNvPr>
              <p14:cNvContentPartPr/>
              <p14:nvPr/>
            </p14:nvContentPartPr>
            <p14:xfrm>
              <a:off x="8411360" y="136480"/>
              <a:ext cx="93960" cy="763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CF291A6-F59C-C68E-EF3F-C7F1BCB7D0E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400560" y="126040"/>
                <a:ext cx="115200" cy="9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89149C53-9ACA-C0A0-C333-784A57756D17}"/>
              </a:ext>
            </a:extLst>
          </p:cNvPr>
          <p:cNvGrpSpPr/>
          <p:nvPr/>
        </p:nvGrpSpPr>
        <p:grpSpPr>
          <a:xfrm>
            <a:off x="1828400" y="1100200"/>
            <a:ext cx="419040" cy="288720"/>
            <a:chOff x="1828400" y="1100200"/>
            <a:chExt cx="419040" cy="2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B43FEE1-1D68-4701-33EA-930C865797C4}"/>
                    </a:ext>
                  </a:extLst>
                </p14:cNvPr>
                <p14:cNvContentPartPr/>
                <p14:nvPr/>
              </p14:nvContentPartPr>
              <p14:xfrm>
                <a:off x="1828400" y="1100200"/>
                <a:ext cx="127440" cy="288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B43FEE1-1D68-4701-33EA-930C865797C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17600" y="1089400"/>
                  <a:ext cx="1486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82474C8-4505-87BF-819B-C2B6F2CF5625}"/>
                    </a:ext>
                  </a:extLst>
                </p14:cNvPr>
                <p14:cNvContentPartPr/>
                <p14:nvPr/>
              </p14:nvContentPartPr>
              <p14:xfrm>
                <a:off x="2019200" y="1158160"/>
                <a:ext cx="228240" cy="228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82474C8-4505-87BF-819B-C2B6F2CF562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08400" y="1147720"/>
                  <a:ext cx="24948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B629083-157B-2F24-8038-B30AA3C05068}"/>
              </a:ext>
            </a:extLst>
          </p:cNvPr>
          <p:cNvGrpSpPr/>
          <p:nvPr/>
        </p:nvGrpSpPr>
        <p:grpSpPr>
          <a:xfrm>
            <a:off x="1088240" y="1766200"/>
            <a:ext cx="218880" cy="212760"/>
            <a:chOff x="1088240" y="1766200"/>
            <a:chExt cx="218880" cy="2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69030C-C24F-7EDF-6560-5187C5D58316}"/>
                    </a:ext>
                  </a:extLst>
                </p14:cNvPr>
                <p14:cNvContentPartPr/>
                <p14:nvPr/>
              </p14:nvContentPartPr>
              <p14:xfrm>
                <a:off x="1088240" y="1787800"/>
                <a:ext cx="164160" cy="191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69030C-C24F-7EDF-6560-5187C5D5831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77800" y="1777000"/>
                  <a:ext cx="1854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03435BA-5790-E9D1-DF65-59C11CE42518}"/>
                    </a:ext>
                  </a:extLst>
                </p14:cNvPr>
                <p14:cNvContentPartPr/>
                <p14:nvPr/>
              </p14:nvContentPartPr>
              <p14:xfrm>
                <a:off x="1145480" y="1766200"/>
                <a:ext cx="161640" cy="14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03435BA-5790-E9D1-DF65-59C11CE4251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35040" y="1755400"/>
                  <a:ext cx="18288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662688A-8C53-50E9-881C-B88DBB6B91B7}"/>
                  </a:ext>
                </a:extLst>
              </p14:cNvPr>
              <p14:cNvContentPartPr/>
              <p14:nvPr/>
            </p14:nvContentPartPr>
            <p14:xfrm>
              <a:off x="1300280" y="1456600"/>
              <a:ext cx="280800" cy="184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662688A-8C53-50E9-881C-B88DBB6B91B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289840" y="1445800"/>
                <a:ext cx="302040" cy="20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65DFB4AE-82C3-6B58-AF66-37D6C9509FBB}"/>
              </a:ext>
            </a:extLst>
          </p:cNvPr>
          <p:cNvGrpSpPr/>
          <p:nvPr/>
        </p:nvGrpSpPr>
        <p:grpSpPr>
          <a:xfrm>
            <a:off x="2147000" y="1561720"/>
            <a:ext cx="828000" cy="385200"/>
            <a:chOff x="2147000" y="1561720"/>
            <a:chExt cx="828000" cy="38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F7A7FE3-C8D0-9DDA-6176-46839F95ABFE}"/>
                    </a:ext>
                  </a:extLst>
                </p14:cNvPr>
                <p14:cNvContentPartPr/>
                <p14:nvPr/>
              </p14:nvContentPartPr>
              <p14:xfrm>
                <a:off x="2621840" y="1706800"/>
                <a:ext cx="7920" cy="240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F7A7FE3-C8D0-9DDA-6176-46839F95ABF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11040" y="1696000"/>
                  <a:ext cx="291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1B32FFC-1D38-036E-FCC8-0400E1EFF8C6}"/>
                    </a:ext>
                  </a:extLst>
                </p14:cNvPr>
                <p14:cNvContentPartPr/>
                <p14:nvPr/>
              </p14:nvContentPartPr>
              <p14:xfrm>
                <a:off x="2724440" y="1649560"/>
                <a:ext cx="202680" cy="257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1B32FFC-1D38-036E-FCC8-0400E1EFF8C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14000" y="1638760"/>
                  <a:ext cx="2239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2540899-8BB4-DB46-8FA6-5F37500C0D55}"/>
                    </a:ext>
                  </a:extLst>
                </p14:cNvPr>
                <p14:cNvContentPartPr/>
                <p14:nvPr/>
              </p14:nvContentPartPr>
              <p14:xfrm>
                <a:off x="2750000" y="1683760"/>
                <a:ext cx="225000" cy="9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2540899-8BB4-DB46-8FA6-5F37500C0D5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739200" y="1673320"/>
                  <a:ext cx="2462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543CD92-18CD-CA98-7316-169C57AFB63A}"/>
                    </a:ext>
                  </a:extLst>
                </p14:cNvPr>
                <p14:cNvContentPartPr/>
                <p14:nvPr/>
              </p14:nvContentPartPr>
              <p14:xfrm>
                <a:off x="2147000" y="1561720"/>
                <a:ext cx="382320" cy="159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543CD92-18CD-CA98-7316-169C57AFB63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136200" y="1550920"/>
                  <a:ext cx="40356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4D53038-ADF4-14DC-AC0C-786E4DF9143A}"/>
              </a:ext>
            </a:extLst>
          </p:cNvPr>
          <p:cNvGrpSpPr/>
          <p:nvPr/>
        </p:nvGrpSpPr>
        <p:grpSpPr>
          <a:xfrm>
            <a:off x="1310360" y="2103160"/>
            <a:ext cx="388800" cy="655920"/>
            <a:chOff x="1310360" y="2103160"/>
            <a:chExt cx="388800" cy="65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33250A7-DDA8-3D6B-2CB8-89189751B27D}"/>
                    </a:ext>
                  </a:extLst>
                </p14:cNvPr>
                <p14:cNvContentPartPr/>
                <p14:nvPr/>
              </p14:nvContentPartPr>
              <p14:xfrm>
                <a:off x="1310360" y="2103160"/>
                <a:ext cx="199800" cy="249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33250A7-DDA8-3D6B-2CB8-89189751B27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299920" y="2092360"/>
                  <a:ext cx="2210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91CFFE2-08F6-0A54-D329-6CACCDA92C2E}"/>
                    </a:ext>
                  </a:extLst>
                </p14:cNvPr>
                <p14:cNvContentPartPr/>
                <p14:nvPr/>
              </p14:nvContentPartPr>
              <p14:xfrm>
                <a:off x="1405760" y="2495920"/>
                <a:ext cx="199800" cy="263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91CFFE2-08F6-0A54-D329-6CACCDA92C2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394960" y="2485480"/>
                  <a:ext cx="2210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95C1BF9-D911-F2A3-8D37-6DE2A51199FD}"/>
                    </a:ext>
                  </a:extLst>
                </p14:cNvPr>
                <p14:cNvContentPartPr/>
                <p14:nvPr/>
              </p14:nvContentPartPr>
              <p14:xfrm>
                <a:off x="1509800" y="2665840"/>
                <a:ext cx="189360" cy="10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95C1BF9-D911-F2A3-8D37-6DE2A51199F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499000" y="2655400"/>
                  <a:ext cx="21060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4528376-0676-B104-B40F-824C9C9B297E}"/>
              </a:ext>
            </a:extLst>
          </p:cNvPr>
          <p:cNvGrpSpPr/>
          <p:nvPr/>
        </p:nvGrpSpPr>
        <p:grpSpPr>
          <a:xfrm>
            <a:off x="2294240" y="2072200"/>
            <a:ext cx="788760" cy="716760"/>
            <a:chOff x="2294240" y="2072200"/>
            <a:chExt cx="788760" cy="71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F22F5F3-BFF2-C407-A908-BF4331CDAAB7}"/>
                    </a:ext>
                  </a:extLst>
                </p14:cNvPr>
                <p14:cNvContentPartPr/>
                <p14:nvPr/>
              </p14:nvContentPartPr>
              <p14:xfrm>
                <a:off x="2498360" y="2130520"/>
                <a:ext cx="253080" cy="336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F22F5F3-BFF2-C407-A908-BF4331CDAAB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87920" y="2119720"/>
                  <a:ext cx="2743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B24F43B-35EE-5234-D4B1-5D25B981C329}"/>
                    </a:ext>
                  </a:extLst>
                </p14:cNvPr>
                <p14:cNvContentPartPr/>
                <p14:nvPr/>
              </p14:nvContentPartPr>
              <p14:xfrm>
                <a:off x="2294240" y="2482240"/>
                <a:ext cx="7920" cy="274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B24F43B-35EE-5234-D4B1-5D25B981C32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283440" y="2471800"/>
                  <a:ext cx="291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55AE86D-B31C-F84B-7701-DB558DF83FB5}"/>
                    </a:ext>
                  </a:extLst>
                </p14:cNvPr>
                <p14:cNvContentPartPr/>
                <p14:nvPr/>
              </p14:nvContentPartPr>
              <p14:xfrm>
                <a:off x="2413400" y="2561440"/>
                <a:ext cx="162720" cy="227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55AE86D-B31C-F84B-7701-DB558DF83FB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402960" y="2550640"/>
                  <a:ext cx="1839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2204FAF-0425-B1DB-02DA-8207939F37F0}"/>
                    </a:ext>
                  </a:extLst>
                </p14:cNvPr>
                <p14:cNvContentPartPr/>
                <p14:nvPr/>
              </p14:nvContentPartPr>
              <p14:xfrm>
                <a:off x="2827400" y="2072200"/>
                <a:ext cx="255600" cy="208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2204FAF-0425-B1DB-02DA-8207939F37F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816600" y="2061400"/>
                  <a:ext cx="27684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E723B78-E393-3D4F-DC59-038144F98387}"/>
              </a:ext>
            </a:extLst>
          </p:cNvPr>
          <p:cNvGrpSpPr/>
          <p:nvPr/>
        </p:nvGrpSpPr>
        <p:grpSpPr>
          <a:xfrm>
            <a:off x="3105320" y="2406280"/>
            <a:ext cx="454680" cy="244440"/>
            <a:chOff x="3105320" y="2406280"/>
            <a:chExt cx="45468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C7CFFD9-A2D0-2874-C6C6-4273DADF31B6}"/>
                    </a:ext>
                  </a:extLst>
                </p14:cNvPr>
                <p14:cNvContentPartPr/>
                <p14:nvPr/>
              </p14:nvContentPartPr>
              <p14:xfrm>
                <a:off x="3105320" y="2406280"/>
                <a:ext cx="249120" cy="244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C7CFFD9-A2D0-2874-C6C6-4273DADF31B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094880" y="2395480"/>
                  <a:ext cx="2703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5AC5DDD-D197-5877-7D5E-F0288977A914}"/>
                    </a:ext>
                  </a:extLst>
                </p14:cNvPr>
                <p14:cNvContentPartPr/>
                <p14:nvPr/>
              </p14:nvContentPartPr>
              <p14:xfrm>
                <a:off x="3388280" y="2463880"/>
                <a:ext cx="171720" cy="130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5AC5DDD-D197-5877-7D5E-F0288977A91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377840" y="2453440"/>
                  <a:ext cx="19296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53B887F-DAB9-9248-298D-4B23948DAC7F}"/>
              </a:ext>
            </a:extLst>
          </p:cNvPr>
          <p:cNvGrpSpPr/>
          <p:nvPr/>
        </p:nvGrpSpPr>
        <p:grpSpPr>
          <a:xfrm>
            <a:off x="3741800" y="1672240"/>
            <a:ext cx="622080" cy="268920"/>
            <a:chOff x="3741800" y="1672240"/>
            <a:chExt cx="62208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0D32F77-62B0-0C72-96EF-0751B9DE7AAF}"/>
                    </a:ext>
                  </a:extLst>
                </p14:cNvPr>
                <p14:cNvContentPartPr/>
                <p14:nvPr/>
              </p14:nvContentPartPr>
              <p14:xfrm>
                <a:off x="3777080" y="1843240"/>
                <a:ext cx="411840" cy="16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0D32F77-62B0-0C72-96EF-0751B9DE7AA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766640" y="1832800"/>
                  <a:ext cx="433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108AE5D-60CD-B1B0-6ECC-76D4BA36CEDA}"/>
                    </a:ext>
                  </a:extLst>
                </p14:cNvPr>
                <p14:cNvContentPartPr/>
                <p14:nvPr/>
              </p14:nvContentPartPr>
              <p14:xfrm>
                <a:off x="3741800" y="1762240"/>
                <a:ext cx="423000" cy="14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108AE5D-60CD-B1B0-6ECC-76D4BA36CED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731000" y="1751800"/>
                  <a:ext cx="444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D7258B3-3EAC-60A6-39AC-775B1A089BCA}"/>
                    </a:ext>
                  </a:extLst>
                </p14:cNvPr>
                <p14:cNvContentPartPr/>
                <p14:nvPr/>
              </p14:nvContentPartPr>
              <p14:xfrm>
                <a:off x="4151840" y="1672240"/>
                <a:ext cx="212040" cy="268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D7258B3-3EAC-60A6-39AC-775B1A089BC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41040" y="1661440"/>
                  <a:ext cx="233280" cy="29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B30CC08A-0C05-A381-1A68-85722201156B}"/>
                  </a:ext>
                </a:extLst>
              </p14:cNvPr>
              <p14:cNvContentPartPr/>
              <p14:nvPr/>
            </p14:nvContentPartPr>
            <p14:xfrm>
              <a:off x="4767800" y="1365520"/>
              <a:ext cx="209160" cy="6231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B30CC08A-0C05-A381-1A68-85722201156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757360" y="1355080"/>
                <a:ext cx="230400" cy="64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C830EC5-F8BA-B3DC-EF74-1DD4AAB00AC4}"/>
              </a:ext>
            </a:extLst>
          </p:cNvPr>
          <p:cNvGrpSpPr/>
          <p:nvPr/>
        </p:nvGrpSpPr>
        <p:grpSpPr>
          <a:xfrm>
            <a:off x="5160920" y="1422040"/>
            <a:ext cx="1510560" cy="403560"/>
            <a:chOff x="5160920" y="1422040"/>
            <a:chExt cx="151056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E80C578-635D-1B9D-05DF-FF5B2D06638A}"/>
                    </a:ext>
                  </a:extLst>
                </p14:cNvPr>
                <p14:cNvContentPartPr/>
                <p14:nvPr/>
              </p14:nvContentPartPr>
              <p14:xfrm>
                <a:off x="5160920" y="1510960"/>
                <a:ext cx="36000" cy="264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E80C578-635D-1B9D-05DF-FF5B2D06638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150120" y="1500520"/>
                  <a:ext cx="572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C6ED083-C0EE-34CB-B221-01F74AB989CF}"/>
                    </a:ext>
                  </a:extLst>
                </p14:cNvPr>
                <p14:cNvContentPartPr/>
                <p14:nvPr/>
              </p14:nvContentPartPr>
              <p14:xfrm>
                <a:off x="5294840" y="1551280"/>
                <a:ext cx="176400" cy="197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C6ED083-C0EE-34CB-B221-01F74AB989C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84400" y="1540840"/>
                  <a:ext cx="1976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3E98E5F-87D0-B9F3-83DC-7DF7C98EE366}"/>
                    </a:ext>
                  </a:extLst>
                </p14:cNvPr>
                <p14:cNvContentPartPr/>
                <p14:nvPr/>
              </p14:nvContentPartPr>
              <p14:xfrm>
                <a:off x="5613440" y="1685920"/>
                <a:ext cx="5760" cy="99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3E98E5F-87D0-B9F3-83DC-7DF7C98EE36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03000" y="1675120"/>
                  <a:ext cx="27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EED3D5D-059A-80D9-9F6E-AFB17D19ED88}"/>
                    </a:ext>
                  </a:extLst>
                </p14:cNvPr>
                <p14:cNvContentPartPr/>
                <p14:nvPr/>
              </p14:nvContentPartPr>
              <p14:xfrm>
                <a:off x="5753480" y="1500880"/>
                <a:ext cx="129240" cy="187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EED3D5D-059A-80D9-9F6E-AFB17D19ED8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743040" y="1490080"/>
                  <a:ext cx="1504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A31DAA9-602D-F38D-B63B-DF6E6CCEB155}"/>
                    </a:ext>
                  </a:extLst>
                </p14:cNvPr>
                <p14:cNvContentPartPr/>
                <p14:nvPr/>
              </p14:nvContentPartPr>
              <p14:xfrm>
                <a:off x="5750960" y="1477840"/>
                <a:ext cx="202320" cy="11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A31DAA9-602D-F38D-B63B-DF6E6CCEB15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740160" y="1467400"/>
                  <a:ext cx="223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DB996DB-952C-7CE1-D1C2-5BA3C4366CA3}"/>
                    </a:ext>
                  </a:extLst>
                </p14:cNvPr>
                <p14:cNvContentPartPr/>
                <p14:nvPr/>
              </p14:nvContentPartPr>
              <p14:xfrm>
                <a:off x="6027800" y="1643440"/>
                <a:ext cx="11880" cy="105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DB996DB-952C-7CE1-D1C2-5BA3C4366CA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017000" y="1633000"/>
                  <a:ext cx="331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98C85A5-D595-0779-74F7-A0AF211B4E68}"/>
                    </a:ext>
                  </a:extLst>
                </p14:cNvPr>
                <p14:cNvContentPartPr/>
                <p14:nvPr/>
              </p14:nvContentPartPr>
              <p14:xfrm>
                <a:off x="6191240" y="1475680"/>
                <a:ext cx="42480" cy="247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98C85A5-D595-0779-74F7-A0AF211B4E6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80800" y="1464880"/>
                  <a:ext cx="637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D91F1CD-F073-C09C-265D-E5BB69AE302B}"/>
                    </a:ext>
                  </a:extLst>
                </p14:cNvPr>
                <p14:cNvContentPartPr/>
                <p14:nvPr/>
              </p14:nvContentPartPr>
              <p14:xfrm>
                <a:off x="6322280" y="1446880"/>
                <a:ext cx="133560" cy="211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D91F1CD-F073-C09C-265D-E5BB69AE302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11480" y="1436440"/>
                  <a:ext cx="1548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66BFDEF-2A8C-1D3B-9A7D-3C227ED9398B}"/>
                    </a:ext>
                  </a:extLst>
                </p14:cNvPr>
                <p14:cNvContentPartPr/>
                <p14:nvPr/>
              </p14:nvContentPartPr>
              <p14:xfrm>
                <a:off x="6327320" y="1422040"/>
                <a:ext cx="231480" cy="33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66BFDEF-2A8C-1D3B-9A7D-3C227ED9398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16520" y="1411240"/>
                  <a:ext cx="2527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F1D88D8-AD71-5F0F-E9A3-461C9F5CE055}"/>
                    </a:ext>
                  </a:extLst>
                </p14:cNvPr>
                <p14:cNvContentPartPr/>
                <p14:nvPr/>
              </p14:nvContentPartPr>
              <p14:xfrm>
                <a:off x="6644480" y="1617160"/>
                <a:ext cx="27000" cy="208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F1D88D8-AD71-5F0F-E9A3-461C9F5CE05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634040" y="1606720"/>
                  <a:ext cx="4824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DE3F1FC-4F01-6C93-CBCB-588F4BB4EC47}"/>
              </a:ext>
            </a:extLst>
          </p:cNvPr>
          <p:cNvGrpSpPr/>
          <p:nvPr/>
        </p:nvGrpSpPr>
        <p:grpSpPr>
          <a:xfrm>
            <a:off x="6876320" y="1310080"/>
            <a:ext cx="2026080" cy="582480"/>
            <a:chOff x="6876320" y="1310080"/>
            <a:chExt cx="2026080" cy="58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2CB1D45-6F6E-1D64-63B3-768DA7FFA613}"/>
                    </a:ext>
                  </a:extLst>
                </p14:cNvPr>
                <p14:cNvContentPartPr/>
                <p14:nvPr/>
              </p14:nvContentPartPr>
              <p14:xfrm>
                <a:off x="6876320" y="1501240"/>
                <a:ext cx="112320" cy="219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2CB1D45-6F6E-1D64-63B3-768DA7FFA61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865880" y="1490440"/>
                  <a:ext cx="1335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0000875-1A00-00F5-C574-A18CE51BB795}"/>
                    </a:ext>
                  </a:extLst>
                </p14:cNvPr>
                <p14:cNvContentPartPr/>
                <p14:nvPr/>
              </p14:nvContentPartPr>
              <p14:xfrm>
                <a:off x="7115360" y="1613920"/>
                <a:ext cx="10440" cy="1245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0000875-1A00-00F5-C574-A18CE51BB79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04920" y="1603120"/>
                  <a:ext cx="316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342D643-F996-258F-3AE7-7C33CE2F18C1}"/>
                    </a:ext>
                  </a:extLst>
                </p14:cNvPr>
                <p14:cNvContentPartPr/>
                <p14:nvPr/>
              </p14:nvContentPartPr>
              <p14:xfrm>
                <a:off x="7211840" y="1464880"/>
                <a:ext cx="194400" cy="273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342D643-F996-258F-3AE7-7C33CE2F18C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01400" y="1454440"/>
                  <a:ext cx="215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95B7D70-D407-DB00-C4B3-05EFB8ABDF1E}"/>
                    </a:ext>
                  </a:extLst>
                </p14:cNvPr>
                <p14:cNvContentPartPr/>
                <p14:nvPr/>
              </p14:nvContentPartPr>
              <p14:xfrm>
                <a:off x="7327400" y="1643440"/>
                <a:ext cx="166680" cy="24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95B7D70-D407-DB00-C4B3-05EFB8ABDF1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16600" y="1633000"/>
                  <a:ext cx="1879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62168C8-96CD-EDC7-B607-CFFF720EFA7E}"/>
                    </a:ext>
                  </a:extLst>
                </p14:cNvPr>
                <p14:cNvContentPartPr/>
                <p14:nvPr/>
              </p14:nvContentPartPr>
              <p14:xfrm>
                <a:off x="7566080" y="1672240"/>
                <a:ext cx="43560" cy="114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62168C8-96CD-EDC7-B607-CFFF720EFA7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555280" y="1661440"/>
                  <a:ext cx="648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8AD801C-96B1-F345-EAFF-72C0D743D5CB}"/>
                    </a:ext>
                  </a:extLst>
                </p14:cNvPr>
                <p14:cNvContentPartPr/>
                <p14:nvPr/>
              </p14:nvContentPartPr>
              <p14:xfrm>
                <a:off x="7757600" y="1472080"/>
                <a:ext cx="32040" cy="275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8AD801C-96B1-F345-EAFF-72C0D743D5C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746800" y="1461640"/>
                  <a:ext cx="53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0C3B620-1B9C-386D-B0E3-C6C1148BF6E5}"/>
                    </a:ext>
                  </a:extLst>
                </p14:cNvPr>
                <p14:cNvContentPartPr/>
                <p14:nvPr/>
              </p14:nvContentPartPr>
              <p14:xfrm>
                <a:off x="7878200" y="1484320"/>
                <a:ext cx="166680" cy="264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0C3B620-1B9C-386D-B0E3-C6C1148BF6E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867760" y="1473880"/>
                  <a:ext cx="1879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EF090F4-7096-E89C-B53D-CE2E6DF7F47C}"/>
                    </a:ext>
                  </a:extLst>
                </p14:cNvPr>
                <p14:cNvContentPartPr/>
                <p14:nvPr/>
              </p14:nvContentPartPr>
              <p14:xfrm>
                <a:off x="8141000" y="1672240"/>
                <a:ext cx="10440" cy="130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EF090F4-7096-E89C-B53D-CE2E6DF7F47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130200" y="1661440"/>
                  <a:ext cx="316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B018F40-F787-D0E6-BB19-DC306F2AF6A0}"/>
                    </a:ext>
                  </a:extLst>
                </p14:cNvPr>
                <p14:cNvContentPartPr/>
                <p14:nvPr/>
              </p14:nvContentPartPr>
              <p14:xfrm>
                <a:off x="8246480" y="1472080"/>
                <a:ext cx="178200" cy="2775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B018F40-F787-D0E6-BB19-DC306F2AF6A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235680" y="1461280"/>
                  <a:ext cx="1994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63095C5-EED7-9B97-2D0A-A843BB58E2EC}"/>
                    </a:ext>
                  </a:extLst>
                </p14:cNvPr>
                <p14:cNvContentPartPr/>
                <p14:nvPr/>
              </p14:nvContentPartPr>
              <p14:xfrm>
                <a:off x="8447000" y="1563520"/>
                <a:ext cx="164160" cy="143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63095C5-EED7-9B97-2D0A-A843BB58E2E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436200" y="1553080"/>
                  <a:ext cx="1854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44FD918-8CF7-DA60-EED4-5D25E80F9E5C}"/>
                    </a:ext>
                  </a:extLst>
                </p14:cNvPr>
                <p14:cNvContentPartPr/>
                <p14:nvPr/>
              </p14:nvContentPartPr>
              <p14:xfrm>
                <a:off x="8623400" y="1310080"/>
                <a:ext cx="279000" cy="582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44FD918-8CF7-DA60-EED4-5D25E80F9E5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612600" y="1299280"/>
                  <a:ext cx="300240" cy="60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72DE6CC-BAD3-4AE0-1EB4-17F285886616}"/>
              </a:ext>
            </a:extLst>
          </p:cNvPr>
          <p:cNvGrpSpPr/>
          <p:nvPr/>
        </p:nvGrpSpPr>
        <p:grpSpPr>
          <a:xfrm>
            <a:off x="64760" y="1122520"/>
            <a:ext cx="320040" cy="233280"/>
            <a:chOff x="64760" y="1122520"/>
            <a:chExt cx="32004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40735BA-DAB9-562E-B83E-6BE0B837A051}"/>
                    </a:ext>
                  </a:extLst>
                </p14:cNvPr>
                <p14:cNvContentPartPr/>
                <p14:nvPr/>
              </p14:nvContentPartPr>
              <p14:xfrm>
                <a:off x="64760" y="1122520"/>
                <a:ext cx="117000" cy="233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40735BA-DAB9-562E-B83E-6BE0B837A05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3960" y="1112080"/>
                  <a:ext cx="1382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9C5B7B8-D7AC-EA04-0328-2B0D15CA45C8}"/>
                    </a:ext>
                  </a:extLst>
                </p14:cNvPr>
                <p14:cNvContentPartPr/>
                <p14:nvPr/>
              </p14:nvContentPartPr>
              <p14:xfrm>
                <a:off x="257360" y="1166080"/>
                <a:ext cx="127440" cy="153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9C5B7B8-D7AC-EA04-0328-2B0D15CA45C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46920" y="1155280"/>
                  <a:ext cx="14868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883E2ED-E164-2546-E374-62728331E1D5}"/>
              </a:ext>
            </a:extLst>
          </p:cNvPr>
          <p:cNvGrpSpPr/>
          <p:nvPr/>
        </p:nvGrpSpPr>
        <p:grpSpPr>
          <a:xfrm>
            <a:off x="48560" y="1755400"/>
            <a:ext cx="207000" cy="254160"/>
            <a:chOff x="48560" y="1755400"/>
            <a:chExt cx="207000" cy="2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E78E03A-015B-7DD0-0CE3-AC6952107D3F}"/>
                    </a:ext>
                  </a:extLst>
                </p14:cNvPr>
                <p14:cNvContentPartPr/>
                <p14:nvPr/>
              </p14:nvContentPartPr>
              <p14:xfrm>
                <a:off x="48560" y="1755400"/>
                <a:ext cx="129240" cy="254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E78E03A-015B-7DD0-0CE3-AC6952107D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8120" y="1744960"/>
                  <a:ext cx="1504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7FAFBA7-1E3A-37D7-0E9F-A36BE41A6517}"/>
                    </a:ext>
                  </a:extLst>
                </p14:cNvPr>
                <p14:cNvContentPartPr/>
                <p14:nvPr/>
              </p14:nvContentPartPr>
              <p14:xfrm>
                <a:off x="238640" y="1787440"/>
                <a:ext cx="16920" cy="186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7FAFBA7-1E3A-37D7-0E9F-A36BE41A651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27840" y="1777000"/>
                  <a:ext cx="3816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F82B200-BB30-78E7-08D2-42EB9A11E34E}"/>
              </a:ext>
            </a:extLst>
          </p:cNvPr>
          <p:cNvGrpSpPr/>
          <p:nvPr/>
        </p:nvGrpSpPr>
        <p:grpSpPr>
          <a:xfrm>
            <a:off x="66560" y="2536960"/>
            <a:ext cx="282600" cy="254520"/>
            <a:chOff x="66560" y="2536960"/>
            <a:chExt cx="28260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28595B9-B831-727E-D88D-3CF2CF0A76F9}"/>
                    </a:ext>
                  </a:extLst>
                </p14:cNvPr>
                <p14:cNvContentPartPr/>
                <p14:nvPr/>
              </p14:nvContentPartPr>
              <p14:xfrm>
                <a:off x="66560" y="2536960"/>
                <a:ext cx="125280" cy="2545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28595B9-B831-727E-D88D-3CF2CF0A76F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5760" y="2526160"/>
                  <a:ext cx="1465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6B130E5-D566-08DF-B0D0-C0561004DB21}"/>
                    </a:ext>
                  </a:extLst>
                </p14:cNvPr>
                <p14:cNvContentPartPr/>
                <p14:nvPr/>
              </p14:nvContentPartPr>
              <p14:xfrm>
                <a:off x="215600" y="2544160"/>
                <a:ext cx="133560" cy="213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6B130E5-D566-08DF-B0D0-C0561004DB2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05160" y="2533720"/>
                  <a:ext cx="154800" cy="23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E123A3DA-B279-F85E-FD46-451B8DD16F0A}"/>
                  </a:ext>
                </a:extLst>
              </p14:cNvPr>
              <p14:cNvContentPartPr/>
              <p14:nvPr/>
            </p14:nvContentPartPr>
            <p14:xfrm>
              <a:off x="739760" y="2463880"/>
              <a:ext cx="225000" cy="2847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E123A3DA-B279-F85E-FD46-451B8DD16F0A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29320" y="2453080"/>
                <a:ext cx="24624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AAC7752-A241-79BB-9479-6E65A116C734}"/>
                  </a:ext>
                </a:extLst>
              </p14:cNvPr>
              <p14:cNvContentPartPr/>
              <p14:nvPr/>
            </p14:nvContentPartPr>
            <p14:xfrm>
              <a:off x="950720" y="2156440"/>
              <a:ext cx="100800" cy="17640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AAC7752-A241-79BB-9479-6E65A116C734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939920" y="2146000"/>
                <a:ext cx="1220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0DE8BF2B-13F4-4FCD-309D-664071A5C9E0}"/>
                  </a:ext>
                </a:extLst>
              </p14:cNvPr>
              <p14:cNvContentPartPr/>
              <p14:nvPr/>
            </p14:nvContentPartPr>
            <p14:xfrm>
              <a:off x="5123840" y="1947280"/>
              <a:ext cx="350640" cy="986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0DE8BF2B-13F4-4FCD-309D-664071A5C9E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113400" y="1936840"/>
                <a:ext cx="371880" cy="11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70F470C-40B8-CE42-4092-A278AC438EB9}"/>
              </a:ext>
            </a:extLst>
          </p:cNvPr>
          <p:cNvGrpSpPr/>
          <p:nvPr/>
        </p:nvGrpSpPr>
        <p:grpSpPr>
          <a:xfrm>
            <a:off x="5179640" y="2169040"/>
            <a:ext cx="297000" cy="212760"/>
            <a:chOff x="5179640" y="2169040"/>
            <a:chExt cx="297000" cy="2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0D55154-7001-1860-84E7-FA3CE3E09C9F}"/>
                    </a:ext>
                  </a:extLst>
                </p14:cNvPr>
                <p14:cNvContentPartPr/>
                <p14:nvPr/>
              </p14:nvContentPartPr>
              <p14:xfrm>
                <a:off x="5179640" y="2169040"/>
                <a:ext cx="128520" cy="194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0D55154-7001-1860-84E7-FA3CE3E09C9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169200" y="2158240"/>
                  <a:ext cx="1497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8B3EA72-3295-DAEE-8BCD-22061CA68847}"/>
                    </a:ext>
                  </a:extLst>
                </p14:cNvPr>
                <p14:cNvContentPartPr/>
                <p14:nvPr/>
              </p14:nvContentPartPr>
              <p14:xfrm>
                <a:off x="5333360" y="2220880"/>
                <a:ext cx="143280" cy="160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8B3EA72-3295-DAEE-8BCD-22061CA6884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322920" y="2210440"/>
                  <a:ext cx="164520" cy="18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E18D2A0-ECC5-4352-31A9-B8C0CD913C5B}"/>
                  </a:ext>
                </a:extLst>
              </p14:cNvPr>
              <p14:cNvContentPartPr/>
              <p14:nvPr/>
            </p14:nvContentPartPr>
            <p14:xfrm>
              <a:off x="5706680" y="1875280"/>
              <a:ext cx="697320" cy="860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E18D2A0-ECC5-4352-31A9-B8C0CD913C5B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695880" y="1864840"/>
                <a:ext cx="71856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29ADD80-D822-C498-70B2-156E63D4E13B}"/>
              </a:ext>
            </a:extLst>
          </p:cNvPr>
          <p:cNvGrpSpPr/>
          <p:nvPr/>
        </p:nvGrpSpPr>
        <p:grpSpPr>
          <a:xfrm>
            <a:off x="5902520" y="2123320"/>
            <a:ext cx="338760" cy="235800"/>
            <a:chOff x="5902520" y="2123320"/>
            <a:chExt cx="33876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2773E22-EC1A-C272-D24A-7D115BACBFFF}"/>
                    </a:ext>
                  </a:extLst>
                </p14:cNvPr>
                <p14:cNvContentPartPr/>
                <p14:nvPr/>
              </p14:nvContentPartPr>
              <p14:xfrm>
                <a:off x="5902520" y="2123320"/>
                <a:ext cx="149760" cy="2271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2773E22-EC1A-C272-D24A-7D115BACBFF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891720" y="2112520"/>
                  <a:ext cx="1710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7F922D2-1D71-CC56-9A08-7999CEC1827D}"/>
                    </a:ext>
                  </a:extLst>
                </p14:cNvPr>
                <p14:cNvContentPartPr/>
                <p14:nvPr/>
              </p14:nvContentPartPr>
              <p14:xfrm>
                <a:off x="6074600" y="2152120"/>
                <a:ext cx="166680" cy="2070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7F922D2-1D71-CC56-9A08-7999CEC1827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063800" y="2141320"/>
                  <a:ext cx="18792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DF918964-D128-54A3-6E1C-03F1AB2B05A6}"/>
                  </a:ext>
                </a:extLst>
              </p14:cNvPr>
              <p14:cNvContentPartPr/>
              <p14:nvPr/>
            </p14:nvContentPartPr>
            <p14:xfrm>
              <a:off x="6810800" y="1837840"/>
              <a:ext cx="1598400" cy="1051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DF918964-D128-54A3-6E1C-03F1AB2B05A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6800000" y="1827040"/>
                <a:ext cx="1619640" cy="12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BF4C52F8-473D-A653-EBF4-812C5959AA5B}"/>
              </a:ext>
            </a:extLst>
          </p:cNvPr>
          <p:cNvGrpSpPr/>
          <p:nvPr/>
        </p:nvGrpSpPr>
        <p:grpSpPr>
          <a:xfrm>
            <a:off x="7148480" y="2117560"/>
            <a:ext cx="581400" cy="191880"/>
            <a:chOff x="7148480" y="2117560"/>
            <a:chExt cx="58140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E53407D-3F3D-471B-0FE3-F287974436C0}"/>
                    </a:ext>
                  </a:extLst>
                </p14:cNvPr>
                <p14:cNvContentPartPr/>
                <p14:nvPr/>
              </p14:nvContentPartPr>
              <p14:xfrm>
                <a:off x="7148480" y="2125480"/>
                <a:ext cx="197280" cy="183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E53407D-3F3D-471B-0FE3-F287974436C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137680" y="2115040"/>
                  <a:ext cx="2185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BE5202B-3179-95D7-8832-E85D940448D1}"/>
                    </a:ext>
                  </a:extLst>
                </p14:cNvPr>
                <p14:cNvContentPartPr/>
                <p14:nvPr/>
              </p14:nvContentPartPr>
              <p14:xfrm>
                <a:off x="7414880" y="2117560"/>
                <a:ext cx="315000" cy="173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BE5202B-3179-95D7-8832-E85D940448D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404440" y="2107120"/>
                  <a:ext cx="33624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D7663F8-DE56-975C-718A-3CAAE226E142}"/>
              </a:ext>
            </a:extLst>
          </p:cNvPr>
          <p:cNvGrpSpPr/>
          <p:nvPr/>
        </p:nvGrpSpPr>
        <p:grpSpPr>
          <a:xfrm>
            <a:off x="300560" y="3348400"/>
            <a:ext cx="365040" cy="463680"/>
            <a:chOff x="300560" y="3348400"/>
            <a:chExt cx="365040" cy="46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700F38C-7BE6-9A7C-E795-0295D7C2AC89}"/>
                    </a:ext>
                  </a:extLst>
                </p14:cNvPr>
                <p14:cNvContentPartPr/>
                <p14:nvPr/>
              </p14:nvContentPartPr>
              <p14:xfrm>
                <a:off x="311000" y="3580960"/>
                <a:ext cx="15480" cy="182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700F38C-7BE6-9A7C-E795-0295D7C2AC8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00200" y="3570160"/>
                  <a:ext cx="367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620107B-6CA7-91DF-A437-521877500641}"/>
                    </a:ext>
                  </a:extLst>
                </p14:cNvPr>
                <p14:cNvContentPartPr/>
                <p14:nvPr/>
              </p14:nvContentPartPr>
              <p14:xfrm>
                <a:off x="300560" y="3398080"/>
                <a:ext cx="102600" cy="1022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620107B-6CA7-91DF-A437-52187750064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90120" y="3387280"/>
                  <a:ext cx="1238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F18BA12-6B21-A76E-FAF1-C34435D75DB1}"/>
                    </a:ext>
                  </a:extLst>
                </p14:cNvPr>
                <p14:cNvContentPartPr/>
                <p14:nvPr/>
              </p14:nvContentPartPr>
              <p14:xfrm>
                <a:off x="533120" y="3348400"/>
                <a:ext cx="132480" cy="4636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F18BA12-6B21-A76E-FAF1-C34435D75DB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22320" y="3337600"/>
                  <a:ext cx="153720" cy="48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84B66CD-78B7-B5A8-ABAF-62E76243FDDD}"/>
              </a:ext>
            </a:extLst>
          </p:cNvPr>
          <p:cNvGrpSpPr/>
          <p:nvPr/>
        </p:nvGrpSpPr>
        <p:grpSpPr>
          <a:xfrm>
            <a:off x="1065920" y="3359200"/>
            <a:ext cx="876600" cy="352440"/>
            <a:chOff x="1065920" y="3359200"/>
            <a:chExt cx="876600" cy="35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281A40B-31BB-3407-5174-DCD006A7CBA8}"/>
                    </a:ext>
                  </a:extLst>
                </p14:cNvPr>
                <p14:cNvContentPartPr/>
                <p14:nvPr/>
              </p14:nvContentPartPr>
              <p14:xfrm>
                <a:off x="1083200" y="3431200"/>
                <a:ext cx="125280" cy="2804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281A40B-31BB-3407-5174-DCD006A7CBA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72400" y="3420760"/>
                  <a:ext cx="1465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0DDD66D-A24D-84D0-E198-B4888B0FEA15}"/>
                    </a:ext>
                  </a:extLst>
                </p14:cNvPr>
                <p14:cNvContentPartPr/>
                <p14:nvPr/>
              </p14:nvContentPartPr>
              <p14:xfrm>
                <a:off x="1065920" y="3568360"/>
                <a:ext cx="137520" cy="176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0DDD66D-A24D-84D0-E198-B4888B0FEA1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55480" y="3557560"/>
                  <a:ext cx="1587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9A188C9-C3EB-EA13-9A27-3E1B42B8C150}"/>
                    </a:ext>
                  </a:extLst>
                </p14:cNvPr>
                <p14:cNvContentPartPr/>
                <p14:nvPr/>
              </p14:nvContentPartPr>
              <p14:xfrm>
                <a:off x="1308560" y="3359200"/>
                <a:ext cx="135000" cy="2926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9A188C9-C3EB-EA13-9A27-3E1B42B8C15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297760" y="3348760"/>
                  <a:ext cx="1562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6C68A17-BB79-6DFA-54A0-8E69F32042EA}"/>
                    </a:ext>
                  </a:extLst>
                </p14:cNvPr>
                <p14:cNvContentPartPr/>
                <p14:nvPr/>
              </p14:nvContentPartPr>
              <p14:xfrm>
                <a:off x="1474880" y="3483400"/>
                <a:ext cx="72360" cy="1821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6C68A17-BB79-6DFA-54A0-8E69F32042E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464080" y="3472960"/>
                  <a:ext cx="93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CDE16D4-FD07-FA72-9904-C23404C1D893}"/>
                    </a:ext>
                  </a:extLst>
                </p14:cNvPr>
                <p14:cNvContentPartPr/>
                <p14:nvPr/>
              </p14:nvContentPartPr>
              <p14:xfrm>
                <a:off x="1633640" y="3480520"/>
                <a:ext cx="150120" cy="1386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CDE16D4-FD07-FA72-9904-C23404C1D89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622840" y="3469720"/>
                  <a:ext cx="1713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A8B9D77-2950-9B5C-49CB-F6C4E869FBAE}"/>
                    </a:ext>
                  </a:extLst>
                </p14:cNvPr>
                <p14:cNvContentPartPr/>
                <p14:nvPr/>
              </p14:nvContentPartPr>
              <p14:xfrm>
                <a:off x="1835960" y="3473680"/>
                <a:ext cx="106560" cy="169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A8B9D77-2950-9B5C-49CB-F6C4E869FBA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825520" y="3463240"/>
                  <a:ext cx="12780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55AABA1-040F-4AD8-06A5-AB3C2031858D}"/>
              </a:ext>
            </a:extLst>
          </p:cNvPr>
          <p:cNvGrpSpPr/>
          <p:nvPr/>
        </p:nvGrpSpPr>
        <p:grpSpPr>
          <a:xfrm>
            <a:off x="2320880" y="3415360"/>
            <a:ext cx="516240" cy="205200"/>
            <a:chOff x="2320880" y="3415360"/>
            <a:chExt cx="51624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A90DDB3-DA29-5593-37C4-9C0BC7823FF1}"/>
                    </a:ext>
                  </a:extLst>
                </p14:cNvPr>
                <p14:cNvContentPartPr/>
                <p14:nvPr/>
              </p14:nvContentPartPr>
              <p14:xfrm>
                <a:off x="2320880" y="3465760"/>
                <a:ext cx="189720" cy="154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A90DDB3-DA29-5593-37C4-9C0BC7823FF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10440" y="3455320"/>
                  <a:ext cx="2109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FD4BE5B-28F3-8EDC-C528-D157529B1BAB}"/>
                    </a:ext>
                  </a:extLst>
                </p14:cNvPr>
                <p14:cNvContentPartPr/>
                <p14:nvPr/>
              </p14:nvContentPartPr>
              <p14:xfrm>
                <a:off x="2581520" y="3459280"/>
                <a:ext cx="106920" cy="1270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FD4BE5B-28F3-8EDC-C528-D157529B1BA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571080" y="3448840"/>
                  <a:ext cx="1281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461FFF7-117E-67C8-BD59-07F5026097AA}"/>
                    </a:ext>
                  </a:extLst>
                </p14:cNvPr>
                <p14:cNvContentPartPr/>
                <p14:nvPr/>
              </p14:nvContentPartPr>
              <p14:xfrm>
                <a:off x="2712200" y="3415360"/>
                <a:ext cx="124920" cy="1738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461FFF7-117E-67C8-BD59-07F5026097A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701760" y="3404920"/>
                  <a:ext cx="14616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6140CB13-BEBC-766A-539A-4586801E4737}"/>
              </a:ext>
            </a:extLst>
          </p:cNvPr>
          <p:cNvGrpSpPr/>
          <p:nvPr/>
        </p:nvGrpSpPr>
        <p:grpSpPr>
          <a:xfrm>
            <a:off x="3360200" y="3330760"/>
            <a:ext cx="862920" cy="297360"/>
            <a:chOff x="3360200" y="3330760"/>
            <a:chExt cx="86292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5F3C103-E04D-1A7D-DC49-6ABD6B130CB3}"/>
                    </a:ext>
                  </a:extLst>
                </p14:cNvPr>
                <p14:cNvContentPartPr/>
                <p14:nvPr/>
              </p14:nvContentPartPr>
              <p14:xfrm>
                <a:off x="3360200" y="3408160"/>
                <a:ext cx="172440" cy="2199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5F3C103-E04D-1A7D-DC49-6ABD6B130CB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349400" y="3397360"/>
                  <a:ext cx="1936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651AE48-55BE-33CD-431D-D502438AA565}"/>
                    </a:ext>
                  </a:extLst>
                </p14:cNvPr>
                <p14:cNvContentPartPr/>
                <p14:nvPr/>
              </p14:nvContentPartPr>
              <p14:xfrm>
                <a:off x="3596720" y="3413560"/>
                <a:ext cx="120600" cy="147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651AE48-55BE-33CD-431D-D502438AA56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585920" y="3402760"/>
                  <a:ext cx="1418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6D7CD11-F4BF-78F7-00A1-A9E6090919E0}"/>
                    </a:ext>
                  </a:extLst>
                </p14:cNvPr>
                <p14:cNvContentPartPr/>
                <p14:nvPr/>
              </p14:nvContentPartPr>
              <p14:xfrm>
                <a:off x="3794000" y="3330760"/>
                <a:ext cx="157320" cy="2332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6D7CD11-F4BF-78F7-00A1-A9E6090919E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783560" y="3320320"/>
                  <a:ext cx="1785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82C7A73-CC77-390D-B229-273A509DFAF2}"/>
                    </a:ext>
                  </a:extLst>
                </p14:cNvPr>
                <p14:cNvContentPartPr/>
                <p14:nvPr/>
              </p14:nvContentPartPr>
              <p14:xfrm>
                <a:off x="4031240" y="3406720"/>
                <a:ext cx="43560" cy="1630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82C7A73-CC77-390D-B229-273A509DFAF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020440" y="3395920"/>
                  <a:ext cx="648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2AC9157-FECA-1046-81C8-0446CB03E3FE}"/>
                    </a:ext>
                  </a:extLst>
                </p14:cNvPr>
                <p14:cNvContentPartPr/>
                <p14:nvPr/>
              </p14:nvContentPartPr>
              <p14:xfrm>
                <a:off x="4103600" y="3382240"/>
                <a:ext cx="119520" cy="1767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2AC9157-FECA-1046-81C8-0446CB03E3F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092800" y="3371440"/>
                  <a:ext cx="14076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4CF84018-716E-8127-7E7A-21E81ECE5022}"/>
              </a:ext>
            </a:extLst>
          </p:cNvPr>
          <p:cNvGrpSpPr/>
          <p:nvPr/>
        </p:nvGrpSpPr>
        <p:grpSpPr>
          <a:xfrm>
            <a:off x="4538120" y="3189280"/>
            <a:ext cx="612720" cy="368280"/>
            <a:chOff x="4538120" y="3189280"/>
            <a:chExt cx="61272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169ADA7-630E-97E5-1BEA-39637C95C691}"/>
                    </a:ext>
                  </a:extLst>
                </p14:cNvPr>
                <p14:cNvContentPartPr/>
                <p14:nvPr/>
              </p14:nvContentPartPr>
              <p14:xfrm>
                <a:off x="4538120" y="3390160"/>
                <a:ext cx="187560" cy="1674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169ADA7-630E-97E5-1BEA-39637C95C69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527320" y="3379360"/>
                  <a:ext cx="2088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D9835C6-B71F-228D-7155-53A5FEB229F9}"/>
                    </a:ext>
                  </a:extLst>
                </p14:cNvPr>
                <p14:cNvContentPartPr/>
                <p14:nvPr/>
              </p14:nvContentPartPr>
              <p14:xfrm>
                <a:off x="4816760" y="3411760"/>
                <a:ext cx="9360" cy="114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D9835C6-B71F-228D-7155-53A5FEB229F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06320" y="3401320"/>
                  <a:ext cx="30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F722371-6DD7-5F54-0890-692AB5D37701}"/>
                    </a:ext>
                  </a:extLst>
                </p14:cNvPr>
                <p14:cNvContentPartPr/>
                <p14:nvPr/>
              </p14:nvContentPartPr>
              <p14:xfrm>
                <a:off x="4816760" y="3326080"/>
                <a:ext cx="360" cy="3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F722371-6DD7-5F54-0890-692AB5D3770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806320" y="33156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C6E7C1A-B866-673E-9D7B-47AB813A357B}"/>
                    </a:ext>
                  </a:extLst>
                </p14:cNvPr>
                <p14:cNvContentPartPr/>
                <p14:nvPr/>
              </p14:nvContentPartPr>
              <p14:xfrm>
                <a:off x="4928360" y="3189280"/>
                <a:ext cx="24840" cy="3315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C6E7C1A-B866-673E-9D7B-47AB813A357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917920" y="3178480"/>
                  <a:ext cx="4608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65E463A-719E-96CC-3DD2-1101CA0C5694}"/>
                    </a:ext>
                  </a:extLst>
                </p14:cNvPr>
                <p14:cNvContentPartPr/>
                <p14:nvPr/>
              </p14:nvContentPartPr>
              <p14:xfrm>
                <a:off x="4881560" y="3420040"/>
                <a:ext cx="106920" cy="14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65E463A-719E-96CC-3DD2-1101CA0C569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870760" y="3409240"/>
                  <a:ext cx="1281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0563399-5F45-FD68-C245-2378339F0860}"/>
                    </a:ext>
                  </a:extLst>
                </p14:cNvPr>
                <p14:cNvContentPartPr/>
                <p14:nvPr/>
              </p14:nvContentPartPr>
              <p14:xfrm>
                <a:off x="5031320" y="3232480"/>
                <a:ext cx="119520" cy="3178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0563399-5F45-FD68-C245-2378339F086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020520" y="3222040"/>
                  <a:ext cx="140760" cy="33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E908271-108B-0D2E-0F74-CAEBC102DEE7}"/>
              </a:ext>
            </a:extLst>
          </p:cNvPr>
          <p:cNvGrpSpPr/>
          <p:nvPr/>
        </p:nvGrpSpPr>
        <p:grpSpPr>
          <a:xfrm>
            <a:off x="5665640" y="3160480"/>
            <a:ext cx="511200" cy="383760"/>
            <a:chOff x="5665640" y="3160480"/>
            <a:chExt cx="511200" cy="3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9E2D961-4B53-BA76-7276-4FD5D30997C7}"/>
                    </a:ext>
                  </a:extLst>
                </p14:cNvPr>
                <p14:cNvContentPartPr/>
                <p14:nvPr/>
              </p14:nvContentPartPr>
              <p14:xfrm>
                <a:off x="5665640" y="3349120"/>
                <a:ext cx="277200" cy="165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9E2D961-4B53-BA76-7276-4FD5D30997C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55200" y="3338680"/>
                  <a:ext cx="2984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646970D-D9CF-FB84-23DB-57D125615E22}"/>
                    </a:ext>
                  </a:extLst>
                </p14:cNvPr>
                <p14:cNvContentPartPr/>
                <p14:nvPr/>
              </p14:nvContentPartPr>
              <p14:xfrm>
                <a:off x="6016280" y="3160480"/>
                <a:ext cx="27000" cy="2944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646970D-D9CF-FB84-23DB-57D125615E2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005480" y="3150040"/>
                  <a:ext cx="482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7197C90-CBBF-3BC4-FA1B-2FF3E18FD461}"/>
                    </a:ext>
                  </a:extLst>
                </p14:cNvPr>
                <p14:cNvContentPartPr/>
                <p14:nvPr/>
              </p14:nvContentPartPr>
              <p14:xfrm>
                <a:off x="6058400" y="3320320"/>
                <a:ext cx="118440" cy="2239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7197C90-CBBF-3BC4-FA1B-2FF3E18FD46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047600" y="3309880"/>
                  <a:ext cx="13968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51AA25A-5CC8-924B-8C63-2862F22C62E7}"/>
              </a:ext>
            </a:extLst>
          </p:cNvPr>
          <p:cNvGrpSpPr/>
          <p:nvPr/>
        </p:nvGrpSpPr>
        <p:grpSpPr>
          <a:xfrm>
            <a:off x="6557000" y="3260560"/>
            <a:ext cx="358200" cy="176400"/>
            <a:chOff x="6557000" y="3260560"/>
            <a:chExt cx="35820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1C897BA-3BB4-85DE-005D-8CA66989A757}"/>
                    </a:ext>
                  </a:extLst>
                </p14:cNvPr>
                <p14:cNvContentPartPr/>
                <p14:nvPr/>
              </p14:nvContentPartPr>
              <p14:xfrm>
                <a:off x="6557000" y="3302320"/>
                <a:ext cx="259200" cy="1346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1C897BA-3BB4-85DE-005D-8CA66989A75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546200" y="3291880"/>
                  <a:ext cx="2804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956CC97-CFAE-CC45-03D3-E1C5912F1F1B}"/>
                    </a:ext>
                  </a:extLst>
                </p14:cNvPr>
                <p14:cNvContentPartPr/>
                <p14:nvPr/>
              </p14:nvContentPartPr>
              <p14:xfrm>
                <a:off x="6875600" y="3260560"/>
                <a:ext cx="39600" cy="1609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956CC97-CFAE-CC45-03D3-E1C5912F1F1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864800" y="3249760"/>
                  <a:ext cx="6084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0DFD0600-23CB-4990-9557-E4A8F3285B53}"/>
              </a:ext>
            </a:extLst>
          </p:cNvPr>
          <p:cNvGrpSpPr/>
          <p:nvPr/>
        </p:nvGrpSpPr>
        <p:grpSpPr>
          <a:xfrm>
            <a:off x="7353680" y="3311680"/>
            <a:ext cx="306720" cy="144360"/>
            <a:chOff x="7353680" y="3311680"/>
            <a:chExt cx="306720" cy="14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F9816F4-5F6D-3F0C-D035-3F370EF317A9}"/>
                    </a:ext>
                  </a:extLst>
                </p14:cNvPr>
                <p14:cNvContentPartPr/>
                <p14:nvPr/>
              </p14:nvContentPartPr>
              <p14:xfrm>
                <a:off x="7353680" y="3313840"/>
                <a:ext cx="141120" cy="1422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F9816F4-5F6D-3F0C-D035-3F370EF317A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343240" y="3303400"/>
                  <a:ext cx="1623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9640234-B3D3-E49C-768B-6A0C261265BB}"/>
                    </a:ext>
                  </a:extLst>
                </p14:cNvPr>
                <p14:cNvContentPartPr/>
                <p14:nvPr/>
              </p14:nvContentPartPr>
              <p14:xfrm>
                <a:off x="7571120" y="3311680"/>
                <a:ext cx="89280" cy="132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9640234-B3D3-E49C-768B-6A0C261265B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560320" y="3300880"/>
                  <a:ext cx="11052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9BDF085-13DC-FB4C-2FAB-FE08E5F9F2E7}"/>
              </a:ext>
            </a:extLst>
          </p:cNvPr>
          <p:cNvGrpSpPr/>
          <p:nvPr/>
        </p:nvGrpSpPr>
        <p:grpSpPr>
          <a:xfrm>
            <a:off x="8093120" y="3238600"/>
            <a:ext cx="680400" cy="155520"/>
            <a:chOff x="8093120" y="3238600"/>
            <a:chExt cx="680400" cy="15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68CA96F-963D-D726-94F9-2D4B48A759BE}"/>
                    </a:ext>
                  </a:extLst>
                </p14:cNvPr>
                <p14:cNvContentPartPr/>
                <p14:nvPr/>
              </p14:nvContentPartPr>
              <p14:xfrm>
                <a:off x="8093120" y="3264520"/>
                <a:ext cx="173880" cy="1296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68CA96F-963D-D726-94F9-2D4B48A759B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082680" y="3253720"/>
                  <a:ext cx="195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7A3598B-5778-BE67-6980-AED21282430C}"/>
                    </a:ext>
                  </a:extLst>
                </p14:cNvPr>
                <p14:cNvContentPartPr/>
                <p14:nvPr/>
              </p14:nvContentPartPr>
              <p14:xfrm>
                <a:off x="8246480" y="3263440"/>
                <a:ext cx="124920" cy="1234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7A3598B-5778-BE67-6980-AED21282430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235680" y="3252640"/>
                  <a:ext cx="1461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862EF4A-AEC0-12D4-B9B9-E85111BCDC4D}"/>
                    </a:ext>
                  </a:extLst>
                </p14:cNvPr>
                <p14:cNvContentPartPr/>
                <p14:nvPr/>
              </p14:nvContentPartPr>
              <p14:xfrm>
                <a:off x="8448080" y="3258760"/>
                <a:ext cx="46080" cy="1306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862EF4A-AEC0-12D4-B9B9-E85111BCDC4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437640" y="3247960"/>
                  <a:ext cx="67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8FD935A-E66A-8548-C20E-D51B5F4BD576}"/>
                    </a:ext>
                  </a:extLst>
                </p14:cNvPr>
                <p14:cNvContentPartPr/>
                <p14:nvPr/>
              </p14:nvContentPartPr>
              <p14:xfrm>
                <a:off x="8566160" y="3238600"/>
                <a:ext cx="118440" cy="1332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8FD935A-E66A-8548-C20E-D51B5F4BD57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555720" y="3227800"/>
                  <a:ext cx="1396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15E144E-69DA-DF8A-AE82-5C8F41C82A03}"/>
                    </a:ext>
                  </a:extLst>
                </p14:cNvPr>
                <p14:cNvContentPartPr/>
                <p14:nvPr/>
              </p14:nvContentPartPr>
              <p14:xfrm>
                <a:off x="8681720" y="3242920"/>
                <a:ext cx="91800" cy="1260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15E144E-69DA-DF8A-AE82-5C8F41C82A0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670920" y="3232120"/>
                  <a:ext cx="11304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90453DCD-6BDA-511C-EAC4-55052C4AF3A3}"/>
              </a:ext>
            </a:extLst>
          </p:cNvPr>
          <p:cNvGrpSpPr/>
          <p:nvPr/>
        </p:nvGrpSpPr>
        <p:grpSpPr>
          <a:xfrm>
            <a:off x="9151160" y="3232120"/>
            <a:ext cx="701640" cy="160560"/>
            <a:chOff x="9151160" y="3232120"/>
            <a:chExt cx="701640" cy="16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31BA67A-3742-8FBA-9CE2-91195336EE99}"/>
                    </a:ext>
                  </a:extLst>
                </p14:cNvPr>
                <p14:cNvContentPartPr/>
                <p14:nvPr/>
              </p14:nvContentPartPr>
              <p14:xfrm>
                <a:off x="9151160" y="3232480"/>
                <a:ext cx="216000" cy="1602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31BA67A-3742-8FBA-9CE2-91195336EE9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140720" y="3222040"/>
                  <a:ext cx="2372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3DAAE7C-B315-626F-2D14-8EAACF639856}"/>
                    </a:ext>
                  </a:extLst>
                </p14:cNvPr>
                <p14:cNvContentPartPr/>
                <p14:nvPr/>
              </p14:nvContentPartPr>
              <p14:xfrm>
                <a:off x="9423320" y="3263440"/>
                <a:ext cx="69840" cy="1166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3DAAE7C-B315-626F-2D14-8EAACF63985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412520" y="3253000"/>
                  <a:ext cx="910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BBF8714-407A-D41D-02F9-F1FAD60AE94A}"/>
                    </a:ext>
                  </a:extLst>
                </p14:cNvPr>
                <p14:cNvContentPartPr/>
                <p14:nvPr/>
              </p14:nvContentPartPr>
              <p14:xfrm>
                <a:off x="9599360" y="3232120"/>
                <a:ext cx="58680" cy="774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BBF8714-407A-D41D-02F9-F1FAD60AE94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588920" y="3221320"/>
                  <a:ext cx="799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577D428-EAFC-89B8-C1F2-7590A7C4F599}"/>
                    </a:ext>
                  </a:extLst>
                </p14:cNvPr>
                <p14:cNvContentPartPr/>
                <p14:nvPr/>
              </p14:nvContentPartPr>
              <p14:xfrm>
                <a:off x="9722120" y="3236440"/>
                <a:ext cx="130680" cy="1087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577D428-EAFC-89B8-C1F2-7590A7C4F59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711320" y="3226000"/>
                  <a:ext cx="15192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E0EB48F9-D463-9957-29B6-E9CFDA795B90}"/>
              </a:ext>
            </a:extLst>
          </p:cNvPr>
          <p:cNvGrpSpPr/>
          <p:nvPr/>
        </p:nvGrpSpPr>
        <p:grpSpPr>
          <a:xfrm>
            <a:off x="10155920" y="2979040"/>
            <a:ext cx="1110600" cy="318600"/>
            <a:chOff x="10155920" y="2979040"/>
            <a:chExt cx="1110600" cy="31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B7A8FC0-0381-9058-C752-132AFC803126}"/>
                    </a:ext>
                  </a:extLst>
                </p14:cNvPr>
                <p14:cNvContentPartPr/>
                <p14:nvPr/>
              </p14:nvContentPartPr>
              <p14:xfrm>
                <a:off x="10155920" y="3149680"/>
                <a:ext cx="201600" cy="1479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B7A8FC0-0381-9058-C752-132AFC80312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145120" y="3138880"/>
                  <a:ext cx="2228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6438A11-F4F4-EE8C-E46D-6B3D12BB77CE}"/>
                    </a:ext>
                  </a:extLst>
                </p14:cNvPr>
                <p14:cNvContentPartPr/>
                <p14:nvPr/>
              </p14:nvContentPartPr>
              <p14:xfrm>
                <a:off x="10365080" y="3055360"/>
                <a:ext cx="126720" cy="2163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6438A11-F4F4-EE8C-E46D-6B3D12BB77C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354640" y="3044920"/>
                  <a:ext cx="1479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3E442B4-5B05-62B4-0BBF-B5B3DC9EF08C}"/>
                    </a:ext>
                  </a:extLst>
                </p14:cNvPr>
                <p14:cNvContentPartPr/>
                <p14:nvPr/>
              </p14:nvContentPartPr>
              <p14:xfrm>
                <a:off x="10534640" y="3162640"/>
                <a:ext cx="23040" cy="1249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3E442B4-5B05-62B4-0BBF-B5B3DC9EF08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524200" y="3152200"/>
                  <a:ext cx="442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16A85FE6-ADAA-3D85-57AB-22CB83CCBE18}"/>
                    </a:ext>
                  </a:extLst>
                </p14:cNvPr>
                <p14:cNvContentPartPr/>
                <p14:nvPr/>
              </p14:nvContentPartPr>
              <p14:xfrm>
                <a:off x="10487840" y="3098920"/>
                <a:ext cx="360" cy="3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16A85FE6-ADAA-3D85-57AB-22CB83CCBE1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477400" y="30881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EBC5261-E6CB-8BE7-ACA1-ECB90C71D041}"/>
                    </a:ext>
                  </a:extLst>
                </p14:cNvPr>
                <p14:cNvContentPartPr/>
                <p14:nvPr/>
              </p14:nvContentPartPr>
              <p14:xfrm>
                <a:off x="10604480" y="3011080"/>
                <a:ext cx="48600" cy="2412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EBC5261-E6CB-8BE7-ACA1-ECB90C71D04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594040" y="3000280"/>
                  <a:ext cx="698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68EA7A1-4A4E-938E-9DAD-79DB20BF52DD}"/>
                    </a:ext>
                  </a:extLst>
                </p14:cNvPr>
                <p14:cNvContentPartPr/>
                <p14:nvPr/>
              </p14:nvContentPartPr>
              <p14:xfrm>
                <a:off x="10683680" y="2979040"/>
                <a:ext cx="92880" cy="3088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68EA7A1-4A4E-938E-9DAD-79DB20BF52DD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672880" y="2968600"/>
                  <a:ext cx="1141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9354249-C874-4C5A-B0DD-17B6EA827452}"/>
                    </a:ext>
                  </a:extLst>
                </p14:cNvPr>
                <p14:cNvContentPartPr/>
                <p14:nvPr/>
              </p14:nvContentPartPr>
              <p14:xfrm>
                <a:off x="10774760" y="3066880"/>
                <a:ext cx="191880" cy="1875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9354249-C874-4C5A-B0DD-17B6EA82745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763960" y="3056440"/>
                  <a:ext cx="213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B33AC56-31FA-AAEC-C773-4E543CDEFAD9}"/>
                    </a:ext>
                  </a:extLst>
                </p14:cNvPr>
                <p14:cNvContentPartPr/>
                <p14:nvPr/>
              </p14:nvContentPartPr>
              <p14:xfrm>
                <a:off x="11021000" y="3066880"/>
                <a:ext cx="49680" cy="1602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B33AC56-31FA-AAEC-C773-4E543CDEFAD9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010200" y="3056440"/>
                  <a:ext cx="709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9FAEE46-4B7B-688C-B8D1-E041C6F6F744}"/>
                    </a:ext>
                  </a:extLst>
                </p14:cNvPr>
                <p14:cNvContentPartPr/>
                <p14:nvPr/>
              </p14:nvContentPartPr>
              <p14:xfrm>
                <a:off x="11163200" y="3068680"/>
                <a:ext cx="103320" cy="1584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9FAEE46-4B7B-688C-B8D1-E041C6F6F744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1152400" y="3057880"/>
                  <a:ext cx="12456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D9379425-F341-03BA-DCB1-D4CDC6D8B68A}"/>
              </a:ext>
            </a:extLst>
          </p:cNvPr>
          <p:cNvGrpSpPr/>
          <p:nvPr/>
        </p:nvGrpSpPr>
        <p:grpSpPr>
          <a:xfrm>
            <a:off x="265280" y="4001440"/>
            <a:ext cx="739080" cy="314280"/>
            <a:chOff x="265280" y="4001440"/>
            <a:chExt cx="73908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FEA4070-38EF-57FF-C831-01105BBBF859}"/>
                    </a:ext>
                  </a:extLst>
                </p14:cNvPr>
                <p14:cNvContentPartPr/>
                <p14:nvPr/>
              </p14:nvContentPartPr>
              <p14:xfrm>
                <a:off x="295520" y="4001440"/>
                <a:ext cx="115200" cy="3142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FEA4070-38EF-57FF-C831-01105BBBF859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84720" y="3990640"/>
                  <a:ext cx="1364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D1C01ED4-413C-B416-D200-9DA624FC6224}"/>
                    </a:ext>
                  </a:extLst>
                </p14:cNvPr>
                <p14:cNvContentPartPr/>
                <p14:nvPr/>
              </p14:nvContentPartPr>
              <p14:xfrm>
                <a:off x="265280" y="4147600"/>
                <a:ext cx="151560" cy="302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D1C01ED4-413C-B416-D200-9DA624FC622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54480" y="4136800"/>
                  <a:ext cx="1728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FC5F917-D772-917D-85E1-EEA284F47484}"/>
                    </a:ext>
                  </a:extLst>
                </p14:cNvPr>
                <p14:cNvContentPartPr/>
                <p14:nvPr/>
              </p14:nvContentPartPr>
              <p14:xfrm>
                <a:off x="475880" y="4036720"/>
                <a:ext cx="203400" cy="2221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FC5F917-D772-917D-85E1-EEA284F4748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65440" y="4025920"/>
                  <a:ext cx="2246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3C3C34D-B5CD-5723-00DC-BC9AF3A2DB2A}"/>
                    </a:ext>
                  </a:extLst>
                </p14:cNvPr>
                <p14:cNvContentPartPr/>
                <p14:nvPr/>
              </p14:nvContentPartPr>
              <p14:xfrm>
                <a:off x="682520" y="4127800"/>
                <a:ext cx="88200" cy="1260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3C3C34D-B5CD-5723-00DC-BC9AF3A2DB2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671720" y="4117360"/>
                  <a:ext cx="1094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9FF65C2-3218-279C-A0A5-231C3A2D2B41}"/>
                    </a:ext>
                  </a:extLst>
                </p14:cNvPr>
                <p14:cNvContentPartPr/>
                <p14:nvPr/>
              </p14:nvContentPartPr>
              <p14:xfrm>
                <a:off x="887000" y="4142200"/>
                <a:ext cx="117360" cy="1119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9FF65C2-3218-279C-A0A5-231C3A2D2B4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76200" y="4131760"/>
                  <a:ext cx="13860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D88A3013-CF1F-2E5B-A05D-20DFB2A51198}"/>
              </a:ext>
            </a:extLst>
          </p:cNvPr>
          <p:cNvGrpSpPr/>
          <p:nvPr/>
        </p:nvGrpSpPr>
        <p:grpSpPr>
          <a:xfrm>
            <a:off x="1442840" y="4047160"/>
            <a:ext cx="461160" cy="157680"/>
            <a:chOff x="1442840" y="4047160"/>
            <a:chExt cx="461160" cy="1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98CFF5B-2482-5A7E-A3C7-FB5CBD7BFEFC}"/>
                    </a:ext>
                  </a:extLst>
                </p14:cNvPr>
                <p14:cNvContentPartPr/>
                <p14:nvPr/>
              </p14:nvContentPartPr>
              <p14:xfrm>
                <a:off x="1442840" y="4048240"/>
                <a:ext cx="113760" cy="1429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98CFF5B-2482-5A7E-A3C7-FB5CBD7BFEF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432040" y="4037440"/>
                  <a:ext cx="1350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51379C3-3BCC-86B9-57EC-E27DE94C5B1E}"/>
                    </a:ext>
                  </a:extLst>
                </p14:cNvPr>
                <p14:cNvContentPartPr/>
                <p14:nvPr/>
              </p14:nvContentPartPr>
              <p14:xfrm>
                <a:off x="1638680" y="4047160"/>
                <a:ext cx="48600" cy="1476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51379C3-3BCC-86B9-57EC-E27DE94C5B1E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628240" y="4036360"/>
                  <a:ext cx="698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2BA1CA3-33C8-4A2D-5169-79A4654442E4}"/>
                    </a:ext>
                  </a:extLst>
                </p14:cNvPr>
                <p14:cNvContentPartPr/>
                <p14:nvPr/>
              </p14:nvContentPartPr>
              <p14:xfrm>
                <a:off x="1776560" y="4097200"/>
                <a:ext cx="127440" cy="1076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2BA1CA3-33C8-4A2D-5169-79A4654442E4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766120" y="4086760"/>
                  <a:ext cx="14868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1283EA8D-F72C-B114-3D61-93ECF815D002}"/>
              </a:ext>
            </a:extLst>
          </p:cNvPr>
          <p:cNvGrpSpPr/>
          <p:nvPr/>
        </p:nvGrpSpPr>
        <p:grpSpPr>
          <a:xfrm>
            <a:off x="2335280" y="3876880"/>
            <a:ext cx="639720" cy="333720"/>
            <a:chOff x="2335280" y="3876880"/>
            <a:chExt cx="63972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6EAAE30-E631-3289-618C-6E2E6C622B58}"/>
                    </a:ext>
                  </a:extLst>
                </p14:cNvPr>
                <p14:cNvContentPartPr/>
                <p14:nvPr/>
              </p14:nvContentPartPr>
              <p14:xfrm>
                <a:off x="2335280" y="4030240"/>
                <a:ext cx="100800" cy="1803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6EAAE30-E631-3289-618C-6E2E6C622B58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324840" y="4019800"/>
                  <a:ext cx="1220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027580C-0004-E14F-37C6-FAC24A58E558}"/>
                    </a:ext>
                  </a:extLst>
                </p14:cNvPr>
                <p14:cNvContentPartPr/>
                <p14:nvPr/>
              </p14:nvContentPartPr>
              <p14:xfrm>
                <a:off x="2518880" y="4041400"/>
                <a:ext cx="117000" cy="1162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027580C-0004-E14F-37C6-FAC24A58E558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508440" y="4030600"/>
                  <a:ext cx="1382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8ACDF61-8A68-B78E-AB7B-1E60B32D395C}"/>
                    </a:ext>
                  </a:extLst>
                </p14:cNvPr>
                <p14:cNvContentPartPr/>
                <p14:nvPr/>
              </p14:nvContentPartPr>
              <p14:xfrm>
                <a:off x="2708600" y="3892720"/>
                <a:ext cx="10440" cy="2185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8ACDF61-8A68-B78E-AB7B-1E60B32D395C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697800" y="3882280"/>
                  <a:ext cx="316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7B28469-BE7E-D050-C0EC-424337E222E9}"/>
                    </a:ext>
                  </a:extLst>
                </p14:cNvPr>
                <p14:cNvContentPartPr/>
                <p14:nvPr/>
              </p14:nvContentPartPr>
              <p14:xfrm>
                <a:off x="2778440" y="3876880"/>
                <a:ext cx="39600" cy="2631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7B28469-BE7E-D050-C0EC-424337E222E9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767640" y="3866080"/>
                  <a:ext cx="608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E61C2F6-6EF0-256E-DB5E-668D1820EDBB}"/>
                    </a:ext>
                  </a:extLst>
                </p14:cNvPr>
                <p14:cNvContentPartPr/>
                <p14:nvPr/>
              </p14:nvContentPartPr>
              <p14:xfrm>
                <a:off x="2964920" y="4020880"/>
                <a:ext cx="360" cy="3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E61C2F6-6EF0-256E-DB5E-668D1820EDB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954120" y="40100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EE96D0F-D1B5-6812-CF46-8276A219A55D}"/>
                    </a:ext>
                  </a:extLst>
                </p14:cNvPr>
                <p14:cNvContentPartPr/>
                <p14:nvPr/>
              </p14:nvContentPartPr>
              <p14:xfrm>
                <a:off x="2870960" y="4021960"/>
                <a:ext cx="104040" cy="1123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FEE96D0F-D1B5-6812-CF46-8276A219A55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860520" y="4011520"/>
                  <a:ext cx="12528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040C1047-623D-209C-29E0-57945998DA06}"/>
              </a:ext>
            </a:extLst>
          </p:cNvPr>
          <p:cNvGrpSpPr/>
          <p:nvPr/>
        </p:nvGrpSpPr>
        <p:grpSpPr>
          <a:xfrm>
            <a:off x="3519320" y="3824680"/>
            <a:ext cx="453600" cy="383040"/>
            <a:chOff x="3519320" y="3824680"/>
            <a:chExt cx="45360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079D80C-D5AE-FAFD-3C38-D5967B6207B3}"/>
                    </a:ext>
                  </a:extLst>
                </p14:cNvPr>
                <p14:cNvContentPartPr/>
                <p14:nvPr/>
              </p14:nvContentPartPr>
              <p14:xfrm>
                <a:off x="3519320" y="3824680"/>
                <a:ext cx="255960" cy="3830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079D80C-D5AE-FAFD-3C38-D5967B6207B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508880" y="3813880"/>
                  <a:ext cx="27720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4FBF7BD-7F55-CD33-8EE7-7CD00B3AC78D}"/>
                    </a:ext>
                  </a:extLst>
                </p14:cNvPr>
                <p14:cNvContentPartPr/>
                <p14:nvPr/>
              </p14:nvContentPartPr>
              <p14:xfrm>
                <a:off x="3860960" y="3962560"/>
                <a:ext cx="111960" cy="1324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4FBF7BD-7F55-CD33-8EE7-7CD00B3AC78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850520" y="3951760"/>
                  <a:ext cx="13320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C15BE0D2-489B-2EF2-9B4E-8853B59D61E4}"/>
              </a:ext>
            </a:extLst>
          </p:cNvPr>
          <p:cNvGrpSpPr/>
          <p:nvPr/>
        </p:nvGrpSpPr>
        <p:grpSpPr>
          <a:xfrm>
            <a:off x="4324280" y="3753400"/>
            <a:ext cx="1295280" cy="360720"/>
            <a:chOff x="4324280" y="3753400"/>
            <a:chExt cx="1295280" cy="36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7F12A9B-C209-4526-4BEF-6EAF56060B7D}"/>
                    </a:ext>
                  </a:extLst>
                </p14:cNvPr>
                <p14:cNvContentPartPr/>
                <p14:nvPr/>
              </p14:nvContentPartPr>
              <p14:xfrm>
                <a:off x="4324280" y="3913240"/>
                <a:ext cx="71280" cy="1130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7F12A9B-C209-4526-4BEF-6EAF56060B7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313840" y="3902440"/>
                  <a:ext cx="925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9D02795-96B3-551F-FA22-97964D5B8E7E}"/>
                    </a:ext>
                  </a:extLst>
                </p14:cNvPr>
                <p14:cNvContentPartPr/>
                <p14:nvPr/>
              </p14:nvContentPartPr>
              <p14:xfrm>
                <a:off x="4474040" y="3909640"/>
                <a:ext cx="98280" cy="1216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9D02795-96B3-551F-FA22-97964D5B8E7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463240" y="3899200"/>
                  <a:ext cx="1195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1BCD241D-0DA3-7B93-5320-2746EE14D676}"/>
                    </a:ext>
                  </a:extLst>
                </p14:cNvPr>
                <p14:cNvContentPartPr/>
                <p14:nvPr/>
              </p14:nvContentPartPr>
              <p14:xfrm>
                <a:off x="4656920" y="3884440"/>
                <a:ext cx="94680" cy="2296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1BCD241D-0DA3-7B93-5320-2746EE14D67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646120" y="3873640"/>
                  <a:ext cx="1159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41749C8-145A-4400-C2C3-5007C2A7AB88}"/>
                    </a:ext>
                  </a:extLst>
                </p14:cNvPr>
                <p14:cNvContentPartPr/>
                <p14:nvPr/>
              </p14:nvContentPartPr>
              <p14:xfrm>
                <a:off x="4804160" y="3836920"/>
                <a:ext cx="137520" cy="1612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41749C8-145A-4400-C2C3-5007C2A7AB8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793360" y="3826120"/>
                  <a:ext cx="1587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2B6A0041-22AC-1BB8-C318-2F23FD3DB985}"/>
                    </a:ext>
                  </a:extLst>
                </p14:cNvPr>
                <p14:cNvContentPartPr/>
                <p14:nvPr/>
              </p14:nvContentPartPr>
              <p14:xfrm>
                <a:off x="4970480" y="3874720"/>
                <a:ext cx="51120" cy="1267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2B6A0041-22AC-1BB8-C318-2F23FD3DB98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959680" y="3864280"/>
                  <a:ext cx="723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91EB1BC-85E0-F9AC-6418-C52367082443}"/>
                    </a:ext>
                  </a:extLst>
                </p14:cNvPr>
                <p14:cNvContentPartPr/>
                <p14:nvPr/>
              </p14:nvContentPartPr>
              <p14:xfrm>
                <a:off x="5090360" y="3849520"/>
                <a:ext cx="120240" cy="1569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91EB1BC-85E0-F9AC-6418-C5236708244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079560" y="3838720"/>
                  <a:ext cx="141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1217126-4A0C-5E37-959E-1FC76595F539}"/>
                    </a:ext>
                  </a:extLst>
                </p14:cNvPr>
                <p14:cNvContentPartPr/>
                <p14:nvPr/>
              </p14:nvContentPartPr>
              <p14:xfrm>
                <a:off x="5227880" y="3879040"/>
                <a:ext cx="105840" cy="1249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1217126-4A0C-5E37-959E-1FC76595F53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217080" y="3868600"/>
                  <a:ext cx="1270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4256B794-2435-1DD4-5167-8C0474AE7D1D}"/>
                    </a:ext>
                  </a:extLst>
                </p14:cNvPr>
                <p14:cNvContentPartPr/>
                <p14:nvPr/>
              </p14:nvContentPartPr>
              <p14:xfrm>
                <a:off x="5328320" y="3870760"/>
                <a:ext cx="159120" cy="1332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4256B794-2435-1DD4-5167-8C0474AE7D1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317520" y="3860320"/>
                  <a:ext cx="180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AD90688-8257-10BB-27C1-5F6A901B57CA}"/>
                    </a:ext>
                  </a:extLst>
                </p14:cNvPr>
                <p14:cNvContentPartPr/>
                <p14:nvPr/>
              </p14:nvContentPartPr>
              <p14:xfrm>
                <a:off x="5556920" y="3753400"/>
                <a:ext cx="27000" cy="2289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AD90688-8257-10BB-27C1-5F6A901B57C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546120" y="3742960"/>
                  <a:ext cx="482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0DF094F-96BB-B4E0-E250-DD87C87B45B7}"/>
                    </a:ext>
                  </a:extLst>
                </p14:cNvPr>
                <p14:cNvContentPartPr/>
                <p14:nvPr/>
              </p14:nvContentPartPr>
              <p14:xfrm>
                <a:off x="5494640" y="3830080"/>
                <a:ext cx="124920" cy="230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0DF094F-96BB-B4E0-E250-DD87C87B45B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483840" y="3819280"/>
                  <a:ext cx="14616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8DE2164F-42EE-29F4-A3F4-7618E7A5A2AA}"/>
              </a:ext>
            </a:extLst>
          </p:cNvPr>
          <p:cNvGrpSpPr/>
          <p:nvPr/>
        </p:nvGrpSpPr>
        <p:grpSpPr>
          <a:xfrm>
            <a:off x="6006200" y="3685000"/>
            <a:ext cx="423000" cy="279360"/>
            <a:chOff x="6006200" y="3685000"/>
            <a:chExt cx="42300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A5ADA19-D2B2-29C9-8178-772EC33449C8}"/>
                    </a:ext>
                  </a:extLst>
                </p14:cNvPr>
                <p14:cNvContentPartPr/>
                <p14:nvPr/>
              </p14:nvContentPartPr>
              <p14:xfrm>
                <a:off x="6045080" y="3736120"/>
                <a:ext cx="88200" cy="2282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A5ADA19-D2B2-29C9-8178-772EC33449C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034640" y="3725680"/>
                  <a:ext cx="1094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CBDF936-3129-E974-586C-BC0ACD95FFC5}"/>
                    </a:ext>
                  </a:extLst>
                </p14:cNvPr>
                <p14:cNvContentPartPr/>
                <p14:nvPr/>
              </p14:nvContentPartPr>
              <p14:xfrm>
                <a:off x="6006200" y="3807040"/>
                <a:ext cx="141120" cy="482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CBDF936-3129-E974-586C-BC0ACD95FFC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995400" y="3796600"/>
                  <a:ext cx="1623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06B863A-0866-671C-35C4-72B3F24676E8}"/>
                    </a:ext>
                  </a:extLst>
                </p14:cNvPr>
                <p14:cNvContentPartPr/>
                <p14:nvPr/>
              </p14:nvContentPartPr>
              <p14:xfrm>
                <a:off x="6206720" y="3685000"/>
                <a:ext cx="136080" cy="2163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06B863A-0866-671C-35C4-72B3F24676E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195920" y="3674200"/>
                  <a:ext cx="1573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3FFDA0FD-F05C-79DE-1CA9-A4297936E767}"/>
                    </a:ext>
                  </a:extLst>
                </p14:cNvPr>
                <p14:cNvContentPartPr/>
                <p14:nvPr/>
              </p14:nvContentPartPr>
              <p14:xfrm>
                <a:off x="6350720" y="3808120"/>
                <a:ext cx="78480" cy="1238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3FFDA0FD-F05C-79DE-1CA9-A4297936E76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340280" y="3797680"/>
                  <a:ext cx="9972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B2A68EBA-26FE-4E22-5EA2-751F1D0B006C}"/>
              </a:ext>
            </a:extLst>
          </p:cNvPr>
          <p:cNvGrpSpPr/>
          <p:nvPr/>
        </p:nvGrpSpPr>
        <p:grpSpPr>
          <a:xfrm>
            <a:off x="6811160" y="3634600"/>
            <a:ext cx="971640" cy="345240"/>
            <a:chOff x="6811160" y="3634600"/>
            <a:chExt cx="97164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EEDAB3F-CC8E-F2E2-5144-295E9DECF8B1}"/>
                    </a:ext>
                  </a:extLst>
                </p14:cNvPr>
                <p14:cNvContentPartPr/>
                <p14:nvPr/>
              </p14:nvContentPartPr>
              <p14:xfrm>
                <a:off x="6811160" y="3763120"/>
                <a:ext cx="119520" cy="1767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EEDAB3F-CC8E-F2E2-5144-295E9DECF8B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800360" y="3752680"/>
                  <a:ext cx="140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E8736C1F-2BA2-8947-AA27-19586458ADA0}"/>
                    </a:ext>
                  </a:extLst>
                </p14:cNvPr>
                <p14:cNvContentPartPr/>
                <p14:nvPr/>
              </p14:nvContentPartPr>
              <p14:xfrm>
                <a:off x="7003760" y="3771400"/>
                <a:ext cx="292320" cy="1285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E8736C1F-2BA2-8947-AA27-19586458ADA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992960" y="3760960"/>
                  <a:ext cx="3135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BBBD6BC9-6F2F-1A79-54D8-B02AE4569F25}"/>
                    </a:ext>
                  </a:extLst>
                </p14:cNvPr>
                <p14:cNvContentPartPr/>
                <p14:nvPr/>
              </p14:nvContentPartPr>
              <p14:xfrm>
                <a:off x="7369160" y="3781840"/>
                <a:ext cx="11880" cy="1980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BBBD6BC9-6F2F-1A79-54D8-B02AE4569F2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358720" y="3771400"/>
                  <a:ext cx="331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D0CE3D9-80FE-A66C-A542-007CA6AA90FE}"/>
                    </a:ext>
                  </a:extLst>
                </p14:cNvPr>
                <p14:cNvContentPartPr/>
                <p14:nvPr/>
              </p14:nvContentPartPr>
              <p14:xfrm>
                <a:off x="7397960" y="3760240"/>
                <a:ext cx="64440" cy="1206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D0CE3D9-80FE-A66C-A542-007CA6AA90F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387520" y="3749800"/>
                  <a:ext cx="856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F1765FE-B682-C2DE-C26C-2B91E29D207D}"/>
                    </a:ext>
                  </a:extLst>
                </p14:cNvPr>
                <p14:cNvContentPartPr/>
                <p14:nvPr/>
              </p14:nvContentPartPr>
              <p14:xfrm>
                <a:off x="7593800" y="3634600"/>
                <a:ext cx="26640" cy="2505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F1765FE-B682-C2DE-C26C-2B91E29D207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583360" y="3624160"/>
                  <a:ext cx="478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FD637B18-9B23-D690-3567-A9A94CABFBC8}"/>
                    </a:ext>
                  </a:extLst>
                </p14:cNvPr>
                <p14:cNvContentPartPr/>
                <p14:nvPr/>
              </p14:nvContentPartPr>
              <p14:xfrm>
                <a:off x="7563560" y="3773560"/>
                <a:ext cx="219240" cy="1720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FD637B18-9B23-D690-3567-A9A94CABFBC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552760" y="3763120"/>
                  <a:ext cx="24048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7296793B-881B-746F-C146-40A623B42334}"/>
              </a:ext>
            </a:extLst>
          </p:cNvPr>
          <p:cNvGrpSpPr/>
          <p:nvPr/>
        </p:nvGrpSpPr>
        <p:grpSpPr>
          <a:xfrm>
            <a:off x="8108960" y="3645040"/>
            <a:ext cx="1342080" cy="347040"/>
            <a:chOff x="8108960" y="3645040"/>
            <a:chExt cx="134208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1311B77-55EC-A31B-F790-704BA3461EFF}"/>
                    </a:ext>
                  </a:extLst>
                </p14:cNvPr>
                <p14:cNvContentPartPr/>
                <p14:nvPr/>
              </p14:nvContentPartPr>
              <p14:xfrm>
                <a:off x="8108960" y="3719200"/>
                <a:ext cx="114840" cy="1627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1311B77-55EC-A31B-F790-704BA3461EF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098520" y="3708400"/>
                  <a:ext cx="1360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5298A6B-FF64-FFBC-AD80-10941DA92E3E}"/>
                    </a:ext>
                  </a:extLst>
                </p14:cNvPr>
                <p14:cNvContentPartPr/>
                <p14:nvPr/>
              </p14:nvContentPartPr>
              <p14:xfrm>
                <a:off x="8384360" y="3738280"/>
                <a:ext cx="83520" cy="2538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5298A6B-FF64-FFBC-AD80-10941DA92E3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373920" y="3727480"/>
                  <a:ext cx="1047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A811FE35-4977-2386-EEF9-7E76E65480D3}"/>
                    </a:ext>
                  </a:extLst>
                </p14:cNvPr>
                <p14:cNvContentPartPr/>
                <p14:nvPr/>
              </p14:nvContentPartPr>
              <p14:xfrm>
                <a:off x="8525480" y="3731080"/>
                <a:ext cx="193320" cy="1083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A811FE35-4977-2386-EEF9-7E76E65480D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514680" y="3720640"/>
                  <a:ext cx="2145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60A175EF-5754-CC67-254A-AE3CA74C1C3F}"/>
                    </a:ext>
                  </a:extLst>
                </p14:cNvPr>
                <p14:cNvContentPartPr/>
                <p14:nvPr/>
              </p14:nvContentPartPr>
              <p14:xfrm>
                <a:off x="8788640" y="3692920"/>
                <a:ext cx="133200" cy="1558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60A175EF-5754-CC67-254A-AE3CA74C1C3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778200" y="3682120"/>
                  <a:ext cx="1544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173AD8F-480A-B87F-8919-E1D90677D217}"/>
                    </a:ext>
                  </a:extLst>
                </p14:cNvPr>
                <p14:cNvContentPartPr/>
                <p14:nvPr/>
              </p14:nvContentPartPr>
              <p14:xfrm>
                <a:off x="8920400" y="3676000"/>
                <a:ext cx="79200" cy="1645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173AD8F-480A-B87F-8919-E1D90677D21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909960" y="3665560"/>
                  <a:ext cx="1004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A3D8A756-BB84-8AC6-ADDA-18D7ADB40626}"/>
                    </a:ext>
                  </a:extLst>
                </p14:cNvPr>
                <p14:cNvContentPartPr/>
                <p14:nvPr/>
              </p14:nvContentPartPr>
              <p14:xfrm>
                <a:off x="9110480" y="3688600"/>
                <a:ext cx="85680" cy="1443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A3D8A756-BB84-8AC6-ADDA-18D7ADB4062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099680" y="3677800"/>
                  <a:ext cx="1069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7B701D6E-DFE2-4F8E-4113-CA969C81215F}"/>
                    </a:ext>
                  </a:extLst>
                </p14:cNvPr>
                <p14:cNvContentPartPr/>
                <p14:nvPr/>
              </p14:nvContentPartPr>
              <p14:xfrm>
                <a:off x="9356360" y="3754480"/>
                <a:ext cx="94680" cy="522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7B701D6E-DFE2-4F8E-4113-CA969C81215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345920" y="3743680"/>
                  <a:ext cx="115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618297E0-34CB-5AC7-6E67-7AB02D5680E1}"/>
                    </a:ext>
                  </a:extLst>
                </p14:cNvPr>
                <p14:cNvContentPartPr/>
                <p14:nvPr/>
              </p14:nvContentPartPr>
              <p14:xfrm>
                <a:off x="9341600" y="3645040"/>
                <a:ext cx="68760" cy="82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618297E0-34CB-5AC7-6E67-7AB02D5680E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331160" y="3634240"/>
                  <a:ext cx="9000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A944F92F-CA2C-7A60-5ACA-17777612B697}"/>
              </a:ext>
            </a:extLst>
          </p:cNvPr>
          <p:cNvGrpSpPr/>
          <p:nvPr/>
        </p:nvGrpSpPr>
        <p:grpSpPr>
          <a:xfrm>
            <a:off x="1664600" y="4787320"/>
            <a:ext cx="826200" cy="466560"/>
            <a:chOff x="1664600" y="4787320"/>
            <a:chExt cx="826200" cy="46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1EF9C26-0293-64F8-306E-AC655C1E120E}"/>
                    </a:ext>
                  </a:extLst>
                </p14:cNvPr>
                <p14:cNvContentPartPr/>
                <p14:nvPr/>
              </p14:nvContentPartPr>
              <p14:xfrm>
                <a:off x="2085080" y="4787320"/>
                <a:ext cx="160560" cy="2894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1EF9C26-0293-64F8-306E-AC655C1E120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074280" y="4776520"/>
                  <a:ext cx="1818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75DCD585-4DD4-659F-7B7A-9F87A20782E0}"/>
                    </a:ext>
                  </a:extLst>
                </p14:cNvPr>
                <p14:cNvContentPartPr/>
                <p14:nvPr/>
              </p14:nvContentPartPr>
              <p14:xfrm>
                <a:off x="2294600" y="4861840"/>
                <a:ext cx="196200" cy="1749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75DCD585-4DD4-659F-7B7A-9F87A20782E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284160" y="4851040"/>
                  <a:ext cx="2174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7BFC4BBC-452D-B5F4-430A-E990C3745690}"/>
                    </a:ext>
                  </a:extLst>
                </p14:cNvPr>
                <p14:cNvContentPartPr/>
                <p14:nvPr/>
              </p14:nvContentPartPr>
              <p14:xfrm>
                <a:off x="1664600" y="4973440"/>
                <a:ext cx="276120" cy="2804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7BFC4BBC-452D-B5F4-430A-E990C374569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654160" y="4963000"/>
                  <a:ext cx="297360" cy="30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BE0E7E94-85FF-1444-4B62-67F8E98745E0}"/>
              </a:ext>
            </a:extLst>
          </p:cNvPr>
          <p:cNvGrpSpPr/>
          <p:nvPr/>
        </p:nvGrpSpPr>
        <p:grpSpPr>
          <a:xfrm>
            <a:off x="1239800" y="5378800"/>
            <a:ext cx="485280" cy="549720"/>
            <a:chOff x="1239800" y="5378800"/>
            <a:chExt cx="485280" cy="54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C03A3B56-C969-98CF-2075-D183FF46765B}"/>
                    </a:ext>
                  </a:extLst>
                </p14:cNvPr>
                <p14:cNvContentPartPr/>
                <p14:nvPr/>
              </p14:nvContentPartPr>
              <p14:xfrm>
                <a:off x="1239800" y="5380240"/>
                <a:ext cx="155880" cy="24552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C03A3B56-C969-98CF-2075-D183FF46765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229360" y="5369440"/>
                  <a:ext cx="1771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CA52B250-C0B7-6182-4413-942276304576}"/>
                    </a:ext>
                  </a:extLst>
                </p14:cNvPr>
                <p14:cNvContentPartPr/>
                <p14:nvPr/>
              </p14:nvContentPartPr>
              <p14:xfrm>
                <a:off x="1302080" y="5378800"/>
                <a:ext cx="164160" cy="86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CA52B250-C0B7-6182-4413-94227630457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291640" y="5368360"/>
                  <a:ext cx="1854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DF90D4BB-2C9D-9049-CB35-3B0043FA27A4}"/>
                    </a:ext>
                  </a:extLst>
                </p14:cNvPr>
                <p14:cNvContentPartPr/>
                <p14:nvPr/>
              </p14:nvContentPartPr>
              <p14:xfrm>
                <a:off x="1492520" y="5666800"/>
                <a:ext cx="232560" cy="2617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DF90D4BB-2C9D-9049-CB35-3B0043FA27A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482080" y="5656360"/>
                  <a:ext cx="25380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4BF8F2BE-8801-FEAC-E2C4-5E883DDD31BE}"/>
              </a:ext>
            </a:extLst>
          </p:cNvPr>
          <p:cNvGrpSpPr/>
          <p:nvPr/>
        </p:nvGrpSpPr>
        <p:grpSpPr>
          <a:xfrm>
            <a:off x="1743800" y="6034720"/>
            <a:ext cx="232920" cy="250560"/>
            <a:chOff x="1743800" y="6034720"/>
            <a:chExt cx="23292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5E4E7770-6609-FBAB-F489-3E71BA1250D0}"/>
                    </a:ext>
                  </a:extLst>
                </p14:cNvPr>
                <p14:cNvContentPartPr/>
                <p14:nvPr/>
              </p14:nvContentPartPr>
              <p14:xfrm>
                <a:off x="1743800" y="6034720"/>
                <a:ext cx="187920" cy="2505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5E4E7770-6609-FBAB-F489-3E71BA1250D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733360" y="6023920"/>
                  <a:ext cx="2091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077F80EE-64A3-2F1D-EDA0-969489C9CD9F}"/>
                    </a:ext>
                  </a:extLst>
                </p14:cNvPr>
                <p14:cNvContentPartPr/>
                <p14:nvPr/>
              </p14:nvContentPartPr>
              <p14:xfrm>
                <a:off x="1790960" y="6194560"/>
                <a:ext cx="185760" cy="165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077F80EE-64A3-2F1D-EDA0-969489C9CD9F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780160" y="6183760"/>
                  <a:ext cx="20700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85602397-0459-28C2-8E30-E3E557667812}"/>
              </a:ext>
            </a:extLst>
          </p:cNvPr>
          <p:cNvGrpSpPr/>
          <p:nvPr/>
        </p:nvGrpSpPr>
        <p:grpSpPr>
          <a:xfrm>
            <a:off x="2603120" y="5071720"/>
            <a:ext cx="886320" cy="418320"/>
            <a:chOff x="2603120" y="5071720"/>
            <a:chExt cx="88632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F0E57D72-9C35-91D5-FEC5-2BE2F6B7582C}"/>
                    </a:ext>
                  </a:extLst>
                </p14:cNvPr>
                <p14:cNvContentPartPr/>
                <p14:nvPr/>
              </p14:nvContentPartPr>
              <p14:xfrm>
                <a:off x="2603120" y="5071720"/>
                <a:ext cx="376200" cy="2905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F0E57D72-9C35-91D5-FEC5-2BE2F6B7582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592680" y="5060920"/>
                  <a:ext cx="3974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38A5704-302E-3A26-EE93-ACE7E3B8AB6E}"/>
                    </a:ext>
                  </a:extLst>
                </p14:cNvPr>
                <p14:cNvContentPartPr/>
                <p14:nvPr/>
              </p14:nvContentPartPr>
              <p14:xfrm>
                <a:off x="3131240" y="5290960"/>
                <a:ext cx="24480" cy="1990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38A5704-302E-3A26-EE93-ACE7E3B8AB6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120440" y="5280520"/>
                  <a:ext cx="457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A96928BD-64D0-5EB2-C2A2-2B3EDF5F6BDE}"/>
                    </a:ext>
                  </a:extLst>
                </p14:cNvPr>
                <p14:cNvContentPartPr/>
                <p14:nvPr/>
              </p14:nvContentPartPr>
              <p14:xfrm>
                <a:off x="3291080" y="5264680"/>
                <a:ext cx="131040" cy="1868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A96928BD-64D0-5EB2-C2A2-2B3EDF5F6BDE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280640" y="5254240"/>
                  <a:ext cx="1522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5C5A73C-23BF-2A61-302A-717D275F2112}"/>
                    </a:ext>
                  </a:extLst>
                </p14:cNvPr>
                <p14:cNvContentPartPr/>
                <p14:nvPr/>
              </p14:nvContentPartPr>
              <p14:xfrm>
                <a:off x="3334280" y="5209960"/>
                <a:ext cx="155160" cy="277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5C5A73C-23BF-2A61-302A-717D275F2112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323480" y="5199160"/>
                  <a:ext cx="17640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EB467D1A-E340-1C09-C64F-69A281FF5B8A}"/>
              </a:ext>
            </a:extLst>
          </p:cNvPr>
          <p:cNvGrpSpPr/>
          <p:nvPr/>
        </p:nvGrpSpPr>
        <p:grpSpPr>
          <a:xfrm>
            <a:off x="2757920" y="5645200"/>
            <a:ext cx="388800" cy="677520"/>
            <a:chOff x="2757920" y="5645200"/>
            <a:chExt cx="388800" cy="67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4FBDD526-F351-07FC-A120-648B974114E2}"/>
                    </a:ext>
                  </a:extLst>
                </p14:cNvPr>
                <p14:cNvContentPartPr/>
                <p14:nvPr/>
              </p14:nvContentPartPr>
              <p14:xfrm>
                <a:off x="2910200" y="5645200"/>
                <a:ext cx="236520" cy="3567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4FBDD526-F351-07FC-A120-648B974114E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899760" y="5634400"/>
                  <a:ext cx="2577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BF570AF-2762-9513-A94A-557D1B419673}"/>
                    </a:ext>
                  </a:extLst>
                </p14:cNvPr>
                <p14:cNvContentPartPr/>
                <p14:nvPr/>
              </p14:nvContentPartPr>
              <p14:xfrm>
                <a:off x="2757920" y="6056320"/>
                <a:ext cx="1800" cy="2664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BF570AF-2762-9513-A94A-557D1B41967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747480" y="6045880"/>
                  <a:ext cx="230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46573DA6-DE89-BF2E-7F3E-1E4616D75DC8}"/>
                    </a:ext>
                  </a:extLst>
                </p14:cNvPr>
                <p14:cNvContentPartPr/>
                <p14:nvPr/>
              </p14:nvContentPartPr>
              <p14:xfrm>
                <a:off x="2878520" y="6070720"/>
                <a:ext cx="162720" cy="2462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46573DA6-DE89-BF2E-7F3E-1E4616D75DC8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868080" y="6060280"/>
                  <a:ext cx="18396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B4F6DA46-2456-3407-3526-B8B6A2709F95}"/>
              </a:ext>
            </a:extLst>
          </p:cNvPr>
          <p:cNvGrpSpPr/>
          <p:nvPr/>
        </p:nvGrpSpPr>
        <p:grpSpPr>
          <a:xfrm>
            <a:off x="265280" y="4862560"/>
            <a:ext cx="331200" cy="241920"/>
            <a:chOff x="265280" y="4862560"/>
            <a:chExt cx="331200" cy="2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70D56C14-52EC-5213-DC16-2B4212B375F3}"/>
                    </a:ext>
                  </a:extLst>
                </p14:cNvPr>
                <p14:cNvContentPartPr/>
                <p14:nvPr/>
              </p14:nvContentPartPr>
              <p14:xfrm>
                <a:off x="265280" y="4862560"/>
                <a:ext cx="136080" cy="2419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70D56C14-52EC-5213-DC16-2B4212B375F3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54480" y="4852120"/>
                  <a:ext cx="1573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5DD4E3D1-FEAA-BD6D-4C5E-698ABB5EE2BA}"/>
                    </a:ext>
                  </a:extLst>
                </p14:cNvPr>
                <p14:cNvContentPartPr/>
                <p14:nvPr/>
              </p14:nvContentPartPr>
              <p14:xfrm>
                <a:off x="444200" y="4921960"/>
                <a:ext cx="152280" cy="1717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5DD4E3D1-FEAA-BD6D-4C5E-698ABB5EE2B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33400" y="4911520"/>
                  <a:ext cx="17352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BBAFF79F-E144-C2A5-2A01-FDE25916F778}"/>
              </a:ext>
            </a:extLst>
          </p:cNvPr>
          <p:cNvGrpSpPr/>
          <p:nvPr/>
        </p:nvGrpSpPr>
        <p:grpSpPr>
          <a:xfrm>
            <a:off x="282200" y="5392840"/>
            <a:ext cx="341280" cy="264960"/>
            <a:chOff x="282200" y="5392840"/>
            <a:chExt cx="341280" cy="26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30C3FA8-8494-98B4-F464-AE791D16D5F6}"/>
                    </a:ext>
                  </a:extLst>
                </p14:cNvPr>
                <p14:cNvContentPartPr/>
                <p14:nvPr/>
              </p14:nvContentPartPr>
              <p14:xfrm>
                <a:off x="282200" y="5392840"/>
                <a:ext cx="148320" cy="2487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130C3FA8-8494-98B4-F464-AE791D16D5F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71760" y="5382040"/>
                  <a:ext cx="1695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21793216-F244-27D4-17DC-5F9838E963F8}"/>
                    </a:ext>
                  </a:extLst>
                </p14:cNvPr>
                <p14:cNvContentPartPr/>
                <p14:nvPr/>
              </p14:nvContentPartPr>
              <p14:xfrm>
                <a:off x="474800" y="5431360"/>
                <a:ext cx="148680" cy="2264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21793216-F244-27D4-17DC-5F9838E963F8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64000" y="5420920"/>
                  <a:ext cx="169920" cy="24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C3532DC2-CD36-EEA0-64B2-92172CB78511}"/>
              </a:ext>
            </a:extLst>
          </p:cNvPr>
          <p:cNvGrpSpPr/>
          <p:nvPr/>
        </p:nvGrpSpPr>
        <p:grpSpPr>
          <a:xfrm>
            <a:off x="324320" y="6066760"/>
            <a:ext cx="390600" cy="226080"/>
            <a:chOff x="324320" y="6066760"/>
            <a:chExt cx="390600" cy="22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A5FE6CCD-916D-B5B9-297A-F090AEF33CC4}"/>
                    </a:ext>
                  </a:extLst>
                </p14:cNvPr>
                <p14:cNvContentPartPr/>
                <p14:nvPr/>
              </p14:nvContentPartPr>
              <p14:xfrm>
                <a:off x="324320" y="6066760"/>
                <a:ext cx="169560" cy="22608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A5FE6CCD-916D-B5B9-297A-F090AEF33CC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13880" y="6055960"/>
                  <a:ext cx="1908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861E61C3-45CC-980E-D5EF-969E4353E8D4}"/>
                    </a:ext>
                  </a:extLst>
                </p14:cNvPr>
                <p14:cNvContentPartPr/>
                <p14:nvPr/>
              </p14:nvContentPartPr>
              <p14:xfrm>
                <a:off x="529160" y="6086200"/>
                <a:ext cx="185760" cy="1659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861E61C3-45CC-980E-D5EF-969E4353E8D4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18720" y="6075400"/>
                  <a:ext cx="20700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6DFAED03-B9A3-013B-9E51-1194A39C8107}"/>
              </a:ext>
            </a:extLst>
          </p:cNvPr>
          <p:cNvGrpSpPr/>
          <p:nvPr/>
        </p:nvGrpSpPr>
        <p:grpSpPr>
          <a:xfrm>
            <a:off x="4014680" y="5315080"/>
            <a:ext cx="575280" cy="312840"/>
            <a:chOff x="4014680" y="5315080"/>
            <a:chExt cx="57528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5FEF0047-CAC7-58B8-456C-41B280BC85EE}"/>
                    </a:ext>
                  </a:extLst>
                </p14:cNvPr>
                <p14:cNvContentPartPr/>
                <p14:nvPr/>
              </p14:nvContentPartPr>
              <p14:xfrm>
                <a:off x="4046360" y="5492200"/>
                <a:ext cx="266760" cy="396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5FEF0047-CAC7-58B8-456C-41B280BC85E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035560" y="5481400"/>
                  <a:ext cx="288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748DB07-7629-A962-0781-788687E0D865}"/>
                    </a:ext>
                  </a:extLst>
                </p14:cNvPr>
                <p14:cNvContentPartPr/>
                <p14:nvPr/>
              </p14:nvContentPartPr>
              <p14:xfrm>
                <a:off x="4014680" y="5412280"/>
                <a:ext cx="352080" cy="147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748DB07-7629-A962-0781-788687E0D865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003880" y="5401480"/>
                  <a:ext cx="373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C29FC71F-548C-20F1-0F92-F1D6119ECBAA}"/>
                    </a:ext>
                  </a:extLst>
                </p14:cNvPr>
                <p14:cNvContentPartPr/>
                <p14:nvPr/>
              </p14:nvContentPartPr>
              <p14:xfrm>
                <a:off x="4290080" y="5315080"/>
                <a:ext cx="299880" cy="31284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C29FC71F-548C-20F1-0F92-F1D6119ECBAA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279280" y="5304280"/>
                  <a:ext cx="321120" cy="33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554691B4-16DF-974F-9ED1-BE696868A4EF}"/>
              </a:ext>
            </a:extLst>
          </p:cNvPr>
          <p:cNvGrpSpPr/>
          <p:nvPr/>
        </p:nvGrpSpPr>
        <p:grpSpPr>
          <a:xfrm>
            <a:off x="4906040" y="4948600"/>
            <a:ext cx="1663200" cy="561960"/>
            <a:chOff x="4906040" y="4948600"/>
            <a:chExt cx="1663200" cy="56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25963269-DE63-8EEF-C161-D2D65858067A}"/>
                    </a:ext>
                  </a:extLst>
                </p14:cNvPr>
                <p14:cNvContentPartPr/>
                <p14:nvPr/>
              </p14:nvContentPartPr>
              <p14:xfrm>
                <a:off x="4906040" y="4948600"/>
                <a:ext cx="192960" cy="5619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25963269-DE63-8EEF-C161-D2D65858067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895600" y="4938160"/>
                  <a:ext cx="21420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702301A2-4F09-58D6-5DCA-882B02AC24F2}"/>
                    </a:ext>
                  </a:extLst>
                </p14:cNvPr>
                <p14:cNvContentPartPr/>
                <p14:nvPr/>
              </p14:nvContentPartPr>
              <p14:xfrm>
                <a:off x="5184680" y="5060200"/>
                <a:ext cx="2880" cy="2458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702301A2-4F09-58D6-5DCA-882B02AC24F2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174240" y="5049760"/>
                  <a:ext cx="241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F056D1BE-AD77-9647-6D9B-BBF70800A046}"/>
                    </a:ext>
                  </a:extLst>
                </p14:cNvPr>
                <p14:cNvContentPartPr/>
                <p14:nvPr/>
              </p14:nvContentPartPr>
              <p14:xfrm>
                <a:off x="5287640" y="5088640"/>
                <a:ext cx="155520" cy="2437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F056D1BE-AD77-9647-6D9B-BBF70800A046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276840" y="5078200"/>
                  <a:ext cx="1767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3F5A520E-7F57-D3BC-A5F8-027043C5F975}"/>
                    </a:ext>
                  </a:extLst>
                </p14:cNvPr>
                <p14:cNvContentPartPr/>
                <p14:nvPr/>
              </p14:nvContentPartPr>
              <p14:xfrm>
                <a:off x="5547920" y="5205280"/>
                <a:ext cx="10440" cy="1533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3F5A520E-7F57-D3BC-A5F8-027043C5F97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537120" y="5194840"/>
                  <a:ext cx="316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B6DDD82-0D7B-F9C5-54BC-BBEDC5478ABB}"/>
                    </a:ext>
                  </a:extLst>
                </p14:cNvPr>
                <p14:cNvContentPartPr/>
                <p14:nvPr/>
              </p14:nvContentPartPr>
              <p14:xfrm>
                <a:off x="5691200" y="5113840"/>
                <a:ext cx="157680" cy="1850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B6DDD82-0D7B-F9C5-54BC-BBEDC5478AB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680760" y="5103400"/>
                  <a:ext cx="1789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0DAE8E16-564B-EF41-1F9A-77236A78F794}"/>
                    </a:ext>
                  </a:extLst>
                </p14:cNvPr>
                <p14:cNvContentPartPr/>
                <p14:nvPr/>
              </p14:nvContentPartPr>
              <p14:xfrm>
                <a:off x="5734400" y="5094400"/>
                <a:ext cx="122040" cy="219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0DAE8E16-564B-EF41-1F9A-77236A78F794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723960" y="5083960"/>
                  <a:ext cx="143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D9B8241-44EE-C5A8-9490-C779ED7A76E1}"/>
                    </a:ext>
                  </a:extLst>
                </p14:cNvPr>
                <p14:cNvContentPartPr/>
                <p14:nvPr/>
              </p14:nvContentPartPr>
              <p14:xfrm>
                <a:off x="5993240" y="5206360"/>
                <a:ext cx="14400" cy="1476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D9B8241-44EE-C5A8-9490-C779ED7A76E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982800" y="5195920"/>
                  <a:ext cx="356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BB745FE6-801E-22FB-C8E9-25077D6AFE10}"/>
                    </a:ext>
                  </a:extLst>
                </p14:cNvPr>
                <p14:cNvContentPartPr/>
                <p14:nvPr/>
              </p14:nvContentPartPr>
              <p14:xfrm>
                <a:off x="6175040" y="5050120"/>
                <a:ext cx="32040" cy="2250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BB745FE6-801E-22FB-C8E9-25077D6AFE10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164240" y="5039320"/>
                  <a:ext cx="532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5D2325BD-9126-1968-EE5D-4362C493BF46}"/>
                    </a:ext>
                  </a:extLst>
                </p14:cNvPr>
                <p14:cNvContentPartPr/>
                <p14:nvPr/>
              </p14:nvContentPartPr>
              <p14:xfrm>
                <a:off x="6282680" y="5068120"/>
                <a:ext cx="166680" cy="1764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5D2325BD-9126-1968-EE5D-4362C493BF4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272240" y="5057680"/>
                  <a:ext cx="1879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AC81BD3B-DB34-33B2-0D07-3D9A07077740}"/>
                    </a:ext>
                  </a:extLst>
                </p14:cNvPr>
                <p14:cNvContentPartPr/>
                <p14:nvPr/>
              </p14:nvContentPartPr>
              <p14:xfrm>
                <a:off x="6320840" y="5047600"/>
                <a:ext cx="147600" cy="266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AC81BD3B-DB34-33B2-0D07-3D9A07077740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310400" y="5037160"/>
                  <a:ext cx="1688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3C0653AB-041B-C1E8-92DB-DFA38BF73DBE}"/>
                    </a:ext>
                  </a:extLst>
                </p14:cNvPr>
                <p14:cNvContentPartPr/>
                <p14:nvPr/>
              </p14:nvContentPartPr>
              <p14:xfrm>
                <a:off x="6563120" y="5198440"/>
                <a:ext cx="6120" cy="14760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3C0653AB-041B-C1E8-92DB-DFA38BF73DBE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552680" y="5188000"/>
                  <a:ext cx="27360" cy="16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B3182156-08E9-8DBD-610D-0752AE339115}"/>
                  </a:ext>
                </a:extLst>
              </p14:cNvPr>
              <p14:cNvContentPartPr/>
              <p14:nvPr/>
            </p14:nvContentPartPr>
            <p14:xfrm>
              <a:off x="5131400" y="5540440"/>
              <a:ext cx="336600" cy="9648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B3182156-08E9-8DBD-610D-0752AE339115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5120960" y="5530000"/>
                <a:ext cx="357840" cy="11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6" name="Group 365">
            <a:extLst>
              <a:ext uri="{FF2B5EF4-FFF2-40B4-BE49-F238E27FC236}">
                <a16:creationId xmlns:a16="http://schemas.microsoft.com/office/drawing/2014/main" id="{CEA5ABAC-43F9-EDA1-DF8A-B2BADDD53798}"/>
              </a:ext>
            </a:extLst>
          </p:cNvPr>
          <p:cNvGrpSpPr/>
          <p:nvPr/>
        </p:nvGrpSpPr>
        <p:grpSpPr>
          <a:xfrm>
            <a:off x="5189360" y="5783440"/>
            <a:ext cx="241920" cy="272160"/>
            <a:chOff x="5189360" y="5783440"/>
            <a:chExt cx="24192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82E8E24F-F871-E883-8D0D-A937AE8FCF14}"/>
                    </a:ext>
                  </a:extLst>
                </p14:cNvPr>
                <p14:cNvContentPartPr/>
                <p14:nvPr/>
              </p14:nvContentPartPr>
              <p14:xfrm>
                <a:off x="5189360" y="5783440"/>
                <a:ext cx="140400" cy="2721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82E8E24F-F871-E883-8D0D-A937AE8FCF1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5178920" y="5772640"/>
                  <a:ext cx="1616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AA1C8826-874D-CD93-F0FB-388A5A0182D6}"/>
                    </a:ext>
                  </a:extLst>
                </p14:cNvPr>
                <p14:cNvContentPartPr/>
                <p14:nvPr/>
              </p14:nvContentPartPr>
              <p14:xfrm>
                <a:off x="5330120" y="5865520"/>
                <a:ext cx="101160" cy="17316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AA1C8826-874D-CD93-F0FB-388A5A0182D6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5319680" y="5855080"/>
                  <a:ext cx="122400" cy="19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F3474218-15D4-1EAA-0EDE-AAF8F524A5DD}"/>
                  </a:ext>
                </a:extLst>
              </p14:cNvPr>
              <p14:cNvContentPartPr/>
              <p14:nvPr/>
            </p14:nvContentPartPr>
            <p14:xfrm>
              <a:off x="5745920" y="5490760"/>
              <a:ext cx="656640" cy="9360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F3474218-15D4-1EAA-0EDE-AAF8F524A5DD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5735120" y="5480320"/>
                <a:ext cx="677880" cy="11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1" name="Group 370">
            <a:extLst>
              <a:ext uri="{FF2B5EF4-FFF2-40B4-BE49-F238E27FC236}">
                <a16:creationId xmlns:a16="http://schemas.microsoft.com/office/drawing/2014/main" id="{0E46A8AF-05B3-CD70-5F11-696FB20A9805}"/>
              </a:ext>
            </a:extLst>
          </p:cNvPr>
          <p:cNvGrpSpPr/>
          <p:nvPr/>
        </p:nvGrpSpPr>
        <p:grpSpPr>
          <a:xfrm>
            <a:off x="5970920" y="5797120"/>
            <a:ext cx="375840" cy="237960"/>
            <a:chOff x="5970920" y="5797120"/>
            <a:chExt cx="375840" cy="23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15E341A7-1D24-2B2F-DDDF-554D74BB699E}"/>
                    </a:ext>
                  </a:extLst>
                </p14:cNvPr>
                <p14:cNvContentPartPr/>
                <p14:nvPr/>
              </p14:nvContentPartPr>
              <p14:xfrm>
                <a:off x="5970920" y="5817640"/>
                <a:ext cx="138240" cy="2124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15E341A7-1D24-2B2F-DDDF-554D74BB699E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960120" y="5806840"/>
                  <a:ext cx="1594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65DC55DB-1B84-6439-5302-CE45265CC629}"/>
                    </a:ext>
                  </a:extLst>
                </p14:cNvPr>
                <p14:cNvContentPartPr/>
                <p14:nvPr/>
              </p14:nvContentPartPr>
              <p14:xfrm>
                <a:off x="6171080" y="5797120"/>
                <a:ext cx="175680" cy="23796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65DC55DB-1B84-6439-5302-CE45265CC629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160280" y="5786320"/>
                  <a:ext cx="19692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D71A3F99-7719-41E9-0FE5-F2828718A0DE}"/>
              </a:ext>
            </a:extLst>
          </p:cNvPr>
          <p:cNvGrpSpPr/>
          <p:nvPr/>
        </p:nvGrpSpPr>
        <p:grpSpPr>
          <a:xfrm>
            <a:off x="6725840" y="4965520"/>
            <a:ext cx="1357200" cy="361080"/>
            <a:chOff x="6725840" y="4965520"/>
            <a:chExt cx="135720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E5FA3A15-4135-1A22-4E37-D98B404FC358}"/>
                    </a:ext>
                  </a:extLst>
                </p14:cNvPr>
                <p14:cNvContentPartPr/>
                <p14:nvPr/>
              </p14:nvContentPartPr>
              <p14:xfrm>
                <a:off x="6725840" y="5096560"/>
                <a:ext cx="94320" cy="16236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E5FA3A15-4135-1A22-4E37-D98B404FC358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6715040" y="5085760"/>
                  <a:ext cx="1155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8BF19FD5-A28C-350A-0C2F-2D70C3E65E75}"/>
                    </a:ext>
                  </a:extLst>
                </p14:cNvPr>
                <p14:cNvContentPartPr/>
                <p14:nvPr/>
              </p14:nvContentPartPr>
              <p14:xfrm>
                <a:off x="6880640" y="5123200"/>
                <a:ext cx="72720" cy="11952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8BF19FD5-A28C-350A-0C2F-2D70C3E65E75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869840" y="5112400"/>
                  <a:ext cx="939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CC235DF8-02B2-C2B0-1C2C-9C00234E8A1D}"/>
                    </a:ext>
                  </a:extLst>
                </p14:cNvPr>
                <p14:cNvContentPartPr/>
                <p14:nvPr/>
              </p14:nvContentPartPr>
              <p14:xfrm>
                <a:off x="6993680" y="4965520"/>
                <a:ext cx="27000" cy="25056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CC235DF8-02B2-C2B0-1C2C-9C00234E8A1D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982880" y="4954720"/>
                  <a:ext cx="482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7986702D-422E-F705-F32E-D33128935866}"/>
                    </a:ext>
                  </a:extLst>
                </p14:cNvPr>
                <p14:cNvContentPartPr/>
                <p14:nvPr/>
              </p14:nvContentPartPr>
              <p14:xfrm>
                <a:off x="7069640" y="4973440"/>
                <a:ext cx="38520" cy="2631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7986702D-422E-F705-F32E-D3312893586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059200" y="4963000"/>
                  <a:ext cx="597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E2D41DF2-26D1-4485-8F39-F406FCE0A17C}"/>
                    </a:ext>
                  </a:extLst>
                </p14:cNvPr>
                <p14:cNvContentPartPr/>
                <p14:nvPr/>
              </p14:nvContentPartPr>
              <p14:xfrm>
                <a:off x="7167560" y="5141200"/>
                <a:ext cx="14400" cy="1854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E2D41DF2-26D1-4485-8F39-F406FCE0A17C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156760" y="5130760"/>
                  <a:ext cx="356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222041CF-87FE-77DE-B16B-C0C07A6E12F1}"/>
                    </a:ext>
                  </a:extLst>
                </p14:cNvPr>
                <p14:cNvContentPartPr/>
                <p14:nvPr/>
              </p14:nvContentPartPr>
              <p14:xfrm>
                <a:off x="7276640" y="4987120"/>
                <a:ext cx="133560" cy="2480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222041CF-87FE-77DE-B16B-C0C07A6E12F1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265840" y="4976680"/>
                  <a:ext cx="1548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E250F09B-208F-A020-93B5-9983B18CAEBD}"/>
                    </a:ext>
                  </a:extLst>
                </p14:cNvPr>
                <p14:cNvContentPartPr/>
                <p14:nvPr/>
              </p14:nvContentPartPr>
              <p14:xfrm>
                <a:off x="7349000" y="5146960"/>
                <a:ext cx="143640" cy="612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E250F09B-208F-A020-93B5-9983B18CAEBD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338200" y="5136520"/>
                  <a:ext cx="1648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DAA7C7DE-F78E-661D-1E66-826B85ECD9E1}"/>
                    </a:ext>
                  </a:extLst>
                </p14:cNvPr>
                <p14:cNvContentPartPr/>
                <p14:nvPr/>
              </p14:nvContentPartPr>
              <p14:xfrm>
                <a:off x="7543040" y="5134360"/>
                <a:ext cx="18000" cy="1533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DAA7C7DE-F78E-661D-1E66-826B85ECD9E1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532600" y="5123920"/>
                  <a:ext cx="39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4C8DCDF2-839D-3D7D-556A-781F66D8C77D}"/>
                    </a:ext>
                  </a:extLst>
                </p14:cNvPr>
                <p14:cNvContentPartPr/>
                <p14:nvPr/>
              </p14:nvContentPartPr>
              <p14:xfrm>
                <a:off x="7725920" y="5019160"/>
                <a:ext cx="4320" cy="20844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4C8DCDF2-839D-3D7D-556A-781F66D8C77D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715480" y="5008360"/>
                  <a:ext cx="255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6FA27280-7654-D91E-E025-F8EDB88A86D5}"/>
                    </a:ext>
                  </a:extLst>
                </p14:cNvPr>
                <p14:cNvContentPartPr/>
                <p14:nvPr/>
              </p14:nvContentPartPr>
              <p14:xfrm>
                <a:off x="7822400" y="4974880"/>
                <a:ext cx="169200" cy="2260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6FA27280-7654-D91E-E025-F8EDB88A86D5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811600" y="4964440"/>
                  <a:ext cx="1904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877E6F84-3615-D142-2EB9-99001E2FE482}"/>
                    </a:ext>
                  </a:extLst>
                </p14:cNvPr>
                <p14:cNvContentPartPr/>
                <p14:nvPr/>
              </p14:nvContentPartPr>
              <p14:xfrm>
                <a:off x="8070080" y="5111680"/>
                <a:ext cx="12960" cy="1695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877E6F84-3615-D142-2EB9-99001E2FE482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059280" y="5100880"/>
                  <a:ext cx="3420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D1EE6E14-BCF4-7DD8-41C1-BE5DD013F802}"/>
              </a:ext>
            </a:extLst>
          </p:cNvPr>
          <p:cNvGrpSpPr/>
          <p:nvPr/>
        </p:nvGrpSpPr>
        <p:grpSpPr>
          <a:xfrm>
            <a:off x="8256200" y="4822600"/>
            <a:ext cx="718560" cy="493560"/>
            <a:chOff x="8256200" y="4822600"/>
            <a:chExt cx="718560" cy="49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58524E02-7AD8-5235-1C8F-C5C2A7703B83}"/>
                    </a:ext>
                  </a:extLst>
                </p14:cNvPr>
                <p14:cNvContentPartPr/>
                <p14:nvPr/>
              </p14:nvContentPartPr>
              <p14:xfrm>
                <a:off x="8256200" y="5013400"/>
                <a:ext cx="103680" cy="1580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58524E02-7AD8-5235-1C8F-C5C2A7703B83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245400" y="5002960"/>
                  <a:ext cx="124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BB66625E-4207-3314-42DC-00CC27EE1182}"/>
                    </a:ext>
                  </a:extLst>
                </p14:cNvPr>
                <p14:cNvContentPartPr/>
                <p14:nvPr/>
              </p14:nvContentPartPr>
              <p14:xfrm>
                <a:off x="8429000" y="5038600"/>
                <a:ext cx="80280" cy="1029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BB66625E-4207-3314-42DC-00CC27EE1182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418560" y="5027800"/>
                  <a:ext cx="1015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FB35E2C9-37A1-83DA-5072-DA7E4B4792E9}"/>
                    </a:ext>
                  </a:extLst>
                </p14:cNvPr>
                <p14:cNvContentPartPr/>
                <p14:nvPr/>
              </p14:nvContentPartPr>
              <p14:xfrm>
                <a:off x="8557160" y="4906120"/>
                <a:ext cx="33480" cy="25992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FB35E2C9-37A1-83DA-5072-DA7E4B4792E9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546720" y="4895320"/>
                  <a:ext cx="547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7332E9D1-BA4A-D83B-09A3-DFFEA6E9ED9F}"/>
                    </a:ext>
                  </a:extLst>
                </p14:cNvPr>
                <p14:cNvContentPartPr/>
                <p14:nvPr/>
              </p14:nvContentPartPr>
              <p14:xfrm>
                <a:off x="8655800" y="4888840"/>
                <a:ext cx="36360" cy="2678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7332E9D1-BA4A-D83B-09A3-DFFEA6E9ED9F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8645360" y="4878400"/>
                  <a:ext cx="576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04FD51DF-2F84-124D-81FC-DF02DFA880F2}"/>
                    </a:ext>
                  </a:extLst>
                </p14:cNvPr>
                <p14:cNvContentPartPr/>
                <p14:nvPr/>
              </p14:nvContentPartPr>
              <p14:xfrm>
                <a:off x="8789720" y="4822600"/>
                <a:ext cx="185040" cy="49356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04FD51DF-2F84-124D-81FC-DF02DFA880F2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8778920" y="4812160"/>
                  <a:ext cx="206280" cy="51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4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69DB8307-5B7F-FBFF-A97C-E2B74D2A2E37}"/>
                  </a:ext>
                </a:extLst>
              </p14:cNvPr>
              <p14:cNvContentPartPr/>
              <p14:nvPr/>
            </p14:nvContentPartPr>
            <p14:xfrm>
              <a:off x="6757520" y="5401840"/>
              <a:ext cx="1727640" cy="103320"/>
            </p14:xfrm>
          </p:contentPart>
        </mc:Choice>
        <mc:Fallback xmlns=""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69DB8307-5B7F-FBFF-A97C-E2B74D2A2E37}"/>
                  </a:ext>
                </a:extLst>
              </p:cNvPr>
              <p:cNvPicPr/>
              <p:nvPr/>
            </p:nvPicPr>
            <p:blipFill>
              <a:blip r:embed="rId485"/>
              <a:stretch>
                <a:fillRect/>
              </a:stretch>
            </p:blipFill>
            <p:spPr>
              <a:xfrm>
                <a:off x="6746720" y="5391040"/>
                <a:ext cx="1748880" cy="12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6" name="Group 395">
            <a:extLst>
              <a:ext uri="{FF2B5EF4-FFF2-40B4-BE49-F238E27FC236}">
                <a16:creationId xmlns:a16="http://schemas.microsoft.com/office/drawing/2014/main" id="{BAEAAFB0-3501-72B0-2403-ECCE7247BD7B}"/>
              </a:ext>
            </a:extLst>
          </p:cNvPr>
          <p:cNvGrpSpPr/>
          <p:nvPr/>
        </p:nvGrpSpPr>
        <p:grpSpPr>
          <a:xfrm>
            <a:off x="7322360" y="5717200"/>
            <a:ext cx="451080" cy="266760"/>
            <a:chOff x="7322360" y="5717200"/>
            <a:chExt cx="451080" cy="26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20F0AEB7-C69F-36E5-0B65-847A4708888B}"/>
                    </a:ext>
                  </a:extLst>
                </p14:cNvPr>
                <p14:cNvContentPartPr/>
                <p14:nvPr/>
              </p14:nvContentPartPr>
              <p14:xfrm>
                <a:off x="7322360" y="5717200"/>
                <a:ext cx="225000" cy="26676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20F0AEB7-C69F-36E5-0B65-847A4708888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311560" y="5706400"/>
                  <a:ext cx="2462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1A075A8B-5C78-4C34-7023-1D9C8CE65598}"/>
                    </a:ext>
                  </a:extLst>
                </p14:cNvPr>
                <p14:cNvContentPartPr/>
                <p14:nvPr/>
              </p14:nvContentPartPr>
              <p14:xfrm>
                <a:off x="7604240" y="5762200"/>
                <a:ext cx="169200" cy="2149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1A075A8B-5C78-4C34-7023-1D9C8CE65598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7593440" y="5751400"/>
                  <a:ext cx="190440" cy="23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25348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BA95E-2859-A91E-21EA-59D456953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C16443CF-5D76-44A2-DDA8-8B9C398DAD21}"/>
              </a:ext>
            </a:extLst>
          </p:cNvPr>
          <p:cNvGrpSpPr/>
          <p:nvPr/>
        </p:nvGrpSpPr>
        <p:grpSpPr>
          <a:xfrm>
            <a:off x="222080" y="180400"/>
            <a:ext cx="657720" cy="425160"/>
            <a:chOff x="222080" y="180400"/>
            <a:chExt cx="657720" cy="42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A1F51AA-3A9C-1A2C-4AC6-13D2DA154D63}"/>
                    </a:ext>
                  </a:extLst>
                </p14:cNvPr>
                <p14:cNvContentPartPr/>
                <p14:nvPr/>
              </p14:nvContentPartPr>
              <p14:xfrm>
                <a:off x="222080" y="180400"/>
                <a:ext cx="289800" cy="425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A1F51AA-3A9C-1A2C-4AC6-13D2DA154D6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1280" y="169600"/>
                  <a:ext cx="31104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1E641A8-0C5B-77BB-8233-7A08417FD5E4}"/>
                    </a:ext>
                  </a:extLst>
                </p14:cNvPr>
                <p14:cNvContentPartPr/>
                <p14:nvPr/>
              </p14:nvContentPartPr>
              <p14:xfrm>
                <a:off x="578840" y="435640"/>
                <a:ext cx="91080" cy="121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1E641A8-0C5B-77BB-8233-7A08417FD5E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8400" y="424840"/>
                  <a:ext cx="1123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13B3457-6547-BCD4-1372-7B5CB3595D8A}"/>
                    </a:ext>
                  </a:extLst>
                </p14:cNvPr>
                <p14:cNvContentPartPr/>
                <p14:nvPr/>
              </p14:nvContentPartPr>
              <p14:xfrm>
                <a:off x="732200" y="438160"/>
                <a:ext cx="147600" cy="146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13B3457-6547-BCD4-1372-7B5CB3595D8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1760" y="427720"/>
                  <a:ext cx="16884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AAD9A7A-0AC0-2257-0C5E-479F6AE8F6DB}"/>
              </a:ext>
            </a:extLst>
          </p:cNvPr>
          <p:cNvGrpSpPr/>
          <p:nvPr/>
        </p:nvGrpSpPr>
        <p:grpSpPr>
          <a:xfrm>
            <a:off x="1316120" y="263920"/>
            <a:ext cx="264240" cy="300600"/>
            <a:chOff x="1316120" y="263920"/>
            <a:chExt cx="26424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BC6CCB6-C11D-DBB7-4EAB-16A51A944B1E}"/>
                    </a:ext>
                  </a:extLst>
                </p14:cNvPr>
                <p14:cNvContentPartPr/>
                <p14:nvPr/>
              </p14:nvContentPartPr>
              <p14:xfrm>
                <a:off x="1316120" y="431680"/>
                <a:ext cx="36000" cy="132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BC6CCB6-C11D-DBB7-4EAB-16A51A944B1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05680" y="420880"/>
                  <a:ext cx="572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06686EB-C9B9-360C-9171-122453669ED0}"/>
                    </a:ext>
                  </a:extLst>
                </p14:cNvPr>
                <p14:cNvContentPartPr/>
                <p14:nvPr/>
              </p14:nvContentPartPr>
              <p14:xfrm>
                <a:off x="1328720" y="263920"/>
                <a:ext cx="75240" cy="69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06686EB-C9B9-360C-9171-122453669ED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18280" y="253480"/>
                  <a:ext cx="964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484A55E-BD62-E6CC-6B87-C06D20CAE723}"/>
                    </a:ext>
                  </a:extLst>
                </p14:cNvPr>
                <p14:cNvContentPartPr/>
                <p14:nvPr/>
              </p14:nvContentPartPr>
              <p14:xfrm>
                <a:off x="1459400" y="382360"/>
                <a:ext cx="120960" cy="156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484A55E-BD62-E6CC-6B87-C06D20CAE7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48960" y="371560"/>
                  <a:ext cx="14220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F9908FC-663C-7649-3DCD-BE63C21A08E8}"/>
              </a:ext>
            </a:extLst>
          </p:cNvPr>
          <p:cNvGrpSpPr/>
          <p:nvPr/>
        </p:nvGrpSpPr>
        <p:grpSpPr>
          <a:xfrm>
            <a:off x="2145560" y="238360"/>
            <a:ext cx="928800" cy="278280"/>
            <a:chOff x="2145560" y="238360"/>
            <a:chExt cx="928800" cy="2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A156E2A-CD06-4570-D579-820725B09D7B}"/>
                    </a:ext>
                  </a:extLst>
                </p14:cNvPr>
                <p14:cNvContentPartPr/>
                <p14:nvPr/>
              </p14:nvContentPartPr>
              <p14:xfrm>
                <a:off x="2145560" y="355720"/>
                <a:ext cx="143640" cy="160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A156E2A-CD06-4570-D579-820725B09D7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34760" y="345280"/>
                  <a:ext cx="164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71E3FC1-C9E6-90CA-C7FF-610CD410CF9B}"/>
                    </a:ext>
                  </a:extLst>
                </p14:cNvPr>
                <p14:cNvContentPartPr/>
                <p14:nvPr/>
              </p14:nvContentPartPr>
              <p14:xfrm>
                <a:off x="2425280" y="342400"/>
                <a:ext cx="95760" cy="151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71E3FC1-C9E6-90CA-C7FF-610CD410CF9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14840" y="331960"/>
                  <a:ext cx="1170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477FC78-73A3-42B9-97F2-9976A0B11B07}"/>
                    </a:ext>
                  </a:extLst>
                </p14:cNvPr>
                <p14:cNvContentPartPr/>
                <p14:nvPr/>
              </p14:nvContentPartPr>
              <p14:xfrm>
                <a:off x="2600600" y="238360"/>
                <a:ext cx="123480" cy="244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477FC78-73A3-42B9-97F2-9976A0B11B0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90160" y="227920"/>
                  <a:ext cx="1447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B14EF7C-5BED-7ABE-971B-1E92E37C236F}"/>
                    </a:ext>
                  </a:extLst>
                </p14:cNvPr>
                <p14:cNvContentPartPr/>
                <p14:nvPr/>
              </p14:nvContentPartPr>
              <p14:xfrm>
                <a:off x="2811200" y="320080"/>
                <a:ext cx="74880" cy="148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B14EF7C-5BED-7ABE-971B-1E92E37C236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00760" y="309280"/>
                  <a:ext cx="961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B111F48-F6CE-BF71-FC4C-8CB5A1DB22C3}"/>
                    </a:ext>
                  </a:extLst>
                </p14:cNvPr>
                <p14:cNvContentPartPr/>
                <p14:nvPr/>
              </p14:nvContentPartPr>
              <p14:xfrm>
                <a:off x="2977880" y="320800"/>
                <a:ext cx="96480" cy="141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B111F48-F6CE-BF71-FC4C-8CB5A1DB22C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67440" y="310000"/>
                  <a:ext cx="11772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7F9CE88-89D9-F0B2-6D15-76DD95D6E034}"/>
              </a:ext>
            </a:extLst>
          </p:cNvPr>
          <p:cNvGrpSpPr/>
          <p:nvPr/>
        </p:nvGrpSpPr>
        <p:grpSpPr>
          <a:xfrm>
            <a:off x="3746840" y="180040"/>
            <a:ext cx="396000" cy="275040"/>
            <a:chOff x="3746840" y="180040"/>
            <a:chExt cx="39600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4E06D4E-BFE2-96E9-EB42-B844DE9BA8B9}"/>
                    </a:ext>
                  </a:extLst>
                </p14:cNvPr>
                <p14:cNvContentPartPr/>
                <p14:nvPr/>
              </p14:nvContentPartPr>
              <p14:xfrm>
                <a:off x="3788240" y="180040"/>
                <a:ext cx="127800" cy="275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4E06D4E-BFE2-96E9-EB42-B844DE9BA8B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77440" y="169600"/>
                  <a:ext cx="1490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75E4EA7-B2F0-7F12-272A-89CF86762E5A}"/>
                    </a:ext>
                  </a:extLst>
                </p14:cNvPr>
                <p14:cNvContentPartPr/>
                <p14:nvPr/>
              </p14:nvContentPartPr>
              <p14:xfrm>
                <a:off x="3746840" y="304600"/>
                <a:ext cx="196920" cy="12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75E4EA7-B2F0-7F12-272A-89CF86762E5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36040" y="294160"/>
                  <a:ext cx="218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5DBBAEC-163C-CB43-6FC1-4EE18C3301E2}"/>
                    </a:ext>
                  </a:extLst>
                </p14:cNvPr>
                <p14:cNvContentPartPr/>
                <p14:nvPr/>
              </p14:nvContentPartPr>
              <p14:xfrm>
                <a:off x="3961400" y="297400"/>
                <a:ext cx="181440" cy="130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5DBBAEC-163C-CB43-6FC1-4EE18C3301E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50600" y="286960"/>
                  <a:ext cx="20268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61EF17C-799A-1337-7005-0E75F63CA23E}"/>
              </a:ext>
            </a:extLst>
          </p:cNvPr>
          <p:cNvGrpSpPr/>
          <p:nvPr/>
        </p:nvGrpSpPr>
        <p:grpSpPr>
          <a:xfrm>
            <a:off x="4594640" y="123160"/>
            <a:ext cx="1088280" cy="316800"/>
            <a:chOff x="4594640" y="123160"/>
            <a:chExt cx="108828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E5DDD23-91DB-922E-B5B4-0486784D808C}"/>
                    </a:ext>
                  </a:extLst>
                </p14:cNvPr>
                <p14:cNvContentPartPr/>
                <p14:nvPr/>
              </p14:nvContentPartPr>
              <p14:xfrm>
                <a:off x="4594640" y="276160"/>
                <a:ext cx="201600" cy="163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E5DDD23-91DB-922E-B5B4-0486784D808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84200" y="265360"/>
                  <a:ext cx="2228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3ACD363-D901-2E4D-824D-E0E41AB0D4CA}"/>
                    </a:ext>
                  </a:extLst>
                </p14:cNvPr>
                <p14:cNvContentPartPr/>
                <p14:nvPr/>
              </p14:nvContentPartPr>
              <p14:xfrm>
                <a:off x="4900640" y="252040"/>
                <a:ext cx="106920" cy="133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3ACD363-D901-2E4D-824D-E0E41AB0D4C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89840" y="241600"/>
                  <a:ext cx="1281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EE1CB9D-C3B4-F390-5FAE-D8223ED0E221}"/>
                    </a:ext>
                  </a:extLst>
                </p14:cNvPr>
                <p14:cNvContentPartPr/>
                <p14:nvPr/>
              </p14:nvContentPartPr>
              <p14:xfrm>
                <a:off x="5055800" y="267160"/>
                <a:ext cx="115560" cy="126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EE1CB9D-C3B4-F390-5FAE-D8223ED0E2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45000" y="256360"/>
                  <a:ext cx="1368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3D1B976-B2D0-756B-1E53-CFD731902D50}"/>
                    </a:ext>
                  </a:extLst>
                </p14:cNvPr>
                <p14:cNvContentPartPr/>
                <p14:nvPr/>
              </p14:nvContentPartPr>
              <p14:xfrm>
                <a:off x="5262440" y="257080"/>
                <a:ext cx="39240" cy="158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3D1B976-B2D0-756B-1E53-CFD731902D5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52000" y="246640"/>
                  <a:ext cx="604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AA4C27C-EFED-5519-3515-E3880B323898}"/>
                    </a:ext>
                  </a:extLst>
                </p14:cNvPr>
                <p14:cNvContentPartPr/>
                <p14:nvPr/>
              </p14:nvContentPartPr>
              <p14:xfrm>
                <a:off x="5408240" y="276160"/>
                <a:ext cx="118440" cy="122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AA4C27C-EFED-5519-3515-E3880B32389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97440" y="265360"/>
                  <a:ext cx="1396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498F2D9-7C2B-B9AA-B51A-06C9C88EA738}"/>
                    </a:ext>
                  </a:extLst>
                </p14:cNvPr>
                <p14:cNvContentPartPr/>
                <p14:nvPr/>
              </p14:nvContentPartPr>
              <p14:xfrm>
                <a:off x="5623880" y="123160"/>
                <a:ext cx="29880" cy="277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498F2D9-7C2B-B9AA-B51A-06C9C88EA73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13080" y="112360"/>
                  <a:ext cx="511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F036BD1-BA75-4FE8-DCD8-002A735E9AB0}"/>
                    </a:ext>
                  </a:extLst>
                </p14:cNvPr>
                <p14:cNvContentPartPr/>
                <p14:nvPr/>
              </p14:nvContentPartPr>
              <p14:xfrm>
                <a:off x="5559440" y="234040"/>
                <a:ext cx="123480" cy="24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F036BD1-BA75-4FE8-DCD8-002A735E9AB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48640" y="223240"/>
                  <a:ext cx="14472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C997274-98B1-F62A-5501-784008B27422}"/>
                  </a:ext>
                </a:extLst>
              </p14:cNvPr>
              <p14:cNvContentPartPr/>
              <p14:nvPr/>
            </p14:nvContentPartPr>
            <p14:xfrm>
              <a:off x="6157760" y="194800"/>
              <a:ext cx="200160" cy="1936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C997274-98B1-F62A-5501-784008B2742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147320" y="184000"/>
                <a:ext cx="22140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ADE4D60-8880-5F75-848E-346F1CD1AAC1}"/>
                  </a:ext>
                </a:extLst>
              </p14:cNvPr>
              <p14:cNvContentPartPr/>
              <p14:nvPr/>
            </p14:nvContentPartPr>
            <p14:xfrm>
              <a:off x="6478160" y="248440"/>
              <a:ext cx="164160" cy="1494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ADE4D60-8880-5F75-848E-346F1CD1AAC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467720" y="237640"/>
                <a:ext cx="185400" cy="17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AE224E6E-B753-19E5-4280-1A03B952D731}"/>
              </a:ext>
            </a:extLst>
          </p:cNvPr>
          <p:cNvGrpSpPr/>
          <p:nvPr/>
        </p:nvGrpSpPr>
        <p:grpSpPr>
          <a:xfrm>
            <a:off x="7058120" y="198040"/>
            <a:ext cx="993600" cy="270000"/>
            <a:chOff x="7058120" y="198040"/>
            <a:chExt cx="99360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E4C6CF3-984F-7989-2125-EA427F4AE5DF}"/>
                    </a:ext>
                  </a:extLst>
                </p14:cNvPr>
                <p14:cNvContentPartPr/>
                <p14:nvPr/>
              </p14:nvContentPartPr>
              <p14:xfrm>
                <a:off x="7058120" y="198040"/>
                <a:ext cx="191880" cy="155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E4C6CF3-984F-7989-2125-EA427F4AE5D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47680" y="187240"/>
                  <a:ext cx="2131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FF10474-D669-CDEE-7F68-BEF37E8A137A}"/>
                    </a:ext>
                  </a:extLst>
                </p14:cNvPr>
                <p14:cNvContentPartPr/>
                <p14:nvPr/>
              </p14:nvContentPartPr>
              <p14:xfrm>
                <a:off x="7325960" y="214600"/>
                <a:ext cx="104400" cy="117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FF10474-D669-CDEE-7F68-BEF37E8A137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15520" y="203800"/>
                  <a:ext cx="125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EBC72F1-DBCC-0276-BE3E-5DF6BF8907E2}"/>
                    </a:ext>
                  </a:extLst>
                </p14:cNvPr>
                <p14:cNvContentPartPr/>
                <p14:nvPr/>
              </p14:nvContentPartPr>
              <p14:xfrm>
                <a:off x="7510280" y="214960"/>
                <a:ext cx="155160" cy="132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EBC72F1-DBCC-0276-BE3E-5DF6BF8907E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99480" y="204160"/>
                  <a:ext cx="1764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B8EA92A-F5DB-D0A7-CA06-E8A4B5898040}"/>
                    </a:ext>
                  </a:extLst>
                </p14:cNvPr>
                <p14:cNvContentPartPr/>
                <p14:nvPr/>
              </p14:nvContentPartPr>
              <p14:xfrm>
                <a:off x="7666160" y="216400"/>
                <a:ext cx="192240" cy="138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B8EA92A-F5DB-D0A7-CA06-E8A4B589804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55360" y="205960"/>
                  <a:ext cx="2134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ED299C9-CAAB-B8B4-5C7C-BF849AA27140}"/>
                    </a:ext>
                  </a:extLst>
                </p14:cNvPr>
                <p14:cNvContentPartPr/>
                <p14:nvPr/>
              </p14:nvContentPartPr>
              <p14:xfrm>
                <a:off x="7906640" y="218920"/>
                <a:ext cx="145080" cy="249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ED299C9-CAAB-B8B4-5C7C-BF849AA2714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96200" y="208480"/>
                  <a:ext cx="166320" cy="27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1651ED3-DE0F-066A-47B7-369CAC509E90}"/>
              </a:ext>
            </a:extLst>
          </p:cNvPr>
          <p:cNvGrpSpPr/>
          <p:nvPr/>
        </p:nvGrpSpPr>
        <p:grpSpPr>
          <a:xfrm>
            <a:off x="8281760" y="128920"/>
            <a:ext cx="562680" cy="262080"/>
            <a:chOff x="8281760" y="128920"/>
            <a:chExt cx="562680" cy="2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E842223-F456-1DF1-5BA9-7CC3C15F36DF}"/>
                    </a:ext>
                  </a:extLst>
                </p14:cNvPr>
                <p14:cNvContentPartPr/>
                <p14:nvPr/>
              </p14:nvContentPartPr>
              <p14:xfrm>
                <a:off x="8321000" y="255640"/>
                <a:ext cx="8280" cy="111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E842223-F456-1DF1-5BA9-7CC3C15F36D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10200" y="244840"/>
                  <a:ext cx="295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625980A-E5C6-44CB-E28C-5AE1B3DF2E35}"/>
                    </a:ext>
                  </a:extLst>
                </p14:cNvPr>
                <p14:cNvContentPartPr/>
                <p14:nvPr/>
              </p14:nvContentPartPr>
              <p14:xfrm>
                <a:off x="8281760" y="184720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625980A-E5C6-44CB-E28C-5AE1B3DF2E3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71320" y="1742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43C1B37-F8D4-4577-43E1-DC16B3C4A18D}"/>
                    </a:ext>
                  </a:extLst>
                </p14:cNvPr>
                <p14:cNvContentPartPr/>
                <p14:nvPr/>
              </p14:nvContentPartPr>
              <p14:xfrm>
                <a:off x="8421440" y="212080"/>
                <a:ext cx="110880" cy="144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43C1B37-F8D4-4577-43E1-DC16B3C4A18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411000" y="201280"/>
                  <a:ext cx="1321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5D2BAC0-0F3D-F4A0-340D-6EA99BCF4AD6}"/>
                    </a:ext>
                  </a:extLst>
                </p14:cNvPr>
                <p14:cNvContentPartPr/>
                <p14:nvPr/>
              </p14:nvContentPartPr>
              <p14:xfrm>
                <a:off x="8581280" y="128920"/>
                <a:ext cx="47880" cy="262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5D2BAC0-0F3D-F4A0-340D-6EA99BCF4A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570840" y="118120"/>
                  <a:ext cx="691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D211A1D-5741-8B59-C916-003AC7747BEA}"/>
                    </a:ext>
                  </a:extLst>
                </p14:cNvPr>
                <p14:cNvContentPartPr/>
                <p14:nvPr/>
              </p14:nvContentPartPr>
              <p14:xfrm>
                <a:off x="8576240" y="257080"/>
                <a:ext cx="268200" cy="105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D211A1D-5741-8B59-C916-003AC7747BE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565800" y="246280"/>
                  <a:ext cx="289440" cy="12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1E3C7B5-694E-9A12-EF54-C52485A683FC}"/>
                  </a:ext>
                </a:extLst>
              </p14:cNvPr>
              <p14:cNvContentPartPr/>
              <p14:nvPr/>
            </p14:nvContentPartPr>
            <p14:xfrm>
              <a:off x="9221000" y="170680"/>
              <a:ext cx="188640" cy="1800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1E3C7B5-694E-9A12-EF54-C52485A683F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210200" y="159880"/>
                <a:ext cx="209880" cy="20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5CBA4CD0-9EED-45A2-6105-CC5293DAFB0D}"/>
              </a:ext>
            </a:extLst>
          </p:cNvPr>
          <p:cNvGrpSpPr/>
          <p:nvPr/>
        </p:nvGrpSpPr>
        <p:grpSpPr>
          <a:xfrm>
            <a:off x="9871520" y="151960"/>
            <a:ext cx="1087560" cy="277200"/>
            <a:chOff x="9871520" y="151960"/>
            <a:chExt cx="1087560" cy="27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7A64834-FEB4-5AF9-58A6-4482A559770A}"/>
                    </a:ext>
                  </a:extLst>
                </p14:cNvPr>
                <p14:cNvContentPartPr/>
                <p14:nvPr/>
              </p14:nvContentPartPr>
              <p14:xfrm>
                <a:off x="9907880" y="211000"/>
                <a:ext cx="23040" cy="161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7A64834-FEB4-5AF9-58A6-4482A559770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897080" y="200560"/>
                  <a:ext cx="44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6D92A31-787D-F729-BF1A-06DAD4A81AD5}"/>
                    </a:ext>
                  </a:extLst>
                </p14:cNvPr>
                <p14:cNvContentPartPr/>
                <p14:nvPr/>
              </p14:nvContentPartPr>
              <p14:xfrm>
                <a:off x="9871520" y="151960"/>
                <a:ext cx="243360" cy="251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6D92A31-787D-F729-BF1A-06DAD4A81AD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61080" y="141160"/>
                  <a:ext cx="2646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6775481-57BE-19AA-DC2F-0B009201C853}"/>
                    </a:ext>
                  </a:extLst>
                </p14:cNvPr>
                <p14:cNvContentPartPr/>
                <p14:nvPr/>
              </p14:nvContentPartPr>
              <p14:xfrm>
                <a:off x="10197320" y="247720"/>
                <a:ext cx="24480" cy="114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6775481-57BE-19AA-DC2F-0B009201C85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186520" y="236920"/>
                  <a:ext cx="457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4394459-DD70-C3EA-1890-93188874F97C}"/>
                    </a:ext>
                  </a:extLst>
                </p14:cNvPr>
                <p14:cNvContentPartPr/>
                <p14:nvPr/>
              </p14:nvContentPartPr>
              <p14:xfrm>
                <a:off x="10137560" y="162760"/>
                <a:ext cx="61200" cy="26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4394459-DD70-C3EA-1890-93188874F97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26760" y="152320"/>
                  <a:ext cx="824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5BDF4FB-02FE-6526-BF19-8E4EDBDB36F8}"/>
                    </a:ext>
                  </a:extLst>
                </p14:cNvPr>
                <p14:cNvContentPartPr/>
                <p14:nvPr/>
              </p14:nvContentPartPr>
              <p14:xfrm>
                <a:off x="10279760" y="158440"/>
                <a:ext cx="138600" cy="177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5BDF4FB-02FE-6526-BF19-8E4EDBDB36F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68960" y="148000"/>
                  <a:ext cx="1598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E744F03-7ECF-3C23-3F1D-ACBEEBA6056F}"/>
                    </a:ext>
                  </a:extLst>
                </p14:cNvPr>
                <p14:cNvContentPartPr/>
                <p14:nvPr/>
              </p14:nvContentPartPr>
              <p14:xfrm>
                <a:off x="10437800" y="186880"/>
                <a:ext cx="199080" cy="1411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E744F03-7ECF-3C23-3F1D-ACBEEBA6056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427000" y="176440"/>
                  <a:ext cx="220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48B0FD1-84C2-E220-84E7-51A02BC22357}"/>
                    </a:ext>
                  </a:extLst>
                </p14:cNvPr>
                <p14:cNvContentPartPr/>
                <p14:nvPr/>
              </p14:nvContentPartPr>
              <p14:xfrm>
                <a:off x="10721120" y="214960"/>
                <a:ext cx="103680" cy="121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48B0FD1-84C2-E220-84E7-51A02BC2235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710320" y="204160"/>
                  <a:ext cx="1249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3A782B6-75EC-95FA-79C1-E21CD9F4C457}"/>
                    </a:ext>
                  </a:extLst>
                </p14:cNvPr>
                <p14:cNvContentPartPr/>
                <p14:nvPr/>
              </p14:nvContentPartPr>
              <p14:xfrm>
                <a:off x="10860800" y="209920"/>
                <a:ext cx="98280" cy="219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3A782B6-75EC-95FA-79C1-E21CD9F4C45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850000" y="199120"/>
                  <a:ext cx="119520" cy="24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BF19548-63AC-02E1-4594-92593D6F5688}"/>
              </a:ext>
            </a:extLst>
          </p:cNvPr>
          <p:cNvGrpSpPr/>
          <p:nvPr/>
        </p:nvGrpSpPr>
        <p:grpSpPr>
          <a:xfrm>
            <a:off x="11190920" y="166360"/>
            <a:ext cx="614880" cy="226440"/>
            <a:chOff x="11190920" y="166360"/>
            <a:chExt cx="614880" cy="22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4FAD18C-5D5F-BCF2-212C-B47335F6C5F9}"/>
                    </a:ext>
                  </a:extLst>
                </p14:cNvPr>
                <p14:cNvContentPartPr/>
                <p14:nvPr/>
              </p14:nvContentPartPr>
              <p14:xfrm>
                <a:off x="11264720" y="181480"/>
                <a:ext cx="31680" cy="200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4FAD18C-5D5F-BCF2-212C-B47335F6C5F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253920" y="170680"/>
                  <a:ext cx="529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C12024A-ECBA-7356-223F-050D7D8DEDE9}"/>
                    </a:ext>
                  </a:extLst>
                </p14:cNvPr>
                <p14:cNvContentPartPr/>
                <p14:nvPr/>
              </p14:nvContentPartPr>
              <p14:xfrm>
                <a:off x="11190920" y="166360"/>
                <a:ext cx="184320" cy="39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C12024A-ECBA-7356-223F-050D7D8DEDE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180480" y="155920"/>
                  <a:ext cx="205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5E44885-4044-7DCE-D10B-13846A75035E}"/>
                    </a:ext>
                  </a:extLst>
                </p14:cNvPr>
                <p14:cNvContentPartPr/>
                <p14:nvPr/>
              </p14:nvContentPartPr>
              <p14:xfrm>
                <a:off x="11405480" y="248440"/>
                <a:ext cx="114480" cy="108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5E44885-4044-7DCE-D10B-13846A75035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395040" y="238000"/>
                  <a:ext cx="1357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EE92DD3-0D93-C6EB-AA2D-751D5632A111}"/>
                    </a:ext>
                  </a:extLst>
                </p14:cNvPr>
                <p14:cNvContentPartPr/>
                <p14:nvPr/>
              </p14:nvContentPartPr>
              <p14:xfrm>
                <a:off x="11561720" y="248440"/>
                <a:ext cx="68760" cy="144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EE92DD3-0D93-C6EB-AA2D-751D5632A11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550920" y="238000"/>
                  <a:ext cx="900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45ACD7E-7427-6834-CA3E-37E60F2D3E20}"/>
                    </a:ext>
                  </a:extLst>
                </p14:cNvPr>
                <p14:cNvContentPartPr/>
                <p14:nvPr/>
              </p14:nvContentPartPr>
              <p14:xfrm>
                <a:off x="11716880" y="197680"/>
                <a:ext cx="88920" cy="186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45ACD7E-7427-6834-CA3E-37E60F2D3E2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706440" y="186880"/>
                  <a:ext cx="110160" cy="20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4DBB448-ABBC-EA67-50B4-8DAA04C936AD}"/>
              </a:ext>
            </a:extLst>
          </p:cNvPr>
          <p:cNvGrpSpPr/>
          <p:nvPr/>
        </p:nvGrpSpPr>
        <p:grpSpPr>
          <a:xfrm>
            <a:off x="196520" y="955120"/>
            <a:ext cx="425520" cy="275040"/>
            <a:chOff x="196520" y="955120"/>
            <a:chExt cx="42552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C76C643-DC70-6C59-0BEE-6A94FC39E35C}"/>
                    </a:ext>
                  </a:extLst>
                </p14:cNvPr>
                <p14:cNvContentPartPr/>
                <p14:nvPr/>
              </p14:nvContentPartPr>
              <p14:xfrm>
                <a:off x="196520" y="955120"/>
                <a:ext cx="285840" cy="275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C76C643-DC70-6C59-0BEE-6A94FC39E35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86080" y="944320"/>
                  <a:ext cx="3070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C5F7CDC-6683-770E-7674-D4CC18C17E82}"/>
                    </a:ext>
                  </a:extLst>
                </p14:cNvPr>
                <p14:cNvContentPartPr/>
                <p14:nvPr/>
              </p14:nvContentPartPr>
              <p14:xfrm>
                <a:off x="525920" y="1041160"/>
                <a:ext cx="96120" cy="103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C5F7CDC-6683-770E-7674-D4CC18C17E8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15480" y="1030360"/>
                  <a:ext cx="11736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5A97FE7-D551-A3E8-7D98-12D2CA8B0E82}"/>
              </a:ext>
            </a:extLst>
          </p:cNvPr>
          <p:cNvGrpSpPr/>
          <p:nvPr/>
        </p:nvGrpSpPr>
        <p:grpSpPr>
          <a:xfrm>
            <a:off x="1064120" y="929560"/>
            <a:ext cx="590040" cy="196560"/>
            <a:chOff x="1064120" y="929560"/>
            <a:chExt cx="590040" cy="19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77009DD-0AE7-91E8-D9AA-EC585F2BFE84}"/>
                    </a:ext>
                  </a:extLst>
                </p14:cNvPr>
                <p14:cNvContentPartPr/>
                <p14:nvPr/>
              </p14:nvContentPartPr>
              <p14:xfrm>
                <a:off x="1064120" y="929560"/>
                <a:ext cx="166320" cy="181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77009DD-0AE7-91E8-D9AA-EC585F2BFE8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53320" y="919120"/>
                  <a:ext cx="1875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5148422-C0C9-A1DD-1DD8-44DC1763B888}"/>
                    </a:ext>
                  </a:extLst>
                </p14:cNvPr>
                <p14:cNvContentPartPr/>
                <p14:nvPr/>
              </p14:nvContentPartPr>
              <p14:xfrm>
                <a:off x="1260680" y="952240"/>
                <a:ext cx="393480" cy="173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5148422-C0C9-A1DD-1DD8-44DC1763B88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250240" y="941800"/>
                  <a:ext cx="41472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2E3CA4C-6C67-85F8-FAFD-D2CD07910FA1}"/>
              </a:ext>
            </a:extLst>
          </p:cNvPr>
          <p:cNvGrpSpPr/>
          <p:nvPr/>
        </p:nvGrpSpPr>
        <p:grpSpPr>
          <a:xfrm>
            <a:off x="2000120" y="897880"/>
            <a:ext cx="579240" cy="175320"/>
            <a:chOff x="2000120" y="897880"/>
            <a:chExt cx="579240" cy="17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FBE3AC8-4949-01BA-700D-48CFD36A28E1}"/>
                    </a:ext>
                  </a:extLst>
                </p14:cNvPr>
                <p14:cNvContentPartPr/>
                <p14:nvPr/>
              </p14:nvContentPartPr>
              <p14:xfrm>
                <a:off x="2000120" y="927400"/>
                <a:ext cx="105840" cy="134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FBE3AC8-4949-01BA-700D-48CFD36A28E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989680" y="916600"/>
                  <a:ext cx="1270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FFAAE6F-AB42-91B0-4729-A9519E100D84}"/>
                    </a:ext>
                  </a:extLst>
                </p14:cNvPr>
                <p14:cNvContentPartPr/>
                <p14:nvPr/>
              </p14:nvContentPartPr>
              <p14:xfrm>
                <a:off x="2256800" y="897880"/>
                <a:ext cx="139680" cy="175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FFAAE6F-AB42-91B0-4729-A9519E100D8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246000" y="887440"/>
                  <a:ext cx="1609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7959389-EC88-A6CB-1843-6D29653F1E83}"/>
                    </a:ext>
                  </a:extLst>
                </p14:cNvPr>
                <p14:cNvContentPartPr/>
                <p14:nvPr/>
              </p14:nvContentPartPr>
              <p14:xfrm>
                <a:off x="2478200" y="924520"/>
                <a:ext cx="101160" cy="1126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7959389-EC88-A6CB-1843-6D29653F1E8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467760" y="913720"/>
                  <a:ext cx="122400" cy="13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A953C0CC-8A02-0B60-D6D1-96059C4C037E}"/>
                  </a:ext>
                </a:extLst>
              </p14:cNvPr>
              <p14:cNvContentPartPr/>
              <p14:nvPr/>
            </p14:nvContentPartPr>
            <p14:xfrm>
              <a:off x="3228800" y="884200"/>
              <a:ext cx="222840" cy="1695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A953C0CC-8A02-0B60-D6D1-96059C4C037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218000" y="873400"/>
                <a:ext cx="244080" cy="19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4E78EA4-9029-8D14-4594-EE1171FE6979}"/>
              </a:ext>
            </a:extLst>
          </p:cNvPr>
          <p:cNvGrpSpPr/>
          <p:nvPr/>
        </p:nvGrpSpPr>
        <p:grpSpPr>
          <a:xfrm>
            <a:off x="3829280" y="812200"/>
            <a:ext cx="1045440" cy="346320"/>
            <a:chOff x="3829280" y="812200"/>
            <a:chExt cx="104544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60C9DF5-5F9C-9EA7-D52C-DCDB92AC039C}"/>
                    </a:ext>
                  </a:extLst>
                </p14:cNvPr>
                <p14:cNvContentPartPr/>
                <p14:nvPr/>
              </p14:nvContentPartPr>
              <p14:xfrm>
                <a:off x="3829280" y="865120"/>
                <a:ext cx="161280" cy="293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60C9DF5-5F9C-9EA7-D52C-DCDB92AC039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18840" y="854320"/>
                  <a:ext cx="1825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A63E040-23B5-CD5B-66DD-AE75F2F0A84C}"/>
                    </a:ext>
                  </a:extLst>
                </p14:cNvPr>
                <p14:cNvContentPartPr/>
                <p14:nvPr/>
              </p14:nvContentPartPr>
              <p14:xfrm>
                <a:off x="3876080" y="861160"/>
                <a:ext cx="331560" cy="253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A63E040-23B5-CD5B-66DD-AE75F2F0A84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65640" y="850360"/>
                  <a:ext cx="3528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B3CD8E6-1536-02B2-9754-B8826A4DA0E4}"/>
                    </a:ext>
                  </a:extLst>
                </p14:cNvPr>
                <p14:cNvContentPartPr/>
                <p14:nvPr/>
              </p14:nvContentPartPr>
              <p14:xfrm>
                <a:off x="4317800" y="835600"/>
                <a:ext cx="101160" cy="123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B3CD8E6-1536-02B2-9754-B8826A4DA0E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307360" y="824800"/>
                  <a:ext cx="1224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974F369-2F96-4405-56C2-ACD726A735E3}"/>
                    </a:ext>
                  </a:extLst>
                </p14:cNvPr>
                <p14:cNvContentPartPr/>
                <p14:nvPr/>
              </p14:nvContentPartPr>
              <p14:xfrm>
                <a:off x="4550360" y="819760"/>
                <a:ext cx="117000" cy="140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974F369-2F96-4405-56C2-ACD726A735E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39560" y="809320"/>
                  <a:ext cx="1382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AEF849A-CD1E-4038-0E42-1C0BACA4F069}"/>
                    </a:ext>
                  </a:extLst>
                </p14:cNvPr>
                <p14:cNvContentPartPr/>
                <p14:nvPr/>
              </p14:nvContentPartPr>
              <p14:xfrm>
                <a:off x="4821800" y="812200"/>
                <a:ext cx="52920" cy="146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AEF849A-CD1E-4038-0E42-1C0BACA4F06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811360" y="801400"/>
                  <a:ext cx="7416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57214EF-0701-1ED1-FF64-01F66FC78E17}"/>
              </a:ext>
            </a:extLst>
          </p:cNvPr>
          <p:cNvGrpSpPr/>
          <p:nvPr/>
        </p:nvGrpSpPr>
        <p:grpSpPr>
          <a:xfrm>
            <a:off x="5262440" y="702400"/>
            <a:ext cx="384480" cy="285840"/>
            <a:chOff x="5262440" y="702400"/>
            <a:chExt cx="384480" cy="28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4157C3C-2C80-4B0F-E5CF-2F5885EE230F}"/>
                    </a:ext>
                  </a:extLst>
                </p14:cNvPr>
                <p14:cNvContentPartPr/>
                <p14:nvPr/>
              </p14:nvContentPartPr>
              <p14:xfrm>
                <a:off x="5315360" y="702400"/>
                <a:ext cx="121320" cy="2858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4157C3C-2C80-4B0F-E5CF-2F5885EE230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304560" y="691600"/>
                  <a:ext cx="1425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DC1DA41-C57E-AB24-2C0B-20AAAD25501C}"/>
                    </a:ext>
                  </a:extLst>
                </p14:cNvPr>
                <p14:cNvContentPartPr/>
                <p14:nvPr/>
              </p14:nvContentPartPr>
              <p14:xfrm>
                <a:off x="5262440" y="857920"/>
                <a:ext cx="384480" cy="102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DC1DA41-C57E-AB24-2C0B-20AAAD25501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251640" y="847480"/>
                  <a:ext cx="40572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7DA1A37-2BC9-89DB-D83F-B8EA950EC101}"/>
              </a:ext>
            </a:extLst>
          </p:cNvPr>
          <p:cNvGrpSpPr/>
          <p:nvPr/>
        </p:nvGrpSpPr>
        <p:grpSpPr>
          <a:xfrm>
            <a:off x="6175400" y="695560"/>
            <a:ext cx="820080" cy="286920"/>
            <a:chOff x="6175400" y="695560"/>
            <a:chExt cx="820080" cy="2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6595749-3065-5DA2-9C21-C08F197EE774}"/>
                    </a:ext>
                  </a:extLst>
                </p14:cNvPr>
                <p14:cNvContentPartPr/>
                <p14:nvPr/>
              </p14:nvContentPartPr>
              <p14:xfrm>
                <a:off x="6175400" y="846400"/>
                <a:ext cx="130680" cy="136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6595749-3065-5DA2-9C21-C08F197EE77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164960" y="835600"/>
                  <a:ext cx="1519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DA33B8D-56C0-8FB0-6988-1508FEDC12BE}"/>
                    </a:ext>
                  </a:extLst>
                </p14:cNvPr>
                <p14:cNvContentPartPr/>
                <p14:nvPr/>
              </p14:nvContentPartPr>
              <p14:xfrm>
                <a:off x="6440000" y="695560"/>
                <a:ext cx="43560" cy="261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DA33B8D-56C0-8FB0-6988-1508FEDC12B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429560" y="684760"/>
                  <a:ext cx="648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189B7F6-28BB-267F-1FF8-D1DBB1DF7F49}"/>
                    </a:ext>
                  </a:extLst>
                </p14:cNvPr>
                <p14:cNvContentPartPr/>
                <p14:nvPr/>
              </p14:nvContentPartPr>
              <p14:xfrm>
                <a:off x="6407240" y="849640"/>
                <a:ext cx="246240" cy="102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189B7F6-28BB-267F-1FF8-D1DBB1DF7F4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96440" y="838840"/>
                  <a:ext cx="267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60F5DF1-EA87-12D9-52AD-F17EA2136CB0}"/>
                    </a:ext>
                  </a:extLst>
                </p14:cNvPr>
                <p14:cNvContentPartPr/>
                <p14:nvPr/>
              </p14:nvContentPartPr>
              <p14:xfrm>
                <a:off x="6719360" y="837040"/>
                <a:ext cx="133560" cy="1018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60F5DF1-EA87-12D9-52AD-F17EA2136CB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08920" y="826600"/>
                  <a:ext cx="154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6F51E6F-03FF-0583-5A48-BACE074F40E3}"/>
                    </a:ext>
                  </a:extLst>
                </p14:cNvPr>
                <p14:cNvContentPartPr/>
                <p14:nvPr/>
              </p14:nvContentPartPr>
              <p14:xfrm>
                <a:off x="6901880" y="811480"/>
                <a:ext cx="93600" cy="1252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6F51E6F-03FF-0583-5A48-BACE074F40E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891440" y="801040"/>
                  <a:ext cx="11484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7342928-6C91-FC8D-936D-B6A19E2B08B8}"/>
              </a:ext>
            </a:extLst>
          </p:cNvPr>
          <p:cNvGrpSpPr/>
          <p:nvPr/>
        </p:nvGrpSpPr>
        <p:grpSpPr>
          <a:xfrm>
            <a:off x="7448000" y="680440"/>
            <a:ext cx="483840" cy="236520"/>
            <a:chOff x="7448000" y="680440"/>
            <a:chExt cx="483840" cy="23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2286A04-E664-1F2D-61A3-404D739BE663}"/>
                    </a:ext>
                  </a:extLst>
                </p14:cNvPr>
                <p14:cNvContentPartPr/>
                <p14:nvPr/>
              </p14:nvContentPartPr>
              <p14:xfrm>
                <a:off x="7509200" y="686200"/>
                <a:ext cx="91440" cy="230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2286A04-E664-1F2D-61A3-404D739BE66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98760" y="675760"/>
                  <a:ext cx="1126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DECD094-CA88-2703-81A8-D8D2484115F7}"/>
                    </a:ext>
                  </a:extLst>
                </p14:cNvPr>
                <p14:cNvContentPartPr/>
                <p14:nvPr/>
              </p14:nvContentPartPr>
              <p14:xfrm>
                <a:off x="7448000" y="807160"/>
                <a:ext cx="167760" cy="11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DECD094-CA88-2703-81A8-D8D2484115F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437200" y="796720"/>
                  <a:ext cx="189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2BD6BEB-8337-1FEA-5B61-7680486AF5B8}"/>
                    </a:ext>
                  </a:extLst>
                </p14:cNvPr>
                <p14:cNvContentPartPr/>
                <p14:nvPr/>
              </p14:nvContentPartPr>
              <p14:xfrm>
                <a:off x="7671200" y="680440"/>
                <a:ext cx="184320" cy="195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2BD6BEB-8337-1FEA-5B61-7680486AF5B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660760" y="670000"/>
                  <a:ext cx="2055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1DDED91-8A21-ADDC-CE0B-26FA7CCF6FB5}"/>
                    </a:ext>
                  </a:extLst>
                </p14:cNvPr>
                <p14:cNvContentPartPr/>
                <p14:nvPr/>
              </p14:nvContentPartPr>
              <p14:xfrm>
                <a:off x="7859120" y="760360"/>
                <a:ext cx="72720" cy="1306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1DDED91-8A21-ADDC-CE0B-26FA7CCF6FB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848680" y="749920"/>
                  <a:ext cx="9396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82FFF500-BB34-F6DB-D44D-E55086606778}"/>
              </a:ext>
            </a:extLst>
          </p:cNvPr>
          <p:cNvGrpSpPr/>
          <p:nvPr/>
        </p:nvGrpSpPr>
        <p:grpSpPr>
          <a:xfrm>
            <a:off x="8306960" y="606280"/>
            <a:ext cx="1375200" cy="277920"/>
            <a:chOff x="8306960" y="606280"/>
            <a:chExt cx="137520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D5D8E1A-FC30-6358-7D33-A14F690E00D8}"/>
                    </a:ext>
                  </a:extLst>
                </p14:cNvPr>
                <p14:cNvContentPartPr/>
                <p14:nvPr/>
              </p14:nvContentPartPr>
              <p14:xfrm>
                <a:off x="8306960" y="663160"/>
                <a:ext cx="340920" cy="2131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D5D8E1A-FC30-6358-7D33-A14F690E00D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296520" y="652360"/>
                  <a:ext cx="3621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C9E2212-9F4E-22EE-B4EE-5BB13C0943B8}"/>
                    </a:ext>
                  </a:extLst>
                </p14:cNvPr>
                <p14:cNvContentPartPr/>
                <p14:nvPr/>
              </p14:nvContentPartPr>
              <p14:xfrm>
                <a:off x="8745080" y="759280"/>
                <a:ext cx="28440" cy="1249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C9E2212-9F4E-22EE-B4EE-5BB13C0943B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734640" y="748840"/>
                  <a:ext cx="49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77B1081-F3A9-BD93-DDE4-5C51907B1E40}"/>
                    </a:ext>
                  </a:extLst>
                </p14:cNvPr>
                <p14:cNvContentPartPr/>
                <p14:nvPr/>
              </p14:nvContentPartPr>
              <p14:xfrm>
                <a:off x="8718440" y="688720"/>
                <a:ext cx="67320" cy="241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77B1081-F3A9-BD93-DDE4-5C51907B1E4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708000" y="677920"/>
                  <a:ext cx="885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E31ED7C-F4BD-98D0-89D4-DD906DD46565}"/>
                    </a:ext>
                  </a:extLst>
                </p14:cNvPr>
                <p14:cNvContentPartPr/>
                <p14:nvPr/>
              </p14:nvContentPartPr>
              <p14:xfrm>
                <a:off x="8868200" y="606280"/>
                <a:ext cx="46080" cy="255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E31ED7C-F4BD-98D0-89D4-DD906DD4656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857760" y="595840"/>
                  <a:ext cx="673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7F13C2A-140A-661B-343E-8288598B6BEB}"/>
                    </a:ext>
                  </a:extLst>
                </p14:cNvPr>
                <p14:cNvContentPartPr/>
                <p14:nvPr/>
              </p14:nvContentPartPr>
              <p14:xfrm>
                <a:off x="8963600" y="610960"/>
                <a:ext cx="118440" cy="225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7F13C2A-140A-661B-343E-8288598B6BE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953160" y="600160"/>
                  <a:ext cx="1396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10B408F-D5FB-E395-0CF5-8655B70D5926}"/>
                    </a:ext>
                  </a:extLst>
                </p14:cNvPr>
                <p14:cNvContentPartPr/>
                <p14:nvPr/>
              </p14:nvContentPartPr>
              <p14:xfrm>
                <a:off x="9200840" y="682960"/>
                <a:ext cx="131040" cy="149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10B408F-D5FB-E395-0CF5-8655B70D592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190040" y="672160"/>
                  <a:ext cx="1522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E84A58E-C377-5CA9-C399-46058FE04B47}"/>
                    </a:ext>
                  </a:extLst>
                </p14:cNvPr>
                <p14:cNvContentPartPr/>
                <p14:nvPr/>
              </p14:nvContentPartPr>
              <p14:xfrm>
                <a:off x="9386240" y="711040"/>
                <a:ext cx="58680" cy="126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E84A58E-C377-5CA9-C399-46058FE04B4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375800" y="700600"/>
                  <a:ext cx="799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8D10C38-084E-30E0-1B06-641A6BA3E0AF}"/>
                    </a:ext>
                  </a:extLst>
                </p14:cNvPr>
                <p14:cNvContentPartPr/>
                <p14:nvPr/>
              </p14:nvContentPartPr>
              <p14:xfrm>
                <a:off x="9539600" y="693400"/>
                <a:ext cx="142560" cy="1314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8D10C38-084E-30E0-1B06-641A6BA3E0A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528800" y="682600"/>
                  <a:ext cx="16380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1B04B0B4-AADA-16A5-BA5A-3C61AD444183}"/>
              </a:ext>
            </a:extLst>
          </p:cNvPr>
          <p:cNvGrpSpPr/>
          <p:nvPr/>
        </p:nvGrpSpPr>
        <p:grpSpPr>
          <a:xfrm>
            <a:off x="9957200" y="604480"/>
            <a:ext cx="838080" cy="221040"/>
            <a:chOff x="9957200" y="604480"/>
            <a:chExt cx="83808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B64E3FB-F71B-D9A5-8CEF-D64304271BDE}"/>
                    </a:ext>
                  </a:extLst>
                </p14:cNvPr>
                <p14:cNvContentPartPr/>
                <p14:nvPr/>
              </p14:nvContentPartPr>
              <p14:xfrm>
                <a:off x="9957200" y="691600"/>
                <a:ext cx="143640" cy="1195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B64E3FB-F71B-D9A5-8CEF-D64304271BD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946760" y="680800"/>
                  <a:ext cx="1648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019543E-8D9E-F30C-3454-C6A373162F84}"/>
                    </a:ext>
                  </a:extLst>
                </p14:cNvPr>
                <p14:cNvContentPartPr/>
                <p14:nvPr/>
              </p14:nvContentPartPr>
              <p14:xfrm>
                <a:off x="10178240" y="706720"/>
                <a:ext cx="103320" cy="921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019543E-8D9E-F30C-3454-C6A373162F8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167440" y="695920"/>
                  <a:ext cx="124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CD3A3F8-9B8B-6299-98E5-0FF82053AD5A}"/>
                    </a:ext>
                  </a:extLst>
                </p14:cNvPr>
                <p14:cNvContentPartPr/>
                <p14:nvPr/>
              </p14:nvContentPartPr>
              <p14:xfrm>
                <a:off x="10393520" y="604480"/>
                <a:ext cx="118800" cy="2210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CD3A3F8-9B8B-6299-98E5-0FF82053AD5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383080" y="593680"/>
                  <a:ext cx="1400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1EE32E0-725F-4CEF-8565-FD19587DF244}"/>
                    </a:ext>
                  </a:extLst>
                </p14:cNvPr>
                <p14:cNvContentPartPr/>
                <p14:nvPr/>
              </p14:nvContentPartPr>
              <p14:xfrm>
                <a:off x="10607000" y="655600"/>
                <a:ext cx="57600" cy="1245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1EE32E0-725F-4CEF-8565-FD19587DF2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596560" y="644800"/>
                  <a:ext cx="78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EBD52F9-A278-ADBA-2164-F17516F06B7B}"/>
                    </a:ext>
                  </a:extLst>
                </p14:cNvPr>
                <p14:cNvContentPartPr/>
                <p14:nvPr/>
              </p14:nvContentPartPr>
              <p14:xfrm>
                <a:off x="10713920" y="671440"/>
                <a:ext cx="81360" cy="1328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EBD52F9-A278-ADBA-2164-F17516F06B7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703120" y="660640"/>
                  <a:ext cx="102600" cy="15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45A382AC-2C24-6323-DDDC-E35BF14328AB}"/>
                  </a:ext>
                </a:extLst>
              </p14:cNvPr>
              <p14:cNvContentPartPr/>
              <p14:nvPr/>
            </p14:nvContentPartPr>
            <p14:xfrm>
              <a:off x="10943600" y="794920"/>
              <a:ext cx="20520" cy="1101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45A382AC-2C24-6323-DDDC-E35BF14328AB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0932800" y="784120"/>
                <a:ext cx="41760" cy="1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E0B32E62-C824-AA6F-5AEA-DF25EF0C6869}"/>
              </a:ext>
            </a:extLst>
          </p:cNvPr>
          <p:cNvGrpSpPr/>
          <p:nvPr/>
        </p:nvGrpSpPr>
        <p:grpSpPr>
          <a:xfrm>
            <a:off x="11279120" y="683320"/>
            <a:ext cx="379440" cy="122040"/>
            <a:chOff x="11279120" y="683320"/>
            <a:chExt cx="379440" cy="12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04B8841-818C-A2E1-AB59-84099C295B1E}"/>
                    </a:ext>
                  </a:extLst>
                </p14:cNvPr>
                <p14:cNvContentPartPr/>
                <p14:nvPr/>
              </p14:nvContentPartPr>
              <p14:xfrm>
                <a:off x="11279120" y="686200"/>
                <a:ext cx="128160" cy="1191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04B8841-818C-A2E1-AB59-84099C295B1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268680" y="675760"/>
                  <a:ext cx="1494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F9457E5-1091-27C8-C9ED-C6378FCCC684}"/>
                    </a:ext>
                  </a:extLst>
                </p14:cNvPr>
                <p14:cNvContentPartPr/>
                <p14:nvPr/>
              </p14:nvContentPartPr>
              <p14:xfrm>
                <a:off x="11498360" y="683320"/>
                <a:ext cx="160200" cy="1040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F9457E5-1091-27C8-C9ED-C6378FCCC68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487560" y="672520"/>
                  <a:ext cx="18144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A081BB1F-3EC6-29DC-E3C4-060C785423A0}"/>
              </a:ext>
            </a:extLst>
          </p:cNvPr>
          <p:cNvGrpSpPr/>
          <p:nvPr/>
        </p:nvGrpSpPr>
        <p:grpSpPr>
          <a:xfrm>
            <a:off x="191480" y="1590880"/>
            <a:ext cx="351360" cy="190440"/>
            <a:chOff x="191480" y="1590880"/>
            <a:chExt cx="351360" cy="19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053A670-C6F6-C85B-FA56-D9F9AC188BA8}"/>
                    </a:ext>
                  </a:extLst>
                </p14:cNvPr>
                <p14:cNvContentPartPr/>
                <p14:nvPr/>
              </p14:nvContentPartPr>
              <p14:xfrm>
                <a:off x="191480" y="1590880"/>
                <a:ext cx="217440" cy="1904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053A670-C6F6-C85B-FA56-D9F9AC188BA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81040" y="1580440"/>
                  <a:ext cx="2386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850938D-B8EC-9D3A-270D-C9631EBA6160}"/>
                    </a:ext>
                  </a:extLst>
                </p14:cNvPr>
                <p14:cNvContentPartPr/>
                <p14:nvPr/>
              </p14:nvContentPartPr>
              <p14:xfrm>
                <a:off x="479480" y="1608160"/>
                <a:ext cx="63360" cy="1396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850938D-B8EC-9D3A-270D-C9631EBA616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69040" y="1597720"/>
                  <a:ext cx="8460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75D620A-60B3-048E-122C-DC07120CFCFF}"/>
              </a:ext>
            </a:extLst>
          </p:cNvPr>
          <p:cNvGrpSpPr/>
          <p:nvPr/>
        </p:nvGrpSpPr>
        <p:grpSpPr>
          <a:xfrm>
            <a:off x="840200" y="1563520"/>
            <a:ext cx="506880" cy="159120"/>
            <a:chOff x="840200" y="1563520"/>
            <a:chExt cx="506880" cy="15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6E63EA3-CA1A-4E3C-A6AE-3D5CFC25921C}"/>
                    </a:ext>
                  </a:extLst>
                </p14:cNvPr>
                <p14:cNvContentPartPr/>
                <p14:nvPr/>
              </p14:nvContentPartPr>
              <p14:xfrm>
                <a:off x="840200" y="1563520"/>
                <a:ext cx="153720" cy="1591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6E63EA3-CA1A-4E3C-A6AE-3D5CFC25921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29760" y="1553080"/>
                  <a:ext cx="1749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FE55CE8-5B8B-FA51-3F7F-89F7C741FD09}"/>
                    </a:ext>
                  </a:extLst>
                </p14:cNvPr>
                <p14:cNvContentPartPr/>
                <p14:nvPr/>
              </p14:nvContentPartPr>
              <p14:xfrm>
                <a:off x="1010840" y="1572880"/>
                <a:ext cx="336240" cy="1364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FE55CE8-5B8B-FA51-3F7F-89F7C741FD0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00040" y="1562080"/>
                  <a:ext cx="35748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9C0F8624-46F1-0F39-059A-E306FCB8A6ED}"/>
              </a:ext>
            </a:extLst>
          </p:cNvPr>
          <p:cNvGrpSpPr/>
          <p:nvPr/>
        </p:nvGrpSpPr>
        <p:grpSpPr>
          <a:xfrm>
            <a:off x="1721840" y="1530400"/>
            <a:ext cx="343440" cy="276480"/>
            <a:chOff x="1721840" y="1530400"/>
            <a:chExt cx="34344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53A3EF7-E212-7018-4ACA-B44D23F4B1F8}"/>
                    </a:ext>
                  </a:extLst>
                </p14:cNvPr>
                <p14:cNvContentPartPr/>
                <p14:nvPr/>
              </p14:nvContentPartPr>
              <p14:xfrm>
                <a:off x="1721840" y="1530400"/>
                <a:ext cx="149040" cy="276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53A3EF7-E212-7018-4ACA-B44D23F4B1F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711400" y="1519960"/>
                  <a:ext cx="1702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FB536B2-EDD0-C3BB-D0C7-C5C2167F29E1}"/>
                    </a:ext>
                  </a:extLst>
                </p14:cNvPr>
                <p14:cNvContentPartPr/>
                <p14:nvPr/>
              </p14:nvContentPartPr>
              <p14:xfrm>
                <a:off x="1910120" y="1571800"/>
                <a:ext cx="155160" cy="1130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FB536B2-EDD0-C3BB-D0C7-C5C2167F29E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899680" y="1561360"/>
                  <a:ext cx="17640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EA83A9E6-A0A1-21F0-AB64-1B1AF2ADE524}"/>
              </a:ext>
            </a:extLst>
          </p:cNvPr>
          <p:cNvGrpSpPr/>
          <p:nvPr/>
        </p:nvGrpSpPr>
        <p:grpSpPr>
          <a:xfrm>
            <a:off x="2262920" y="1364800"/>
            <a:ext cx="1119960" cy="355680"/>
            <a:chOff x="2262920" y="1364800"/>
            <a:chExt cx="1119960" cy="35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0F6ED10-1EF8-8143-3011-D577FD961E5B}"/>
                    </a:ext>
                  </a:extLst>
                </p14:cNvPr>
                <p14:cNvContentPartPr/>
                <p14:nvPr/>
              </p14:nvContentPartPr>
              <p14:xfrm>
                <a:off x="2320160" y="1376320"/>
                <a:ext cx="10800" cy="3110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0F6ED10-1EF8-8143-3011-D577FD961E5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309360" y="1365520"/>
                  <a:ext cx="3204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CE16263-5CD9-704B-2DA6-8C41BAB19871}"/>
                    </a:ext>
                  </a:extLst>
                </p14:cNvPr>
                <p14:cNvContentPartPr/>
                <p14:nvPr/>
              </p14:nvContentPartPr>
              <p14:xfrm>
                <a:off x="2262920" y="1565680"/>
                <a:ext cx="126000" cy="288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CE16263-5CD9-704B-2DA6-8C41BAB1987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252480" y="1555240"/>
                  <a:ext cx="147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CF68917-1D19-3332-BF38-DC65FB91F048}"/>
                    </a:ext>
                  </a:extLst>
                </p14:cNvPr>
                <p14:cNvContentPartPr/>
                <p14:nvPr/>
              </p14:nvContentPartPr>
              <p14:xfrm>
                <a:off x="2433920" y="1364800"/>
                <a:ext cx="99720" cy="2768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CF68917-1D19-3332-BF38-DC65FB91F04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423480" y="1354000"/>
                  <a:ext cx="12096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603C2D4-C742-64D7-C61D-52C42E3EAD17}"/>
                    </a:ext>
                  </a:extLst>
                </p14:cNvPr>
                <p14:cNvContentPartPr/>
                <p14:nvPr/>
              </p14:nvContentPartPr>
              <p14:xfrm>
                <a:off x="2599520" y="1484680"/>
                <a:ext cx="87840" cy="1357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603C2D4-C742-64D7-C61D-52C42E3EAD1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588720" y="1474240"/>
                  <a:ext cx="1090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D19FD83-3034-EFAF-6B0D-452927516398}"/>
                    </a:ext>
                  </a:extLst>
                </p14:cNvPr>
                <p14:cNvContentPartPr/>
                <p14:nvPr/>
              </p14:nvContentPartPr>
              <p14:xfrm>
                <a:off x="2713640" y="1538320"/>
                <a:ext cx="110520" cy="108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D19FD83-3034-EFAF-6B0D-45292751639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702840" y="1527520"/>
                  <a:ext cx="131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997D462-EBD1-5D20-09E6-8304C8D7C2F5}"/>
                    </a:ext>
                  </a:extLst>
                </p14:cNvPr>
                <p14:cNvContentPartPr/>
                <p14:nvPr/>
              </p14:nvContentPartPr>
              <p14:xfrm>
                <a:off x="2876000" y="1525720"/>
                <a:ext cx="122400" cy="109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997D462-EBD1-5D20-09E6-8304C8D7C2F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865560" y="1515280"/>
                  <a:ext cx="143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1B65501-FBC5-A93E-9A48-EA76C773AF9D}"/>
                    </a:ext>
                  </a:extLst>
                </p14:cNvPr>
                <p14:cNvContentPartPr/>
                <p14:nvPr/>
              </p14:nvContentPartPr>
              <p14:xfrm>
                <a:off x="3045200" y="1468840"/>
                <a:ext cx="122760" cy="2516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1B65501-FBC5-A93E-9A48-EA76C773AF9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034760" y="1458400"/>
                  <a:ext cx="1440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8C71DD6-33A7-D4E3-D3CD-E3815458726C}"/>
                    </a:ext>
                  </a:extLst>
                </p14:cNvPr>
                <p14:cNvContentPartPr/>
                <p14:nvPr/>
              </p14:nvContentPartPr>
              <p14:xfrm>
                <a:off x="3256880" y="1382080"/>
                <a:ext cx="126000" cy="2700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8C71DD6-33A7-D4E3-D3CD-E3815458726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246080" y="1371280"/>
                  <a:ext cx="14724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576ED1C6-733B-4725-6355-5822634C2F6B}"/>
              </a:ext>
            </a:extLst>
          </p:cNvPr>
          <p:cNvGrpSpPr/>
          <p:nvPr/>
        </p:nvGrpSpPr>
        <p:grpSpPr>
          <a:xfrm>
            <a:off x="3776000" y="1354360"/>
            <a:ext cx="848160" cy="273600"/>
            <a:chOff x="3776000" y="1354360"/>
            <a:chExt cx="84816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B932BCE-1F17-632C-74C0-2201B451F0FF}"/>
                    </a:ext>
                  </a:extLst>
                </p14:cNvPr>
                <p14:cNvContentPartPr/>
                <p14:nvPr/>
              </p14:nvContentPartPr>
              <p14:xfrm>
                <a:off x="3813440" y="1364800"/>
                <a:ext cx="151920" cy="2631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B932BCE-1F17-632C-74C0-2201B451F0F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802640" y="1354000"/>
                  <a:ext cx="1731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228AE69-BB26-6929-44AA-D0126A386887}"/>
                    </a:ext>
                  </a:extLst>
                </p14:cNvPr>
                <p14:cNvContentPartPr/>
                <p14:nvPr/>
              </p14:nvContentPartPr>
              <p14:xfrm>
                <a:off x="3776000" y="1482520"/>
                <a:ext cx="151560" cy="298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228AE69-BB26-6929-44AA-D0126A38688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765200" y="1471720"/>
                  <a:ext cx="172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2515D7A-4F19-B3AA-6E98-DC6914B6012A}"/>
                    </a:ext>
                  </a:extLst>
                </p14:cNvPr>
                <p14:cNvContentPartPr/>
                <p14:nvPr/>
              </p14:nvContentPartPr>
              <p14:xfrm>
                <a:off x="3986600" y="1354360"/>
                <a:ext cx="193320" cy="2469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2515D7A-4F19-B3AA-6E98-DC6914B6012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76160" y="1343920"/>
                  <a:ext cx="2145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57EE5F8-D660-23E9-6997-3A036B2A8737}"/>
                    </a:ext>
                  </a:extLst>
                </p14:cNvPr>
                <p14:cNvContentPartPr/>
                <p14:nvPr/>
              </p14:nvContentPartPr>
              <p14:xfrm>
                <a:off x="4177760" y="1464160"/>
                <a:ext cx="56880" cy="1206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57EE5F8-D660-23E9-6997-3A036B2A873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166960" y="1453360"/>
                  <a:ext cx="781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4C14316-98A1-70FA-559C-6A4221A267D6}"/>
                    </a:ext>
                  </a:extLst>
                </p14:cNvPr>
                <p14:cNvContentPartPr/>
                <p14:nvPr/>
              </p14:nvContentPartPr>
              <p14:xfrm>
                <a:off x="4347680" y="1459840"/>
                <a:ext cx="276480" cy="1260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4C14316-98A1-70FA-559C-6A4221A267D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336880" y="1449040"/>
                  <a:ext cx="29772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87F2B98A-8C38-16F3-ED01-1810B932DC9A}"/>
              </a:ext>
            </a:extLst>
          </p:cNvPr>
          <p:cNvGrpSpPr/>
          <p:nvPr/>
        </p:nvGrpSpPr>
        <p:grpSpPr>
          <a:xfrm>
            <a:off x="4942400" y="1382440"/>
            <a:ext cx="216360" cy="208800"/>
            <a:chOff x="4942400" y="1382440"/>
            <a:chExt cx="21636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8CB7B33-9F40-B8C5-B351-EE78A3DBC566}"/>
                    </a:ext>
                  </a:extLst>
                </p14:cNvPr>
                <p14:cNvContentPartPr/>
                <p14:nvPr/>
              </p14:nvContentPartPr>
              <p14:xfrm>
                <a:off x="4962560" y="1482520"/>
                <a:ext cx="2880" cy="1087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8CB7B33-9F40-B8C5-B351-EE78A3DBC56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952120" y="1471720"/>
                  <a:ext cx="24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837ABE0-9EE1-F222-8B2F-A7A0A1802F1B}"/>
                    </a:ext>
                  </a:extLst>
                </p14:cNvPr>
                <p14:cNvContentPartPr/>
                <p14:nvPr/>
              </p14:nvContentPartPr>
              <p14:xfrm>
                <a:off x="4942400" y="1382440"/>
                <a:ext cx="78840" cy="486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837ABE0-9EE1-F222-8B2F-A7A0A1802F1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931960" y="1371640"/>
                  <a:ext cx="1000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32F66FB-6ED1-BDE6-3D57-D4C6C60B551E}"/>
                    </a:ext>
                  </a:extLst>
                </p14:cNvPr>
                <p14:cNvContentPartPr/>
                <p14:nvPr/>
              </p14:nvContentPartPr>
              <p14:xfrm>
                <a:off x="5033840" y="1407640"/>
                <a:ext cx="124920" cy="1400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32F66FB-6ED1-BDE6-3D57-D4C6C60B551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023040" y="1397200"/>
                  <a:ext cx="14616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1379FFED-9078-D67D-B65E-0E95CC2FCBD5}"/>
              </a:ext>
            </a:extLst>
          </p:cNvPr>
          <p:cNvGrpSpPr/>
          <p:nvPr/>
        </p:nvGrpSpPr>
        <p:grpSpPr>
          <a:xfrm>
            <a:off x="5558360" y="1299640"/>
            <a:ext cx="822600" cy="260640"/>
            <a:chOff x="5558360" y="1299640"/>
            <a:chExt cx="82260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C40ED78-20CC-0AAE-F7A0-09CCD00703F4}"/>
                    </a:ext>
                  </a:extLst>
                </p14:cNvPr>
                <p14:cNvContentPartPr/>
                <p14:nvPr/>
              </p14:nvContentPartPr>
              <p14:xfrm>
                <a:off x="5558360" y="1428160"/>
                <a:ext cx="141840" cy="1321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C40ED78-20CC-0AAE-F7A0-09CCD00703F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547560" y="1417360"/>
                  <a:ext cx="1630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B1EEE46-741C-7F9B-1A6A-0A247C1B0475}"/>
                    </a:ext>
                  </a:extLst>
                </p14:cNvPr>
                <p14:cNvContentPartPr/>
                <p14:nvPr/>
              </p14:nvContentPartPr>
              <p14:xfrm>
                <a:off x="5792720" y="1396480"/>
                <a:ext cx="126000" cy="781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B1EEE46-741C-7F9B-1A6A-0A247C1B047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782280" y="1386040"/>
                  <a:ext cx="147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9DAF5B2-BFF4-D50B-8762-3FBE78D91B02}"/>
                    </a:ext>
                  </a:extLst>
                </p14:cNvPr>
                <p14:cNvContentPartPr/>
                <p14:nvPr/>
              </p14:nvContentPartPr>
              <p14:xfrm>
                <a:off x="5956520" y="1299640"/>
                <a:ext cx="96120" cy="2311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9DAF5B2-BFF4-D50B-8762-3FBE78D91B0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945720" y="1289200"/>
                  <a:ext cx="1173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BF4C112-D1A7-54CA-4223-737C40E13F73}"/>
                    </a:ext>
                  </a:extLst>
                </p14:cNvPr>
                <p14:cNvContentPartPr/>
                <p14:nvPr/>
              </p14:nvContentPartPr>
              <p14:xfrm>
                <a:off x="6157040" y="1379560"/>
                <a:ext cx="48600" cy="1454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BF4C112-D1A7-54CA-4223-737C40E13F7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146600" y="1368760"/>
                  <a:ext cx="69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DD29E9B-CCE7-72E4-9CB2-5DCA278CB2F2}"/>
                    </a:ext>
                  </a:extLst>
                </p14:cNvPr>
                <p14:cNvContentPartPr/>
                <p14:nvPr/>
              </p14:nvContentPartPr>
              <p14:xfrm>
                <a:off x="6253520" y="1372720"/>
                <a:ext cx="127440" cy="1393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DD29E9B-CCE7-72E4-9CB2-5DCA278CB2F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243080" y="1362280"/>
                  <a:ext cx="14868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FDC086C3-B526-68AB-0A63-6FA640155FF6}"/>
              </a:ext>
            </a:extLst>
          </p:cNvPr>
          <p:cNvGrpSpPr/>
          <p:nvPr/>
        </p:nvGrpSpPr>
        <p:grpSpPr>
          <a:xfrm>
            <a:off x="6615320" y="1194520"/>
            <a:ext cx="512640" cy="380880"/>
            <a:chOff x="6615320" y="1194520"/>
            <a:chExt cx="512640" cy="38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7C3FF79-773E-B1D7-36DD-CDB68389A930}"/>
                    </a:ext>
                  </a:extLst>
                </p14:cNvPr>
                <p14:cNvContentPartPr/>
                <p14:nvPr/>
              </p14:nvContentPartPr>
              <p14:xfrm>
                <a:off x="6615320" y="1194520"/>
                <a:ext cx="100440" cy="3808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7C3FF79-773E-B1D7-36DD-CDB68389A93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604880" y="1184080"/>
                  <a:ext cx="12168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83C431E-9561-032E-6CED-F99977129385}"/>
                    </a:ext>
                  </a:extLst>
                </p14:cNvPr>
                <p14:cNvContentPartPr/>
                <p14:nvPr/>
              </p14:nvContentPartPr>
              <p14:xfrm>
                <a:off x="6788120" y="1225480"/>
                <a:ext cx="141480" cy="2484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83C431E-9561-032E-6CED-F9997712938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777320" y="1214680"/>
                  <a:ext cx="1627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BA9034B-7D16-9489-E371-FEB20A8F39B3}"/>
                    </a:ext>
                  </a:extLst>
                </p14:cNvPr>
                <p14:cNvContentPartPr/>
                <p14:nvPr/>
              </p14:nvContentPartPr>
              <p14:xfrm>
                <a:off x="6987200" y="1360840"/>
                <a:ext cx="140760" cy="1587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BA9034B-7D16-9489-E371-FEB20A8F39B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976760" y="1350040"/>
                  <a:ext cx="16200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2C1A2144-C151-47B6-8A3B-15B926E61232}"/>
              </a:ext>
            </a:extLst>
          </p:cNvPr>
          <p:cNvGrpSpPr/>
          <p:nvPr/>
        </p:nvGrpSpPr>
        <p:grpSpPr>
          <a:xfrm>
            <a:off x="7465640" y="1058800"/>
            <a:ext cx="888840" cy="521280"/>
            <a:chOff x="7465640" y="1058800"/>
            <a:chExt cx="888840" cy="52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CEC8833-B017-C228-6FD6-A9E7A5A0DB8A}"/>
                    </a:ext>
                  </a:extLst>
                </p14:cNvPr>
                <p14:cNvContentPartPr/>
                <p14:nvPr/>
              </p14:nvContentPartPr>
              <p14:xfrm>
                <a:off x="7465640" y="1143040"/>
                <a:ext cx="42480" cy="3150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CEC8833-B017-C228-6FD6-A9E7A5A0DB8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454840" y="1132600"/>
                  <a:ext cx="637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537227C-8FB6-0557-FD55-911FB95CE4EC}"/>
                    </a:ext>
                  </a:extLst>
                </p14:cNvPr>
                <p14:cNvContentPartPr/>
                <p14:nvPr/>
              </p14:nvContentPartPr>
              <p14:xfrm>
                <a:off x="7553480" y="1336720"/>
                <a:ext cx="140040" cy="925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537227C-8FB6-0557-FD55-911FB95CE4E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542680" y="1325920"/>
                  <a:ext cx="1612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93C1C8E-B6C6-FCA4-0BFD-5F4A4D6907CF}"/>
                    </a:ext>
                  </a:extLst>
                </p14:cNvPr>
                <p14:cNvContentPartPr/>
                <p14:nvPr/>
              </p14:nvContentPartPr>
              <p14:xfrm>
                <a:off x="7778120" y="1334920"/>
                <a:ext cx="120240" cy="1728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93C1C8E-B6C6-FCA4-0BFD-5F4A4D6907C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767320" y="1324480"/>
                  <a:ext cx="1414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9B4EAA6-4BEF-D183-115D-E94985007FED}"/>
                    </a:ext>
                  </a:extLst>
                </p14:cNvPr>
                <p14:cNvContentPartPr/>
                <p14:nvPr/>
              </p14:nvContentPartPr>
              <p14:xfrm>
                <a:off x="7971440" y="1329880"/>
                <a:ext cx="82440" cy="1209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9B4EAA6-4BEF-D183-115D-E94985007FE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961000" y="1319440"/>
                  <a:ext cx="1036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0960ED0-CF14-9FD3-87DE-EAF5EC897CD7}"/>
                    </a:ext>
                  </a:extLst>
                </p14:cNvPr>
                <p14:cNvContentPartPr/>
                <p14:nvPr/>
              </p14:nvContentPartPr>
              <p14:xfrm>
                <a:off x="8097800" y="1313680"/>
                <a:ext cx="91800" cy="127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0960ED0-CF14-9FD3-87DE-EAF5EC897CD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087360" y="1303240"/>
                  <a:ext cx="113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FFF89E2-BC6A-0177-CCEC-06E97721A3E2}"/>
                    </a:ext>
                  </a:extLst>
                </p14:cNvPr>
                <p14:cNvContentPartPr/>
                <p14:nvPr/>
              </p14:nvContentPartPr>
              <p14:xfrm>
                <a:off x="8116880" y="1058800"/>
                <a:ext cx="237600" cy="5212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FFF89E2-BC6A-0177-CCEC-06E97721A3E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106080" y="1048000"/>
                  <a:ext cx="258840" cy="54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7800BDBE-C7D5-C6F0-CFFA-7C2EE4168576}"/>
              </a:ext>
            </a:extLst>
          </p:cNvPr>
          <p:cNvGrpSpPr/>
          <p:nvPr/>
        </p:nvGrpSpPr>
        <p:grpSpPr>
          <a:xfrm>
            <a:off x="8812400" y="1166080"/>
            <a:ext cx="504360" cy="246240"/>
            <a:chOff x="8812400" y="1166080"/>
            <a:chExt cx="50436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2F07A92-BA24-D0F9-207A-420DBF49E6FA}"/>
                    </a:ext>
                  </a:extLst>
                </p14:cNvPr>
                <p14:cNvContentPartPr/>
                <p14:nvPr/>
              </p14:nvContentPartPr>
              <p14:xfrm>
                <a:off x="8812400" y="1258600"/>
                <a:ext cx="327960" cy="1537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2F07A92-BA24-D0F9-207A-420DBF49E6F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801600" y="1247800"/>
                  <a:ext cx="3492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62A8851-F4C0-07FD-1BAB-53B209FCDCB5}"/>
                    </a:ext>
                  </a:extLst>
                </p14:cNvPr>
                <p14:cNvContentPartPr/>
                <p14:nvPr/>
              </p14:nvContentPartPr>
              <p14:xfrm>
                <a:off x="9189680" y="1166080"/>
                <a:ext cx="127080" cy="2336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62A8851-F4C0-07FD-1BAB-53B209FCDCB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178880" y="1155280"/>
                  <a:ext cx="148320" cy="25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7AC6488C-F14E-B3B0-01B8-54FB3DF6999B}"/>
              </a:ext>
            </a:extLst>
          </p:cNvPr>
          <p:cNvGrpSpPr/>
          <p:nvPr/>
        </p:nvGrpSpPr>
        <p:grpSpPr>
          <a:xfrm>
            <a:off x="9651200" y="1102000"/>
            <a:ext cx="508320" cy="298800"/>
            <a:chOff x="9651200" y="1102000"/>
            <a:chExt cx="508320" cy="29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7B5447B-B23A-28DA-A589-AE6EE9ABD07A}"/>
                    </a:ext>
                  </a:extLst>
                </p14:cNvPr>
                <p14:cNvContentPartPr/>
                <p14:nvPr/>
              </p14:nvContentPartPr>
              <p14:xfrm>
                <a:off x="9651200" y="1280560"/>
                <a:ext cx="207360" cy="1202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7B5447B-B23A-28DA-A589-AE6EE9ABD07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640400" y="1270120"/>
                  <a:ext cx="2286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F48C085-9CD2-A5C6-2377-82AF91530499}"/>
                    </a:ext>
                  </a:extLst>
                </p14:cNvPr>
                <p14:cNvContentPartPr/>
                <p14:nvPr/>
              </p14:nvContentPartPr>
              <p14:xfrm>
                <a:off x="9879080" y="1140880"/>
                <a:ext cx="128160" cy="2332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F48C085-9CD2-A5C6-2377-82AF9153049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868280" y="1130440"/>
                  <a:ext cx="1494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C26C3E47-6E9C-2198-8A3C-4BE22633AF88}"/>
                    </a:ext>
                  </a:extLst>
                </p14:cNvPr>
                <p14:cNvContentPartPr/>
                <p14:nvPr/>
              </p14:nvContentPartPr>
              <p14:xfrm>
                <a:off x="10040000" y="1102000"/>
                <a:ext cx="119520" cy="2815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C26C3E47-6E9C-2198-8A3C-4BE22633AF8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029200" y="1091560"/>
                  <a:ext cx="140760" cy="30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243FC36-2B6F-2076-AC1F-43C20A29D50C}"/>
              </a:ext>
            </a:extLst>
          </p:cNvPr>
          <p:cNvGrpSpPr/>
          <p:nvPr/>
        </p:nvGrpSpPr>
        <p:grpSpPr>
          <a:xfrm>
            <a:off x="10390640" y="1211440"/>
            <a:ext cx="495000" cy="195840"/>
            <a:chOff x="10390640" y="1211440"/>
            <a:chExt cx="49500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DFC99A0-3935-9C82-70D4-3E8B0F8697D3}"/>
                    </a:ext>
                  </a:extLst>
                </p14:cNvPr>
                <p14:cNvContentPartPr/>
                <p14:nvPr/>
              </p14:nvContentPartPr>
              <p14:xfrm>
                <a:off x="10390640" y="1211440"/>
                <a:ext cx="119160" cy="1958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DFC99A0-3935-9C82-70D4-3E8B0F8697D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380200" y="1201000"/>
                  <a:ext cx="1404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ADFB210-2C19-AD0A-2446-232468200552}"/>
                    </a:ext>
                  </a:extLst>
                </p14:cNvPr>
                <p14:cNvContentPartPr/>
                <p14:nvPr/>
              </p14:nvContentPartPr>
              <p14:xfrm>
                <a:off x="10582880" y="1214320"/>
                <a:ext cx="53280" cy="1440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ADFB210-2C19-AD0A-2446-23246820055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572440" y="1203520"/>
                  <a:ext cx="745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189C2711-D820-1277-14D5-7F58544FCA32}"/>
                    </a:ext>
                  </a:extLst>
                </p14:cNvPr>
                <p14:cNvContentPartPr/>
                <p14:nvPr/>
              </p14:nvContentPartPr>
              <p14:xfrm>
                <a:off x="10702400" y="1219720"/>
                <a:ext cx="183240" cy="1515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189C2711-D820-1277-14D5-7F58544FCA3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691600" y="1208920"/>
                  <a:ext cx="20448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F63E1641-9670-68C4-D443-95E1301990C7}"/>
              </a:ext>
            </a:extLst>
          </p:cNvPr>
          <p:cNvGrpSpPr/>
          <p:nvPr/>
        </p:nvGrpSpPr>
        <p:grpSpPr>
          <a:xfrm>
            <a:off x="262760" y="1988320"/>
            <a:ext cx="1221120" cy="288000"/>
            <a:chOff x="262760" y="1988320"/>
            <a:chExt cx="1221120" cy="2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88CAB10-C7B1-5DD0-193D-13933D57680F}"/>
                    </a:ext>
                  </a:extLst>
                </p14:cNvPr>
                <p14:cNvContentPartPr/>
                <p14:nvPr/>
              </p14:nvContentPartPr>
              <p14:xfrm>
                <a:off x="262760" y="2045560"/>
                <a:ext cx="334080" cy="2300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88CAB10-C7B1-5DD0-193D-13933D57680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51960" y="2035120"/>
                  <a:ext cx="3553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D96CAB49-B1FB-947E-C231-0A58E53FA4CC}"/>
                    </a:ext>
                  </a:extLst>
                </p14:cNvPr>
                <p14:cNvContentPartPr/>
                <p14:nvPr/>
              </p14:nvContentPartPr>
              <p14:xfrm>
                <a:off x="676400" y="2128000"/>
                <a:ext cx="6840" cy="1342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D96CAB49-B1FB-947E-C231-0A58E53FA4C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65960" y="2117200"/>
                  <a:ext cx="280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2F2DA42-429B-E861-0655-4799CDAD93CA}"/>
                    </a:ext>
                  </a:extLst>
                </p14:cNvPr>
                <p14:cNvContentPartPr/>
                <p14:nvPr/>
              </p14:nvContentPartPr>
              <p14:xfrm>
                <a:off x="668840" y="2066080"/>
                <a:ext cx="360" cy="3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2F2DA42-429B-E861-0655-4799CDAD93C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8040" y="20556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78F503C-2EA3-21FD-CFD0-545DA36A574D}"/>
                    </a:ext>
                  </a:extLst>
                </p14:cNvPr>
                <p14:cNvContentPartPr/>
                <p14:nvPr/>
              </p14:nvContentPartPr>
              <p14:xfrm>
                <a:off x="779360" y="1988320"/>
                <a:ext cx="38520" cy="2880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78F503C-2EA3-21FD-CFD0-545DA36A574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68560" y="1977880"/>
                  <a:ext cx="597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26DD935-32EE-6516-9EF8-C46EFC8ABAA9}"/>
                    </a:ext>
                  </a:extLst>
                </p14:cNvPr>
                <p14:cNvContentPartPr/>
                <p14:nvPr/>
              </p14:nvContentPartPr>
              <p14:xfrm>
                <a:off x="891320" y="2021080"/>
                <a:ext cx="115560" cy="2239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26DD935-32EE-6516-9EF8-C46EFC8ABAA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80880" y="2010640"/>
                  <a:ext cx="1368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6B71CC3-1134-3690-C8EC-9211E376A9A1}"/>
                    </a:ext>
                  </a:extLst>
                </p14:cNvPr>
                <p14:cNvContentPartPr/>
                <p14:nvPr/>
              </p14:nvContentPartPr>
              <p14:xfrm>
                <a:off x="1071320" y="2119720"/>
                <a:ext cx="142560" cy="1472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6B71CC3-1134-3690-C8EC-9211E376A9A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060520" y="2109280"/>
                  <a:ext cx="1638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52EFD7D-4F0A-C139-922E-E3F75F261DD8}"/>
                    </a:ext>
                  </a:extLst>
                </p14:cNvPr>
                <p14:cNvContentPartPr/>
                <p14:nvPr/>
              </p14:nvContentPartPr>
              <p14:xfrm>
                <a:off x="1227920" y="2118640"/>
                <a:ext cx="69480" cy="1270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52EFD7D-4F0A-C139-922E-E3F75F261DD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217120" y="2108200"/>
                  <a:ext cx="90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434C2E9D-884C-D1A2-A8E2-58A701DCD93A}"/>
                    </a:ext>
                  </a:extLst>
                </p14:cNvPr>
                <p14:cNvContentPartPr/>
                <p14:nvPr/>
              </p14:nvContentPartPr>
              <p14:xfrm>
                <a:off x="1297040" y="2121160"/>
                <a:ext cx="186840" cy="1360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434C2E9D-884C-D1A2-A8E2-58A701DCD93A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286600" y="2110360"/>
                  <a:ext cx="20808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C12C47F7-1EFD-478C-A7A5-5D3C92A1FA4C}"/>
              </a:ext>
            </a:extLst>
          </p:cNvPr>
          <p:cNvGrpSpPr/>
          <p:nvPr/>
        </p:nvGrpSpPr>
        <p:grpSpPr>
          <a:xfrm>
            <a:off x="1895720" y="1941520"/>
            <a:ext cx="725760" cy="282240"/>
            <a:chOff x="1895720" y="1941520"/>
            <a:chExt cx="72576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3FC6FBE-7101-5203-895B-66AB2B36C90D}"/>
                    </a:ext>
                  </a:extLst>
                </p14:cNvPr>
                <p14:cNvContentPartPr/>
                <p14:nvPr/>
              </p14:nvContentPartPr>
              <p14:xfrm>
                <a:off x="1895720" y="2105320"/>
                <a:ext cx="137880" cy="1144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3FC6FBE-7101-5203-895B-66AB2B36C90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885280" y="2094520"/>
                  <a:ext cx="1591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B583C02A-6947-FF15-69C5-842F92513B7A}"/>
                    </a:ext>
                  </a:extLst>
                </p14:cNvPr>
                <p14:cNvContentPartPr/>
                <p14:nvPr/>
              </p14:nvContentPartPr>
              <p14:xfrm>
                <a:off x="2085440" y="2087320"/>
                <a:ext cx="110880" cy="1364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B583C02A-6947-FF15-69C5-842F92513B7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074640" y="2076520"/>
                  <a:ext cx="1321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4734C2B-CB65-3103-D2AF-2D3B26A55B8F}"/>
                    </a:ext>
                  </a:extLst>
                </p14:cNvPr>
                <p14:cNvContentPartPr/>
                <p14:nvPr/>
              </p14:nvContentPartPr>
              <p14:xfrm>
                <a:off x="2288480" y="1941520"/>
                <a:ext cx="103320" cy="2548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4734C2B-CB65-3103-D2AF-2D3B26A55B8F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277680" y="1931080"/>
                  <a:ext cx="1245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85393F6-9561-E248-A640-D344E36CA01B}"/>
                    </a:ext>
                  </a:extLst>
                </p14:cNvPr>
                <p14:cNvContentPartPr/>
                <p14:nvPr/>
              </p14:nvContentPartPr>
              <p14:xfrm>
                <a:off x="2465960" y="2012080"/>
                <a:ext cx="56880" cy="1641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85393F6-9561-E248-A640-D344E36CA01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455520" y="2001640"/>
                  <a:ext cx="781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4BE94723-9B0F-CED4-FAAC-663F8A85F1EA}"/>
                    </a:ext>
                  </a:extLst>
                </p14:cNvPr>
                <p14:cNvContentPartPr/>
                <p14:nvPr/>
              </p14:nvContentPartPr>
              <p14:xfrm>
                <a:off x="2586560" y="2034040"/>
                <a:ext cx="34920" cy="1825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4BE94723-9B0F-CED4-FAAC-663F8A85F1EA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575760" y="2023600"/>
                  <a:ext cx="5616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C67A5110-5CCD-39EF-6A44-69F4C0EADECD}"/>
              </a:ext>
            </a:extLst>
          </p:cNvPr>
          <p:cNvGrpSpPr/>
          <p:nvPr/>
        </p:nvGrpSpPr>
        <p:grpSpPr>
          <a:xfrm>
            <a:off x="2865920" y="1893640"/>
            <a:ext cx="925560" cy="440280"/>
            <a:chOff x="2865920" y="1893640"/>
            <a:chExt cx="925560" cy="44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C1D4182-B160-63A0-11F5-8D7E4CA31B1A}"/>
                    </a:ext>
                  </a:extLst>
                </p14:cNvPr>
                <p14:cNvContentPartPr/>
                <p14:nvPr/>
              </p14:nvContentPartPr>
              <p14:xfrm>
                <a:off x="2865920" y="1923520"/>
                <a:ext cx="189360" cy="4104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C1D4182-B160-63A0-11F5-8D7E4CA31B1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855480" y="1912720"/>
                  <a:ext cx="21060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CD23916-CD2A-E511-FAD9-914CE2BF00D2}"/>
                    </a:ext>
                  </a:extLst>
                </p14:cNvPr>
                <p14:cNvContentPartPr/>
                <p14:nvPr/>
              </p14:nvContentPartPr>
              <p14:xfrm>
                <a:off x="3074000" y="1917760"/>
                <a:ext cx="66600" cy="3178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CD23916-CD2A-E511-FAD9-914CE2BF00D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063560" y="1906960"/>
                  <a:ext cx="878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6908083-8CA0-8123-C016-01F81FDC1203}"/>
                    </a:ext>
                  </a:extLst>
                </p14:cNvPr>
                <p14:cNvContentPartPr/>
                <p14:nvPr/>
              </p14:nvContentPartPr>
              <p14:xfrm>
                <a:off x="3199640" y="2066800"/>
                <a:ext cx="61560" cy="1594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6908083-8CA0-8123-C016-01F81FDC1203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189200" y="2056360"/>
                  <a:ext cx="828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111104FE-8500-356A-1609-259B508A1252}"/>
                    </a:ext>
                  </a:extLst>
                </p14:cNvPr>
                <p14:cNvContentPartPr/>
                <p14:nvPr/>
              </p14:nvContentPartPr>
              <p14:xfrm>
                <a:off x="3380720" y="1893640"/>
                <a:ext cx="207720" cy="3643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111104FE-8500-356A-1609-259B508A1252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369920" y="1883200"/>
                  <a:ext cx="22896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CC6E6F8-8C60-276E-2B59-4ABB4F6DD754}"/>
                    </a:ext>
                  </a:extLst>
                </p14:cNvPr>
                <p14:cNvContentPartPr/>
                <p14:nvPr/>
              </p14:nvContentPartPr>
              <p14:xfrm>
                <a:off x="3677000" y="1939360"/>
                <a:ext cx="42120" cy="2527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CC6E6F8-8C60-276E-2B59-4ABB4F6DD754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666200" y="1928920"/>
                  <a:ext cx="633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DEB2C58-E7D1-233E-6B66-712EFAB222C9}"/>
                    </a:ext>
                  </a:extLst>
                </p14:cNvPr>
                <p14:cNvContentPartPr/>
                <p14:nvPr/>
              </p14:nvContentPartPr>
              <p14:xfrm>
                <a:off x="3594560" y="2067520"/>
                <a:ext cx="196920" cy="370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DEB2C58-E7D1-233E-6B66-712EFAB222C9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583760" y="2056720"/>
                  <a:ext cx="21816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3B5DEFA2-A304-372B-F713-733D6D34654B}"/>
              </a:ext>
            </a:extLst>
          </p:cNvPr>
          <p:cNvGrpSpPr/>
          <p:nvPr/>
        </p:nvGrpSpPr>
        <p:grpSpPr>
          <a:xfrm>
            <a:off x="4089560" y="1843240"/>
            <a:ext cx="489240" cy="327240"/>
            <a:chOff x="4089560" y="1843240"/>
            <a:chExt cx="48924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CB30DB21-F79B-BA92-7681-74F85CC5A869}"/>
                    </a:ext>
                  </a:extLst>
                </p14:cNvPr>
                <p14:cNvContentPartPr/>
                <p14:nvPr/>
              </p14:nvContentPartPr>
              <p14:xfrm>
                <a:off x="4089560" y="1992640"/>
                <a:ext cx="138600" cy="1202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CB30DB21-F79B-BA92-7681-74F85CC5A869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079120" y="1982200"/>
                  <a:ext cx="159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1F5B050-5FA3-3408-68D1-B61733629A9C}"/>
                    </a:ext>
                  </a:extLst>
                </p14:cNvPr>
                <p14:cNvContentPartPr/>
                <p14:nvPr/>
              </p14:nvContentPartPr>
              <p14:xfrm>
                <a:off x="4272080" y="2012800"/>
                <a:ext cx="162720" cy="1576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1F5B050-5FA3-3408-68D1-B61733629A9C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261640" y="2002000"/>
                  <a:ext cx="183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1C4A56D5-E484-E270-FA03-67557A962DA5}"/>
                    </a:ext>
                  </a:extLst>
                </p14:cNvPr>
                <p14:cNvContentPartPr/>
                <p14:nvPr/>
              </p14:nvContentPartPr>
              <p14:xfrm>
                <a:off x="4456400" y="1843240"/>
                <a:ext cx="122400" cy="2919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1C4A56D5-E484-E270-FA03-67557A962DA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445600" y="1832800"/>
                  <a:ext cx="14364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EDA3406E-57C7-E874-2BD5-584C1CB6239D}"/>
              </a:ext>
            </a:extLst>
          </p:cNvPr>
          <p:cNvGrpSpPr/>
          <p:nvPr/>
        </p:nvGrpSpPr>
        <p:grpSpPr>
          <a:xfrm>
            <a:off x="4744400" y="1757920"/>
            <a:ext cx="944640" cy="557640"/>
            <a:chOff x="4744400" y="1757920"/>
            <a:chExt cx="944640" cy="55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5B49D74C-9CF6-2000-908B-F1D0E7484A86}"/>
                    </a:ext>
                  </a:extLst>
                </p14:cNvPr>
                <p14:cNvContentPartPr/>
                <p14:nvPr/>
              </p14:nvContentPartPr>
              <p14:xfrm>
                <a:off x="4744400" y="1990840"/>
                <a:ext cx="170280" cy="1454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5B49D74C-9CF6-2000-908B-F1D0E7484A8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733960" y="1980040"/>
                  <a:ext cx="1915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5B8AE3E0-D11F-49A4-91AE-FF5DDD577669}"/>
                    </a:ext>
                  </a:extLst>
                </p14:cNvPr>
                <p14:cNvContentPartPr/>
                <p14:nvPr/>
              </p14:nvContentPartPr>
              <p14:xfrm>
                <a:off x="4964000" y="2010280"/>
                <a:ext cx="29520" cy="1209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5B8AE3E0-D11F-49A4-91AE-FF5DDD577669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953560" y="1999480"/>
                  <a:ext cx="507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5978F1C9-76BF-53A2-846D-20CDAD848AB0}"/>
                    </a:ext>
                  </a:extLst>
                </p14:cNvPr>
                <p14:cNvContentPartPr/>
                <p14:nvPr/>
              </p14:nvContentPartPr>
              <p14:xfrm>
                <a:off x="4953920" y="1970320"/>
                <a:ext cx="360" cy="3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5978F1C9-76BF-53A2-846D-20CDAD848AB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43120" y="19595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0C15943C-0CF7-F86D-BA7B-7F73DE5EF9FC}"/>
                    </a:ext>
                  </a:extLst>
                </p14:cNvPr>
                <p14:cNvContentPartPr/>
                <p14:nvPr/>
              </p14:nvContentPartPr>
              <p14:xfrm>
                <a:off x="5036000" y="1964560"/>
                <a:ext cx="135720" cy="2142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0C15943C-0CF7-F86D-BA7B-7F73DE5EF9F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025200" y="1953760"/>
                  <a:ext cx="1569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FADCDAC8-B387-70B3-BA5A-2A975C5A2472}"/>
                    </a:ext>
                  </a:extLst>
                </p14:cNvPr>
                <p14:cNvContentPartPr/>
                <p14:nvPr/>
              </p14:nvContentPartPr>
              <p14:xfrm>
                <a:off x="5221760" y="1882120"/>
                <a:ext cx="137520" cy="2332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FADCDAC8-B387-70B3-BA5A-2A975C5A247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210960" y="1871680"/>
                  <a:ext cx="158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F8A65E91-D2FE-F36F-E820-036D5246140E}"/>
                    </a:ext>
                  </a:extLst>
                </p14:cNvPr>
                <p14:cNvContentPartPr/>
                <p14:nvPr/>
              </p14:nvContentPartPr>
              <p14:xfrm>
                <a:off x="5466560" y="1860520"/>
                <a:ext cx="44640" cy="2448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F8A65E91-D2FE-F36F-E820-036D5246140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456120" y="1850080"/>
                  <a:ext cx="658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122F2CC-C06E-83D5-704A-292027EED6F8}"/>
                    </a:ext>
                  </a:extLst>
                </p14:cNvPr>
                <p14:cNvContentPartPr/>
                <p14:nvPr/>
              </p14:nvContentPartPr>
              <p14:xfrm>
                <a:off x="5414720" y="2018560"/>
                <a:ext cx="122400" cy="32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122F2CC-C06E-83D5-704A-292027EED6F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403920" y="2008120"/>
                  <a:ext cx="143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75D5C4CA-3374-F696-B773-4DECEE7791E7}"/>
                    </a:ext>
                  </a:extLst>
                </p14:cNvPr>
                <p14:cNvContentPartPr/>
                <p14:nvPr/>
              </p14:nvContentPartPr>
              <p14:xfrm>
                <a:off x="5532440" y="1757920"/>
                <a:ext cx="156600" cy="5576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75D5C4CA-3374-F696-B773-4DECEE7791E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522000" y="1747120"/>
                  <a:ext cx="177840" cy="57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F125E2B0-1BFD-D756-0F34-4A1C99F94AC5}"/>
              </a:ext>
            </a:extLst>
          </p:cNvPr>
          <p:cNvGrpSpPr/>
          <p:nvPr/>
        </p:nvGrpSpPr>
        <p:grpSpPr>
          <a:xfrm>
            <a:off x="6082160" y="1775920"/>
            <a:ext cx="501840" cy="474120"/>
            <a:chOff x="6082160" y="1775920"/>
            <a:chExt cx="501840" cy="47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839ECEB4-6630-7188-604D-C1E25952947F}"/>
                    </a:ext>
                  </a:extLst>
                </p14:cNvPr>
                <p14:cNvContentPartPr/>
                <p14:nvPr/>
              </p14:nvContentPartPr>
              <p14:xfrm>
                <a:off x="6082160" y="1775920"/>
                <a:ext cx="152280" cy="47412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839ECEB4-6630-7188-604D-C1E25952947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071720" y="1765120"/>
                  <a:ext cx="17352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788CCA5E-DE41-85EF-168E-EE9F96D486E4}"/>
                    </a:ext>
                  </a:extLst>
                </p14:cNvPr>
                <p14:cNvContentPartPr/>
                <p14:nvPr/>
              </p14:nvContentPartPr>
              <p14:xfrm>
                <a:off x="6110240" y="1998040"/>
                <a:ext cx="254880" cy="867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788CCA5E-DE41-85EF-168E-EE9F96D486E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099440" y="1987600"/>
                  <a:ext cx="2761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D624EE7-633B-B2F8-C6D9-F4F84723B4A8}"/>
                    </a:ext>
                  </a:extLst>
                </p14:cNvPr>
                <p14:cNvContentPartPr/>
                <p14:nvPr/>
              </p14:nvContentPartPr>
              <p14:xfrm>
                <a:off x="6421280" y="1952320"/>
                <a:ext cx="162720" cy="10980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D624EE7-633B-B2F8-C6D9-F4F84723B4A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410480" y="1941880"/>
                  <a:ext cx="18396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00A6BF6-AB0C-C2DC-BAB3-4E6B6CAE2C0A}"/>
              </a:ext>
            </a:extLst>
          </p:cNvPr>
          <p:cNvGrpSpPr/>
          <p:nvPr/>
        </p:nvGrpSpPr>
        <p:grpSpPr>
          <a:xfrm>
            <a:off x="6919520" y="1865560"/>
            <a:ext cx="630360" cy="197640"/>
            <a:chOff x="6919520" y="1865560"/>
            <a:chExt cx="630360" cy="1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C1B85F71-AADE-4A15-7A0B-5E358C3CEB46}"/>
                    </a:ext>
                  </a:extLst>
                </p14:cNvPr>
                <p14:cNvContentPartPr/>
                <p14:nvPr/>
              </p14:nvContentPartPr>
              <p14:xfrm>
                <a:off x="6919520" y="1921000"/>
                <a:ext cx="70920" cy="1422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C1B85F71-AADE-4A15-7A0B-5E358C3CEB4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909080" y="1910200"/>
                  <a:ext cx="921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5D32000A-6A4D-3745-FFCB-7614F304A662}"/>
                    </a:ext>
                  </a:extLst>
                </p14:cNvPr>
                <p14:cNvContentPartPr/>
                <p14:nvPr/>
              </p14:nvContentPartPr>
              <p14:xfrm>
                <a:off x="7064960" y="1921720"/>
                <a:ext cx="147240" cy="1098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5D32000A-6A4D-3745-FFCB-7614F304A66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054160" y="1910920"/>
                  <a:ext cx="1684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1DB81CA-4ABE-4A33-333F-6CD416C29A1B}"/>
                    </a:ext>
                  </a:extLst>
                </p14:cNvPr>
                <p14:cNvContentPartPr/>
                <p14:nvPr/>
              </p14:nvContentPartPr>
              <p14:xfrm>
                <a:off x="7264760" y="1865560"/>
                <a:ext cx="285120" cy="1962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1DB81CA-4ABE-4A33-333F-6CD416C29A1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253960" y="1855120"/>
                  <a:ext cx="30636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65862410-6242-CA8A-D7B9-69E55B7C09B4}"/>
              </a:ext>
            </a:extLst>
          </p:cNvPr>
          <p:cNvGrpSpPr/>
          <p:nvPr/>
        </p:nvGrpSpPr>
        <p:grpSpPr>
          <a:xfrm>
            <a:off x="7963160" y="1804720"/>
            <a:ext cx="639000" cy="212400"/>
            <a:chOff x="7963160" y="1804720"/>
            <a:chExt cx="639000" cy="21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02DE4CA0-2962-8DA1-BC2B-00FD57D96ECE}"/>
                    </a:ext>
                  </a:extLst>
                </p14:cNvPr>
                <p14:cNvContentPartPr/>
                <p14:nvPr/>
              </p14:nvContentPartPr>
              <p14:xfrm>
                <a:off x="7963160" y="1855840"/>
                <a:ext cx="143640" cy="1569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02DE4CA0-2962-8DA1-BC2B-00FD57D96EC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952720" y="1845040"/>
                  <a:ext cx="1648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2EDABFED-6363-4388-E680-803BCAF41C20}"/>
                    </a:ext>
                  </a:extLst>
                </p14:cNvPr>
                <p14:cNvContentPartPr/>
                <p14:nvPr/>
              </p14:nvContentPartPr>
              <p14:xfrm>
                <a:off x="8179880" y="1885000"/>
                <a:ext cx="91440" cy="1108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2EDABFED-6363-4388-E680-803BCAF41C2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169080" y="1874200"/>
                  <a:ext cx="1126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08FFC8A0-5CE3-2B24-A506-E63785990289}"/>
                    </a:ext>
                  </a:extLst>
                </p14:cNvPr>
                <p14:cNvContentPartPr/>
                <p14:nvPr/>
              </p14:nvContentPartPr>
              <p14:xfrm>
                <a:off x="8327120" y="1804720"/>
                <a:ext cx="114840" cy="2124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08FFC8A0-5CE3-2B24-A506-E6378599028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316680" y="1793920"/>
                  <a:ext cx="1360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26258712-2998-EA24-6C7F-5F91A33588D6}"/>
                    </a:ext>
                  </a:extLst>
                </p14:cNvPr>
                <p14:cNvContentPartPr/>
                <p14:nvPr/>
              </p14:nvContentPartPr>
              <p14:xfrm>
                <a:off x="8537000" y="1842520"/>
                <a:ext cx="65160" cy="14184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26258712-2998-EA24-6C7F-5F91A33588D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526200" y="1832080"/>
                  <a:ext cx="8640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46F915BC-FAA5-7270-C685-DE3A937FC5F2}"/>
              </a:ext>
            </a:extLst>
          </p:cNvPr>
          <p:cNvGrpSpPr/>
          <p:nvPr/>
        </p:nvGrpSpPr>
        <p:grpSpPr>
          <a:xfrm>
            <a:off x="8872160" y="1831000"/>
            <a:ext cx="244080" cy="154440"/>
            <a:chOff x="8872160" y="1831000"/>
            <a:chExt cx="244080" cy="15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AEF3E15C-30B0-13B8-44B9-B6EC38AD397B}"/>
                    </a:ext>
                  </a:extLst>
                </p14:cNvPr>
                <p14:cNvContentPartPr/>
                <p14:nvPr/>
              </p14:nvContentPartPr>
              <p14:xfrm>
                <a:off x="8907440" y="1874200"/>
                <a:ext cx="1440" cy="1112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AEF3E15C-30B0-13B8-44B9-B6EC38AD397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897000" y="1863760"/>
                  <a:ext cx="226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3551A504-1F24-2F15-65FD-273203434ED4}"/>
                    </a:ext>
                  </a:extLst>
                </p14:cNvPr>
                <p14:cNvContentPartPr/>
                <p14:nvPr/>
              </p14:nvContentPartPr>
              <p14:xfrm>
                <a:off x="8872160" y="1831000"/>
                <a:ext cx="360" cy="3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3551A504-1F24-2F15-65FD-273203434ED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61360" y="18202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180178F2-C808-5314-58C8-7A0E8D0CD40C}"/>
                    </a:ext>
                  </a:extLst>
                </p14:cNvPr>
                <p14:cNvContentPartPr/>
                <p14:nvPr/>
              </p14:nvContentPartPr>
              <p14:xfrm>
                <a:off x="8981240" y="1834960"/>
                <a:ext cx="135000" cy="1274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180178F2-C808-5314-58C8-7A0E8D0CD40C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970440" y="1824160"/>
                  <a:ext cx="15624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E569AD66-D150-0555-3D5B-CDACD2F83B74}"/>
              </a:ext>
            </a:extLst>
          </p:cNvPr>
          <p:cNvGrpSpPr/>
          <p:nvPr/>
        </p:nvGrpSpPr>
        <p:grpSpPr>
          <a:xfrm>
            <a:off x="9367520" y="1779520"/>
            <a:ext cx="866880" cy="327960"/>
            <a:chOff x="9367520" y="1779520"/>
            <a:chExt cx="86688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E9C54B88-471A-702B-F2EB-8656501F5E31}"/>
                    </a:ext>
                  </a:extLst>
                </p14:cNvPr>
                <p14:cNvContentPartPr/>
                <p14:nvPr/>
              </p14:nvContentPartPr>
              <p14:xfrm>
                <a:off x="9367520" y="1818040"/>
                <a:ext cx="312480" cy="28944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E9C54B88-471A-702B-F2EB-8656501F5E31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356720" y="1807600"/>
                  <a:ext cx="3337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59461AAF-ABE2-6C25-C075-5FA6635FAD58}"/>
                    </a:ext>
                  </a:extLst>
                </p14:cNvPr>
                <p14:cNvContentPartPr/>
                <p14:nvPr/>
              </p14:nvContentPartPr>
              <p14:xfrm>
                <a:off x="9719960" y="1805440"/>
                <a:ext cx="81720" cy="1789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59461AAF-ABE2-6C25-C075-5FA6635FAD58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709160" y="1795000"/>
                  <a:ext cx="1029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3B4BF4A3-DD2D-4A1C-858C-76E3DEB71AE4}"/>
                    </a:ext>
                  </a:extLst>
                </p14:cNvPr>
                <p14:cNvContentPartPr/>
                <p14:nvPr/>
              </p14:nvContentPartPr>
              <p14:xfrm>
                <a:off x="9884840" y="1804720"/>
                <a:ext cx="107280" cy="1540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3B4BF4A3-DD2D-4A1C-858C-76E3DEB71AE4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874040" y="1793920"/>
                  <a:ext cx="1285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6B72A921-3D6F-D468-F894-7E9D17B1768D}"/>
                    </a:ext>
                  </a:extLst>
                </p14:cNvPr>
                <p14:cNvContentPartPr/>
                <p14:nvPr/>
              </p14:nvContentPartPr>
              <p14:xfrm>
                <a:off x="10023440" y="1779520"/>
                <a:ext cx="84240" cy="1854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6B72A921-3D6F-D468-F894-7E9D17B1768D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012640" y="1769080"/>
                  <a:ext cx="1054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F50B79DD-40AC-7EA9-B407-06C1CAC50CF2}"/>
                    </a:ext>
                  </a:extLst>
                </p14:cNvPr>
                <p14:cNvContentPartPr/>
                <p14:nvPr/>
              </p14:nvContentPartPr>
              <p14:xfrm>
                <a:off x="10234040" y="1963480"/>
                <a:ext cx="360" cy="3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F50B79DD-40AC-7EA9-B407-06C1CAC50CF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23240" y="19526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487A179A-045B-D5C2-B3A0-AD147990A522}"/>
              </a:ext>
            </a:extLst>
          </p:cNvPr>
          <p:cNvGrpSpPr/>
          <p:nvPr/>
        </p:nvGrpSpPr>
        <p:grpSpPr>
          <a:xfrm>
            <a:off x="1688000" y="2822440"/>
            <a:ext cx="141120" cy="195840"/>
            <a:chOff x="1688000" y="2822440"/>
            <a:chExt cx="14112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5808499D-38D2-D552-FDC6-13E06B18D4BB}"/>
                    </a:ext>
                  </a:extLst>
                </p14:cNvPr>
                <p14:cNvContentPartPr/>
                <p14:nvPr/>
              </p14:nvContentPartPr>
              <p14:xfrm>
                <a:off x="1691960" y="2844040"/>
                <a:ext cx="119520" cy="1512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5808499D-38D2-D552-FDC6-13E06B18D4B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681160" y="2833600"/>
                  <a:ext cx="1407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E79FB2E9-B09F-99CA-D2E9-407FE1FB0C43}"/>
                    </a:ext>
                  </a:extLst>
                </p14:cNvPr>
                <p14:cNvContentPartPr/>
                <p14:nvPr/>
              </p14:nvContentPartPr>
              <p14:xfrm>
                <a:off x="1737680" y="2822440"/>
                <a:ext cx="55080" cy="1958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E79FB2E9-B09F-99CA-D2E9-407FE1FB0C4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726880" y="2811640"/>
                  <a:ext cx="763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55E8E7E4-3E46-EAB6-14EA-108CC3DA2CFB}"/>
                    </a:ext>
                  </a:extLst>
                </p14:cNvPr>
                <p14:cNvContentPartPr/>
                <p14:nvPr/>
              </p14:nvContentPartPr>
              <p14:xfrm>
                <a:off x="1769360" y="2840800"/>
                <a:ext cx="11520" cy="16956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55E8E7E4-3E46-EAB6-14EA-108CC3DA2CF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758560" y="2830000"/>
                  <a:ext cx="327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DB47C68B-AE1C-5395-9682-1DE8F4428F57}"/>
                    </a:ext>
                  </a:extLst>
                </p14:cNvPr>
                <p14:cNvContentPartPr/>
                <p14:nvPr/>
              </p14:nvContentPartPr>
              <p14:xfrm>
                <a:off x="1688000" y="2908120"/>
                <a:ext cx="141120" cy="356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DB47C68B-AE1C-5395-9682-1DE8F4428F5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677560" y="2897320"/>
                  <a:ext cx="16236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8EEF5075-75C1-918C-438C-0B5B6A04575E}"/>
              </a:ext>
            </a:extLst>
          </p:cNvPr>
          <p:cNvGrpSpPr/>
          <p:nvPr/>
        </p:nvGrpSpPr>
        <p:grpSpPr>
          <a:xfrm>
            <a:off x="1975280" y="2640640"/>
            <a:ext cx="950400" cy="386640"/>
            <a:chOff x="1975280" y="2640640"/>
            <a:chExt cx="95040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A25F8C12-1B41-FBBA-E6EF-70DDBD688F7A}"/>
                    </a:ext>
                  </a:extLst>
                </p14:cNvPr>
                <p14:cNvContentPartPr/>
                <p14:nvPr/>
              </p14:nvContentPartPr>
              <p14:xfrm>
                <a:off x="1975280" y="2830360"/>
                <a:ext cx="98640" cy="1778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A25F8C12-1B41-FBBA-E6EF-70DDBD688F7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964840" y="2819920"/>
                  <a:ext cx="1198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0CAF77F4-A393-FBED-53E8-3FDDD0AF5225}"/>
                    </a:ext>
                  </a:extLst>
                </p14:cNvPr>
                <p14:cNvContentPartPr/>
                <p14:nvPr/>
              </p14:nvContentPartPr>
              <p14:xfrm>
                <a:off x="2135120" y="2849440"/>
                <a:ext cx="109800" cy="1317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0CAF77F4-A393-FBED-53E8-3FDDD0AF522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124680" y="2839000"/>
                  <a:ext cx="131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008D0B98-FE6E-BE70-9ACA-EDB290B304C3}"/>
                    </a:ext>
                  </a:extLst>
                </p14:cNvPr>
                <p14:cNvContentPartPr/>
                <p14:nvPr/>
              </p14:nvContentPartPr>
              <p14:xfrm>
                <a:off x="2274440" y="2836840"/>
                <a:ext cx="183240" cy="1616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008D0B98-FE6E-BE70-9ACA-EDB290B304C3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263640" y="2826400"/>
                  <a:ext cx="2044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3B20C196-E187-51B8-8EF5-EE1D757296C4}"/>
                    </a:ext>
                  </a:extLst>
                </p14:cNvPr>
                <p14:cNvContentPartPr/>
                <p14:nvPr/>
              </p14:nvContentPartPr>
              <p14:xfrm>
                <a:off x="2504120" y="2640640"/>
                <a:ext cx="43560" cy="3866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3B20C196-E187-51B8-8EF5-EE1D757296C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493320" y="2630200"/>
                  <a:ext cx="6480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619683F2-D4EC-7D06-F9B9-988C6192A9A0}"/>
                    </a:ext>
                  </a:extLst>
                </p14:cNvPr>
                <p14:cNvContentPartPr/>
                <p14:nvPr/>
              </p14:nvContentPartPr>
              <p14:xfrm>
                <a:off x="2421680" y="2815600"/>
                <a:ext cx="129960" cy="151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619683F2-D4EC-7D06-F9B9-988C6192A9A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410880" y="2804800"/>
                  <a:ext cx="151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FC700C95-0172-609B-4429-D28038B4DCA1}"/>
                    </a:ext>
                  </a:extLst>
                </p14:cNvPr>
                <p14:cNvContentPartPr/>
                <p14:nvPr/>
              </p14:nvContentPartPr>
              <p14:xfrm>
                <a:off x="2733800" y="2980120"/>
                <a:ext cx="191880" cy="129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FC700C95-0172-609B-4429-D28038B4DCA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723360" y="2969320"/>
                  <a:ext cx="213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EB2E1F7C-AF0A-069A-1A8E-6A16F5339141}"/>
                    </a:ext>
                  </a:extLst>
                </p14:cNvPr>
                <p14:cNvContentPartPr/>
                <p14:nvPr/>
              </p14:nvContentPartPr>
              <p14:xfrm>
                <a:off x="2693120" y="2918560"/>
                <a:ext cx="165240" cy="576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EB2E1F7C-AF0A-069A-1A8E-6A16F533914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682680" y="2908120"/>
                  <a:ext cx="18648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9D93FF28-E7AB-36DD-F6D0-FFC573EA637F}"/>
              </a:ext>
            </a:extLst>
          </p:cNvPr>
          <p:cNvGrpSpPr/>
          <p:nvPr/>
        </p:nvGrpSpPr>
        <p:grpSpPr>
          <a:xfrm>
            <a:off x="3232040" y="2795080"/>
            <a:ext cx="590040" cy="201960"/>
            <a:chOff x="3232040" y="2795080"/>
            <a:chExt cx="590040" cy="20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AE7870A3-6760-9313-1B2F-2B0F98F96F17}"/>
                    </a:ext>
                  </a:extLst>
                </p14:cNvPr>
                <p14:cNvContentPartPr/>
                <p14:nvPr/>
              </p14:nvContentPartPr>
              <p14:xfrm>
                <a:off x="3232040" y="2840440"/>
                <a:ext cx="223200" cy="1512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AE7870A3-6760-9313-1B2F-2B0F98F96F1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221240" y="2830000"/>
                  <a:ext cx="244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C895F83D-74A8-F9D2-2949-48B67EFF9BAF}"/>
                    </a:ext>
                  </a:extLst>
                </p14:cNvPr>
                <p14:cNvContentPartPr/>
                <p14:nvPr/>
              </p14:nvContentPartPr>
              <p14:xfrm>
                <a:off x="3480080" y="2831440"/>
                <a:ext cx="68040" cy="1227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C895F83D-74A8-F9D2-2949-48B67EFF9BA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469280" y="2821000"/>
                  <a:ext cx="89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BFBA20C1-6B9F-6A6E-889C-8B00ADDD6F6D}"/>
                    </a:ext>
                  </a:extLst>
                </p14:cNvPr>
                <p14:cNvContentPartPr/>
                <p14:nvPr/>
              </p14:nvContentPartPr>
              <p14:xfrm>
                <a:off x="3631280" y="2795080"/>
                <a:ext cx="190800" cy="2019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BFBA20C1-6B9F-6A6E-889C-8B00ADDD6F6D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3620480" y="2784280"/>
                  <a:ext cx="21204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DA0B9E6A-C5C3-AFE6-7B80-29E94B93B298}"/>
              </a:ext>
            </a:extLst>
          </p:cNvPr>
          <p:cNvGrpSpPr/>
          <p:nvPr/>
        </p:nvGrpSpPr>
        <p:grpSpPr>
          <a:xfrm>
            <a:off x="5693360" y="2531200"/>
            <a:ext cx="1440000" cy="537120"/>
            <a:chOff x="5693360" y="2531200"/>
            <a:chExt cx="1440000" cy="53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4447C619-7329-F83C-A363-7303F70F22C4}"/>
                    </a:ext>
                  </a:extLst>
                </p14:cNvPr>
                <p14:cNvContentPartPr/>
                <p14:nvPr/>
              </p14:nvContentPartPr>
              <p14:xfrm>
                <a:off x="5693360" y="2581240"/>
                <a:ext cx="145440" cy="4334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4447C619-7329-F83C-A363-7303F70F22C4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682920" y="2570800"/>
                  <a:ext cx="16668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FCECDD85-B4B7-7A42-F5E8-B9CE21C07AA9}"/>
                    </a:ext>
                  </a:extLst>
                </p14:cNvPr>
                <p14:cNvContentPartPr/>
                <p14:nvPr/>
              </p14:nvContentPartPr>
              <p14:xfrm>
                <a:off x="5855720" y="2706880"/>
                <a:ext cx="75960" cy="20088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FCECDD85-B4B7-7A42-F5E8-B9CE21C07AA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844920" y="2696080"/>
                  <a:ext cx="972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5DB44D0D-548C-735B-260F-C3AB3B021D11}"/>
                    </a:ext>
                  </a:extLst>
                </p14:cNvPr>
                <p14:cNvContentPartPr/>
                <p14:nvPr/>
              </p14:nvContentPartPr>
              <p14:xfrm>
                <a:off x="5975600" y="2754040"/>
                <a:ext cx="76680" cy="14364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5DB44D0D-548C-735B-260F-C3AB3B021D1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965160" y="2743240"/>
                  <a:ext cx="979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E36132DF-C8C8-BA69-746B-E2FDDF5B6493}"/>
                    </a:ext>
                  </a:extLst>
                </p14:cNvPr>
                <p14:cNvContentPartPr/>
                <p14:nvPr/>
              </p14:nvContentPartPr>
              <p14:xfrm>
                <a:off x="6096200" y="2731000"/>
                <a:ext cx="258120" cy="16380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E36132DF-C8C8-BA69-746B-E2FDDF5B6493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085400" y="2720560"/>
                  <a:ext cx="2793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EE97C2AB-AA03-CB7A-582B-98F3AD7E2BB1}"/>
                    </a:ext>
                  </a:extLst>
                </p14:cNvPr>
                <p14:cNvContentPartPr/>
                <p14:nvPr/>
              </p14:nvContentPartPr>
              <p14:xfrm>
                <a:off x="6422360" y="2692120"/>
                <a:ext cx="65160" cy="1825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EE97C2AB-AA03-CB7A-582B-98F3AD7E2BB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411920" y="2681680"/>
                  <a:ext cx="864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A86669B0-409E-1C34-9116-293962065963}"/>
                    </a:ext>
                  </a:extLst>
                </p14:cNvPr>
                <p14:cNvContentPartPr/>
                <p14:nvPr/>
              </p14:nvContentPartPr>
              <p14:xfrm>
                <a:off x="6587240" y="2695720"/>
                <a:ext cx="149040" cy="1404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A86669B0-409E-1C34-9116-29396206596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576800" y="2684920"/>
                  <a:ext cx="1702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CD079861-010E-B154-0B32-756671937962}"/>
                    </a:ext>
                  </a:extLst>
                </p14:cNvPr>
                <p14:cNvContentPartPr/>
                <p14:nvPr/>
              </p14:nvContentPartPr>
              <p14:xfrm>
                <a:off x="6598040" y="2700040"/>
                <a:ext cx="115200" cy="2322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CD079861-010E-B154-0B32-756671937962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587600" y="2689600"/>
                  <a:ext cx="1364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92C79960-F606-8440-05A6-33068C7EA39C}"/>
                    </a:ext>
                  </a:extLst>
                </p14:cNvPr>
                <p14:cNvContentPartPr/>
                <p14:nvPr/>
              </p14:nvContentPartPr>
              <p14:xfrm>
                <a:off x="6739160" y="2777440"/>
                <a:ext cx="120240" cy="11412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92C79960-F606-8440-05A6-33068C7EA39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728720" y="2767000"/>
                  <a:ext cx="141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D3EBD35E-01F4-2D1C-2F7D-5FB6D14CE1D2}"/>
                    </a:ext>
                  </a:extLst>
                </p14:cNvPr>
                <p14:cNvContentPartPr/>
                <p14:nvPr/>
              </p14:nvContentPartPr>
              <p14:xfrm>
                <a:off x="6871640" y="2705080"/>
                <a:ext cx="138960" cy="23652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D3EBD35E-01F4-2D1C-2F7D-5FB6D14CE1D2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861200" y="2694640"/>
                  <a:ext cx="1602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54D93915-5126-4972-C2CC-1FBCE3F36FA4}"/>
                    </a:ext>
                  </a:extLst>
                </p14:cNvPr>
                <p14:cNvContentPartPr/>
                <p14:nvPr/>
              </p14:nvContentPartPr>
              <p14:xfrm>
                <a:off x="6953000" y="2531200"/>
                <a:ext cx="180360" cy="5371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54D93915-5126-4972-C2CC-1FBCE3F36FA4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942200" y="2520400"/>
                  <a:ext cx="201600" cy="55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735EDCAE-14DD-D943-7936-04F9ACB71405}"/>
              </a:ext>
            </a:extLst>
          </p:cNvPr>
          <p:cNvGrpSpPr/>
          <p:nvPr/>
        </p:nvGrpSpPr>
        <p:grpSpPr>
          <a:xfrm>
            <a:off x="311720" y="3381160"/>
            <a:ext cx="1113840" cy="358920"/>
            <a:chOff x="311720" y="3381160"/>
            <a:chExt cx="1113840" cy="35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26518780-9979-7F41-9B5A-B85D914EFDC6}"/>
                    </a:ext>
                  </a:extLst>
                </p14:cNvPr>
                <p14:cNvContentPartPr/>
                <p14:nvPr/>
              </p14:nvContentPartPr>
              <p14:xfrm>
                <a:off x="311720" y="3394120"/>
                <a:ext cx="141120" cy="3459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26518780-9979-7F41-9B5A-B85D914EFDC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01280" y="3383320"/>
                  <a:ext cx="16236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F24512DE-8142-151C-FE65-234BC6BAEC76}"/>
                    </a:ext>
                  </a:extLst>
                </p14:cNvPr>
                <p14:cNvContentPartPr/>
                <p14:nvPr/>
              </p14:nvContentPartPr>
              <p14:xfrm>
                <a:off x="388400" y="3583120"/>
                <a:ext cx="142560" cy="10440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F24512DE-8142-151C-FE65-234BC6BAEC7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77600" y="3572680"/>
                  <a:ext cx="1638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7B4C61B1-459D-C6E9-78E2-B0C1B9E307DF}"/>
                    </a:ext>
                  </a:extLst>
                </p14:cNvPr>
                <p14:cNvContentPartPr/>
                <p14:nvPr/>
              </p14:nvContentPartPr>
              <p14:xfrm>
                <a:off x="544280" y="3458560"/>
                <a:ext cx="77040" cy="15480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7B4C61B1-459D-C6E9-78E2-B0C1B9E307D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33840" y="3448120"/>
                  <a:ext cx="98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9A60BA24-2637-2A24-DF67-339A2DBE7752}"/>
                    </a:ext>
                  </a:extLst>
                </p14:cNvPr>
                <p14:cNvContentPartPr/>
                <p14:nvPr/>
              </p14:nvContentPartPr>
              <p14:xfrm>
                <a:off x="704480" y="3472240"/>
                <a:ext cx="56160" cy="12024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9A60BA24-2637-2A24-DF67-339A2DBE775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94040" y="3461800"/>
                  <a:ext cx="774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0993768-4B47-4CF8-4ADE-AF4E0D34DBE1}"/>
                    </a:ext>
                  </a:extLst>
                </p14:cNvPr>
                <p14:cNvContentPartPr/>
                <p14:nvPr/>
              </p14:nvContentPartPr>
              <p14:xfrm>
                <a:off x="860720" y="3473680"/>
                <a:ext cx="132120" cy="14688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0993768-4B47-4CF8-4ADE-AF4E0D34DBE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50280" y="3462880"/>
                  <a:ext cx="1533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E68DF578-714E-0D43-4B52-F7358E93C09D}"/>
                    </a:ext>
                  </a:extLst>
                </p14:cNvPr>
                <p14:cNvContentPartPr/>
                <p14:nvPr/>
              </p14:nvContentPartPr>
              <p14:xfrm>
                <a:off x="1109120" y="3411040"/>
                <a:ext cx="68760" cy="1666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E68DF578-714E-0D43-4B52-F7358E93C09D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98680" y="3400600"/>
                  <a:ext cx="900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1EE8AF6E-7396-4A4E-0348-40081B9012A4}"/>
                    </a:ext>
                  </a:extLst>
                </p14:cNvPr>
                <p14:cNvContentPartPr/>
                <p14:nvPr/>
              </p14:nvContentPartPr>
              <p14:xfrm>
                <a:off x="1328000" y="3381160"/>
                <a:ext cx="97560" cy="22788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1EE8AF6E-7396-4A4E-0348-40081B9012A4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317560" y="3370360"/>
                  <a:ext cx="11880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8" name="Group 447">
            <a:extLst>
              <a:ext uri="{FF2B5EF4-FFF2-40B4-BE49-F238E27FC236}">
                <a16:creationId xmlns:a16="http://schemas.microsoft.com/office/drawing/2014/main" id="{F0D6D8EF-9336-AD07-1F21-69426F00744A}"/>
              </a:ext>
            </a:extLst>
          </p:cNvPr>
          <p:cNvGrpSpPr/>
          <p:nvPr/>
        </p:nvGrpSpPr>
        <p:grpSpPr>
          <a:xfrm>
            <a:off x="3626960" y="3202960"/>
            <a:ext cx="1455480" cy="375840"/>
            <a:chOff x="3626960" y="3202960"/>
            <a:chExt cx="1455480" cy="37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C330D7AD-DB94-ECEF-7C24-A0B1BEA35396}"/>
                    </a:ext>
                  </a:extLst>
                </p14:cNvPr>
                <p14:cNvContentPartPr/>
                <p14:nvPr/>
              </p14:nvContentPartPr>
              <p14:xfrm>
                <a:off x="3626960" y="3265600"/>
                <a:ext cx="354960" cy="31320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C330D7AD-DB94-ECEF-7C24-A0B1BEA3539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616520" y="3254800"/>
                  <a:ext cx="3762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F7C0EA24-AA9E-78E3-4E8A-A1380C77A089}"/>
                    </a:ext>
                  </a:extLst>
                </p14:cNvPr>
                <p14:cNvContentPartPr/>
                <p14:nvPr/>
              </p14:nvContentPartPr>
              <p14:xfrm>
                <a:off x="4083080" y="3415360"/>
                <a:ext cx="4320" cy="13392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F7C0EA24-AA9E-78E3-4E8A-A1380C77A08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072280" y="3404560"/>
                  <a:ext cx="25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099BE55E-67C2-54E9-CAD3-28D4718A9BB1}"/>
                    </a:ext>
                  </a:extLst>
                </p14:cNvPr>
                <p14:cNvContentPartPr/>
                <p14:nvPr/>
              </p14:nvContentPartPr>
              <p14:xfrm>
                <a:off x="4062920" y="3326080"/>
                <a:ext cx="360" cy="36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099BE55E-67C2-54E9-CAD3-28D4718A9BB1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052120" y="33156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2BD2889C-3B36-1E53-E0E6-5E855C49D908}"/>
                    </a:ext>
                  </a:extLst>
                </p14:cNvPr>
                <p14:cNvContentPartPr/>
                <p14:nvPr/>
              </p14:nvContentPartPr>
              <p14:xfrm>
                <a:off x="4183520" y="3202960"/>
                <a:ext cx="60120" cy="3200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2BD2889C-3B36-1E53-E0E6-5E855C49D908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172720" y="3192160"/>
                  <a:ext cx="813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C740E4A8-0C1C-7617-AD15-353C26CFAB8D}"/>
                    </a:ext>
                  </a:extLst>
                </p14:cNvPr>
                <p14:cNvContentPartPr/>
                <p14:nvPr/>
              </p14:nvContentPartPr>
              <p14:xfrm>
                <a:off x="4305560" y="3245080"/>
                <a:ext cx="120600" cy="27252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C740E4A8-0C1C-7617-AD15-353C26CFAB8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295120" y="3234640"/>
                  <a:ext cx="1418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C5FCF00A-0B05-C5C7-B46E-FCFD1B714AFC}"/>
                    </a:ext>
                  </a:extLst>
                </p14:cNvPr>
                <p14:cNvContentPartPr/>
                <p14:nvPr/>
              </p14:nvContentPartPr>
              <p14:xfrm>
                <a:off x="4476560" y="3360280"/>
                <a:ext cx="127440" cy="15840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C5FCF00A-0B05-C5C7-B46E-FCFD1B714AF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4466120" y="3349840"/>
                  <a:ext cx="1486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4F063A76-7402-BE55-D254-A2EA3FED03C5}"/>
                    </a:ext>
                  </a:extLst>
                </p14:cNvPr>
                <p14:cNvContentPartPr/>
                <p14:nvPr/>
              </p14:nvContentPartPr>
              <p14:xfrm>
                <a:off x="4633880" y="3356320"/>
                <a:ext cx="87120" cy="12456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4F063A76-7402-BE55-D254-A2EA3FED03C5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623080" y="3345520"/>
                  <a:ext cx="1083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C858BFA9-9BB3-FF64-4399-AE570E958935}"/>
                    </a:ext>
                  </a:extLst>
                </p14:cNvPr>
                <p14:cNvContentPartPr/>
                <p14:nvPr/>
              </p14:nvContentPartPr>
              <p14:xfrm>
                <a:off x="4720280" y="3327520"/>
                <a:ext cx="207360" cy="15300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C858BFA9-9BB3-FF64-4399-AE570E958935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4709840" y="3317080"/>
                  <a:ext cx="228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4C35355-DECA-5564-F3E0-81B61D7170F8}"/>
                    </a:ext>
                  </a:extLst>
                </p14:cNvPr>
                <p14:cNvContentPartPr/>
                <p14:nvPr/>
              </p14:nvContentPartPr>
              <p14:xfrm>
                <a:off x="5014760" y="3394840"/>
                <a:ext cx="67680" cy="1285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4C35355-DECA-5564-F3E0-81B61D7170F8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004320" y="3384040"/>
                  <a:ext cx="889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260E1856-C204-AF44-BC2A-06774167F59C}"/>
                    </a:ext>
                  </a:extLst>
                </p14:cNvPr>
                <p14:cNvContentPartPr/>
                <p14:nvPr/>
              </p14:nvContentPartPr>
              <p14:xfrm>
                <a:off x="5046440" y="3299800"/>
                <a:ext cx="360" cy="36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260E1856-C204-AF44-BC2A-06774167F59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036000" y="32893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7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81112F87-C274-6144-7FE0-7B9689BC6197}"/>
                  </a:ext>
                </a:extLst>
              </p14:cNvPr>
              <p14:cNvContentPartPr/>
              <p14:nvPr/>
            </p14:nvContentPartPr>
            <p14:xfrm>
              <a:off x="7244960" y="2867080"/>
              <a:ext cx="52560" cy="133200"/>
            </p14:xfrm>
          </p:contentPart>
        </mc:Choice>
        <mc:Fallback xmlns=""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81112F87-C274-6144-7FE0-7B9689BC6197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7234160" y="2856280"/>
                <a:ext cx="7380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9">
            <p14:nvContentPartPr>
              <p14:cNvPr id="446" name="Ink 445">
                <a:extLst>
                  <a:ext uri="{FF2B5EF4-FFF2-40B4-BE49-F238E27FC236}">
                    <a16:creationId xmlns:a16="http://schemas.microsoft.com/office/drawing/2014/main" id="{528EFCD4-26FC-36C3-ECB8-5D5206566D27}"/>
                  </a:ext>
                </a:extLst>
              </p14:cNvPr>
              <p14:cNvContentPartPr/>
              <p14:nvPr/>
            </p14:nvContentPartPr>
            <p14:xfrm>
              <a:off x="7248560" y="2712640"/>
              <a:ext cx="360" cy="360"/>
            </p14:xfrm>
          </p:contentPart>
        </mc:Choice>
        <mc:Fallback xmlns="">
          <p:pic>
            <p:nvPicPr>
              <p:cNvPr id="446" name="Ink 445">
                <a:extLst>
                  <a:ext uri="{FF2B5EF4-FFF2-40B4-BE49-F238E27FC236}">
                    <a16:creationId xmlns:a16="http://schemas.microsoft.com/office/drawing/2014/main" id="{528EFCD4-26FC-36C3-ECB8-5D5206566D27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7238120" y="2702200"/>
                <a:ext cx="2160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7" name="Group 476">
            <a:extLst>
              <a:ext uri="{FF2B5EF4-FFF2-40B4-BE49-F238E27FC236}">
                <a16:creationId xmlns:a16="http://schemas.microsoft.com/office/drawing/2014/main" id="{3EAF5433-B135-32EE-7CBA-2E26FD684157}"/>
              </a:ext>
            </a:extLst>
          </p:cNvPr>
          <p:cNvGrpSpPr/>
          <p:nvPr/>
        </p:nvGrpSpPr>
        <p:grpSpPr>
          <a:xfrm>
            <a:off x="370400" y="3857440"/>
            <a:ext cx="2975400" cy="405360"/>
            <a:chOff x="370400" y="3857440"/>
            <a:chExt cx="2975400" cy="40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DF0F9D97-8A47-A646-D6F4-7CDC351DA03A}"/>
                    </a:ext>
                  </a:extLst>
                </p14:cNvPr>
                <p14:cNvContentPartPr/>
                <p14:nvPr/>
              </p14:nvContentPartPr>
              <p14:xfrm>
                <a:off x="370400" y="3943840"/>
                <a:ext cx="279720" cy="2494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DF0F9D97-8A47-A646-D6F4-7CDC351DA03A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359600" y="3933040"/>
                  <a:ext cx="3009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7BC35A6A-5D26-0AA6-FE73-14116B675794}"/>
                    </a:ext>
                  </a:extLst>
                </p14:cNvPr>
                <p14:cNvContentPartPr/>
                <p14:nvPr/>
              </p14:nvContentPartPr>
              <p14:xfrm>
                <a:off x="708080" y="4085680"/>
                <a:ext cx="4320" cy="14868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7BC35A6A-5D26-0AA6-FE73-14116B67579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97640" y="4075240"/>
                  <a:ext cx="25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A0808DDF-AD7B-1600-D92A-4C70F5F27769}"/>
                    </a:ext>
                  </a:extLst>
                </p14:cNvPr>
                <p14:cNvContentPartPr/>
                <p14:nvPr/>
              </p14:nvContentPartPr>
              <p14:xfrm>
                <a:off x="722120" y="4012600"/>
                <a:ext cx="360" cy="36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A0808DDF-AD7B-1600-D92A-4C70F5F27769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11680" y="40021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B2A6EE38-5BC8-27D4-F22A-CF9FFE561C31}"/>
                    </a:ext>
                  </a:extLst>
                </p14:cNvPr>
                <p14:cNvContentPartPr/>
                <p14:nvPr/>
              </p14:nvContentPartPr>
              <p14:xfrm>
                <a:off x="779360" y="3876880"/>
                <a:ext cx="39600" cy="31464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B2A6EE38-5BC8-27D4-F22A-CF9FFE561C31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68560" y="3866080"/>
                  <a:ext cx="608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9446F86D-5C05-B468-975A-7D33047F87D5}"/>
                    </a:ext>
                  </a:extLst>
                </p14:cNvPr>
                <p14:cNvContentPartPr/>
                <p14:nvPr/>
              </p14:nvContentPartPr>
              <p14:xfrm>
                <a:off x="893120" y="3857440"/>
                <a:ext cx="79200" cy="30780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9446F86D-5C05-B468-975A-7D33047F87D5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882680" y="3846640"/>
                  <a:ext cx="10044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3B67F9C9-1C88-49E4-23EC-634958EFD63D}"/>
                    </a:ext>
                  </a:extLst>
                </p14:cNvPr>
                <p14:cNvContentPartPr/>
                <p14:nvPr/>
              </p14:nvContentPartPr>
              <p14:xfrm>
                <a:off x="1023080" y="3996760"/>
                <a:ext cx="122040" cy="16812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3B67F9C9-1C88-49E4-23EC-634958EFD63D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12280" y="3985960"/>
                  <a:ext cx="143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6F23E0E9-38FE-201A-F512-828A6365050A}"/>
                    </a:ext>
                  </a:extLst>
                </p14:cNvPr>
                <p14:cNvContentPartPr/>
                <p14:nvPr/>
              </p14:nvContentPartPr>
              <p14:xfrm>
                <a:off x="1182560" y="4018000"/>
                <a:ext cx="61560" cy="14364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6F23E0E9-38FE-201A-F512-828A6365050A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172120" y="4007200"/>
                  <a:ext cx="82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1CDE3BAC-D054-A15D-9909-A7FE15B5CD84}"/>
                    </a:ext>
                  </a:extLst>
                </p14:cNvPr>
                <p14:cNvContentPartPr/>
                <p14:nvPr/>
              </p14:nvContentPartPr>
              <p14:xfrm>
                <a:off x="1243760" y="4000720"/>
                <a:ext cx="214920" cy="16092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1CDE3BAC-D054-A15D-9909-A7FE15B5CD84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233320" y="3989920"/>
                  <a:ext cx="2361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CE081CD9-D240-EC5C-5795-00730AD89EB7}"/>
                    </a:ext>
                  </a:extLst>
                </p14:cNvPr>
                <p14:cNvContentPartPr/>
                <p14:nvPr/>
              </p14:nvContentPartPr>
              <p14:xfrm>
                <a:off x="1586480" y="4091440"/>
                <a:ext cx="360" cy="36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CE081CD9-D240-EC5C-5795-00730AD89EB7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575680" y="40810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61276A7A-8D15-8C96-16C1-847CBDE94199}"/>
                    </a:ext>
                  </a:extLst>
                </p14:cNvPr>
                <p14:cNvContentPartPr/>
                <p14:nvPr/>
              </p14:nvContentPartPr>
              <p14:xfrm>
                <a:off x="1714640" y="3988840"/>
                <a:ext cx="108720" cy="2739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61276A7A-8D15-8C96-16C1-847CBDE9419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704200" y="3978040"/>
                  <a:ext cx="1299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773CF997-D70E-B290-6D6D-73985EE54A16}"/>
                    </a:ext>
                  </a:extLst>
                </p14:cNvPr>
                <p14:cNvContentPartPr/>
                <p14:nvPr/>
              </p14:nvContentPartPr>
              <p14:xfrm>
                <a:off x="1915160" y="4014040"/>
                <a:ext cx="55080" cy="10152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773CF997-D70E-B290-6D6D-73985EE54A1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904720" y="4003240"/>
                  <a:ext cx="763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9D8961A3-BC88-03FE-0F10-A6A5CAC4D043}"/>
                    </a:ext>
                  </a:extLst>
                </p14:cNvPr>
                <p14:cNvContentPartPr/>
                <p14:nvPr/>
              </p14:nvContentPartPr>
              <p14:xfrm>
                <a:off x="2091920" y="3992080"/>
                <a:ext cx="53280" cy="1767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9D8961A3-BC88-03FE-0F10-A6A5CAC4D043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2081480" y="3981640"/>
                  <a:ext cx="745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3CEA098D-0B96-343B-7988-A34C01D0CF9D}"/>
                    </a:ext>
                  </a:extLst>
                </p14:cNvPr>
                <p14:cNvContentPartPr/>
                <p14:nvPr/>
              </p14:nvContentPartPr>
              <p14:xfrm>
                <a:off x="2228360" y="3884800"/>
                <a:ext cx="84600" cy="27576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3CEA098D-0B96-343B-7988-A34C01D0CF9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2217920" y="3874360"/>
                  <a:ext cx="1058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869EE74B-B034-485D-056F-65E64F1EFB00}"/>
                    </a:ext>
                  </a:extLst>
                </p14:cNvPr>
                <p14:cNvContentPartPr/>
                <p14:nvPr/>
              </p14:nvContentPartPr>
              <p14:xfrm>
                <a:off x="2392160" y="3892720"/>
                <a:ext cx="83160" cy="28944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869EE74B-B034-485D-056F-65E64F1EFB0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2381360" y="3882280"/>
                  <a:ext cx="1044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1100636E-9116-941A-CB06-957B9A2E9264}"/>
                    </a:ext>
                  </a:extLst>
                </p14:cNvPr>
                <p14:cNvContentPartPr/>
                <p14:nvPr/>
              </p14:nvContentPartPr>
              <p14:xfrm>
                <a:off x="2558480" y="3923680"/>
                <a:ext cx="94320" cy="19188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1100636E-9116-941A-CB06-957B9A2E926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2548040" y="3912880"/>
                  <a:ext cx="1155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49713CD2-0402-C1A1-2FED-8786017E077E}"/>
                    </a:ext>
                  </a:extLst>
                </p14:cNvPr>
                <p14:cNvContentPartPr/>
                <p14:nvPr/>
              </p14:nvContentPartPr>
              <p14:xfrm>
                <a:off x="2653880" y="3988480"/>
                <a:ext cx="102600" cy="8100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49713CD2-0402-C1A1-2FED-8786017E077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643440" y="3978040"/>
                  <a:ext cx="1238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5EAB96F2-3B5F-2DEC-1CC2-0FC384B728E6}"/>
                    </a:ext>
                  </a:extLst>
                </p14:cNvPr>
                <p14:cNvContentPartPr/>
                <p14:nvPr/>
              </p14:nvContentPartPr>
              <p14:xfrm>
                <a:off x="2787080" y="4001080"/>
                <a:ext cx="129960" cy="6876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5EAB96F2-3B5F-2DEC-1CC2-0FC384B728E6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776640" y="3990640"/>
                  <a:ext cx="151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E89C4FCD-4346-708C-3732-E7ECE00EF432}"/>
                    </a:ext>
                  </a:extLst>
                </p14:cNvPr>
                <p14:cNvContentPartPr/>
                <p14:nvPr/>
              </p14:nvContentPartPr>
              <p14:xfrm>
                <a:off x="3014240" y="3877960"/>
                <a:ext cx="7920" cy="22644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E89C4FCD-4346-708C-3732-E7ECE00EF432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3003800" y="3867160"/>
                  <a:ext cx="291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B0F3D915-582C-CAED-3965-693DDA8E9955}"/>
                    </a:ext>
                  </a:extLst>
                </p14:cNvPr>
                <p14:cNvContentPartPr/>
                <p14:nvPr/>
              </p14:nvContentPartPr>
              <p14:xfrm>
                <a:off x="2940800" y="3983080"/>
                <a:ext cx="118440" cy="1404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B0F3D915-582C-CAED-3965-693DDA8E995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930360" y="3972280"/>
                  <a:ext cx="1396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C71DB794-137B-6AC2-A7A8-8562E64859F9}"/>
                    </a:ext>
                  </a:extLst>
                </p14:cNvPr>
                <p14:cNvContentPartPr/>
                <p14:nvPr/>
              </p14:nvContentPartPr>
              <p14:xfrm>
                <a:off x="3151400" y="3860680"/>
                <a:ext cx="28800" cy="32148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C71DB794-137B-6AC2-A7A8-8562E64859F9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140960" y="3850240"/>
                  <a:ext cx="500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04F2B46C-B52D-9FE1-79AE-C4BE3CF8821B}"/>
                    </a:ext>
                  </a:extLst>
                </p14:cNvPr>
                <p14:cNvContentPartPr/>
                <p14:nvPr/>
              </p14:nvContentPartPr>
              <p14:xfrm>
                <a:off x="3311240" y="4088200"/>
                <a:ext cx="34560" cy="13752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04F2B46C-B52D-9FE1-79AE-C4BE3CF8821B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300800" y="4077400"/>
                  <a:ext cx="558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AA8A6042-24E1-FE88-8553-21106A40027C}"/>
                    </a:ext>
                  </a:extLst>
                </p14:cNvPr>
                <p14:cNvContentPartPr/>
                <p14:nvPr/>
              </p14:nvContentPartPr>
              <p14:xfrm>
                <a:off x="3339320" y="3965800"/>
                <a:ext cx="360" cy="36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AA8A6042-24E1-FE88-8553-21106A40027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3328880" y="39553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F369602F-1506-3BC9-F9E5-C72E2DA908C5}"/>
              </a:ext>
            </a:extLst>
          </p:cNvPr>
          <p:cNvGrpSpPr/>
          <p:nvPr/>
        </p:nvGrpSpPr>
        <p:grpSpPr>
          <a:xfrm>
            <a:off x="466880" y="4448920"/>
            <a:ext cx="525960" cy="582120"/>
            <a:chOff x="466880" y="4448920"/>
            <a:chExt cx="525960" cy="58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4D8CFAFE-C334-7919-8839-1F2B76E05A71}"/>
                    </a:ext>
                  </a:extLst>
                </p14:cNvPr>
                <p14:cNvContentPartPr/>
                <p14:nvPr/>
              </p14:nvContentPartPr>
              <p14:xfrm>
                <a:off x="466880" y="4448920"/>
                <a:ext cx="210240" cy="58212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4D8CFAFE-C334-7919-8839-1F2B76E05A71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456440" y="4438120"/>
                  <a:ext cx="23148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A5B25FC4-DDE5-B800-FBA4-EA93A4DF9F68}"/>
                    </a:ext>
                  </a:extLst>
                </p14:cNvPr>
                <p14:cNvContentPartPr/>
                <p14:nvPr/>
              </p14:nvContentPartPr>
              <p14:xfrm>
                <a:off x="470840" y="4723240"/>
                <a:ext cx="358560" cy="11448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A5B25FC4-DDE5-B800-FBA4-EA93A4DF9F68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460040" y="4712800"/>
                  <a:ext cx="3798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E9761690-FEC3-ACBE-0E5D-3FAE186CA7D8}"/>
                    </a:ext>
                  </a:extLst>
                </p14:cNvPr>
                <p14:cNvContentPartPr/>
                <p14:nvPr/>
              </p14:nvContentPartPr>
              <p14:xfrm>
                <a:off x="875840" y="4695160"/>
                <a:ext cx="117000" cy="15408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E9761690-FEC3-ACBE-0E5D-3FAE186CA7D8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865040" y="4684360"/>
                  <a:ext cx="13824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01F96680-A90C-493F-1B11-AAA117F4A642}"/>
              </a:ext>
            </a:extLst>
          </p:cNvPr>
          <p:cNvGrpSpPr/>
          <p:nvPr/>
        </p:nvGrpSpPr>
        <p:grpSpPr>
          <a:xfrm>
            <a:off x="1301720" y="4450360"/>
            <a:ext cx="599760" cy="469800"/>
            <a:chOff x="1301720" y="4450360"/>
            <a:chExt cx="59976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5ACF537D-5705-9323-087D-9D714BCC6C1A}"/>
                    </a:ext>
                  </a:extLst>
                </p14:cNvPr>
                <p14:cNvContentPartPr/>
                <p14:nvPr/>
              </p14:nvContentPartPr>
              <p14:xfrm>
                <a:off x="1301720" y="4450360"/>
                <a:ext cx="46440" cy="46980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5ACF537D-5705-9323-087D-9D714BCC6C1A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291280" y="4439560"/>
                  <a:ext cx="676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34CABBB2-4BCA-BC64-84CD-F080F4660D2E}"/>
                    </a:ext>
                  </a:extLst>
                </p14:cNvPr>
                <p14:cNvContentPartPr/>
                <p14:nvPr/>
              </p14:nvContentPartPr>
              <p14:xfrm>
                <a:off x="1425200" y="4659160"/>
                <a:ext cx="18000" cy="22644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34CABBB2-4BCA-BC64-84CD-F080F4660D2E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414760" y="4648720"/>
                  <a:ext cx="392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FF67132A-7817-9779-16ED-E1B25360A126}"/>
                    </a:ext>
                  </a:extLst>
                </p14:cNvPr>
                <p14:cNvContentPartPr/>
                <p14:nvPr/>
              </p14:nvContentPartPr>
              <p14:xfrm>
                <a:off x="1411880" y="4551160"/>
                <a:ext cx="85680" cy="10512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FF67132A-7817-9779-16ED-E1B25360A126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401440" y="4540360"/>
                  <a:ext cx="1069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CA0B6E3E-ABD4-1791-99E1-0237DDDAA209}"/>
                    </a:ext>
                  </a:extLst>
                </p14:cNvPr>
                <p14:cNvContentPartPr/>
                <p14:nvPr/>
              </p14:nvContentPartPr>
              <p14:xfrm>
                <a:off x="1573880" y="4633240"/>
                <a:ext cx="115920" cy="17604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CA0B6E3E-ABD4-1791-99E1-0237DDDAA209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563080" y="4622800"/>
                  <a:ext cx="1371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E0110515-B76A-13EA-6177-A2751BD59CFD}"/>
                    </a:ext>
                  </a:extLst>
                </p14:cNvPr>
                <p14:cNvContentPartPr/>
                <p14:nvPr/>
              </p14:nvContentPartPr>
              <p14:xfrm>
                <a:off x="1779800" y="4484560"/>
                <a:ext cx="10080" cy="33048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E0110515-B76A-13EA-6177-A2751BD59CFD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769360" y="4473760"/>
                  <a:ext cx="3132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7A94957E-F0EB-E185-FC30-2F2283A17A2E}"/>
                    </a:ext>
                  </a:extLst>
                </p14:cNvPr>
                <p14:cNvContentPartPr/>
                <p14:nvPr/>
              </p14:nvContentPartPr>
              <p14:xfrm>
                <a:off x="1722200" y="4701640"/>
                <a:ext cx="179280" cy="2304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7A94957E-F0EB-E185-FC30-2F2283A17A2E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711760" y="4690840"/>
                  <a:ext cx="20052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DC84AA60-5885-B438-7430-91EB6AAAD492}"/>
              </a:ext>
            </a:extLst>
          </p:cNvPr>
          <p:cNvGrpSpPr/>
          <p:nvPr/>
        </p:nvGrpSpPr>
        <p:grpSpPr>
          <a:xfrm>
            <a:off x="2145560" y="4448920"/>
            <a:ext cx="518760" cy="344160"/>
            <a:chOff x="2145560" y="4448920"/>
            <a:chExt cx="51876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9952142B-C4ED-06CF-8907-4B1ED8975693}"/>
                    </a:ext>
                  </a:extLst>
                </p14:cNvPr>
                <p14:cNvContentPartPr/>
                <p14:nvPr/>
              </p14:nvContentPartPr>
              <p14:xfrm>
                <a:off x="2145560" y="4612360"/>
                <a:ext cx="131760" cy="18072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9952142B-C4ED-06CF-8907-4B1ED8975693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134760" y="4601920"/>
                  <a:ext cx="1530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1FD9DD6A-3666-8CAD-EF33-289BDC1B3C81}"/>
                    </a:ext>
                  </a:extLst>
                </p14:cNvPr>
                <p14:cNvContentPartPr/>
                <p14:nvPr/>
              </p14:nvContentPartPr>
              <p14:xfrm>
                <a:off x="2177960" y="4448920"/>
                <a:ext cx="88200" cy="6300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1FD9DD6A-3666-8CAD-EF33-289BDC1B3C81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2167160" y="4438120"/>
                  <a:ext cx="1094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A35ABCC8-55EB-12A4-CCFF-EABB3F9E7097}"/>
                    </a:ext>
                  </a:extLst>
                </p14:cNvPr>
                <p14:cNvContentPartPr/>
                <p14:nvPr/>
              </p14:nvContentPartPr>
              <p14:xfrm>
                <a:off x="2391080" y="4734760"/>
                <a:ext cx="135000" cy="36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A35ABCC8-55EB-12A4-CCFF-EABB3F9E7097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2380640" y="4723960"/>
                  <a:ext cx="1562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295814C2-0EFF-D6DE-CEF8-427DB1EEA762}"/>
                    </a:ext>
                  </a:extLst>
                </p14:cNvPr>
                <p14:cNvContentPartPr/>
                <p14:nvPr/>
              </p14:nvContentPartPr>
              <p14:xfrm>
                <a:off x="2381000" y="4657000"/>
                <a:ext cx="146160" cy="36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295814C2-0EFF-D6DE-CEF8-427DB1EEA762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2370560" y="4646200"/>
                  <a:ext cx="1674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66879E43-9239-C42E-37A0-92ACCA2F78AD}"/>
                    </a:ext>
                  </a:extLst>
                </p14:cNvPr>
                <p14:cNvContentPartPr/>
                <p14:nvPr/>
              </p14:nvContentPartPr>
              <p14:xfrm>
                <a:off x="2641280" y="4515520"/>
                <a:ext cx="23040" cy="25524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66879E43-9239-C42E-37A0-92ACCA2F78AD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2630480" y="4504720"/>
                  <a:ext cx="44280" cy="27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9">
            <p14:nvContentPartPr>
              <p14:cNvPr id="509" name="Ink 508">
                <a:extLst>
                  <a:ext uri="{FF2B5EF4-FFF2-40B4-BE49-F238E27FC236}">
                    <a16:creationId xmlns:a16="http://schemas.microsoft.com/office/drawing/2014/main" id="{5F7B36A6-6FCB-E2E6-92A9-953B7CB90935}"/>
                  </a:ext>
                </a:extLst>
              </p14:cNvPr>
              <p14:cNvContentPartPr/>
              <p14:nvPr/>
            </p14:nvContentPartPr>
            <p14:xfrm>
              <a:off x="2859440" y="4639720"/>
              <a:ext cx="31680" cy="151200"/>
            </p14:xfrm>
          </p:contentPart>
        </mc:Choice>
        <mc:Fallback xmlns="">
          <p:pic>
            <p:nvPicPr>
              <p:cNvPr id="509" name="Ink 508">
                <a:extLst>
                  <a:ext uri="{FF2B5EF4-FFF2-40B4-BE49-F238E27FC236}">
                    <a16:creationId xmlns:a16="http://schemas.microsoft.com/office/drawing/2014/main" id="{5F7B36A6-6FCB-E2E6-92A9-953B7CB90935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2849000" y="4629280"/>
                <a:ext cx="52920" cy="17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19" name="Group 518">
            <a:extLst>
              <a:ext uri="{FF2B5EF4-FFF2-40B4-BE49-F238E27FC236}">
                <a16:creationId xmlns:a16="http://schemas.microsoft.com/office/drawing/2014/main" id="{C8D3C7AB-8CB4-C794-3A5F-5354009787C3}"/>
              </a:ext>
            </a:extLst>
          </p:cNvPr>
          <p:cNvGrpSpPr/>
          <p:nvPr/>
        </p:nvGrpSpPr>
        <p:grpSpPr>
          <a:xfrm>
            <a:off x="3221240" y="4417240"/>
            <a:ext cx="460080" cy="327960"/>
            <a:chOff x="3221240" y="4417240"/>
            <a:chExt cx="46008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CF7DA710-017C-EC5B-6E41-DAEA8D33E47E}"/>
                    </a:ext>
                  </a:extLst>
                </p14:cNvPr>
                <p14:cNvContentPartPr/>
                <p14:nvPr/>
              </p14:nvContentPartPr>
              <p14:xfrm>
                <a:off x="3221240" y="4599760"/>
                <a:ext cx="101880" cy="14544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CF7DA710-017C-EC5B-6E41-DAEA8D33E47E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3210440" y="4589320"/>
                  <a:ext cx="1231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263BFE45-C7C8-C02C-3C48-6B3AE4A650E9}"/>
                    </a:ext>
                  </a:extLst>
                </p14:cNvPr>
                <p14:cNvContentPartPr/>
                <p14:nvPr/>
              </p14:nvContentPartPr>
              <p14:xfrm>
                <a:off x="3264440" y="4417240"/>
                <a:ext cx="95400" cy="5940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263BFE45-C7C8-C02C-3C48-6B3AE4A650E9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3254000" y="4406800"/>
                  <a:ext cx="116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860DF5A4-1891-22BC-170D-C6714ADD8947}"/>
                    </a:ext>
                  </a:extLst>
                </p14:cNvPr>
                <p14:cNvContentPartPr/>
                <p14:nvPr/>
              </p14:nvContentPartPr>
              <p14:xfrm>
                <a:off x="3515720" y="4561240"/>
                <a:ext cx="6120" cy="16704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860DF5A4-1891-22BC-170D-C6714ADD8947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3505280" y="4550440"/>
                  <a:ext cx="273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06063DDA-4C7D-4B1E-DD18-7D55C8AFC2B2}"/>
                    </a:ext>
                  </a:extLst>
                </p14:cNvPr>
                <p14:cNvContentPartPr/>
                <p14:nvPr/>
              </p14:nvContentPartPr>
              <p14:xfrm>
                <a:off x="3452360" y="4630720"/>
                <a:ext cx="140040" cy="1620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06063DDA-4C7D-4B1E-DD18-7D55C8AFC2B2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3441560" y="4620280"/>
                  <a:ext cx="161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969AF421-B38E-0DB5-D9E7-2C5DD444610B}"/>
                    </a:ext>
                  </a:extLst>
                </p14:cNvPr>
                <p14:cNvContentPartPr/>
                <p14:nvPr/>
              </p14:nvContentPartPr>
              <p14:xfrm>
                <a:off x="3669440" y="4537120"/>
                <a:ext cx="11880" cy="20016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969AF421-B38E-0DB5-D9E7-2C5DD444610B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3658640" y="4526320"/>
                  <a:ext cx="33120" cy="22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1">
            <p14:nvContentPartPr>
              <p14:cNvPr id="520" name="Ink 519">
                <a:extLst>
                  <a:ext uri="{FF2B5EF4-FFF2-40B4-BE49-F238E27FC236}">
                    <a16:creationId xmlns:a16="http://schemas.microsoft.com/office/drawing/2014/main" id="{50AFEE9A-DB3A-E221-33D2-8C7E56569A21}"/>
                  </a:ext>
                </a:extLst>
              </p14:cNvPr>
              <p14:cNvContentPartPr/>
              <p14:nvPr/>
            </p14:nvContentPartPr>
            <p14:xfrm>
              <a:off x="3919280" y="4536040"/>
              <a:ext cx="193320" cy="212760"/>
            </p14:xfrm>
          </p:contentPart>
        </mc:Choice>
        <mc:Fallback xmlns="">
          <p:pic>
            <p:nvPicPr>
              <p:cNvPr id="520" name="Ink 519">
                <a:extLst>
                  <a:ext uri="{FF2B5EF4-FFF2-40B4-BE49-F238E27FC236}">
                    <a16:creationId xmlns:a16="http://schemas.microsoft.com/office/drawing/2014/main" id="{50AFEE9A-DB3A-E221-33D2-8C7E56569A21}"/>
                  </a:ext>
                </a:extLst>
              </p:cNvPr>
              <p:cNvPicPr/>
              <p:nvPr/>
            </p:nvPicPr>
            <p:blipFill>
              <a:blip r:embed="rId522"/>
              <a:stretch>
                <a:fillRect/>
              </a:stretch>
            </p:blipFill>
            <p:spPr>
              <a:xfrm>
                <a:off x="3908840" y="4525240"/>
                <a:ext cx="214560" cy="23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42" name="Group 541">
            <a:extLst>
              <a:ext uri="{FF2B5EF4-FFF2-40B4-BE49-F238E27FC236}">
                <a16:creationId xmlns:a16="http://schemas.microsoft.com/office/drawing/2014/main" id="{392C081D-E3EE-7F6A-66DB-35E52365CADD}"/>
              </a:ext>
            </a:extLst>
          </p:cNvPr>
          <p:cNvGrpSpPr/>
          <p:nvPr/>
        </p:nvGrpSpPr>
        <p:grpSpPr>
          <a:xfrm>
            <a:off x="4309520" y="4419400"/>
            <a:ext cx="712080" cy="358920"/>
            <a:chOff x="4309520" y="4419400"/>
            <a:chExt cx="712080" cy="35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89606A1E-9D6B-8C5B-FD1B-AF71FA00F9DF}"/>
                    </a:ext>
                  </a:extLst>
                </p14:cNvPr>
                <p14:cNvContentPartPr/>
                <p14:nvPr/>
              </p14:nvContentPartPr>
              <p14:xfrm>
                <a:off x="4309520" y="4527400"/>
                <a:ext cx="125640" cy="17532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89606A1E-9D6B-8C5B-FD1B-AF71FA00F9DF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4298720" y="4516600"/>
                  <a:ext cx="1468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978678DD-3B55-33C8-5731-6F7603DB8B43}"/>
                    </a:ext>
                  </a:extLst>
                </p14:cNvPr>
                <p14:cNvContentPartPr/>
                <p14:nvPr/>
              </p14:nvContentPartPr>
              <p14:xfrm>
                <a:off x="4524800" y="4545040"/>
                <a:ext cx="15480" cy="11916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978678DD-3B55-33C8-5731-6F7603DB8B43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4514360" y="4534600"/>
                  <a:ext cx="367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A35AC825-64BC-EF19-4B21-A123A696E555}"/>
                    </a:ext>
                  </a:extLst>
                </p14:cNvPr>
                <p14:cNvContentPartPr/>
                <p14:nvPr/>
              </p14:nvContentPartPr>
              <p14:xfrm>
                <a:off x="4500680" y="4419400"/>
                <a:ext cx="360" cy="36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A35AC825-64BC-EF19-4B21-A123A696E555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490240" y="44089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31BF997B-4CC9-2BC0-C7F9-E394049226C1}"/>
                    </a:ext>
                  </a:extLst>
                </p14:cNvPr>
                <p14:cNvContentPartPr/>
                <p14:nvPr/>
              </p14:nvContentPartPr>
              <p14:xfrm>
                <a:off x="4640360" y="4489600"/>
                <a:ext cx="167760" cy="15876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31BF997B-4CC9-2BC0-C7F9-E394049226C1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4629560" y="4478800"/>
                  <a:ext cx="1890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F9B1BB57-1635-A327-0B25-D262511630B9}"/>
                    </a:ext>
                  </a:extLst>
                </p14:cNvPr>
                <p14:cNvContentPartPr/>
                <p14:nvPr/>
              </p14:nvContentPartPr>
              <p14:xfrm>
                <a:off x="4792640" y="4482760"/>
                <a:ext cx="106920" cy="15876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F9B1BB57-1635-A327-0B25-D262511630B9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782200" y="4471960"/>
                  <a:ext cx="128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C71775A6-4AEB-D65A-6F94-C0C4F5FF2491}"/>
                    </a:ext>
                  </a:extLst>
                </p14:cNvPr>
                <p14:cNvContentPartPr/>
                <p14:nvPr/>
              </p14:nvContentPartPr>
              <p14:xfrm>
                <a:off x="4960040" y="4652320"/>
                <a:ext cx="61560" cy="12600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C71775A6-4AEB-D65A-6F94-C0C4F5FF2491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949600" y="4641880"/>
                  <a:ext cx="82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C5F536AD-1BC6-65F2-3392-DD6E425695CC}"/>
                    </a:ext>
                  </a:extLst>
                </p14:cNvPr>
                <p14:cNvContentPartPr/>
                <p14:nvPr/>
              </p14:nvContentPartPr>
              <p14:xfrm>
                <a:off x="4994600" y="4550800"/>
                <a:ext cx="360" cy="36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C5F536AD-1BC6-65F2-3392-DD6E425695C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983800" y="45400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0" name="Group 539">
            <a:extLst>
              <a:ext uri="{FF2B5EF4-FFF2-40B4-BE49-F238E27FC236}">
                <a16:creationId xmlns:a16="http://schemas.microsoft.com/office/drawing/2014/main" id="{36A69B85-0AB6-8564-BC73-6340D4C2E1CF}"/>
              </a:ext>
            </a:extLst>
          </p:cNvPr>
          <p:cNvGrpSpPr/>
          <p:nvPr/>
        </p:nvGrpSpPr>
        <p:grpSpPr>
          <a:xfrm>
            <a:off x="5235080" y="4321120"/>
            <a:ext cx="1002960" cy="384120"/>
            <a:chOff x="5235080" y="4321120"/>
            <a:chExt cx="1002960" cy="38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CEBA82C6-E244-16FB-2A8A-8DC94467A92A}"/>
                    </a:ext>
                  </a:extLst>
                </p14:cNvPr>
                <p14:cNvContentPartPr/>
                <p14:nvPr/>
              </p14:nvContentPartPr>
              <p14:xfrm>
                <a:off x="5235080" y="4588600"/>
                <a:ext cx="132120" cy="11304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CEBA82C6-E244-16FB-2A8A-8DC94467A92A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5224280" y="4577800"/>
                  <a:ext cx="1533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92C3B214-ED79-2EC4-63AC-456B6873F6B2}"/>
                    </a:ext>
                  </a:extLst>
                </p14:cNvPr>
                <p14:cNvContentPartPr/>
                <p14:nvPr/>
              </p14:nvContentPartPr>
              <p14:xfrm>
                <a:off x="5254520" y="4489240"/>
                <a:ext cx="360" cy="36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92C3B214-ED79-2EC4-63AC-456B6873F6B2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244080" y="44784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60A8637A-D7A9-23CB-6A83-0862226FBE2D}"/>
                    </a:ext>
                  </a:extLst>
                </p14:cNvPr>
                <p14:cNvContentPartPr/>
                <p14:nvPr/>
              </p14:nvContentPartPr>
              <p14:xfrm>
                <a:off x="5456480" y="4525600"/>
                <a:ext cx="36000" cy="13752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60A8637A-D7A9-23CB-6A83-0862226FBE2D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445680" y="4515160"/>
                  <a:ext cx="572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36EE1F9C-D416-97DC-17C2-28908D0D08C5}"/>
                    </a:ext>
                  </a:extLst>
                </p14:cNvPr>
                <p14:cNvContentPartPr/>
                <p14:nvPr/>
              </p14:nvContentPartPr>
              <p14:xfrm>
                <a:off x="5400680" y="4617040"/>
                <a:ext cx="141120" cy="396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36EE1F9C-D416-97DC-17C2-28908D0D08C5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5389880" y="4606240"/>
                  <a:ext cx="162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FEA46985-5150-EC6B-6787-2934CBBD3CD6}"/>
                    </a:ext>
                  </a:extLst>
                </p14:cNvPr>
                <p14:cNvContentPartPr/>
                <p14:nvPr/>
              </p14:nvContentPartPr>
              <p14:xfrm>
                <a:off x="5672120" y="4612360"/>
                <a:ext cx="147600" cy="144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FEA46985-5150-EC6B-6787-2934CBBD3CD6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661680" y="4601920"/>
                  <a:ext cx="1688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5C167DD2-5107-D006-ED3B-95DFB222B397}"/>
                    </a:ext>
                  </a:extLst>
                </p14:cNvPr>
                <p14:cNvContentPartPr/>
                <p14:nvPr/>
              </p14:nvContentPartPr>
              <p14:xfrm>
                <a:off x="5672120" y="4559800"/>
                <a:ext cx="101880" cy="36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5C167DD2-5107-D006-ED3B-95DFB222B397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661680" y="4549360"/>
                  <a:ext cx="1231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13274BD7-8086-6F3D-47EF-B8B52265C7EE}"/>
                    </a:ext>
                  </a:extLst>
                </p14:cNvPr>
                <p14:cNvContentPartPr/>
                <p14:nvPr/>
              </p14:nvContentPartPr>
              <p14:xfrm>
                <a:off x="5880560" y="4478800"/>
                <a:ext cx="186840" cy="17532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13274BD7-8086-6F3D-47EF-B8B52265C7EE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869760" y="4468000"/>
                  <a:ext cx="208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E32973AB-BDD3-08A9-FEB3-ED9E631FE1D7}"/>
                    </a:ext>
                  </a:extLst>
                </p14:cNvPr>
                <p14:cNvContentPartPr/>
                <p14:nvPr/>
              </p14:nvContentPartPr>
              <p14:xfrm>
                <a:off x="6036440" y="4321120"/>
                <a:ext cx="201600" cy="38412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E32973AB-BDD3-08A9-FEB3-ED9E631FE1D7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6026000" y="4310680"/>
                  <a:ext cx="222840" cy="40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9" name="Group 558">
            <a:extLst>
              <a:ext uri="{FF2B5EF4-FFF2-40B4-BE49-F238E27FC236}">
                <a16:creationId xmlns:a16="http://schemas.microsoft.com/office/drawing/2014/main" id="{D7F3DFCB-1579-238F-3C3B-059E4A789871}"/>
              </a:ext>
            </a:extLst>
          </p:cNvPr>
          <p:cNvGrpSpPr/>
          <p:nvPr/>
        </p:nvGrpSpPr>
        <p:grpSpPr>
          <a:xfrm>
            <a:off x="2515640" y="5093320"/>
            <a:ext cx="160200" cy="171720"/>
            <a:chOff x="2515640" y="5093320"/>
            <a:chExt cx="160200" cy="17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7007729E-5B5E-8057-A0A4-098FC0B2EA7A}"/>
                    </a:ext>
                  </a:extLst>
                </p14:cNvPr>
                <p14:cNvContentPartPr/>
                <p14:nvPr/>
              </p14:nvContentPartPr>
              <p14:xfrm>
                <a:off x="2515640" y="5134360"/>
                <a:ext cx="148680" cy="8244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7007729E-5B5E-8057-A0A4-098FC0B2EA7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2504840" y="5123920"/>
                  <a:ext cx="1699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7347977C-4D41-E39B-0F86-33A6B11D3B9D}"/>
                    </a:ext>
                  </a:extLst>
                </p14:cNvPr>
                <p14:cNvContentPartPr/>
                <p14:nvPr/>
              </p14:nvContentPartPr>
              <p14:xfrm>
                <a:off x="2573960" y="5093320"/>
                <a:ext cx="84240" cy="17172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7347977C-4D41-E39B-0F86-33A6B11D3B9D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2563520" y="5082880"/>
                  <a:ext cx="1054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8EC86FBA-155F-8EBB-1616-58617A8E5A38}"/>
                    </a:ext>
                  </a:extLst>
                </p14:cNvPr>
                <p14:cNvContentPartPr/>
                <p14:nvPr/>
              </p14:nvContentPartPr>
              <p14:xfrm>
                <a:off x="2609600" y="5113840"/>
                <a:ext cx="11880" cy="12132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8EC86FBA-155F-8EBB-1616-58617A8E5A38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2598800" y="5103400"/>
                  <a:ext cx="331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5A5381BA-6F77-8786-DC80-EAC2C7155353}"/>
                    </a:ext>
                  </a:extLst>
                </p14:cNvPr>
                <p14:cNvContentPartPr/>
                <p14:nvPr/>
              </p14:nvContentPartPr>
              <p14:xfrm>
                <a:off x="2543360" y="5189440"/>
                <a:ext cx="132480" cy="936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5A5381BA-6F77-8786-DC80-EAC2C7155353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2532920" y="5178640"/>
                  <a:ext cx="15372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9" name="Group 578">
            <a:extLst>
              <a:ext uri="{FF2B5EF4-FFF2-40B4-BE49-F238E27FC236}">
                <a16:creationId xmlns:a16="http://schemas.microsoft.com/office/drawing/2014/main" id="{5F18B560-704E-F123-0FCD-E0E79684B2C2}"/>
              </a:ext>
            </a:extLst>
          </p:cNvPr>
          <p:cNvGrpSpPr/>
          <p:nvPr/>
        </p:nvGrpSpPr>
        <p:grpSpPr>
          <a:xfrm>
            <a:off x="3083000" y="5135440"/>
            <a:ext cx="640080" cy="226080"/>
            <a:chOff x="3083000" y="5135440"/>
            <a:chExt cx="640080" cy="22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D9FA3C78-6657-E98A-110C-FB7205FF3061}"/>
                    </a:ext>
                  </a:extLst>
                </p14:cNvPr>
                <p14:cNvContentPartPr/>
                <p14:nvPr/>
              </p14:nvContentPartPr>
              <p14:xfrm>
                <a:off x="3083000" y="5135440"/>
                <a:ext cx="245160" cy="22608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D9FA3C78-6657-E98A-110C-FB7205FF3061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3072560" y="5124640"/>
                  <a:ext cx="2664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DB588084-34AF-5D5B-36B5-CDEA30EAE295}"/>
                    </a:ext>
                  </a:extLst>
                </p14:cNvPr>
                <p14:cNvContentPartPr/>
                <p14:nvPr/>
              </p14:nvContentPartPr>
              <p14:xfrm>
                <a:off x="3453440" y="5181520"/>
                <a:ext cx="86760" cy="13356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DB588084-34AF-5D5B-36B5-CDEA30EAE295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3443000" y="5170720"/>
                  <a:ext cx="108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3148F699-11FD-FC9A-AC69-B7BEF1C636FA}"/>
                    </a:ext>
                  </a:extLst>
                </p14:cNvPr>
                <p14:cNvContentPartPr/>
                <p14:nvPr/>
              </p14:nvContentPartPr>
              <p14:xfrm>
                <a:off x="3598160" y="5171800"/>
                <a:ext cx="124920" cy="16956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3148F699-11FD-FC9A-AC69-B7BEF1C636FA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3587720" y="5161360"/>
                  <a:ext cx="14616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9E8942A0-1D7C-5B92-7783-651AC29F4964}"/>
              </a:ext>
            </a:extLst>
          </p:cNvPr>
          <p:cNvGrpSpPr/>
          <p:nvPr/>
        </p:nvGrpSpPr>
        <p:grpSpPr>
          <a:xfrm>
            <a:off x="3882560" y="5248840"/>
            <a:ext cx="141120" cy="77760"/>
            <a:chOff x="3882560" y="5248840"/>
            <a:chExt cx="141120" cy="7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2A8B982F-5F16-40F6-3A57-F70A2EA39871}"/>
                    </a:ext>
                  </a:extLst>
                </p14:cNvPr>
                <p14:cNvContentPartPr/>
                <p14:nvPr/>
              </p14:nvContentPartPr>
              <p14:xfrm>
                <a:off x="3909200" y="5318320"/>
                <a:ext cx="114480" cy="828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2A8B982F-5F16-40F6-3A57-F70A2EA39871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3898760" y="5307880"/>
                  <a:ext cx="1357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797B43E8-005D-B967-AC60-46995820DFA6}"/>
                    </a:ext>
                  </a:extLst>
                </p14:cNvPr>
                <p14:cNvContentPartPr/>
                <p14:nvPr/>
              </p14:nvContentPartPr>
              <p14:xfrm>
                <a:off x="3882560" y="5248840"/>
                <a:ext cx="135000" cy="15120"/>
              </p14:xfrm>
            </p:contentPart>
          </mc:Choice>
          <mc:Fallback xmlns=""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797B43E8-005D-B967-AC60-46995820DFA6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3872120" y="5238040"/>
                  <a:ext cx="15624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6" name="Group 595">
            <a:extLst>
              <a:ext uri="{FF2B5EF4-FFF2-40B4-BE49-F238E27FC236}">
                <a16:creationId xmlns:a16="http://schemas.microsoft.com/office/drawing/2014/main" id="{0C3CDFA9-346C-DC82-682B-05AA5421B7F6}"/>
              </a:ext>
            </a:extLst>
          </p:cNvPr>
          <p:cNvGrpSpPr/>
          <p:nvPr/>
        </p:nvGrpSpPr>
        <p:grpSpPr>
          <a:xfrm>
            <a:off x="1379480" y="5747800"/>
            <a:ext cx="721440" cy="195840"/>
            <a:chOff x="1379480" y="5747800"/>
            <a:chExt cx="72144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CC68E9FC-48EC-8A26-FA35-36E19AE0B222}"/>
                    </a:ext>
                  </a:extLst>
                </p14:cNvPr>
                <p14:cNvContentPartPr/>
                <p14:nvPr/>
              </p14:nvContentPartPr>
              <p14:xfrm>
                <a:off x="1379480" y="5760400"/>
                <a:ext cx="159120" cy="18324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CC68E9FC-48EC-8A26-FA35-36E19AE0B222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368680" y="5749960"/>
                  <a:ext cx="180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F82010E8-B4A3-A9D4-32E4-CD44F5CC3B70}"/>
                    </a:ext>
                  </a:extLst>
                </p14:cNvPr>
                <p14:cNvContentPartPr/>
                <p14:nvPr/>
              </p14:nvContentPartPr>
              <p14:xfrm>
                <a:off x="1600160" y="5757160"/>
                <a:ext cx="122400" cy="16524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F82010E8-B4A3-A9D4-32E4-CD44F5CC3B70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589720" y="5746360"/>
                  <a:ext cx="1436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30641E26-A807-EC53-C913-EE723049BA65}"/>
                    </a:ext>
                  </a:extLst>
                </p14:cNvPr>
                <p14:cNvContentPartPr/>
                <p14:nvPr/>
              </p14:nvContentPartPr>
              <p14:xfrm>
                <a:off x="1804640" y="5764360"/>
                <a:ext cx="87840" cy="13428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30641E26-A807-EC53-C913-EE723049BA65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794200" y="5753920"/>
                  <a:ext cx="1090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596A72BF-E153-CF36-3546-0A42FFDFBA81}"/>
                    </a:ext>
                  </a:extLst>
                </p14:cNvPr>
                <p14:cNvContentPartPr/>
                <p14:nvPr/>
              </p14:nvContentPartPr>
              <p14:xfrm>
                <a:off x="1981400" y="5747800"/>
                <a:ext cx="119520" cy="17568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596A72BF-E153-CF36-3546-0A42FFDFBA81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970600" y="5737360"/>
                  <a:ext cx="14076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2" name="Group 601">
            <a:extLst>
              <a:ext uri="{FF2B5EF4-FFF2-40B4-BE49-F238E27FC236}">
                <a16:creationId xmlns:a16="http://schemas.microsoft.com/office/drawing/2014/main" id="{0391FFDC-9D39-8CBB-5FEB-02D2B19A0784}"/>
              </a:ext>
            </a:extLst>
          </p:cNvPr>
          <p:cNvGrpSpPr/>
          <p:nvPr/>
        </p:nvGrpSpPr>
        <p:grpSpPr>
          <a:xfrm>
            <a:off x="2251760" y="5794600"/>
            <a:ext cx="234000" cy="198000"/>
            <a:chOff x="2251760" y="5794600"/>
            <a:chExt cx="23400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1AF3547E-FFDA-84A7-0B50-63DFE4F82CE4}"/>
                    </a:ext>
                  </a:extLst>
                </p14:cNvPr>
                <p14:cNvContentPartPr/>
                <p14:nvPr/>
              </p14:nvContentPartPr>
              <p14:xfrm>
                <a:off x="2251760" y="5866600"/>
                <a:ext cx="207360" cy="2268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1AF3547E-FFDA-84A7-0B50-63DFE4F82CE4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2240960" y="5856160"/>
                  <a:ext cx="228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F83C18AD-3E05-F99A-8206-9C769F13442B}"/>
                    </a:ext>
                  </a:extLst>
                </p14:cNvPr>
                <p14:cNvContentPartPr/>
                <p14:nvPr/>
              </p14:nvContentPartPr>
              <p14:xfrm>
                <a:off x="2399000" y="5794600"/>
                <a:ext cx="86760" cy="198000"/>
              </p14:xfrm>
            </p:contentPart>
          </mc:Choice>
          <mc:Fallback xmlns=""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F83C18AD-3E05-F99A-8206-9C769F13442B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2388200" y="5784160"/>
                  <a:ext cx="10800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3" name="Group 612">
            <a:extLst>
              <a:ext uri="{FF2B5EF4-FFF2-40B4-BE49-F238E27FC236}">
                <a16:creationId xmlns:a16="http://schemas.microsoft.com/office/drawing/2014/main" id="{56991773-39F0-CC1A-DAC6-029873422A8C}"/>
              </a:ext>
            </a:extLst>
          </p:cNvPr>
          <p:cNvGrpSpPr/>
          <p:nvPr/>
        </p:nvGrpSpPr>
        <p:grpSpPr>
          <a:xfrm>
            <a:off x="2749280" y="5626480"/>
            <a:ext cx="557280" cy="432360"/>
            <a:chOff x="2749280" y="5626480"/>
            <a:chExt cx="557280" cy="43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BCA32704-632B-2408-CAAF-0E791C678923}"/>
                    </a:ext>
                  </a:extLst>
                </p14:cNvPr>
                <p14:cNvContentPartPr/>
                <p14:nvPr/>
              </p14:nvContentPartPr>
              <p14:xfrm>
                <a:off x="2749280" y="5694160"/>
                <a:ext cx="68760" cy="31896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BCA32704-632B-2408-CAAF-0E791C678923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2738480" y="5683720"/>
                  <a:ext cx="900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9112A815-078B-22F6-C41B-9B8250A8562E}"/>
                    </a:ext>
                  </a:extLst>
                </p14:cNvPr>
                <p14:cNvContentPartPr/>
                <p14:nvPr/>
              </p14:nvContentPartPr>
              <p14:xfrm>
                <a:off x="2878520" y="5826640"/>
                <a:ext cx="61200" cy="15480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9112A815-078B-22F6-C41B-9B8250A8562E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2867720" y="5815840"/>
                  <a:ext cx="824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C6A5A6FF-590A-954C-C8E2-7FCB1C404646}"/>
                    </a:ext>
                  </a:extLst>
                </p14:cNvPr>
                <p14:cNvContentPartPr/>
                <p14:nvPr/>
              </p14:nvContentPartPr>
              <p14:xfrm>
                <a:off x="3016400" y="5626480"/>
                <a:ext cx="173520" cy="43236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C6A5A6FF-590A-954C-C8E2-7FCB1C404646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3005600" y="5616040"/>
                  <a:ext cx="19476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84B8FCFA-B26C-3603-66D7-30B3F96D7DC2}"/>
                    </a:ext>
                  </a:extLst>
                </p14:cNvPr>
                <p14:cNvContentPartPr/>
                <p14:nvPr/>
              </p14:nvContentPartPr>
              <p14:xfrm>
                <a:off x="3206120" y="5674720"/>
                <a:ext cx="63720" cy="26892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84B8FCFA-B26C-3603-66D7-30B3F96D7DC2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3195320" y="5664280"/>
                  <a:ext cx="849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D8032460-93B9-1E75-6CFD-C1F9908C14C5}"/>
                    </a:ext>
                  </a:extLst>
                </p14:cNvPr>
                <p14:cNvContentPartPr/>
                <p14:nvPr/>
              </p14:nvContentPartPr>
              <p14:xfrm>
                <a:off x="3189560" y="5817640"/>
                <a:ext cx="117000" cy="3024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D8032460-93B9-1E75-6CFD-C1F9908C14C5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3179120" y="5806840"/>
                  <a:ext cx="13824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1" name="Group 610">
            <a:extLst>
              <a:ext uri="{FF2B5EF4-FFF2-40B4-BE49-F238E27FC236}">
                <a16:creationId xmlns:a16="http://schemas.microsoft.com/office/drawing/2014/main" id="{4AB34921-4672-AFD6-684F-17033381EBDE}"/>
              </a:ext>
            </a:extLst>
          </p:cNvPr>
          <p:cNvGrpSpPr/>
          <p:nvPr/>
        </p:nvGrpSpPr>
        <p:grpSpPr>
          <a:xfrm>
            <a:off x="3485480" y="5811880"/>
            <a:ext cx="152640" cy="107640"/>
            <a:chOff x="3485480" y="5811880"/>
            <a:chExt cx="152640" cy="10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2A613A6B-9076-F8A8-E959-E539F10847D3}"/>
                    </a:ext>
                  </a:extLst>
                </p14:cNvPr>
                <p14:cNvContentPartPr/>
                <p14:nvPr/>
              </p14:nvContentPartPr>
              <p14:xfrm>
                <a:off x="3485480" y="5892880"/>
                <a:ext cx="152640" cy="2664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2A613A6B-9076-F8A8-E959-E539F10847D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3474680" y="5882440"/>
                  <a:ext cx="1738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813FF8BC-5F84-FA51-521A-DCEE9987F448}"/>
                    </a:ext>
                  </a:extLst>
                </p14:cNvPr>
                <p14:cNvContentPartPr/>
                <p14:nvPr/>
              </p14:nvContentPartPr>
              <p14:xfrm>
                <a:off x="3500600" y="5811880"/>
                <a:ext cx="106920" cy="828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813FF8BC-5F84-FA51-521A-DCEE9987F448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3489800" y="5801440"/>
                  <a:ext cx="12816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C6B069BE-52B4-5539-9D92-EB363165B8C9}"/>
              </a:ext>
            </a:extLst>
          </p:cNvPr>
          <p:cNvGrpSpPr/>
          <p:nvPr/>
        </p:nvGrpSpPr>
        <p:grpSpPr>
          <a:xfrm>
            <a:off x="4004600" y="5752480"/>
            <a:ext cx="492480" cy="198000"/>
            <a:chOff x="4004600" y="5752480"/>
            <a:chExt cx="492480" cy="1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A05DD093-747B-A594-B4FD-DEAFE70A4700}"/>
                    </a:ext>
                  </a:extLst>
                </p14:cNvPr>
                <p14:cNvContentPartPr/>
                <p14:nvPr/>
              </p14:nvContentPartPr>
              <p14:xfrm>
                <a:off x="4004600" y="5752480"/>
                <a:ext cx="131040" cy="19800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A05DD093-747B-A594-B4FD-DEAFE70A4700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3993800" y="5742040"/>
                  <a:ext cx="1522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7FDD823E-0CAE-09BD-9F05-52E99849FFF2}"/>
                    </a:ext>
                  </a:extLst>
                </p14:cNvPr>
                <p14:cNvContentPartPr/>
                <p14:nvPr/>
              </p14:nvContentPartPr>
              <p14:xfrm>
                <a:off x="4187480" y="5760040"/>
                <a:ext cx="41760" cy="169920"/>
              </p14:xfrm>
            </p:contentPart>
          </mc:Choice>
          <mc:Fallback xmlns=""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7FDD823E-0CAE-09BD-9F05-52E99849FFF2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4176680" y="5749240"/>
                  <a:ext cx="63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6250FFDD-B9C1-34DF-65B2-0711AA36D1FF}"/>
                    </a:ext>
                  </a:extLst>
                </p14:cNvPr>
                <p14:cNvContentPartPr/>
                <p14:nvPr/>
              </p14:nvContentPartPr>
              <p14:xfrm>
                <a:off x="4321040" y="5769760"/>
                <a:ext cx="176040" cy="168480"/>
              </p14:xfrm>
            </p:contentPart>
          </mc:Choice>
          <mc:Fallback xmlns=""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6250FFDD-B9C1-34DF-65B2-0711AA36D1FF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4310600" y="5758960"/>
                  <a:ext cx="19728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0">
            <p14:nvContentPartPr>
              <p14:cNvPr id="621" name="Ink 620">
                <a:extLst>
                  <a:ext uri="{FF2B5EF4-FFF2-40B4-BE49-F238E27FC236}">
                    <a16:creationId xmlns:a16="http://schemas.microsoft.com/office/drawing/2014/main" id="{B5109A60-4FBB-A418-6A1B-F432F626FC24}"/>
                  </a:ext>
                </a:extLst>
              </p14:cNvPr>
              <p14:cNvContentPartPr/>
              <p14:nvPr/>
            </p14:nvContentPartPr>
            <p14:xfrm>
              <a:off x="8822120" y="4019440"/>
              <a:ext cx="360" cy="360"/>
            </p14:xfrm>
          </p:contentPart>
        </mc:Choice>
        <mc:Fallback xmlns="">
          <p:pic>
            <p:nvPicPr>
              <p:cNvPr id="621" name="Ink 620">
                <a:extLst>
                  <a:ext uri="{FF2B5EF4-FFF2-40B4-BE49-F238E27FC236}">
                    <a16:creationId xmlns:a16="http://schemas.microsoft.com/office/drawing/2014/main" id="{B5109A60-4FBB-A418-6A1B-F432F626FC24}"/>
                  </a:ext>
                </a:extLst>
              </p:cNvPr>
              <p:cNvPicPr/>
              <p:nvPr/>
            </p:nvPicPr>
            <p:blipFill>
              <a:blip r:embed="rId601"/>
              <a:stretch>
                <a:fillRect/>
              </a:stretch>
            </p:blipFill>
            <p:spPr>
              <a:xfrm>
                <a:off x="8816000" y="401332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43" name="Group 642">
            <a:extLst>
              <a:ext uri="{FF2B5EF4-FFF2-40B4-BE49-F238E27FC236}">
                <a16:creationId xmlns:a16="http://schemas.microsoft.com/office/drawing/2014/main" id="{645C3C08-D3E0-0CA1-AAA0-311D0168D775}"/>
              </a:ext>
            </a:extLst>
          </p:cNvPr>
          <p:cNvGrpSpPr/>
          <p:nvPr/>
        </p:nvGrpSpPr>
        <p:grpSpPr>
          <a:xfrm>
            <a:off x="1290920" y="5073880"/>
            <a:ext cx="1097280" cy="326160"/>
            <a:chOff x="1290920" y="5073880"/>
            <a:chExt cx="1097280" cy="32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48F99D22-62DE-D5B7-78FE-97013FA151A7}"/>
                    </a:ext>
                  </a:extLst>
                </p14:cNvPr>
                <p14:cNvContentPartPr/>
                <p14:nvPr/>
              </p14:nvContentPartPr>
              <p14:xfrm>
                <a:off x="1392440" y="5168920"/>
                <a:ext cx="21960" cy="23112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48F99D22-62DE-D5B7-78FE-97013FA151A7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381640" y="5158120"/>
                  <a:ext cx="432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C754D6BF-74F9-8B3B-F4D4-0E3E74285B51}"/>
                    </a:ext>
                  </a:extLst>
                </p14:cNvPr>
                <p14:cNvContentPartPr/>
                <p14:nvPr/>
              </p14:nvContentPartPr>
              <p14:xfrm>
                <a:off x="1290920" y="5102680"/>
                <a:ext cx="195840" cy="50760"/>
              </p14:xfrm>
            </p:contentPart>
          </mc:Choice>
          <mc:Fallback xmlns=""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C754D6BF-74F9-8B3B-F4D4-0E3E74285B51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280120" y="5091880"/>
                  <a:ext cx="2170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F288BF07-F68A-B91D-1631-23B4D4A42201}"/>
                    </a:ext>
                  </a:extLst>
                </p14:cNvPr>
                <p14:cNvContentPartPr/>
                <p14:nvPr/>
              </p14:nvContentPartPr>
              <p14:xfrm>
                <a:off x="1463360" y="5184760"/>
                <a:ext cx="86760" cy="151560"/>
              </p14:xfrm>
            </p:contentPart>
          </mc:Choice>
          <mc:Fallback xmlns=""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F288BF07-F68A-B91D-1631-23B4D4A42201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452920" y="5174320"/>
                  <a:ext cx="1080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890ACFFC-9EA9-7E29-9547-CF020CDBD367}"/>
                    </a:ext>
                  </a:extLst>
                </p14:cNvPr>
                <p14:cNvContentPartPr/>
                <p14:nvPr/>
              </p14:nvContentPartPr>
              <p14:xfrm>
                <a:off x="1583960" y="5233000"/>
                <a:ext cx="63720" cy="12456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890ACFFC-9EA9-7E29-9547-CF020CDBD367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573520" y="5222560"/>
                  <a:ext cx="849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3432B2D0-4792-8DCC-0A20-21ECC7151A04}"/>
                    </a:ext>
                  </a:extLst>
                </p14:cNvPr>
                <p14:cNvContentPartPr/>
                <p14:nvPr/>
              </p14:nvContentPartPr>
              <p14:xfrm>
                <a:off x="1677200" y="5207080"/>
                <a:ext cx="55800" cy="15948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3432B2D0-4792-8DCC-0A20-21ECC7151A04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666400" y="5196640"/>
                  <a:ext cx="77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17D009A5-B81D-D4E1-2CF4-346EA386906F}"/>
                    </a:ext>
                  </a:extLst>
                </p14:cNvPr>
                <p14:cNvContentPartPr/>
                <p14:nvPr/>
              </p14:nvContentPartPr>
              <p14:xfrm>
                <a:off x="1856480" y="5099440"/>
                <a:ext cx="150480" cy="218880"/>
              </p14:xfrm>
            </p:contentPart>
          </mc:Choice>
          <mc:Fallback xmlns=""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17D009A5-B81D-D4E1-2CF4-346EA386906F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846040" y="5088640"/>
                  <a:ext cx="171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628" name="Ink 627">
                  <a:extLst>
                    <a:ext uri="{FF2B5EF4-FFF2-40B4-BE49-F238E27FC236}">
                      <a16:creationId xmlns:a16="http://schemas.microsoft.com/office/drawing/2014/main" id="{C3F25F8E-8111-1A46-9D37-FF10677C5471}"/>
                    </a:ext>
                  </a:extLst>
                </p14:cNvPr>
                <p14:cNvContentPartPr/>
                <p14:nvPr/>
              </p14:nvContentPartPr>
              <p14:xfrm>
                <a:off x="2032160" y="5251000"/>
                <a:ext cx="100800" cy="77040"/>
              </p14:xfrm>
            </p:contentPart>
          </mc:Choice>
          <mc:Fallback xmlns="">
            <p:pic>
              <p:nvPicPr>
                <p:cNvPr id="628" name="Ink 627">
                  <a:extLst>
                    <a:ext uri="{FF2B5EF4-FFF2-40B4-BE49-F238E27FC236}">
                      <a16:creationId xmlns:a16="http://schemas.microsoft.com/office/drawing/2014/main" id="{C3F25F8E-8111-1A46-9D37-FF10677C5471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2021360" y="5240560"/>
                  <a:ext cx="1220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96C0C3A6-CA6E-C42D-F860-00D125473224}"/>
                    </a:ext>
                  </a:extLst>
                </p14:cNvPr>
                <p14:cNvContentPartPr/>
                <p14:nvPr/>
              </p14:nvContentPartPr>
              <p14:xfrm>
                <a:off x="2162480" y="5073880"/>
                <a:ext cx="105120" cy="257040"/>
              </p14:xfrm>
            </p:contentPart>
          </mc:Choice>
          <mc:Fallback xmlns=""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96C0C3A6-CA6E-C42D-F860-00D125473224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2152040" y="5063440"/>
                  <a:ext cx="1263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1D50A4C0-DA95-C0A1-5799-2F58CD8595D6}"/>
                    </a:ext>
                  </a:extLst>
                </p14:cNvPr>
                <p14:cNvContentPartPr/>
                <p14:nvPr/>
              </p14:nvContentPartPr>
              <p14:xfrm>
                <a:off x="2344280" y="5181160"/>
                <a:ext cx="43920" cy="12492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1D50A4C0-DA95-C0A1-5799-2F58CD8595D6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2333840" y="5170720"/>
                  <a:ext cx="6516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1" name="Group 640">
            <a:extLst>
              <a:ext uri="{FF2B5EF4-FFF2-40B4-BE49-F238E27FC236}">
                <a16:creationId xmlns:a16="http://schemas.microsoft.com/office/drawing/2014/main" id="{52806A1D-FB36-306E-4FD6-099733DB98FD}"/>
              </a:ext>
            </a:extLst>
          </p:cNvPr>
          <p:cNvGrpSpPr/>
          <p:nvPr/>
        </p:nvGrpSpPr>
        <p:grpSpPr>
          <a:xfrm>
            <a:off x="280400" y="2759440"/>
            <a:ext cx="1154160" cy="355680"/>
            <a:chOff x="280400" y="2759440"/>
            <a:chExt cx="1154160" cy="35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451FE8DE-E4F5-7ADF-55BD-0EF67FA42B66}"/>
                    </a:ext>
                  </a:extLst>
                </p14:cNvPr>
                <p14:cNvContentPartPr/>
                <p14:nvPr/>
              </p14:nvContentPartPr>
              <p14:xfrm>
                <a:off x="348800" y="2803000"/>
                <a:ext cx="24480" cy="31212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451FE8DE-E4F5-7ADF-55BD-0EF67FA42B66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338360" y="2792200"/>
                  <a:ext cx="457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F044ED10-2172-728D-561A-5679528E1A3D}"/>
                    </a:ext>
                  </a:extLst>
                </p14:cNvPr>
                <p14:cNvContentPartPr/>
                <p14:nvPr/>
              </p14:nvContentPartPr>
              <p14:xfrm>
                <a:off x="280400" y="2795080"/>
                <a:ext cx="186840" cy="14040"/>
              </p14:xfrm>
            </p:contentPart>
          </mc:Choice>
          <mc:Fallback xmlns=""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F044ED10-2172-728D-561A-5679528E1A3D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269960" y="2784280"/>
                  <a:ext cx="208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13C2EE19-C533-D498-8C6C-CCDE6E93261C}"/>
                    </a:ext>
                  </a:extLst>
                </p14:cNvPr>
                <p14:cNvContentPartPr/>
                <p14:nvPr/>
              </p14:nvContentPartPr>
              <p14:xfrm>
                <a:off x="451760" y="2929720"/>
                <a:ext cx="95400" cy="14148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13C2EE19-C533-D498-8C6C-CCDE6E93261C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440960" y="2919280"/>
                  <a:ext cx="1166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6B48BE18-66B0-D4E4-4E04-59C811DB24DE}"/>
                    </a:ext>
                  </a:extLst>
                </p14:cNvPr>
                <p14:cNvContentPartPr/>
                <p14:nvPr/>
              </p14:nvContentPartPr>
              <p14:xfrm>
                <a:off x="580640" y="2926480"/>
                <a:ext cx="59400" cy="15192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6B48BE18-66B0-D4E4-4E04-59C811DB24DE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570200" y="2916040"/>
                  <a:ext cx="806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D3388FF5-863E-60BE-FBE7-9B4C7745B81B}"/>
                    </a:ext>
                  </a:extLst>
                </p14:cNvPr>
                <p14:cNvContentPartPr/>
                <p14:nvPr/>
              </p14:nvContentPartPr>
              <p14:xfrm>
                <a:off x="695120" y="2917480"/>
                <a:ext cx="58680" cy="146520"/>
              </p14:xfrm>
            </p:contentPart>
          </mc:Choice>
          <mc:Fallback xmlns=""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D3388FF5-863E-60BE-FBE7-9B4C7745B81B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684680" y="2906680"/>
                  <a:ext cx="79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636" name="Ink 635">
                  <a:extLst>
                    <a:ext uri="{FF2B5EF4-FFF2-40B4-BE49-F238E27FC236}">
                      <a16:creationId xmlns:a16="http://schemas.microsoft.com/office/drawing/2014/main" id="{C3DC9242-07E6-66B0-8826-9C8B7F335B9C}"/>
                    </a:ext>
                  </a:extLst>
                </p14:cNvPr>
                <p14:cNvContentPartPr/>
                <p14:nvPr/>
              </p14:nvContentPartPr>
              <p14:xfrm>
                <a:off x="863600" y="2759440"/>
                <a:ext cx="190440" cy="272520"/>
              </p14:xfrm>
            </p:contentPart>
          </mc:Choice>
          <mc:Fallback xmlns="">
            <p:pic>
              <p:nvPicPr>
                <p:cNvPr id="636" name="Ink 635">
                  <a:extLst>
                    <a:ext uri="{FF2B5EF4-FFF2-40B4-BE49-F238E27FC236}">
                      <a16:creationId xmlns:a16="http://schemas.microsoft.com/office/drawing/2014/main" id="{C3DC9242-07E6-66B0-8826-9C8B7F335B9C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852800" y="2749000"/>
                  <a:ext cx="2116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4DA6EE9F-CA4C-3B8B-5FC7-64F60A11DDC3}"/>
                    </a:ext>
                  </a:extLst>
                </p14:cNvPr>
                <p14:cNvContentPartPr/>
                <p14:nvPr/>
              </p14:nvContentPartPr>
              <p14:xfrm>
                <a:off x="1072400" y="2904160"/>
                <a:ext cx="102240" cy="101880"/>
              </p14:xfrm>
            </p:contentPart>
          </mc:Choice>
          <mc:Fallback xmlns=""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4DA6EE9F-CA4C-3B8B-5FC7-64F60A11DDC3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061960" y="2893360"/>
                  <a:ext cx="1234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9C0B86D4-50E8-4950-9DE5-C8DBE00224C7}"/>
                    </a:ext>
                  </a:extLst>
                </p14:cNvPr>
                <p14:cNvContentPartPr/>
                <p14:nvPr/>
              </p14:nvContentPartPr>
              <p14:xfrm>
                <a:off x="1231520" y="2777800"/>
                <a:ext cx="92160" cy="24696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9C0B86D4-50E8-4950-9DE5-C8DBE00224C7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220720" y="2767360"/>
                  <a:ext cx="1134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5AA8068A-65F6-1BDA-850B-CF6CB2CB2124}"/>
                    </a:ext>
                  </a:extLst>
                </p14:cNvPr>
                <p14:cNvContentPartPr/>
                <p14:nvPr/>
              </p14:nvContentPartPr>
              <p14:xfrm>
                <a:off x="1342760" y="2898760"/>
                <a:ext cx="91800" cy="121680"/>
              </p14:xfrm>
            </p:contentPart>
          </mc:Choice>
          <mc:Fallback xmlns=""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5AA8068A-65F6-1BDA-850B-CF6CB2CB2124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332320" y="2888320"/>
                  <a:ext cx="11304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4" name="Group 653">
            <a:extLst>
              <a:ext uri="{FF2B5EF4-FFF2-40B4-BE49-F238E27FC236}">
                <a16:creationId xmlns:a16="http://schemas.microsoft.com/office/drawing/2014/main" id="{CD2999F1-0BD6-69E3-8A96-BA26E9E3F9C0}"/>
              </a:ext>
            </a:extLst>
          </p:cNvPr>
          <p:cNvGrpSpPr/>
          <p:nvPr/>
        </p:nvGrpSpPr>
        <p:grpSpPr>
          <a:xfrm>
            <a:off x="4135280" y="2680600"/>
            <a:ext cx="1352160" cy="285840"/>
            <a:chOff x="4135280" y="2680600"/>
            <a:chExt cx="1352160" cy="28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ACB9889B-B137-8250-8D4E-3D4E1374C796}"/>
                    </a:ext>
                  </a:extLst>
                </p14:cNvPr>
                <p14:cNvContentPartPr/>
                <p14:nvPr/>
              </p14:nvContentPartPr>
              <p14:xfrm>
                <a:off x="4188560" y="2722000"/>
                <a:ext cx="5400" cy="244440"/>
              </p14:xfrm>
            </p:contentPart>
          </mc:Choice>
          <mc:Fallback xmlns=""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ACB9889B-B137-8250-8D4E-3D4E1374C796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4177760" y="2711200"/>
                  <a:ext cx="26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5184D240-E53A-656C-52A1-68063D3A4509}"/>
                    </a:ext>
                  </a:extLst>
                </p14:cNvPr>
                <p14:cNvContentPartPr/>
                <p14:nvPr/>
              </p14:nvContentPartPr>
              <p14:xfrm>
                <a:off x="4135280" y="2709400"/>
                <a:ext cx="170280" cy="720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5184D240-E53A-656C-52A1-68063D3A4509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4124480" y="2698600"/>
                  <a:ext cx="191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646" name="Ink 645">
                  <a:extLst>
                    <a:ext uri="{FF2B5EF4-FFF2-40B4-BE49-F238E27FC236}">
                      <a16:creationId xmlns:a16="http://schemas.microsoft.com/office/drawing/2014/main" id="{E7396994-CA80-62C5-9D9C-2B51641AC944}"/>
                    </a:ext>
                  </a:extLst>
                </p14:cNvPr>
                <p14:cNvContentPartPr/>
                <p14:nvPr/>
              </p14:nvContentPartPr>
              <p14:xfrm>
                <a:off x="4326440" y="2772760"/>
                <a:ext cx="140400" cy="144720"/>
              </p14:xfrm>
            </p:contentPart>
          </mc:Choice>
          <mc:Fallback xmlns="">
            <p:pic>
              <p:nvPicPr>
                <p:cNvPr id="646" name="Ink 645">
                  <a:extLst>
                    <a:ext uri="{FF2B5EF4-FFF2-40B4-BE49-F238E27FC236}">
                      <a16:creationId xmlns:a16="http://schemas.microsoft.com/office/drawing/2014/main" id="{E7396994-CA80-62C5-9D9C-2B51641AC944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4316000" y="2762320"/>
                  <a:ext cx="1616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383D9A73-231D-A904-C880-B5BEB5F1AB21}"/>
                    </a:ext>
                  </a:extLst>
                </p14:cNvPr>
                <p14:cNvContentPartPr/>
                <p14:nvPr/>
              </p14:nvContentPartPr>
              <p14:xfrm>
                <a:off x="4476920" y="2808040"/>
                <a:ext cx="61920" cy="145080"/>
              </p14:xfrm>
            </p:contentPart>
          </mc:Choice>
          <mc:Fallback xmlns=""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383D9A73-231D-A904-C880-B5BEB5F1AB21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4466480" y="2797600"/>
                  <a:ext cx="831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FC5FE674-34C8-2C8F-2A9D-58993B56A085}"/>
                    </a:ext>
                  </a:extLst>
                </p14:cNvPr>
                <p14:cNvContentPartPr/>
                <p14:nvPr/>
              </p14:nvContentPartPr>
              <p14:xfrm>
                <a:off x="4606160" y="2783200"/>
                <a:ext cx="61200" cy="162000"/>
              </p14:xfrm>
            </p:contentPart>
          </mc:Choice>
          <mc:Fallback xmlns=""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FC5FE674-34C8-2C8F-2A9D-58993B56A085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4595720" y="2772400"/>
                  <a:ext cx="824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98878D39-48ED-9A1B-364B-14C2724E61AC}"/>
                    </a:ext>
                  </a:extLst>
                </p14:cNvPr>
                <p14:cNvContentPartPr/>
                <p14:nvPr/>
              </p14:nvContentPartPr>
              <p14:xfrm>
                <a:off x="4778600" y="2693200"/>
                <a:ext cx="180720" cy="216720"/>
              </p14:xfrm>
            </p:contentPart>
          </mc:Choice>
          <mc:Fallback xmlns=""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98878D39-48ED-9A1B-364B-14C2724E61AC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4767800" y="2682760"/>
                  <a:ext cx="201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5ACBA6DD-7588-3879-7D96-680FFE74293F}"/>
                    </a:ext>
                  </a:extLst>
                </p14:cNvPr>
                <p14:cNvContentPartPr/>
                <p14:nvPr/>
              </p14:nvContentPartPr>
              <p14:xfrm>
                <a:off x="4999640" y="2830000"/>
                <a:ext cx="140040" cy="119160"/>
              </p14:xfrm>
            </p:contentPart>
          </mc:Choice>
          <mc:Fallback xmlns=""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5ACBA6DD-7588-3879-7D96-680FFE74293F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4988840" y="2819560"/>
                  <a:ext cx="161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018A2EBF-8B1D-8E56-F155-B50F1EC278AB}"/>
                    </a:ext>
                  </a:extLst>
                </p14:cNvPr>
                <p14:cNvContentPartPr/>
                <p14:nvPr/>
              </p14:nvContentPartPr>
              <p14:xfrm>
                <a:off x="5179640" y="2680600"/>
                <a:ext cx="135720" cy="26280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018A2EBF-8B1D-8E56-F155-B50F1EC278AB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5168840" y="2670160"/>
                  <a:ext cx="156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2F1380A4-AD8F-1C95-D5FC-79A442F876CD}"/>
                    </a:ext>
                  </a:extLst>
                </p14:cNvPr>
                <p14:cNvContentPartPr/>
                <p14:nvPr/>
              </p14:nvContentPartPr>
              <p14:xfrm>
                <a:off x="5425880" y="2763400"/>
                <a:ext cx="61560" cy="18288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2F1380A4-AD8F-1C95-D5FC-79A442F876CD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5415440" y="2752600"/>
                  <a:ext cx="8280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8" name="Group 667">
            <a:extLst>
              <a:ext uri="{FF2B5EF4-FFF2-40B4-BE49-F238E27FC236}">
                <a16:creationId xmlns:a16="http://schemas.microsoft.com/office/drawing/2014/main" id="{B48757CB-FD29-D6AE-7305-F8F9054DD6E7}"/>
              </a:ext>
            </a:extLst>
          </p:cNvPr>
          <p:cNvGrpSpPr/>
          <p:nvPr/>
        </p:nvGrpSpPr>
        <p:grpSpPr>
          <a:xfrm>
            <a:off x="1601600" y="3273520"/>
            <a:ext cx="1591560" cy="351360"/>
            <a:chOff x="1601600" y="3273520"/>
            <a:chExt cx="1591560" cy="3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A3FEBCBA-ED26-2F92-8AB8-74A334710D55}"/>
                    </a:ext>
                  </a:extLst>
                </p14:cNvPr>
                <p14:cNvContentPartPr/>
                <p14:nvPr/>
              </p14:nvContentPartPr>
              <p14:xfrm>
                <a:off x="2909120" y="3433720"/>
                <a:ext cx="143640" cy="8748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A3FEBCBA-ED26-2F92-8AB8-74A334710D55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2898320" y="3422920"/>
                  <a:ext cx="1648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50530387-A977-1FA9-51DF-5D8AFA5B5DE9}"/>
                    </a:ext>
                  </a:extLst>
                </p14:cNvPr>
                <p14:cNvContentPartPr/>
                <p14:nvPr/>
              </p14:nvContentPartPr>
              <p14:xfrm>
                <a:off x="2962400" y="3393400"/>
                <a:ext cx="57600" cy="18900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50530387-A977-1FA9-51DF-5D8AFA5B5DE9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2951600" y="3382960"/>
                  <a:ext cx="78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2DE01773-1D74-54E1-31EF-A1B1A9D86508}"/>
                    </a:ext>
                  </a:extLst>
                </p14:cNvPr>
                <p14:cNvContentPartPr/>
                <p14:nvPr/>
              </p14:nvContentPartPr>
              <p14:xfrm>
                <a:off x="2904440" y="3421120"/>
                <a:ext cx="194040" cy="17604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2DE01773-1D74-54E1-31EF-A1B1A9D86508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2893640" y="3410320"/>
                  <a:ext cx="2152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9C5AF387-7712-244C-636A-308498C4BE8B}"/>
                    </a:ext>
                  </a:extLst>
                </p14:cNvPr>
                <p14:cNvContentPartPr/>
                <p14:nvPr/>
              </p14:nvContentPartPr>
              <p14:xfrm>
                <a:off x="3022160" y="3327160"/>
                <a:ext cx="171000" cy="2836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9C5AF387-7712-244C-636A-308498C4BE8B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3011360" y="3316720"/>
                  <a:ext cx="1922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B2E62EC7-0D10-A848-6E25-A9566629A838}"/>
                    </a:ext>
                  </a:extLst>
                </p14:cNvPr>
                <p14:cNvContentPartPr/>
                <p14:nvPr/>
              </p14:nvContentPartPr>
              <p14:xfrm>
                <a:off x="1648760" y="3377560"/>
                <a:ext cx="16920" cy="230040"/>
              </p14:xfrm>
            </p:contentPart>
          </mc:Choice>
          <mc:Fallback xmlns=""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B2E62EC7-0D10-A848-6E25-A9566629A838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637960" y="3367120"/>
                  <a:ext cx="381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333C254C-1C37-0334-DA2D-53134CFBB92A}"/>
                    </a:ext>
                  </a:extLst>
                </p14:cNvPr>
                <p14:cNvContentPartPr/>
                <p14:nvPr/>
              </p14:nvContentPartPr>
              <p14:xfrm>
                <a:off x="1601600" y="3381160"/>
                <a:ext cx="161640" cy="1296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333C254C-1C37-0334-DA2D-53134CFBB92A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591160" y="3370360"/>
                  <a:ext cx="182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36D5BD61-ECE1-ADB7-B2B9-9E5B3C8C67AF}"/>
                    </a:ext>
                  </a:extLst>
                </p14:cNvPr>
                <p14:cNvContentPartPr/>
                <p14:nvPr/>
              </p14:nvContentPartPr>
              <p14:xfrm>
                <a:off x="1747760" y="3486280"/>
                <a:ext cx="123480" cy="127440"/>
              </p14:xfrm>
            </p:contentPart>
          </mc:Choice>
          <mc:Fallback xmlns=""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36D5BD61-ECE1-ADB7-B2B9-9E5B3C8C67AF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1736960" y="3475480"/>
                  <a:ext cx="1447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AC1342B5-1BC4-126A-4D24-7F6832E29974}"/>
                    </a:ext>
                  </a:extLst>
                </p14:cNvPr>
                <p14:cNvContentPartPr/>
                <p14:nvPr/>
              </p14:nvContentPartPr>
              <p14:xfrm>
                <a:off x="1899320" y="3504640"/>
                <a:ext cx="69840" cy="117720"/>
              </p14:xfrm>
            </p:contentPart>
          </mc:Choice>
          <mc:Fallback xmlns=""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AC1342B5-1BC4-126A-4D24-7F6832E29974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1888520" y="3494200"/>
                  <a:ext cx="910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D6D9BE87-38CA-C2A5-15CD-0BBBD44C66A3}"/>
                    </a:ext>
                  </a:extLst>
                </p14:cNvPr>
                <p14:cNvContentPartPr/>
                <p14:nvPr/>
              </p14:nvContentPartPr>
              <p14:xfrm>
                <a:off x="2007320" y="3480520"/>
                <a:ext cx="46800" cy="14436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D6D9BE87-38CA-C2A5-15CD-0BBBD44C66A3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1996880" y="3469720"/>
                  <a:ext cx="680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DB00581C-463A-9E05-248C-4B730A5BB9BD}"/>
                    </a:ext>
                  </a:extLst>
                </p14:cNvPr>
                <p14:cNvContentPartPr/>
                <p14:nvPr/>
              </p14:nvContentPartPr>
              <p14:xfrm>
                <a:off x="2149880" y="3363880"/>
                <a:ext cx="164160" cy="23220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DB00581C-463A-9E05-248C-4B730A5BB9BD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2139440" y="3353440"/>
                  <a:ext cx="1854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661" name="Ink 660">
                  <a:extLst>
                    <a:ext uri="{FF2B5EF4-FFF2-40B4-BE49-F238E27FC236}">
                      <a16:creationId xmlns:a16="http://schemas.microsoft.com/office/drawing/2014/main" id="{C0DCA896-44BF-1D36-7FB4-B008BE8926A5}"/>
                    </a:ext>
                  </a:extLst>
                </p14:cNvPr>
                <p14:cNvContentPartPr/>
                <p14:nvPr/>
              </p14:nvContentPartPr>
              <p14:xfrm>
                <a:off x="2363360" y="3492760"/>
                <a:ext cx="107640" cy="99720"/>
              </p14:xfrm>
            </p:contentPart>
          </mc:Choice>
          <mc:Fallback xmlns="">
            <p:pic>
              <p:nvPicPr>
                <p:cNvPr id="661" name="Ink 660">
                  <a:extLst>
                    <a:ext uri="{FF2B5EF4-FFF2-40B4-BE49-F238E27FC236}">
                      <a16:creationId xmlns:a16="http://schemas.microsoft.com/office/drawing/2014/main" id="{C0DCA896-44BF-1D36-7FB4-B008BE8926A5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2352560" y="3481960"/>
                  <a:ext cx="1288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665" name="Ink 664">
                  <a:extLst>
                    <a:ext uri="{FF2B5EF4-FFF2-40B4-BE49-F238E27FC236}">
                      <a16:creationId xmlns:a16="http://schemas.microsoft.com/office/drawing/2014/main" id="{C808C915-2A93-557E-E5A4-4543E46E08FB}"/>
                    </a:ext>
                  </a:extLst>
                </p14:cNvPr>
                <p14:cNvContentPartPr/>
                <p14:nvPr/>
              </p14:nvContentPartPr>
              <p14:xfrm>
                <a:off x="2549480" y="3273520"/>
                <a:ext cx="103680" cy="29952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C808C915-2A93-557E-E5A4-4543E46E08FB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2538680" y="3263080"/>
                  <a:ext cx="1249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DB5740D0-A3C9-1DC0-AADE-4BA54105987E}"/>
                    </a:ext>
                  </a:extLst>
                </p14:cNvPr>
                <p14:cNvContentPartPr/>
                <p14:nvPr/>
              </p14:nvContentPartPr>
              <p14:xfrm>
                <a:off x="2698520" y="3403840"/>
                <a:ext cx="99360" cy="16488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DB5740D0-A3C9-1DC0-AADE-4BA54105987E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2687720" y="3393040"/>
                  <a:ext cx="120600" cy="18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2">
            <p14:nvContentPartPr>
              <p14:cNvPr id="565" name="Ink 564">
                <a:extLst>
                  <a:ext uri="{FF2B5EF4-FFF2-40B4-BE49-F238E27FC236}">
                    <a16:creationId xmlns:a16="http://schemas.microsoft.com/office/drawing/2014/main" id="{EEAD26C8-CA7F-FE6A-7D5D-4303ABDA6181}"/>
                  </a:ext>
                </a:extLst>
              </p14:cNvPr>
              <p14:cNvContentPartPr/>
              <p14:nvPr/>
            </p14:nvContentPartPr>
            <p14:xfrm>
              <a:off x="4436240" y="5046880"/>
              <a:ext cx="316080" cy="282960"/>
            </p14:xfrm>
          </p:contentPart>
        </mc:Choice>
        <mc:Fallback xmlns="">
          <p:pic>
            <p:nvPicPr>
              <p:cNvPr id="565" name="Ink 564">
                <a:extLst>
                  <a:ext uri="{FF2B5EF4-FFF2-40B4-BE49-F238E27FC236}">
                    <a16:creationId xmlns:a16="http://schemas.microsoft.com/office/drawing/2014/main" id="{EEAD26C8-CA7F-FE6A-7D5D-4303ABDA6181}"/>
                  </a:ext>
                </a:extLst>
              </p:cNvPr>
              <p:cNvPicPr/>
              <p:nvPr/>
            </p:nvPicPr>
            <p:blipFill>
              <a:blip r:embed="rId683"/>
              <a:stretch>
                <a:fillRect/>
              </a:stretch>
            </p:blipFill>
            <p:spPr>
              <a:xfrm>
                <a:off x="4425800" y="5036440"/>
                <a:ext cx="33732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4">
            <p14:nvContentPartPr>
              <p14:cNvPr id="566" name="Ink 565">
                <a:extLst>
                  <a:ext uri="{FF2B5EF4-FFF2-40B4-BE49-F238E27FC236}">
                    <a16:creationId xmlns:a16="http://schemas.microsoft.com/office/drawing/2014/main" id="{C59A0A78-5ED7-0A08-F271-6ACD2E72FDF6}"/>
                  </a:ext>
                </a:extLst>
              </p14:cNvPr>
              <p14:cNvContentPartPr/>
              <p14:nvPr/>
            </p14:nvContentPartPr>
            <p14:xfrm>
              <a:off x="4863560" y="5157400"/>
              <a:ext cx="16920" cy="174240"/>
            </p14:xfrm>
          </p:contentPart>
        </mc:Choice>
        <mc:Fallback xmlns="">
          <p:pic>
            <p:nvPicPr>
              <p:cNvPr id="566" name="Ink 565">
                <a:extLst>
                  <a:ext uri="{FF2B5EF4-FFF2-40B4-BE49-F238E27FC236}">
                    <a16:creationId xmlns:a16="http://schemas.microsoft.com/office/drawing/2014/main" id="{C59A0A78-5ED7-0A08-F271-6ACD2E72FDF6}"/>
                  </a:ext>
                </a:extLst>
              </p:cNvPr>
              <p:cNvPicPr/>
              <p:nvPr/>
            </p:nvPicPr>
            <p:blipFill>
              <a:blip r:embed="rId685"/>
              <a:stretch>
                <a:fillRect/>
              </a:stretch>
            </p:blipFill>
            <p:spPr>
              <a:xfrm>
                <a:off x="4853120" y="5146600"/>
                <a:ext cx="381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6">
            <p14:nvContentPartPr>
              <p14:cNvPr id="567" name="Ink 566">
                <a:extLst>
                  <a:ext uri="{FF2B5EF4-FFF2-40B4-BE49-F238E27FC236}">
                    <a16:creationId xmlns:a16="http://schemas.microsoft.com/office/drawing/2014/main" id="{54881F52-F875-098A-06AD-F49FDA81950D}"/>
                  </a:ext>
                </a:extLst>
              </p14:cNvPr>
              <p14:cNvContentPartPr/>
              <p14:nvPr/>
            </p14:nvContentPartPr>
            <p14:xfrm>
              <a:off x="4854920" y="5090080"/>
              <a:ext cx="360" cy="360"/>
            </p14:xfrm>
          </p:contentPart>
        </mc:Choice>
        <mc:Fallback xmlns="">
          <p:pic>
            <p:nvPicPr>
              <p:cNvPr id="567" name="Ink 566">
                <a:extLst>
                  <a:ext uri="{FF2B5EF4-FFF2-40B4-BE49-F238E27FC236}">
                    <a16:creationId xmlns:a16="http://schemas.microsoft.com/office/drawing/2014/main" id="{54881F52-F875-098A-06AD-F49FDA81950D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4844120" y="5079280"/>
                <a:ext cx="216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7">
            <p14:nvContentPartPr>
              <p14:cNvPr id="568" name="Ink 567">
                <a:extLst>
                  <a:ext uri="{FF2B5EF4-FFF2-40B4-BE49-F238E27FC236}">
                    <a16:creationId xmlns:a16="http://schemas.microsoft.com/office/drawing/2014/main" id="{07584401-376E-15A4-30D4-93ECF1DDB775}"/>
                  </a:ext>
                </a:extLst>
              </p14:cNvPr>
              <p14:cNvContentPartPr/>
              <p14:nvPr/>
            </p14:nvContentPartPr>
            <p14:xfrm>
              <a:off x="5005760" y="4941400"/>
              <a:ext cx="4320" cy="327240"/>
            </p14:xfrm>
          </p:contentPart>
        </mc:Choice>
        <mc:Fallback xmlns="">
          <p:pic>
            <p:nvPicPr>
              <p:cNvPr id="568" name="Ink 567">
                <a:extLst>
                  <a:ext uri="{FF2B5EF4-FFF2-40B4-BE49-F238E27FC236}">
                    <a16:creationId xmlns:a16="http://schemas.microsoft.com/office/drawing/2014/main" id="{07584401-376E-15A4-30D4-93ECF1DDB775}"/>
                  </a:ext>
                </a:extLst>
              </p:cNvPr>
              <p:cNvPicPr/>
              <p:nvPr/>
            </p:nvPicPr>
            <p:blipFill>
              <a:blip r:embed="rId688"/>
              <a:stretch>
                <a:fillRect/>
              </a:stretch>
            </p:blipFill>
            <p:spPr>
              <a:xfrm>
                <a:off x="4995320" y="4930960"/>
                <a:ext cx="2556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9">
            <p14:nvContentPartPr>
              <p14:cNvPr id="569" name="Ink 568">
                <a:extLst>
                  <a:ext uri="{FF2B5EF4-FFF2-40B4-BE49-F238E27FC236}">
                    <a16:creationId xmlns:a16="http://schemas.microsoft.com/office/drawing/2014/main" id="{F894B05C-5647-CAD3-9FF1-1BD22A052E92}"/>
                  </a:ext>
                </a:extLst>
              </p14:cNvPr>
              <p14:cNvContentPartPr/>
              <p14:nvPr/>
            </p14:nvContentPartPr>
            <p14:xfrm>
              <a:off x="5092160" y="5001880"/>
              <a:ext cx="91080" cy="257760"/>
            </p14:xfrm>
          </p:contentPart>
        </mc:Choice>
        <mc:Fallback xmlns="">
          <p:pic>
            <p:nvPicPr>
              <p:cNvPr id="569" name="Ink 568">
                <a:extLst>
                  <a:ext uri="{FF2B5EF4-FFF2-40B4-BE49-F238E27FC236}">
                    <a16:creationId xmlns:a16="http://schemas.microsoft.com/office/drawing/2014/main" id="{F894B05C-5647-CAD3-9FF1-1BD22A052E92}"/>
                  </a:ext>
                </a:extLst>
              </p:cNvPr>
              <p:cNvPicPr/>
              <p:nvPr/>
            </p:nvPicPr>
            <p:blipFill>
              <a:blip r:embed="rId690"/>
              <a:stretch>
                <a:fillRect/>
              </a:stretch>
            </p:blipFill>
            <p:spPr>
              <a:xfrm>
                <a:off x="5081720" y="4991440"/>
                <a:ext cx="11232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1">
            <p14:nvContentPartPr>
              <p14:cNvPr id="570" name="Ink 569">
                <a:extLst>
                  <a:ext uri="{FF2B5EF4-FFF2-40B4-BE49-F238E27FC236}">
                    <a16:creationId xmlns:a16="http://schemas.microsoft.com/office/drawing/2014/main" id="{7B6B0301-2B6D-BCE9-0260-6C0086FD566B}"/>
                  </a:ext>
                </a:extLst>
              </p14:cNvPr>
              <p14:cNvContentPartPr/>
              <p14:nvPr/>
            </p14:nvContentPartPr>
            <p14:xfrm>
              <a:off x="5239400" y="5114920"/>
              <a:ext cx="124920" cy="161280"/>
            </p14:xfrm>
          </p:contentPart>
        </mc:Choice>
        <mc:Fallback xmlns="">
          <p:pic>
            <p:nvPicPr>
              <p:cNvPr id="570" name="Ink 569">
                <a:extLst>
                  <a:ext uri="{FF2B5EF4-FFF2-40B4-BE49-F238E27FC236}">
                    <a16:creationId xmlns:a16="http://schemas.microsoft.com/office/drawing/2014/main" id="{7B6B0301-2B6D-BCE9-0260-6C0086FD566B}"/>
                  </a:ext>
                </a:extLst>
              </p:cNvPr>
              <p:cNvPicPr/>
              <p:nvPr/>
            </p:nvPicPr>
            <p:blipFill>
              <a:blip r:embed="rId692"/>
              <a:stretch>
                <a:fillRect/>
              </a:stretch>
            </p:blipFill>
            <p:spPr>
              <a:xfrm>
                <a:off x="5228960" y="5104480"/>
                <a:ext cx="1461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3">
            <p14:nvContentPartPr>
              <p14:cNvPr id="571" name="Ink 570">
                <a:extLst>
                  <a:ext uri="{FF2B5EF4-FFF2-40B4-BE49-F238E27FC236}">
                    <a16:creationId xmlns:a16="http://schemas.microsoft.com/office/drawing/2014/main" id="{C877531A-10EE-90A5-DBAF-43D06B8164A1}"/>
                  </a:ext>
                </a:extLst>
              </p14:cNvPr>
              <p14:cNvContentPartPr/>
              <p14:nvPr/>
            </p14:nvContentPartPr>
            <p14:xfrm>
              <a:off x="5405360" y="5091880"/>
              <a:ext cx="78840" cy="172080"/>
            </p14:xfrm>
          </p:contentPart>
        </mc:Choice>
        <mc:Fallback xmlns="">
          <p:pic>
            <p:nvPicPr>
              <p:cNvPr id="571" name="Ink 570">
                <a:extLst>
                  <a:ext uri="{FF2B5EF4-FFF2-40B4-BE49-F238E27FC236}">
                    <a16:creationId xmlns:a16="http://schemas.microsoft.com/office/drawing/2014/main" id="{C877531A-10EE-90A5-DBAF-43D06B8164A1}"/>
                  </a:ext>
                </a:extLst>
              </p:cNvPr>
              <p:cNvPicPr/>
              <p:nvPr/>
            </p:nvPicPr>
            <p:blipFill>
              <a:blip r:embed="rId694"/>
              <a:stretch>
                <a:fillRect/>
              </a:stretch>
            </p:blipFill>
            <p:spPr>
              <a:xfrm>
                <a:off x="5394920" y="5081440"/>
                <a:ext cx="10008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5">
            <p14:nvContentPartPr>
              <p14:cNvPr id="572" name="Ink 571">
                <a:extLst>
                  <a:ext uri="{FF2B5EF4-FFF2-40B4-BE49-F238E27FC236}">
                    <a16:creationId xmlns:a16="http://schemas.microsoft.com/office/drawing/2014/main" id="{B32B0815-48BF-066B-DE45-F0D27DE8D501}"/>
                  </a:ext>
                </a:extLst>
              </p14:cNvPr>
              <p14:cNvContentPartPr/>
              <p14:nvPr/>
            </p14:nvContentPartPr>
            <p14:xfrm>
              <a:off x="5550440" y="5085400"/>
              <a:ext cx="99360" cy="177120"/>
            </p14:xfrm>
          </p:contentPart>
        </mc:Choice>
        <mc:Fallback xmlns="">
          <p:pic>
            <p:nvPicPr>
              <p:cNvPr id="572" name="Ink 571">
                <a:extLst>
                  <a:ext uri="{FF2B5EF4-FFF2-40B4-BE49-F238E27FC236}">
                    <a16:creationId xmlns:a16="http://schemas.microsoft.com/office/drawing/2014/main" id="{B32B0815-48BF-066B-DE45-F0D27DE8D501}"/>
                  </a:ext>
                </a:extLst>
              </p:cNvPr>
              <p:cNvPicPr/>
              <p:nvPr/>
            </p:nvPicPr>
            <p:blipFill>
              <a:blip r:embed="rId696"/>
              <a:stretch>
                <a:fillRect/>
              </a:stretch>
            </p:blipFill>
            <p:spPr>
              <a:xfrm>
                <a:off x="5539640" y="5074960"/>
                <a:ext cx="12060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7">
            <p14:nvContentPartPr>
              <p14:cNvPr id="573" name="Ink 572">
                <a:extLst>
                  <a:ext uri="{FF2B5EF4-FFF2-40B4-BE49-F238E27FC236}">
                    <a16:creationId xmlns:a16="http://schemas.microsoft.com/office/drawing/2014/main" id="{7A832F8E-952F-EFC1-A07F-45B4D248FB7E}"/>
                  </a:ext>
                </a:extLst>
              </p14:cNvPr>
              <p14:cNvContentPartPr/>
              <p14:nvPr/>
            </p14:nvContentPartPr>
            <p14:xfrm>
              <a:off x="5810720" y="5197360"/>
              <a:ext cx="360" cy="360"/>
            </p14:xfrm>
          </p:contentPart>
        </mc:Choice>
        <mc:Fallback xmlns="">
          <p:pic>
            <p:nvPicPr>
              <p:cNvPr id="573" name="Ink 572">
                <a:extLst>
                  <a:ext uri="{FF2B5EF4-FFF2-40B4-BE49-F238E27FC236}">
                    <a16:creationId xmlns:a16="http://schemas.microsoft.com/office/drawing/2014/main" id="{7A832F8E-952F-EFC1-A07F-45B4D248FB7E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5799920" y="5186560"/>
                <a:ext cx="216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8">
            <p14:nvContentPartPr>
              <p14:cNvPr id="580" name="Ink 579">
                <a:extLst>
                  <a:ext uri="{FF2B5EF4-FFF2-40B4-BE49-F238E27FC236}">
                    <a16:creationId xmlns:a16="http://schemas.microsoft.com/office/drawing/2014/main" id="{202EC80D-8AD6-ED6E-C8DE-BBE133AB45E2}"/>
                  </a:ext>
                </a:extLst>
              </p14:cNvPr>
              <p14:cNvContentPartPr/>
              <p14:nvPr/>
            </p14:nvContentPartPr>
            <p14:xfrm>
              <a:off x="6038600" y="4893520"/>
              <a:ext cx="324720" cy="395640"/>
            </p14:xfrm>
          </p:contentPart>
        </mc:Choice>
        <mc:Fallback xmlns="">
          <p:pic>
            <p:nvPicPr>
              <p:cNvPr id="580" name="Ink 579">
                <a:extLst>
                  <a:ext uri="{FF2B5EF4-FFF2-40B4-BE49-F238E27FC236}">
                    <a16:creationId xmlns:a16="http://schemas.microsoft.com/office/drawing/2014/main" id="{202EC80D-8AD6-ED6E-C8DE-BBE133AB45E2}"/>
                  </a:ext>
                </a:extLst>
              </p:cNvPr>
              <p:cNvPicPr/>
              <p:nvPr/>
            </p:nvPicPr>
            <p:blipFill>
              <a:blip r:embed="rId699"/>
              <a:stretch>
                <a:fillRect/>
              </a:stretch>
            </p:blipFill>
            <p:spPr>
              <a:xfrm>
                <a:off x="6027800" y="4883080"/>
                <a:ext cx="34596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0">
            <p14:nvContentPartPr>
              <p14:cNvPr id="581" name="Ink 580">
                <a:extLst>
                  <a:ext uri="{FF2B5EF4-FFF2-40B4-BE49-F238E27FC236}">
                    <a16:creationId xmlns:a16="http://schemas.microsoft.com/office/drawing/2014/main" id="{9DF73919-8C1A-ECC4-08BE-D842DD69A0E4}"/>
                  </a:ext>
                </a:extLst>
              </p14:cNvPr>
              <p14:cNvContentPartPr/>
              <p14:nvPr/>
            </p14:nvContentPartPr>
            <p14:xfrm>
              <a:off x="6368720" y="5076400"/>
              <a:ext cx="230760" cy="121680"/>
            </p14:xfrm>
          </p:contentPart>
        </mc:Choice>
        <mc:Fallback xmlns="">
          <p:pic>
            <p:nvPicPr>
              <p:cNvPr id="581" name="Ink 580">
                <a:extLst>
                  <a:ext uri="{FF2B5EF4-FFF2-40B4-BE49-F238E27FC236}">
                    <a16:creationId xmlns:a16="http://schemas.microsoft.com/office/drawing/2014/main" id="{9DF73919-8C1A-ECC4-08BE-D842DD69A0E4}"/>
                  </a:ext>
                </a:extLst>
              </p:cNvPr>
              <p:cNvPicPr/>
              <p:nvPr/>
            </p:nvPicPr>
            <p:blipFill>
              <a:blip r:embed="rId701"/>
              <a:stretch>
                <a:fillRect/>
              </a:stretch>
            </p:blipFill>
            <p:spPr>
              <a:xfrm>
                <a:off x="6357920" y="5065600"/>
                <a:ext cx="2520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2">
            <p14:nvContentPartPr>
              <p14:cNvPr id="582" name="Ink 581">
                <a:extLst>
                  <a:ext uri="{FF2B5EF4-FFF2-40B4-BE49-F238E27FC236}">
                    <a16:creationId xmlns:a16="http://schemas.microsoft.com/office/drawing/2014/main" id="{7FED6EA3-0AE9-A23F-5DB4-2BC8BE582335}"/>
                  </a:ext>
                </a:extLst>
              </p14:cNvPr>
              <p14:cNvContentPartPr/>
              <p14:nvPr/>
            </p14:nvContentPartPr>
            <p14:xfrm>
              <a:off x="6710360" y="4883080"/>
              <a:ext cx="22320" cy="284760"/>
            </p14:xfrm>
          </p:contentPart>
        </mc:Choice>
        <mc:Fallback xmlns="">
          <p:pic>
            <p:nvPicPr>
              <p:cNvPr id="582" name="Ink 581">
                <a:extLst>
                  <a:ext uri="{FF2B5EF4-FFF2-40B4-BE49-F238E27FC236}">
                    <a16:creationId xmlns:a16="http://schemas.microsoft.com/office/drawing/2014/main" id="{7FED6EA3-0AE9-A23F-5DB4-2BC8BE582335}"/>
                  </a:ext>
                </a:extLst>
              </p:cNvPr>
              <p:cNvPicPr/>
              <p:nvPr/>
            </p:nvPicPr>
            <p:blipFill>
              <a:blip r:embed="rId703"/>
              <a:stretch>
                <a:fillRect/>
              </a:stretch>
            </p:blipFill>
            <p:spPr>
              <a:xfrm>
                <a:off x="6699920" y="4872640"/>
                <a:ext cx="4356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4">
            <p14:nvContentPartPr>
              <p14:cNvPr id="583" name="Ink 582">
                <a:extLst>
                  <a:ext uri="{FF2B5EF4-FFF2-40B4-BE49-F238E27FC236}">
                    <a16:creationId xmlns:a16="http://schemas.microsoft.com/office/drawing/2014/main" id="{807B9803-3366-474F-84B9-F9EEB42C7269}"/>
                  </a:ext>
                </a:extLst>
              </p14:cNvPr>
              <p14:cNvContentPartPr/>
              <p14:nvPr/>
            </p14:nvContentPartPr>
            <p14:xfrm>
              <a:off x="6650960" y="5070640"/>
              <a:ext cx="173160" cy="20880"/>
            </p14:xfrm>
          </p:contentPart>
        </mc:Choice>
        <mc:Fallback xmlns="">
          <p:pic>
            <p:nvPicPr>
              <p:cNvPr id="583" name="Ink 582">
                <a:extLst>
                  <a:ext uri="{FF2B5EF4-FFF2-40B4-BE49-F238E27FC236}">
                    <a16:creationId xmlns:a16="http://schemas.microsoft.com/office/drawing/2014/main" id="{807B9803-3366-474F-84B9-F9EEB42C7269}"/>
                  </a:ext>
                </a:extLst>
              </p:cNvPr>
              <p:cNvPicPr/>
              <p:nvPr/>
            </p:nvPicPr>
            <p:blipFill>
              <a:blip r:embed="rId705"/>
              <a:stretch>
                <a:fillRect/>
              </a:stretch>
            </p:blipFill>
            <p:spPr>
              <a:xfrm>
                <a:off x="6640160" y="5059840"/>
                <a:ext cx="1944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6">
            <p14:nvContentPartPr>
              <p14:cNvPr id="584" name="Ink 583">
                <a:extLst>
                  <a:ext uri="{FF2B5EF4-FFF2-40B4-BE49-F238E27FC236}">
                    <a16:creationId xmlns:a16="http://schemas.microsoft.com/office/drawing/2014/main" id="{E1BB641B-E545-AE99-F67F-071948E238FE}"/>
                  </a:ext>
                </a:extLst>
              </p14:cNvPr>
              <p14:cNvContentPartPr/>
              <p14:nvPr/>
            </p14:nvContentPartPr>
            <p14:xfrm>
              <a:off x="6856160" y="4955080"/>
              <a:ext cx="94320" cy="234360"/>
            </p14:xfrm>
          </p:contentPart>
        </mc:Choice>
        <mc:Fallback xmlns="">
          <p:pic>
            <p:nvPicPr>
              <p:cNvPr id="584" name="Ink 583">
                <a:extLst>
                  <a:ext uri="{FF2B5EF4-FFF2-40B4-BE49-F238E27FC236}">
                    <a16:creationId xmlns:a16="http://schemas.microsoft.com/office/drawing/2014/main" id="{E1BB641B-E545-AE99-F67F-071948E238FE}"/>
                  </a:ext>
                </a:extLst>
              </p:cNvPr>
              <p:cNvPicPr/>
              <p:nvPr/>
            </p:nvPicPr>
            <p:blipFill>
              <a:blip r:embed="rId707"/>
              <a:stretch>
                <a:fillRect/>
              </a:stretch>
            </p:blipFill>
            <p:spPr>
              <a:xfrm>
                <a:off x="6845720" y="4944640"/>
                <a:ext cx="1155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8">
            <p14:nvContentPartPr>
              <p14:cNvPr id="585" name="Ink 584">
                <a:extLst>
                  <a:ext uri="{FF2B5EF4-FFF2-40B4-BE49-F238E27FC236}">
                    <a16:creationId xmlns:a16="http://schemas.microsoft.com/office/drawing/2014/main" id="{66DFAE81-B114-CE99-7351-4EC5C8402217}"/>
                  </a:ext>
                </a:extLst>
              </p14:cNvPr>
              <p14:cNvContentPartPr/>
              <p14:nvPr/>
            </p14:nvContentPartPr>
            <p14:xfrm>
              <a:off x="7023920" y="4929880"/>
              <a:ext cx="55800" cy="308880"/>
            </p14:xfrm>
          </p:contentPart>
        </mc:Choice>
        <mc:Fallback xmlns="">
          <p:pic>
            <p:nvPicPr>
              <p:cNvPr id="585" name="Ink 584">
                <a:extLst>
                  <a:ext uri="{FF2B5EF4-FFF2-40B4-BE49-F238E27FC236}">
                    <a16:creationId xmlns:a16="http://schemas.microsoft.com/office/drawing/2014/main" id="{66DFAE81-B114-CE99-7351-4EC5C8402217}"/>
                  </a:ext>
                </a:extLst>
              </p:cNvPr>
              <p:cNvPicPr/>
              <p:nvPr/>
            </p:nvPicPr>
            <p:blipFill>
              <a:blip r:embed="rId709"/>
              <a:stretch>
                <a:fillRect/>
              </a:stretch>
            </p:blipFill>
            <p:spPr>
              <a:xfrm>
                <a:off x="7013480" y="4919440"/>
                <a:ext cx="7704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0">
            <p14:nvContentPartPr>
              <p14:cNvPr id="586" name="Ink 585">
                <a:extLst>
                  <a:ext uri="{FF2B5EF4-FFF2-40B4-BE49-F238E27FC236}">
                    <a16:creationId xmlns:a16="http://schemas.microsoft.com/office/drawing/2014/main" id="{1B2E9B05-5698-F0DF-4189-4A34C805D567}"/>
                  </a:ext>
                </a:extLst>
              </p14:cNvPr>
              <p14:cNvContentPartPr/>
              <p14:nvPr/>
            </p14:nvContentPartPr>
            <p14:xfrm>
              <a:off x="7139480" y="5153800"/>
              <a:ext cx="30960" cy="113400"/>
            </p14:xfrm>
          </p:contentPart>
        </mc:Choice>
        <mc:Fallback xmlns="">
          <p:pic>
            <p:nvPicPr>
              <p:cNvPr id="586" name="Ink 585">
                <a:extLst>
                  <a:ext uri="{FF2B5EF4-FFF2-40B4-BE49-F238E27FC236}">
                    <a16:creationId xmlns:a16="http://schemas.microsoft.com/office/drawing/2014/main" id="{1B2E9B05-5698-F0DF-4189-4A34C805D567}"/>
                  </a:ext>
                </a:extLst>
              </p:cNvPr>
              <p:cNvPicPr/>
              <p:nvPr/>
            </p:nvPicPr>
            <p:blipFill>
              <a:blip r:embed="rId711"/>
              <a:stretch>
                <a:fillRect/>
              </a:stretch>
            </p:blipFill>
            <p:spPr>
              <a:xfrm>
                <a:off x="7129040" y="5143360"/>
                <a:ext cx="5220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2">
            <p14:nvContentPartPr>
              <p14:cNvPr id="587" name="Ink 586">
                <a:extLst>
                  <a:ext uri="{FF2B5EF4-FFF2-40B4-BE49-F238E27FC236}">
                    <a16:creationId xmlns:a16="http://schemas.microsoft.com/office/drawing/2014/main" id="{A4050F39-97F0-8BCF-4545-A117155E11A4}"/>
                  </a:ext>
                </a:extLst>
              </p14:cNvPr>
              <p14:cNvContentPartPr/>
              <p14:nvPr/>
            </p14:nvContentPartPr>
            <p14:xfrm>
              <a:off x="7175120" y="5011240"/>
              <a:ext cx="360" cy="360"/>
            </p14:xfrm>
          </p:contentPart>
        </mc:Choice>
        <mc:Fallback xmlns="">
          <p:pic>
            <p:nvPicPr>
              <p:cNvPr id="587" name="Ink 586">
                <a:extLst>
                  <a:ext uri="{FF2B5EF4-FFF2-40B4-BE49-F238E27FC236}">
                    <a16:creationId xmlns:a16="http://schemas.microsoft.com/office/drawing/2014/main" id="{A4050F39-97F0-8BCF-4545-A117155E11A4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7164320" y="5000440"/>
                <a:ext cx="2160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8" name="Group 697">
            <a:extLst>
              <a:ext uri="{FF2B5EF4-FFF2-40B4-BE49-F238E27FC236}">
                <a16:creationId xmlns:a16="http://schemas.microsoft.com/office/drawing/2014/main" id="{3D90BD13-C90C-D3E7-09D7-4A854483B35B}"/>
              </a:ext>
            </a:extLst>
          </p:cNvPr>
          <p:cNvGrpSpPr/>
          <p:nvPr/>
        </p:nvGrpSpPr>
        <p:grpSpPr>
          <a:xfrm>
            <a:off x="4890560" y="5398240"/>
            <a:ext cx="2794320" cy="512280"/>
            <a:chOff x="4890560" y="5398240"/>
            <a:chExt cx="2794320" cy="51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D1DF6488-4AE8-E066-45F2-283DBAF89302}"/>
                    </a:ext>
                  </a:extLst>
                </p14:cNvPr>
                <p14:cNvContentPartPr/>
                <p14:nvPr/>
              </p14:nvContentPartPr>
              <p14:xfrm>
                <a:off x="4913960" y="5675800"/>
                <a:ext cx="34200" cy="234720"/>
              </p14:xfrm>
            </p:contentPart>
          </mc:Choice>
          <mc:Fallback xmlns=""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D1DF6488-4AE8-E066-45F2-283DBAF89302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4903160" y="5665360"/>
                  <a:ext cx="554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10B05A60-FA73-9017-4331-527679865820}"/>
                    </a:ext>
                  </a:extLst>
                </p14:cNvPr>
                <p14:cNvContentPartPr/>
                <p14:nvPr/>
              </p14:nvContentPartPr>
              <p14:xfrm>
                <a:off x="4890560" y="5627920"/>
                <a:ext cx="145080" cy="27720"/>
              </p14:xfrm>
            </p:contentPart>
          </mc:Choice>
          <mc:Fallback xmlns=""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10B05A60-FA73-9017-4331-527679865820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4879760" y="5617480"/>
                  <a:ext cx="1663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8FE1EC6D-FB88-E70D-70E6-A9E3FFA3A519}"/>
                    </a:ext>
                  </a:extLst>
                </p14:cNvPr>
                <p14:cNvContentPartPr/>
                <p14:nvPr/>
              </p14:nvContentPartPr>
              <p14:xfrm>
                <a:off x="5040320" y="5728360"/>
                <a:ext cx="126000" cy="17100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8FE1EC6D-FB88-E70D-70E6-A9E3FFA3A519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5029520" y="5717920"/>
                  <a:ext cx="1472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9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F0E835A9-F8A1-F17C-8F79-B64B91C415F8}"/>
                    </a:ext>
                  </a:extLst>
                </p14:cNvPr>
                <p14:cNvContentPartPr/>
                <p14:nvPr/>
              </p14:nvContentPartPr>
              <p14:xfrm>
                <a:off x="5194400" y="5751400"/>
                <a:ext cx="78480" cy="10764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F0E835A9-F8A1-F17C-8F79-B64B91C415F8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5183960" y="5740600"/>
                  <a:ext cx="99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1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8627143D-63A2-63A5-A359-66D690349324}"/>
                    </a:ext>
                  </a:extLst>
                </p14:cNvPr>
                <p14:cNvContentPartPr/>
                <p14:nvPr/>
              </p14:nvContentPartPr>
              <p14:xfrm>
                <a:off x="5340560" y="5704960"/>
                <a:ext cx="79560" cy="14616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8627143D-63A2-63A5-A359-66D690349324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5330120" y="5694520"/>
                  <a:ext cx="1008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3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0BCF6A1B-0AB0-9118-1895-610F49E421AA}"/>
                    </a:ext>
                  </a:extLst>
                </p14:cNvPr>
                <p14:cNvContentPartPr/>
                <p14:nvPr/>
              </p14:nvContentPartPr>
              <p14:xfrm>
                <a:off x="5505440" y="5577520"/>
                <a:ext cx="167400" cy="237600"/>
              </p14:xfrm>
            </p:contentPart>
          </mc:Choice>
          <mc:Fallback xmlns=""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0BCF6A1B-0AB0-9118-1895-610F49E421AA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5494640" y="5566720"/>
                  <a:ext cx="1886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5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98463167-62E5-B3D7-1B1B-ECB27FF79CAD}"/>
                    </a:ext>
                  </a:extLst>
                </p14:cNvPr>
                <p14:cNvContentPartPr/>
                <p14:nvPr/>
              </p14:nvContentPartPr>
              <p14:xfrm>
                <a:off x="5717840" y="5696320"/>
                <a:ext cx="119520" cy="13500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98463167-62E5-B3D7-1B1B-ECB27FF79CAD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5707400" y="5685880"/>
                  <a:ext cx="140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7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124C9482-92BD-383C-6AC9-772D0D3F29CD}"/>
                    </a:ext>
                  </a:extLst>
                </p14:cNvPr>
                <p14:cNvContentPartPr/>
                <p14:nvPr/>
              </p14:nvContentPartPr>
              <p14:xfrm>
                <a:off x="5894960" y="5553760"/>
                <a:ext cx="80280" cy="29088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124C9482-92BD-383C-6AC9-772D0D3F29CD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5884160" y="5542960"/>
                  <a:ext cx="10152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9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361AE270-A995-7697-B30A-7DEA358143FC}"/>
                    </a:ext>
                  </a:extLst>
                </p14:cNvPr>
                <p14:cNvContentPartPr/>
                <p14:nvPr/>
              </p14:nvContentPartPr>
              <p14:xfrm>
                <a:off x="6064520" y="5662120"/>
                <a:ext cx="51120" cy="16596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361AE270-A995-7697-B30A-7DEA358143FC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6053720" y="5651680"/>
                  <a:ext cx="723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678" name="Ink 677">
                  <a:extLst>
                    <a:ext uri="{FF2B5EF4-FFF2-40B4-BE49-F238E27FC236}">
                      <a16:creationId xmlns:a16="http://schemas.microsoft.com/office/drawing/2014/main" id="{8584D3BE-A0A6-FDBC-F84C-B3EF56CD4D5A}"/>
                    </a:ext>
                  </a:extLst>
                </p14:cNvPr>
                <p14:cNvContentPartPr/>
                <p14:nvPr/>
              </p14:nvContentPartPr>
              <p14:xfrm>
                <a:off x="6206360" y="5488600"/>
                <a:ext cx="104760" cy="368280"/>
              </p14:xfrm>
            </p:contentPart>
          </mc:Choice>
          <mc:Fallback xmlns=""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8584D3BE-A0A6-FDBC-F84C-B3EF56CD4D5A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6195560" y="5478160"/>
                  <a:ext cx="12600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CDA1E8AB-8B50-3E6E-A6FE-F4C0E9BD12D4}"/>
                    </a:ext>
                  </a:extLst>
                </p14:cNvPr>
                <p14:cNvContentPartPr/>
                <p14:nvPr/>
              </p14:nvContentPartPr>
              <p14:xfrm>
                <a:off x="6370520" y="5619280"/>
                <a:ext cx="53640" cy="15408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CDA1E8AB-8B50-3E6E-A6FE-F4C0E9BD12D4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6359720" y="5608480"/>
                  <a:ext cx="748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3D071A05-1986-7D1F-EB07-9E5CDF0C47AB}"/>
                    </a:ext>
                  </a:extLst>
                </p14:cNvPr>
                <p14:cNvContentPartPr/>
                <p14:nvPr/>
              </p14:nvContentPartPr>
              <p14:xfrm>
                <a:off x="6483200" y="5648440"/>
                <a:ext cx="68760" cy="14076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3D071A05-1986-7D1F-EB07-9E5CDF0C47AB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6472760" y="5638000"/>
                  <a:ext cx="9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0DF29581-246C-BF19-D3C6-37CDEA85E13F}"/>
                    </a:ext>
                  </a:extLst>
                </p14:cNvPr>
                <p14:cNvContentPartPr/>
                <p14:nvPr/>
              </p14:nvContentPartPr>
              <p14:xfrm>
                <a:off x="6630440" y="5618560"/>
                <a:ext cx="254160" cy="13068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0DF29581-246C-BF19-D3C6-37CDEA85E13F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6620000" y="5608120"/>
                  <a:ext cx="2754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3E5CF0D9-BA9E-DD75-7D3D-4606A8BABF07}"/>
                    </a:ext>
                  </a:extLst>
                </p14:cNvPr>
                <p14:cNvContentPartPr/>
                <p14:nvPr/>
              </p14:nvContentPartPr>
              <p14:xfrm>
                <a:off x="6945440" y="5605240"/>
                <a:ext cx="32760" cy="18288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3E5CF0D9-BA9E-DD75-7D3D-4606A8BABF07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6935000" y="5594440"/>
                  <a:ext cx="540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B093DA35-C7B2-92AB-3C52-44F9160E2D9D}"/>
                    </a:ext>
                  </a:extLst>
                </p14:cNvPr>
                <p14:cNvContentPartPr/>
                <p14:nvPr/>
              </p14:nvContentPartPr>
              <p14:xfrm>
                <a:off x="7076120" y="5604160"/>
                <a:ext cx="99360" cy="1296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B093DA35-C7B2-92AB-3C52-44F9160E2D9D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7065320" y="5593360"/>
                  <a:ext cx="120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4C4D428E-E300-7979-F103-0F955BB33C15}"/>
                    </a:ext>
                  </a:extLst>
                </p14:cNvPr>
                <p14:cNvContentPartPr/>
                <p14:nvPr/>
              </p14:nvContentPartPr>
              <p14:xfrm>
                <a:off x="7054160" y="5642680"/>
                <a:ext cx="122400" cy="15804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4C4D428E-E300-7979-F103-0F955BB33C15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7043720" y="5632240"/>
                  <a:ext cx="1436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AA657BF6-CF28-3E71-B787-FD94E910F733}"/>
                    </a:ext>
                  </a:extLst>
                </p14:cNvPr>
                <p14:cNvContentPartPr/>
                <p14:nvPr/>
              </p14:nvContentPartPr>
              <p14:xfrm>
                <a:off x="7284920" y="5638360"/>
                <a:ext cx="104040" cy="120600"/>
              </p14:xfrm>
            </p:contentPart>
          </mc:Choice>
          <mc:Fallback xmlns=""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AA657BF6-CF28-3E71-B787-FD94E910F733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7274120" y="5627560"/>
                  <a:ext cx="125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2490807E-EA9F-DB36-F555-3BCA0E70C5B4}"/>
                    </a:ext>
                  </a:extLst>
                </p14:cNvPr>
                <p14:cNvContentPartPr/>
                <p14:nvPr/>
              </p14:nvContentPartPr>
              <p14:xfrm>
                <a:off x="7309760" y="5585800"/>
                <a:ext cx="360" cy="36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2490807E-EA9F-DB36-F555-3BCA0E70C5B4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298960" y="55750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695" name="Ink 694">
                  <a:extLst>
                    <a:ext uri="{FF2B5EF4-FFF2-40B4-BE49-F238E27FC236}">
                      <a16:creationId xmlns:a16="http://schemas.microsoft.com/office/drawing/2014/main" id="{65C769D8-DC8E-8609-D3C1-7A655B048888}"/>
                    </a:ext>
                  </a:extLst>
                </p14:cNvPr>
                <p14:cNvContentPartPr/>
                <p14:nvPr/>
              </p14:nvContentPartPr>
              <p14:xfrm>
                <a:off x="7398320" y="5529640"/>
                <a:ext cx="146880" cy="276480"/>
              </p14:xfrm>
            </p:contentPart>
          </mc:Choice>
          <mc:Fallback xmlns="">
            <p:pic>
              <p:nvPicPr>
                <p:cNvPr id="695" name="Ink 694">
                  <a:extLst>
                    <a:ext uri="{FF2B5EF4-FFF2-40B4-BE49-F238E27FC236}">
                      <a16:creationId xmlns:a16="http://schemas.microsoft.com/office/drawing/2014/main" id="{65C769D8-DC8E-8609-D3C1-7A655B048888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7387880" y="5519200"/>
                  <a:ext cx="1681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6F437319-8390-0F16-1017-EF94EBA0D8A2}"/>
                    </a:ext>
                  </a:extLst>
                </p14:cNvPr>
                <p14:cNvContentPartPr/>
                <p14:nvPr/>
              </p14:nvContentPartPr>
              <p14:xfrm>
                <a:off x="7520360" y="5398240"/>
                <a:ext cx="164520" cy="44460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6F437319-8390-0F16-1017-EF94EBA0D8A2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7509560" y="5387800"/>
                  <a:ext cx="185760" cy="46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0" name="Group 749">
            <a:extLst>
              <a:ext uri="{FF2B5EF4-FFF2-40B4-BE49-F238E27FC236}">
                <a16:creationId xmlns:a16="http://schemas.microsoft.com/office/drawing/2014/main" id="{1B73ED57-FC02-AA55-F771-355BE55528E0}"/>
              </a:ext>
            </a:extLst>
          </p:cNvPr>
          <p:cNvGrpSpPr/>
          <p:nvPr/>
        </p:nvGrpSpPr>
        <p:grpSpPr>
          <a:xfrm>
            <a:off x="1474880" y="6337120"/>
            <a:ext cx="886680" cy="219600"/>
            <a:chOff x="1474880" y="6337120"/>
            <a:chExt cx="886680" cy="21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44FB7536-F6B8-133A-B21C-DC389F65152E}"/>
                    </a:ext>
                  </a:extLst>
                </p14:cNvPr>
                <p14:cNvContentPartPr/>
                <p14:nvPr/>
              </p14:nvContentPartPr>
              <p14:xfrm>
                <a:off x="1474880" y="6337120"/>
                <a:ext cx="303480" cy="21960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44FB7536-F6B8-133A-B21C-DC389F65152E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1464440" y="6326680"/>
                  <a:ext cx="3247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700" name="Ink 699">
                  <a:extLst>
                    <a:ext uri="{FF2B5EF4-FFF2-40B4-BE49-F238E27FC236}">
                      <a16:creationId xmlns:a16="http://schemas.microsoft.com/office/drawing/2014/main" id="{D0A8909D-F2C8-8401-894A-E9E27F412F86}"/>
                    </a:ext>
                  </a:extLst>
                </p14:cNvPr>
                <p14:cNvContentPartPr/>
                <p14:nvPr/>
              </p14:nvContentPartPr>
              <p14:xfrm>
                <a:off x="1869440" y="6387520"/>
                <a:ext cx="62640" cy="13932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D0A8909D-F2C8-8401-894A-E9E27F412F86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859000" y="6377080"/>
                  <a:ext cx="838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88C5DB78-C581-1618-91F3-AACADB55D17F}"/>
                    </a:ext>
                  </a:extLst>
                </p14:cNvPr>
                <p14:cNvContentPartPr/>
                <p14:nvPr/>
              </p14:nvContentPartPr>
              <p14:xfrm>
                <a:off x="1988600" y="6397960"/>
                <a:ext cx="101880" cy="135000"/>
              </p14:xfrm>
            </p:contentPart>
          </mc:Choice>
          <mc:Fallback xmlns=""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88C5DB78-C581-1618-91F3-AACADB55D17F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978160" y="6387160"/>
                  <a:ext cx="1231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6E1BEEEA-5A27-CB38-FA67-0915F9C48391}"/>
                    </a:ext>
                  </a:extLst>
                </p14:cNvPr>
                <p14:cNvContentPartPr/>
                <p14:nvPr/>
              </p14:nvContentPartPr>
              <p14:xfrm>
                <a:off x="2177960" y="6402640"/>
                <a:ext cx="183600" cy="115200"/>
              </p14:xfrm>
            </p:contentPart>
          </mc:Choice>
          <mc:Fallback xmlns=""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6E1BEEEA-5A27-CB38-FA67-0915F9C48391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2167160" y="6392200"/>
                  <a:ext cx="20484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8" name="Group 747">
            <a:extLst>
              <a:ext uri="{FF2B5EF4-FFF2-40B4-BE49-F238E27FC236}">
                <a16:creationId xmlns:a16="http://schemas.microsoft.com/office/drawing/2014/main" id="{3BBD7644-D9EE-B2B2-74A2-52416F260B0F}"/>
              </a:ext>
            </a:extLst>
          </p:cNvPr>
          <p:cNvGrpSpPr/>
          <p:nvPr/>
        </p:nvGrpSpPr>
        <p:grpSpPr>
          <a:xfrm>
            <a:off x="2577920" y="6266560"/>
            <a:ext cx="760320" cy="304920"/>
            <a:chOff x="2577920" y="6266560"/>
            <a:chExt cx="76032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E18195B3-0C84-A278-437F-ABD76C2B4601}"/>
                    </a:ext>
                  </a:extLst>
                </p14:cNvPr>
                <p14:cNvContentPartPr/>
                <p14:nvPr/>
              </p14:nvContentPartPr>
              <p14:xfrm>
                <a:off x="2577920" y="6402640"/>
                <a:ext cx="80280" cy="12960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E18195B3-0C84-A278-437F-ABD76C2B4601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2567120" y="6391840"/>
                  <a:ext cx="1015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ADAA0BC9-EA12-37C2-181A-241219DB5881}"/>
                    </a:ext>
                  </a:extLst>
                </p14:cNvPr>
                <p14:cNvContentPartPr/>
                <p14:nvPr/>
              </p14:nvContentPartPr>
              <p14:xfrm>
                <a:off x="2743880" y="6444760"/>
                <a:ext cx="7920" cy="8820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ADAA0BC9-EA12-37C2-181A-241219DB5881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2733440" y="6434320"/>
                  <a:ext cx="291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5ED32A19-7625-265F-BC36-6BD87D86CA32}"/>
                    </a:ext>
                  </a:extLst>
                </p14:cNvPr>
                <p14:cNvContentPartPr/>
                <p14:nvPr/>
              </p14:nvContentPartPr>
              <p14:xfrm>
                <a:off x="2769440" y="6352240"/>
                <a:ext cx="360" cy="360"/>
              </p14:xfrm>
            </p:contentPart>
          </mc:Choice>
          <mc:Fallback xmlns=""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5ED32A19-7625-265F-BC36-6BD87D86CA32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758640" y="63414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11E26F21-2A41-E343-112A-0AC0977E55A3}"/>
                    </a:ext>
                  </a:extLst>
                </p14:cNvPr>
                <p14:cNvContentPartPr/>
                <p14:nvPr/>
              </p14:nvContentPartPr>
              <p14:xfrm>
                <a:off x="2835320" y="6356920"/>
                <a:ext cx="121320" cy="21456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11E26F21-2A41-E343-112A-0AC0977E55A3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2824520" y="6346480"/>
                  <a:ext cx="1425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26FC1EFD-41E5-F9B9-DAFE-80C77D046AA4}"/>
                    </a:ext>
                  </a:extLst>
                </p14:cNvPr>
                <p14:cNvContentPartPr/>
                <p14:nvPr/>
              </p14:nvContentPartPr>
              <p14:xfrm>
                <a:off x="3038720" y="6266560"/>
                <a:ext cx="108360" cy="26460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26FC1EFD-41E5-F9B9-DAFE-80C77D046AA4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3027920" y="6256120"/>
                  <a:ext cx="1296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1AF8D83F-8C99-7106-8216-7DEFEF847088}"/>
                    </a:ext>
                  </a:extLst>
                </p14:cNvPr>
                <p14:cNvContentPartPr/>
                <p14:nvPr/>
              </p14:nvContentPartPr>
              <p14:xfrm>
                <a:off x="3245360" y="6268720"/>
                <a:ext cx="21960" cy="234360"/>
              </p14:xfrm>
            </p:contentPart>
          </mc:Choice>
          <mc:Fallback xmlns=""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1AF8D83F-8C99-7106-8216-7DEFEF847088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3234920" y="6258280"/>
                  <a:ext cx="432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709" name="Ink 708">
                  <a:extLst>
                    <a:ext uri="{FF2B5EF4-FFF2-40B4-BE49-F238E27FC236}">
                      <a16:creationId xmlns:a16="http://schemas.microsoft.com/office/drawing/2014/main" id="{43E19BD6-A8EF-1A97-7482-624573DFDD7F}"/>
                    </a:ext>
                  </a:extLst>
                </p14:cNvPr>
                <p14:cNvContentPartPr/>
                <p14:nvPr/>
              </p14:nvContentPartPr>
              <p14:xfrm>
                <a:off x="3207200" y="6394360"/>
                <a:ext cx="131040" cy="11880"/>
              </p14:xfrm>
            </p:contentPart>
          </mc:Choice>
          <mc:Fallback xmlns="">
            <p:pic>
              <p:nvPicPr>
                <p:cNvPr id="709" name="Ink 708">
                  <a:extLst>
                    <a:ext uri="{FF2B5EF4-FFF2-40B4-BE49-F238E27FC236}">
                      <a16:creationId xmlns:a16="http://schemas.microsoft.com/office/drawing/2014/main" id="{43E19BD6-A8EF-1A97-7482-624573DFDD7F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3196760" y="6383920"/>
                  <a:ext cx="15228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6" name="Group 745">
            <a:extLst>
              <a:ext uri="{FF2B5EF4-FFF2-40B4-BE49-F238E27FC236}">
                <a16:creationId xmlns:a16="http://schemas.microsoft.com/office/drawing/2014/main" id="{8E4D4DEF-C02F-6520-3983-543A862BCDCB}"/>
              </a:ext>
            </a:extLst>
          </p:cNvPr>
          <p:cNvGrpSpPr/>
          <p:nvPr/>
        </p:nvGrpSpPr>
        <p:grpSpPr>
          <a:xfrm>
            <a:off x="3528320" y="6392200"/>
            <a:ext cx="114480" cy="74520"/>
            <a:chOff x="3528320" y="6392200"/>
            <a:chExt cx="114480" cy="7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710" name="Ink 709">
                  <a:extLst>
                    <a:ext uri="{FF2B5EF4-FFF2-40B4-BE49-F238E27FC236}">
                      <a16:creationId xmlns:a16="http://schemas.microsoft.com/office/drawing/2014/main" id="{17C8A9DE-F3E7-D6B5-719F-616F0EB7117E}"/>
                    </a:ext>
                  </a:extLst>
                </p14:cNvPr>
                <p14:cNvContentPartPr/>
                <p14:nvPr/>
              </p14:nvContentPartPr>
              <p14:xfrm>
                <a:off x="3528320" y="6452680"/>
                <a:ext cx="114480" cy="14040"/>
              </p14:xfrm>
            </p:contentPart>
          </mc:Choice>
          <mc:Fallback xmlns="">
            <p:pic>
              <p:nvPicPr>
                <p:cNvPr id="710" name="Ink 709">
                  <a:extLst>
                    <a:ext uri="{FF2B5EF4-FFF2-40B4-BE49-F238E27FC236}">
                      <a16:creationId xmlns:a16="http://schemas.microsoft.com/office/drawing/2014/main" id="{17C8A9DE-F3E7-D6B5-719F-616F0EB7117E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3517880" y="6442240"/>
                  <a:ext cx="135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711" name="Ink 710">
                  <a:extLst>
                    <a:ext uri="{FF2B5EF4-FFF2-40B4-BE49-F238E27FC236}">
                      <a16:creationId xmlns:a16="http://schemas.microsoft.com/office/drawing/2014/main" id="{2BAE8BA8-94AF-9BFB-FF89-9F2FB5013E81}"/>
                    </a:ext>
                  </a:extLst>
                </p14:cNvPr>
                <p14:cNvContentPartPr/>
                <p14:nvPr/>
              </p14:nvContentPartPr>
              <p14:xfrm>
                <a:off x="3543800" y="6392200"/>
                <a:ext cx="91800" cy="11880"/>
              </p14:xfrm>
            </p:contentPart>
          </mc:Choice>
          <mc:Fallback xmlns="">
            <p:pic>
              <p:nvPicPr>
                <p:cNvPr id="711" name="Ink 710">
                  <a:extLst>
                    <a:ext uri="{FF2B5EF4-FFF2-40B4-BE49-F238E27FC236}">
                      <a16:creationId xmlns:a16="http://schemas.microsoft.com/office/drawing/2014/main" id="{2BAE8BA8-94AF-9BFB-FF89-9F2FB5013E81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3533000" y="6381760"/>
                  <a:ext cx="11304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4" name="Group 743">
            <a:extLst>
              <a:ext uri="{FF2B5EF4-FFF2-40B4-BE49-F238E27FC236}">
                <a16:creationId xmlns:a16="http://schemas.microsoft.com/office/drawing/2014/main" id="{865D1716-D2FC-BECB-6D75-790F7ED2B050}"/>
              </a:ext>
            </a:extLst>
          </p:cNvPr>
          <p:cNvGrpSpPr/>
          <p:nvPr/>
        </p:nvGrpSpPr>
        <p:grpSpPr>
          <a:xfrm>
            <a:off x="4026920" y="6363400"/>
            <a:ext cx="452520" cy="167040"/>
            <a:chOff x="4026920" y="6363400"/>
            <a:chExt cx="452520" cy="1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7">
              <p14:nvContentPartPr>
                <p14:cNvPr id="712" name="Ink 711">
                  <a:extLst>
                    <a:ext uri="{FF2B5EF4-FFF2-40B4-BE49-F238E27FC236}">
                      <a16:creationId xmlns:a16="http://schemas.microsoft.com/office/drawing/2014/main" id="{F1634D80-3606-89B9-F26D-4A8561CBA5E3}"/>
                    </a:ext>
                  </a:extLst>
                </p14:cNvPr>
                <p14:cNvContentPartPr/>
                <p14:nvPr/>
              </p14:nvContentPartPr>
              <p14:xfrm>
                <a:off x="4026920" y="6363400"/>
                <a:ext cx="133920" cy="161640"/>
              </p14:xfrm>
            </p:contentPart>
          </mc:Choice>
          <mc:Fallback xmlns="">
            <p:pic>
              <p:nvPicPr>
                <p:cNvPr id="712" name="Ink 711">
                  <a:extLst>
                    <a:ext uri="{FF2B5EF4-FFF2-40B4-BE49-F238E27FC236}">
                      <a16:creationId xmlns:a16="http://schemas.microsoft.com/office/drawing/2014/main" id="{F1634D80-3606-89B9-F26D-4A8561CBA5E3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4016480" y="6352960"/>
                  <a:ext cx="1551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9">
              <p14:nvContentPartPr>
                <p14:cNvPr id="713" name="Ink 712">
                  <a:extLst>
                    <a:ext uri="{FF2B5EF4-FFF2-40B4-BE49-F238E27FC236}">
                      <a16:creationId xmlns:a16="http://schemas.microsoft.com/office/drawing/2014/main" id="{E0109F2A-F2CB-E824-1D45-57B286A845B1}"/>
                    </a:ext>
                  </a:extLst>
                </p14:cNvPr>
                <p14:cNvContentPartPr/>
                <p14:nvPr/>
              </p14:nvContentPartPr>
              <p14:xfrm>
                <a:off x="4205480" y="6384280"/>
                <a:ext cx="34920" cy="128160"/>
              </p14:xfrm>
            </p:contentPart>
          </mc:Choice>
          <mc:Fallback xmlns=""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E0109F2A-F2CB-E824-1D45-57B286A845B1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4195040" y="6373480"/>
                  <a:ext cx="561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1">
              <p14:nvContentPartPr>
                <p14:cNvPr id="714" name="Ink 713">
                  <a:extLst>
                    <a:ext uri="{FF2B5EF4-FFF2-40B4-BE49-F238E27FC236}">
                      <a16:creationId xmlns:a16="http://schemas.microsoft.com/office/drawing/2014/main" id="{1C42A9B8-26CD-1288-7441-F2BA4C789127}"/>
                    </a:ext>
                  </a:extLst>
                </p14:cNvPr>
                <p14:cNvContentPartPr/>
                <p14:nvPr/>
              </p14:nvContentPartPr>
              <p14:xfrm>
                <a:off x="4317080" y="6377440"/>
                <a:ext cx="162360" cy="153000"/>
              </p14:xfrm>
            </p:contentPart>
          </mc:Choice>
          <mc:Fallback xmlns=""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1C42A9B8-26CD-1288-7441-F2BA4C789127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4306640" y="6366640"/>
                  <a:ext cx="18360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2" name="Group 741">
            <a:extLst>
              <a:ext uri="{FF2B5EF4-FFF2-40B4-BE49-F238E27FC236}">
                <a16:creationId xmlns:a16="http://schemas.microsoft.com/office/drawing/2014/main" id="{15154539-5C5F-CB85-5906-E19B12639C6C}"/>
              </a:ext>
            </a:extLst>
          </p:cNvPr>
          <p:cNvGrpSpPr/>
          <p:nvPr/>
        </p:nvGrpSpPr>
        <p:grpSpPr>
          <a:xfrm>
            <a:off x="4727840" y="6226600"/>
            <a:ext cx="1329120" cy="308880"/>
            <a:chOff x="4727840" y="6226600"/>
            <a:chExt cx="132912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3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42775524-E7AD-061E-2D3E-12B531365C65}"/>
                    </a:ext>
                  </a:extLst>
                </p14:cNvPr>
                <p14:cNvContentPartPr/>
                <p14:nvPr/>
              </p14:nvContentPartPr>
              <p14:xfrm>
                <a:off x="4811360" y="6330640"/>
                <a:ext cx="16920" cy="20484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42775524-E7AD-061E-2D3E-12B531365C65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4800920" y="6319840"/>
                  <a:ext cx="38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5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F77F5ED3-C786-165F-569A-470C4ADC6F7E}"/>
                    </a:ext>
                  </a:extLst>
                </p14:cNvPr>
                <p14:cNvContentPartPr/>
                <p14:nvPr/>
              </p14:nvContentPartPr>
              <p14:xfrm>
                <a:off x="4727840" y="6299680"/>
                <a:ext cx="181800" cy="2988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F77F5ED3-C786-165F-569A-470C4ADC6F7E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4717400" y="6289240"/>
                  <a:ext cx="2030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7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B37E741C-F64B-FA68-06CC-480B46233BB7}"/>
                    </a:ext>
                  </a:extLst>
                </p14:cNvPr>
                <p14:cNvContentPartPr/>
                <p14:nvPr/>
              </p14:nvContentPartPr>
              <p14:xfrm>
                <a:off x="4942400" y="6384280"/>
                <a:ext cx="136080" cy="14760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B37E741C-F64B-FA68-06CC-480B46233BB7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4931960" y="6373480"/>
                  <a:ext cx="157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9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1DB083B1-D984-F5DB-DE2F-C18D6722E7CA}"/>
                    </a:ext>
                  </a:extLst>
                </p14:cNvPr>
                <p14:cNvContentPartPr/>
                <p14:nvPr/>
              </p14:nvContentPartPr>
              <p14:xfrm>
                <a:off x="5120240" y="6396160"/>
                <a:ext cx="40680" cy="12096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1DB083B1-D984-F5DB-DE2F-C18D6722E7CA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5109800" y="6385360"/>
                  <a:ext cx="61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1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13D075A3-035A-5A37-094B-80576EC4A0BF}"/>
                    </a:ext>
                  </a:extLst>
                </p14:cNvPr>
                <p14:cNvContentPartPr/>
                <p14:nvPr/>
              </p14:nvContentPartPr>
              <p14:xfrm>
                <a:off x="5286560" y="6378520"/>
                <a:ext cx="64440" cy="14220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13D075A3-035A-5A37-094B-80576EC4A0BF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5275760" y="6367720"/>
                  <a:ext cx="85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3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13855509-EF01-59F9-51ED-624BBC8C383F}"/>
                    </a:ext>
                  </a:extLst>
                </p14:cNvPr>
                <p14:cNvContentPartPr/>
                <p14:nvPr/>
              </p14:nvContentPartPr>
              <p14:xfrm>
                <a:off x="5469080" y="6261880"/>
                <a:ext cx="186840" cy="21384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13855509-EF01-59F9-51ED-624BBC8C383F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5458640" y="6251080"/>
                  <a:ext cx="2080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5">
              <p14:nvContentPartPr>
                <p14:cNvPr id="721" name="Ink 720">
                  <a:extLst>
                    <a:ext uri="{FF2B5EF4-FFF2-40B4-BE49-F238E27FC236}">
                      <a16:creationId xmlns:a16="http://schemas.microsoft.com/office/drawing/2014/main" id="{425EE16A-3A48-00A8-CF1A-81273C2472DD}"/>
                    </a:ext>
                  </a:extLst>
                </p14:cNvPr>
                <p14:cNvContentPartPr/>
                <p14:nvPr/>
              </p14:nvContentPartPr>
              <p14:xfrm>
                <a:off x="5683640" y="6364120"/>
                <a:ext cx="109080" cy="117360"/>
              </p14:xfrm>
            </p:contentPart>
          </mc:Choice>
          <mc:Fallback xmlns="">
            <p:pic>
              <p:nvPicPr>
                <p:cNvPr id="721" name="Ink 720">
                  <a:extLst>
                    <a:ext uri="{FF2B5EF4-FFF2-40B4-BE49-F238E27FC236}">
                      <a16:creationId xmlns:a16="http://schemas.microsoft.com/office/drawing/2014/main" id="{425EE16A-3A48-00A8-CF1A-81273C2472DD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5673200" y="6353320"/>
                  <a:ext cx="1303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7">
              <p14:nvContentPartPr>
                <p14:cNvPr id="722" name="Ink 721">
                  <a:extLst>
                    <a:ext uri="{FF2B5EF4-FFF2-40B4-BE49-F238E27FC236}">
                      <a16:creationId xmlns:a16="http://schemas.microsoft.com/office/drawing/2014/main" id="{DBC9AA21-CAF0-A338-D9D5-E5A68F344619}"/>
                    </a:ext>
                  </a:extLst>
                </p14:cNvPr>
                <p14:cNvContentPartPr/>
                <p14:nvPr/>
              </p14:nvContentPartPr>
              <p14:xfrm>
                <a:off x="5856080" y="6226600"/>
                <a:ext cx="94680" cy="263520"/>
              </p14:xfrm>
            </p:contentPart>
          </mc:Choice>
          <mc:Fallback xmlns=""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DBC9AA21-CAF0-A338-D9D5-E5A68F344619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5845280" y="6215800"/>
                  <a:ext cx="1159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9">
              <p14:nvContentPartPr>
                <p14:cNvPr id="723" name="Ink 722">
                  <a:extLst>
                    <a:ext uri="{FF2B5EF4-FFF2-40B4-BE49-F238E27FC236}">
                      <a16:creationId xmlns:a16="http://schemas.microsoft.com/office/drawing/2014/main" id="{E0E4E1A6-1758-501C-F126-2E35A4A355DB}"/>
                    </a:ext>
                  </a:extLst>
                </p14:cNvPr>
                <p14:cNvContentPartPr/>
                <p14:nvPr/>
              </p14:nvContentPartPr>
              <p14:xfrm>
                <a:off x="6008720" y="6330640"/>
                <a:ext cx="48240" cy="133920"/>
              </p14:xfrm>
            </p:contentPart>
          </mc:Choice>
          <mc:Fallback xmlns=""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E0E4E1A6-1758-501C-F126-2E35A4A355DB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5998280" y="6320200"/>
                  <a:ext cx="6948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969D7E1D-23A0-55F9-0273-AC7616AD1006}"/>
              </a:ext>
            </a:extLst>
          </p:cNvPr>
          <p:cNvGrpSpPr/>
          <p:nvPr/>
        </p:nvGrpSpPr>
        <p:grpSpPr>
          <a:xfrm>
            <a:off x="6272960" y="6162520"/>
            <a:ext cx="1723680" cy="386640"/>
            <a:chOff x="6272960" y="6162520"/>
            <a:chExt cx="172368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1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496141F9-96BE-18BF-95E6-0E3A805E453C}"/>
                    </a:ext>
                  </a:extLst>
                </p14:cNvPr>
                <p14:cNvContentPartPr/>
                <p14:nvPr/>
              </p14:nvContentPartPr>
              <p14:xfrm>
                <a:off x="6272960" y="6184480"/>
                <a:ext cx="122040" cy="36468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496141F9-96BE-18BF-95E6-0E3A805E453C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6262160" y="6173680"/>
                  <a:ext cx="14328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3">
              <p14:nvContentPartPr>
                <p14:cNvPr id="725" name="Ink 724">
                  <a:extLst>
                    <a:ext uri="{FF2B5EF4-FFF2-40B4-BE49-F238E27FC236}">
                      <a16:creationId xmlns:a16="http://schemas.microsoft.com/office/drawing/2014/main" id="{84448344-C961-C5C0-BAA0-A291812B426C}"/>
                    </a:ext>
                  </a:extLst>
                </p14:cNvPr>
                <p14:cNvContentPartPr/>
                <p14:nvPr/>
              </p14:nvContentPartPr>
              <p14:xfrm>
                <a:off x="6424880" y="6303280"/>
                <a:ext cx="48240" cy="160200"/>
              </p14:xfrm>
            </p:contentPart>
          </mc:Choice>
          <mc:Fallback xmlns="">
            <p:pic>
              <p:nvPicPr>
                <p:cNvPr id="725" name="Ink 724">
                  <a:extLst>
                    <a:ext uri="{FF2B5EF4-FFF2-40B4-BE49-F238E27FC236}">
                      <a16:creationId xmlns:a16="http://schemas.microsoft.com/office/drawing/2014/main" id="{84448344-C961-C5C0-BAA0-A291812B426C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6414440" y="6292480"/>
                  <a:ext cx="69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5">
              <p14:nvContentPartPr>
                <p14:cNvPr id="726" name="Ink 725">
                  <a:extLst>
                    <a:ext uri="{FF2B5EF4-FFF2-40B4-BE49-F238E27FC236}">
                      <a16:creationId xmlns:a16="http://schemas.microsoft.com/office/drawing/2014/main" id="{3E8E3260-7FBD-AD2D-1C69-5E6F44874F96}"/>
                    </a:ext>
                  </a:extLst>
                </p14:cNvPr>
                <p14:cNvContentPartPr/>
                <p14:nvPr/>
              </p14:nvContentPartPr>
              <p14:xfrm>
                <a:off x="6557720" y="6313360"/>
                <a:ext cx="85680" cy="11412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3E8E3260-7FBD-AD2D-1C69-5E6F44874F96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6547280" y="6302920"/>
                  <a:ext cx="1069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7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C1731582-9425-B094-C5CB-D20D35D6B9C4}"/>
                    </a:ext>
                  </a:extLst>
                </p14:cNvPr>
                <p14:cNvContentPartPr/>
                <p14:nvPr/>
              </p14:nvContentPartPr>
              <p14:xfrm>
                <a:off x="6667520" y="6290320"/>
                <a:ext cx="222120" cy="17280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C1731582-9425-B094-C5CB-D20D35D6B9C4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6656720" y="6279880"/>
                  <a:ext cx="2433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9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362EC4F5-80EF-C6F4-5059-7A8572E15FAF}"/>
                    </a:ext>
                  </a:extLst>
                </p14:cNvPr>
                <p14:cNvContentPartPr/>
                <p14:nvPr/>
              </p14:nvContentPartPr>
              <p14:xfrm>
                <a:off x="7190240" y="6303280"/>
                <a:ext cx="110880" cy="36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362EC4F5-80EF-C6F4-5059-7A8572E15FAF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7179800" y="6292480"/>
                  <a:ext cx="1321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582B18DC-1BC2-5C76-CA7A-E1D343BECAAD}"/>
                    </a:ext>
                  </a:extLst>
                </p14:cNvPr>
                <p14:cNvContentPartPr/>
                <p14:nvPr/>
              </p14:nvContentPartPr>
              <p14:xfrm>
                <a:off x="7165400" y="6336400"/>
                <a:ext cx="112680" cy="15984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582B18DC-1BC2-5C76-CA7A-E1D343BECAAD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7154960" y="6325600"/>
                  <a:ext cx="1339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731" name="Ink 730">
                  <a:extLst>
                    <a:ext uri="{FF2B5EF4-FFF2-40B4-BE49-F238E27FC236}">
                      <a16:creationId xmlns:a16="http://schemas.microsoft.com/office/drawing/2014/main" id="{1990559D-95FD-6F88-042E-7AF8567D529D}"/>
                    </a:ext>
                  </a:extLst>
                </p14:cNvPr>
                <p14:cNvContentPartPr/>
                <p14:nvPr/>
              </p14:nvContentPartPr>
              <p14:xfrm>
                <a:off x="7378160" y="6390040"/>
                <a:ext cx="108360" cy="78120"/>
              </p14:xfrm>
            </p:contentPart>
          </mc:Choice>
          <mc:Fallback xmlns=""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1990559D-95FD-6F88-042E-7AF8567D529D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7367360" y="6379240"/>
                  <a:ext cx="1296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80345088-C31F-EFCC-9397-6C95FDA19912}"/>
                    </a:ext>
                  </a:extLst>
                </p14:cNvPr>
                <p14:cNvContentPartPr/>
                <p14:nvPr/>
              </p14:nvContentPartPr>
              <p14:xfrm>
                <a:off x="7402280" y="6298600"/>
                <a:ext cx="360" cy="36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80345088-C31F-EFCC-9397-6C95FDA19912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391480" y="62878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1C641D17-4753-4DEC-AB2F-D3B5C6F5A28B}"/>
                    </a:ext>
                  </a:extLst>
                </p14:cNvPr>
                <p14:cNvContentPartPr/>
                <p14:nvPr/>
              </p14:nvContentPartPr>
              <p14:xfrm>
                <a:off x="7554560" y="6332800"/>
                <a:ext cx="41040" cy="138600"/>
              </p14:xfrm>
            </p:contentPart>
          </mc:Choice>
          <mc:Fallback xmlns=""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1C641D17-4753-4DEC-AB2F-D3B5C6F5A28B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7544120" y="6322360"/>
                  <a:ext cx="622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734" name="Ink 733">
                  <a:extLst>
                    <a:ext uri="{FF2B5EF4-FFF2-40B4-BE49-F238E27FC236}">
                      <a16:creationId xmlns:a16="http://schemas.microsoft.com/office/drawing/2014/main" id="{8010C943-C399-D547-45E5-D10C29B44392}"/>
                    </a:ext>
                  </a:extLst>
                </p14:cNvPr>
                <p14:cNvContentPartPr/>
                <p14:nvPr/>
              </p14:nvContentPartPr>
              <p14:xfrm>
                <a:off x="7550600" y="6388960"/>
                <a:ext cx="79200" cy="1440"/>
              </p14:xfrm>
            </p:contentPart>
          </mc:Choice>
          <mc:Fallback xmlns=""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8010C943-C399-D547-45E5-D10C29B44392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7540160" y="6378160"/>
                  <a:ext cx="1004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735" name="Ink 734">
                  <a:extLst>
                    <a:ext uri="{FF2B5EF4-FFF2-40B4-BE49-F238E27FC236}">
                      <a16:creationId xmlns:a16="http://schemas.microsoft.com/office/drawing/2014/main" id="{30D3FBE7-DF58-5385-0D2C-80CFA9637655}"/>
                    </a:ext>
                  </a:extLst>
                </p14:cNvPr>
                <p14:cNvContentPartPr/>
                <p14:nvPr/>
              </p14:nvContentPartPr>
              <p14:xfrm>
                <a:off x="7673720" y="6358000"/>
                <a:ext cx="29520" cy="66600"/>
              </p14:xfrm>
            </p:contentPart>
          </mc:Choice>
          <mc:Fallback xmlns="">
            <p:pic>
              <p:nvPicPr>
                <p:cNvPr id="735" name="Ink 734">
                  <a:extLst>
                    <a:ext uri="{FF2B5EF4-FFF2-40B4-BE49-F238E27FC236}">
                      <a16:creationId xmlns:a16="http://schemas.microsoft.com/office/drawing/2014/main" id="{30D3FBE7-DF58-5385-0D2C-80CFA9637655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7663280" y="6347200"/>
                  <a:ext cx="50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2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98B0C82D-0F15-AFA5-C738-1A099C7A30C3}"/>
                    </a:ext>
                  </a:extLst>
                </p14:cNvPr>
                <p14:cNvContentPartPr/>
                <p14:nvPr/>
              </p14:nvContentPartPr>
              <p14:xfrm>
                <a:off x="7684160" y="6266200"/>
                <a:ext cx="193680" cy="228240"/>
              </p14:xfrm>
            </p:contentPart>
          </mc:Choice>
          <mc:Fallback xmlns=""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98B0C82D-0F15-AFA5-C738-1A099C7A30C3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7673360" y="6255400"/>
                  <a:ext cx="2149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4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6E921162-5FF8-3D66-092A-AE185FE32537}"/>
                    </a:ext>
                  </a:extLst>
                </p14:cNvPr>
                <p14:cNvContentPartPr/>
                <p14:nvPr/>
              </p14:nvContentPartPr>
              <p14:xfrm>
                <a:off x="7001240" y="6306520"/>
                <a:ext cx="47520" cy="134640"/>
              </p14:xfrm>
            </p:contentPart>
          </mc:Choice>
          <mc:Fallback xmlns=""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6E921162-5FF8-3D66-092A-AE185FE32537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6990440" y="6296080"/>
                  <a:ext cx="687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6">
              <p14:nvContentPartPr>
                <p14:cNvPr id="757" name="Ink 756">
                  <a:extLst>
                    <a:ext uri="{FF2B5EF4-FFF2-40B4-BE49-F238E27FC236}">
                      <a16:creationId xmlns:a16="http://schemas.microsoft.com/office/drawing/2014/main" id="{6CA1497C-4C24-3758-9D5C-CB31EAA42A97}"/>
                    </a:ext>
                  </a:extLst>
                </p14:cNvPr>
                <p14:cNvContentPartPr/>
                <p14:nvPr/>
              </p14:nvContentPartPr>
              <p14:xfrm>
                <a:off x="7784240" y="6162520"/>
                <a:ext cx="212400" cy="338400"/>
              </p14:xfrm>
            </p:contentPart>
          </mc:Choice>
          <mc:Fallback xmlns="">
            <p:pic>
              <p:nvPicPr>
                <p:cNvPr id="757" name="Ink 756">
                  <a:extLst>
                    <a:ext uri="{FF2B5EF4-FFF2-40B4-BE49-F238E27FC236}">
                      <a16:creationId xmlns:a16="http://schemas.microsoft.com/office/drawing/2014/main" id="{6CA1497C-4C24-3758-9D5C-CB31EAA42A97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7773800" y="6152080"/>
                  <a:ext cx="233640" cy="35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8">
            <p14:nvContentPartPr>
              <p14:cNvPr id="760" name="Ink 759">
                <a:extLst>
                  <a:ext uri="{FF2B5EF4-FFF2-40B4-BE49-F238E27FC236}">
                    <a16:creationId xmlns:a16="http://schemas.microsoft.com/office/drawing/2014/main" id="{EEA3BE64-34E6-F5A2-08C0-A07FBC97859E}"/>
                  </a:ext>
                </a:extLst>
              </p14:cNvPr>
              <p14:cNvContentPartPr/>
              <p14:nvPr/>
            </p14:nvContentPartPr>
            <p14:xfrm>
              <a:off x="7932920" y="5581120"/>
              <a:ext cx="581760" cy="445320"/>
            </p14:xfrm>
          </p:contentPart>
        </mc:Choice>
        <mc:Fallback xmlns="">
          <p:pic>
            <p:nvPicPr>
              <p:cNvPr id="760" name="Ink 759">
                <a:extLst>
                  <a:ext uri="{FF2B5EF4-FFF2-40B4-BE49-F238E27FC236}">
                    <a16:creationId xmlns:a16="http://schemas.microsoft.com/office/drawing/2014/main" id="{EEA3BE64-34E6-F5A2-08C0-A07FBC97859E}"/>
                  </a:ext>
                </a:extLst>
              </p:cNvPr>
              <p:cNvPicPr/>
              <p:nvPr/>
            </p:nvPicPr>
            <p:blipFill>
              <a:blip r:embed="rId829"/>
              <a:stretch>
                <a:fillRect/>
              </a:stretch>
            </p:blipFill>
            <p:spPr>
              <a:xfrm>
                <a:off x="7922120" y="5570680"/>
                <a:ext cx="603000" cy="46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88" name="Group 787">
            <a:extLst>
              <a:ext uri="{FF2B5EF4-FFF2-40B4-BE49-F238E27FC236}">
                <a16:creationId xmlns:a16="http://schemas.microsoft.com/office/drawing/2014/main" id="{2D75354E-E622-F0E4-0EC7-7AA1BDD97F99}"/>
              </a:ext>
            </a:extLst>
          </p:cNvPr>
          <p:cNvGrpSpPr/>
          <p:nvPr/>
        </p:nvGrpSpPr>
        <p:grpSpPr>
          <a:xfrm>
            <a:off x="8763080" y="5230480"/>
            <a:ext cx="567720" cy="549720"/>
            <a:chOff x="8763080" y="5230480"/>
            <a:chExt cx="567720" cy="54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0">
              <p14:nvContentPartPr>
                <p14:cNvPr id="761" name="Ink 760">
                  <a:extLst>
                    <a:ext uri="{FF2B5EF4-FFF2-40B4-BE49-F238E27FC236}">
                      <a16:creationId xmlns:a16="http://schemas.microsoft.com/office/drawing/2014/main" id="{8073DD47-A88B-13ED-77F0-353A5812F53A}"/>
                    </a:ext>
                  </a:extLst>
                </p14:cNvPr>
                <p14:cNvContentPartPr/>
                <p14:nvPr/>
              </p14:nvContentPartPr>
              <p14:xfrm>
                <a:off x="8763080" y="5429200"/>
                <a:ext cx="10440" cy="351000"/>
              </p14:xfrm>
            </p:contentPart>
          </mc:Choice>
          <mc:Fallback xmlns="">
            <p:pic>
              <p:nvPicPr>
                <p:cNvPr id="761" name="Ink 760">
                  <a:extLst>
                    <a:ext uri="{FF2B5EF4-FFF2-40B4-BE49-F238E27FC236}">
                      <a16:creationId xmlns:a16="http://schemas.microsoft.com/office/drawing/2014/main" id="{8073DD47-A88B-13ED-77F0-353A5812F53A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8752280" y="5418760"/>
                  <a:ext cx="316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2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CCFA96B3-0975-FA50-6CFA-57B3C2829ADB}"/>
                    </a:ext>
                  </a:extLst>
                </p14:cNvPr>
                <p14:cNvContentPartPr/>
                <p14:nvPr/>
              </p14:nvContentPartPr>
              <p14:xfrm>
                <a:off x="8768120" y="5428840"/>
                <a:ext cx="123840" cy="129240"/>
              </p14:xfrm>
            </p:contentPart>
          </mc:Choice>
          <mc:Fallback xmlns=""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CCFA96B3-0975-FA50-6CFA-57B3C2829ADB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8757320" y="5418400"/>
                  <a:ext cx="1450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4">
              <p14:nvContentPartPr>
                <p14:cNvPr id="763" name="Ink 762">
                  <a:extLst>
                    <a:ext uri="{FF2B5EF4-FFF2-40B4-BE49-F238E27FC236}">
                      <a16:creationId xmlns:a16="http://schemas.microsoft.com/office/drawing/2014/main" id="{AC4675D7-9DC8-8343-D01B-F3A8E8302558}"/>
                    </a:ext>
                  </a:extLst>
                </p14:cNvPr>
                <p14:cNvContentPartPr/>
                <p14:nvPr/>
              </p14:nvContentPartPr>
              <p14:xfrm>
                <a:off x="8926520" y="5454400"/>
                <a:ext cx="103320" cy="95760"/>
              </p14:xfrm>
            </p:contentPart>
          </mc:Choice>
          <mc:Fallback xmlns="">
            <p:pic>
              <p:nvPicPr>
                <p:cNvPr id="763" name="Ink 762">
                  <a:extLst>
                    <a:ext uri="{FF2B5EF4-FFF2-40B4-BE49-F238E27FC236}">
                      <a16:creationId xmlns:a16="http://schemas.microsoft.com/office/drawing/2014/main" id="{AC4675D7-9DC8-8343-D01B-F3A8E8302558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8916080" y="5443600"/>
                  <a:ext cx="1245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6">
              <p14:nvContentPartPr>
                <p14:cNvPr id="764" name="Ink 763">
                  <a:extLst>
                    <a:ext uri="{FF2B5EF4-FFF2-40B4-BE49-F238E27FC236}">
                      <a16:creationId xmlns:a16="http://schemas.microsoft.com/office/drawing/2014/main" id="{0A87003F-F25D-BEB3-7F6F-4204B778192E}"/>
                    </a:ext>
                  </a:extLst>
                </p14:cNvPr>
                <p14:cNvContentPartPr/>
                <p14:nvPr/>
              </p14:nvContentPartPr>
              <p14:xfrm>
                <a:off x="9100400" y="5383480"/>
                <a:ext cx="69120" cy="163800"/>
              </p14:xfrm>
            </p:contentPart>
          </mc:Choice>
          <mc:Fallback xmlns="">
            <p:pic>
              <p:nvPicPr>
                <p:cNvPr id="764" name="Ink 763">
                  <a:extLst>
                    <a:ext uri="{FF2B5EF4-FFF2-40B4-BE49-F238E27FC236}">
                      <a16:creationId xmlns:a16="http://schemas.microsoft.com/office/drawing/2014/main" id="{0A87003F-F25D-BEB3-7F6F-4204B778192E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9089600" y="5373040"/>
                  <a:ext cx="903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8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45FBB019-8BBC-5E2A-1742-C7B7364D0B24}"/>
                    </a:ext>
                  </a:extLst>
                </p14:cNvPr>
                <p14:cNvContentPartPr/>
                <p14:nvPr/>
              </p14:nvContentPartPr>
              <p14:xfrm>
                <a:off x="9236480" y="5230480"/>
                <a:ext cx="94320" cy="281520"/>
              </p14:xfrm>
            </p:contentPart>
          </mc:Choice>
          <mc:Fallback xmlns=""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45FBB019-8BBC-5E2A-1742-C7B7364D0B24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9225680" y="5219680"/>
                  <a:ext cx="115560" cy="30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id="{567B0E01-A7EA-A702-EBFA-9F3656BB8F31}"/>
              </a:ext>
            </a:extLst>
          </p:cNvPr>
          <p:cNvGrpSpPr/>
          <p:nvPr/>
        </p:nvGrpSpPr>
        <p:grpSpPr>
          <a:xfrm>
            <a:off x="9680720" y="5179000"/>
            <a:ext cx="770760" cy="287640"/>
            <a:chOff x="9680720" y="5179000"/>
            <a:chExt cx="770760" cy="2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E82DEB92-FBEC-004D-04D8-B358171F7EE2}"/>
                    </a:ext>
                  </a:extLst>
                </p14:cNvPr>
                <p14:cNvContentPartPr/>
                <p14:nvPr/>
              </p14:nvContentPartPr>
              <p14:xfrm>
                <a:off x="9694040" y="5195200"/>
                <a:ext cx="96840" cy="271440"/>
              </p14:xfrm>
            </p:contentPart>
          </mc:Choice>
          <mc:Fallback xmlns=""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E82DEB92-FBEC-004D-04D8-B358171F7EE2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9683240" y="5184400"/>
                  <a:ext cx="1180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2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F503D6B6-700E-8783-53BD-B9FC97071B6F}"/>
                    </a:ext>
                  </a:extLst>
                </p14:cNvPr>
                <p14:cNvContentPartPr/>
                <p14:nvPr/>
              </p14:nvContentPartPr>
              <p14:xfrm>
                <a:off x="9680720" y="5353960"/>
                <a:ext cx="105840" cy="1440"/>
              </p14:xfrm>
            </p:contentPart>
          </mc:Choice>
          <mc:Fallback xmlns=""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F503D6B6-700E-8783-53BD-B9FC97071B6F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9669920" y="5343160"/>
                  <a:ext cx="127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3">
              <p14:nvContentPartPr>
                <p14:cNvPr id="768" name="Ink 767">
                  <a:extLst>
                    <a:ext uri="{FF2B5EF4-FFF2-40B4-BE49-F238E27FC236}">
                      <a16:creationId xmlns:a16="http://schemas.microsoft.com/office/drawing/2014/main" id="{C2DB4AE3-C7F2-EBA6-A02D-635370AED2B4}"/>
                    </a:ext>
                  </a:extLst>
                </p14:cNvPr>
                <p14:cNvContentPartPr/>
                <p14:nvPr/>
              </p14:nvContentPartPr>
              <p14:xfrm>
                <a:off x="9822920" y="5179000"/>
                <a:ext cx="156600" cy="207000"/>
              </p14:xfrm>
            </p:contentPart>
          </mc:Choice>
          <mc:Fallback xmlns="">
            <p:pic>
              <p:nvPicPr>
                <p:cNvPr id="768" name="Ink 767">
                  <a:extLst>
                    <a:ext uri="{FF2B5EF4-FFF2-40B4-BE49-F238E27FC236}">
                      <a16:creationId xmlns:a16="http://schemas.microsoft.com/office/drawing/2014/main" id="{C2DB4AE3-C7F2-EBA6-A02D-635370AED2B4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9812120" y="5168560"/>
                  <a:ext cx="1778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5">
              <p14:nvContentPartPr>
                <p14:cNvPr id="769" name="Ink 768">
                  <a:extLst>
                    <a:ext uri="{FF2B5EF4-FFF2-40B4-BE49-F238E27FC236}">
                      <a16:creationId xmlns:a16="http://schemas.microsoft.com/office/drawing/2014/main" id="{6314F882-2347-D9BE-67AC-4BD6DD1CB236}"/>
                    </a:ext>
                  </a:extLst>
                </p14:cNvPr>
                <p14:cNvContentPartPr/>
                <p14:nvPr/>
              </p14:nvContentPartPr>
              <p14:xfrm>
                <a:off x="9972680" y="5262520"/>
                <a:ext cx="86400" cy="132840"/>
              </p14:xfrm>
            </p:contentPart>
          </mc:Choice>
          <mc:Fallback xmlns="">
            <p:pic>
              <p:nvPicPr>
                <p:cNvPr id="769" name="Ink 768">
                  <a:extLst>
                    <a:ext uri="{FF2B5EF4-FFF2-40B4-BE49-F238E27FC236}">
                      <a16:creationId xmlns:a16="http://schemas.microsoft.com/office/drawing/2014/main" id="{6314F882-2347-D9BE-67AC-4BD6DD1CB236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9961880" y="5251720"/>
                  <a:ext cx="1076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7">
              <p14:nvContentPartPr>
                <p14:cNvPr id="770" name="Ink 769">
                  <a:extLst>
                    <a:ext uri="{FF2B5EF4-FFF2-40B4-BE49-F238E27FC236}">
                      <a16:creationId xmlns:a16="http://schemas.microsoft.com/office/drawing/2014/main" id="{C4E7F887-1969-4669-48AA-AA7CF8E87B35}"/>
                    </a:ext>
                  </a:extLst>
                </p14:cNvPr>
                <p14:cNvContentPartPr/>
                <p14:nvPr/>
              </p14:nvContentPartPr>
              <p14:xfrm>
                <a:off x="10137920" y="5213200"/>
                <a:ext cx="313560" cy="163800"/>
              </p14:xfrm>
            </p:contentPart>
          </mc:Choice>
          <mc:Fallback xmlns="">
            <p:pic>
              <p:nvPicPr>
                <p:cNvPr id="770" name="Ink 769">
                  <a:extLst>
                    <a:ext uri="{FF2B5EF4-FFF2-40B4-BE49-F238E27FC236}">
                      <a16:creationId xmlns:a16="http://schemas.microsoft.com/office/drawing/2014/main" id="{C4E7F887-1969-4669-48AA-AA7CF8E87B35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10127480" y="5202400"/>
                  <a:ext cx="33480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4" name="Group 783">
            <a:extLst>
              <a:ext uri="{FF2B5EF4-FFF2-40B4-BE49-F238E27FC236}">
                <a16:creationId xmlns:a16="http://schemas.microsoft.com/office/drawing/2014/main" id="{D8AC8DE6-EA9B-2A99-B2C5-5F9D69DB64BD}"/>
              </a:ext>
            </a:extLst>
          </p:cNvPr>
          <p:cNvGrpSpPr/>
          <p:nvPr/>
        </p:nvGrpSpPr>
        <p:grpSpPr>
          <a:xfrm>
            <a:off x="10711400" y="5040760"/>
            <a:ext cx="352800" cy="232200"/>
            <a:chOff x="10711400" y="5040760"/>
            <a:chExt cx="352800" cy="23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9">
              <p14:nvContentPartPr>
                <p14:cNvPr id="771" name="Ink 770">
                  <a:extLst>
                    <a:ext uri="{FF2B5EF4-FFF2-40B4-BE49-F238E27FC236}">
                      <a16:creationId xmlns:a16="http://schemas.microsoft.com/office/drawing/2014/main" id="{7E7BBF66-4ABD-4CF1-750A-AD52C7937564}"/>
                    </a:ext>
                  </a:extLst>
                </p14:cNvPr>
                <p14:cNvContentPartPr/>
                <p14:nvPr/>
              </p14:nvContentPartPr>
              <p14:xfrm>
                <a:off x="10733000" y="5040760"/>
                <a:ext cx="156600" cy="232200"/>
              </p14:xfrm>
            </p:contentPart>
          </mc:Choice>
          <mc:Fallback xmlns="">
            <p:pic>
              <p:nvPicPr>
                <p:cNvPr id="771" name="Ink 770">
                  <a:extLst>
                    <a:ext uri="{FF2B5EF4-FFF2-40B4-BE49-F238E27FC236}">
                      <a16:creationId xmlns:a16="http://schemas.microsoft.com/office/drawing/2014/main" id="{7E7BBF66-4ABD-4CF1-750A-AD52C7937564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10722200" y="5030320"/>
                  <a:ext cx="1778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1">
              <p14:nvContentPartPr>
                <p14:cNvPr id="772" name="Ink 771">
                  <a:extLst>
                    <a:ext uri="{FF2B5EF4-FFF2-40B4-BE49-F238E27FC236}">
                      <a16:creationId xmlns:a16="http://schemas.microsoft.com/office/drawing/2014/main" id="{DC646753-133E-7E79-DC4D-D0AC7198C833}"/>
                    </a:ext>
                  </a:extLst>
                </p14:cNvPr>
                <p14:cNvContentPartPr/>
                <p14:nvPr/>
              </p14:nvContentPartPr>
              <p14:xfrm>
                <a:off x="10711400" y="5122120"/>
                <a:ext cx="352800" cy="116280"/>
              </p14:xfrm>
            </p:contentPart>
          </mc:Choice>
          <mc:Fallback xmlns="">
            <p:pic>
              <p:nvPicPr>
                <p:cNvPr id="772" name="Ink 771">
                  <a:extLst>
                    <a:ext uri="{FF2B5EF4-FFF2-40B4-BE49-F238E27FC236}">
                      <a16:creationId xmlns:a16="http://schemas.microsoft.com/office/drawing/2014/main" id="{DC646753-133E-7E79-DC4D-D0AC7198C833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10700600" y="5111320"/>
                  <a:ext cx="37404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1" name="Group 790">
            <a:extLst>
              <a:ext uri="{FF2B5EF4-FFF2-40B4-BE49-F238E27FC236}">
                <a16:creationId xmlns:a16="http://schemas.microsoft.com/office/drawing/2014/main" id="{268A14AC-C654-BEF7-991C-172AD6816A9B}"/>
              </a:ext>
            </a:extLst>
          </p:cNvPr>
          <p:cNvGrpSpPr/>
          <p:nvPr/>
        </p:nvGrpSpPr>
        <p:grpSpPr>
          <a:xfrm>
            <a:off x="9243680" y="5622880"/>
            <a:ext cx="1344960" cy="358200"/>
            <a:chOff x="9243680" y="5622880"/>
            <a:chExt cx="134496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3">
              <p14:nvContentPartPr>
                <p14:cNvPr id="773" name="Ink 772">
                  <a:extLst>
                    <a:ext uri="{FF2B5EF4-FFF2-40B4-BE49-F238E27FC236}">
                      <a16:creationId xmlns:a16="http://schemas.microsoft.com/office/drawing/2014/main" id="{640DE906-68D8-7ED0-7F0D-C15FF8F18C75}"/>
                    </a:ext>
                  </a:extLst>
                </p14:cNvPr>
                <p14:cNvContentPartPr/>
                <p14:nvPr/>
              </p14:nvContentPartPr>
              <p14:xfrm>
                <a:off x="9243680" y="5710360"/>
                <a:ext cx="365040" cy="270720"/>
              </p14:xfrm>
            </p:contentPart>
          </mc:Choice>
          <mc:Fallback xmlns="">
            <p:pic>
              <p:nvPicPr>
                <p:cNvPr id="773" name="Ink 772">
                  <a:extLst>
                    <a:ext uri="{FF2B5EF4-FFF2-40B4-BE49-F238E27FC236}">
                      <a16:creationId xmlns:a16="http://schemas.microsoft.com/office/drawing/2014/main" id="{640DE906-68D8-7ED0-7F0D-C15FF8F18C75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9232880" y="5699920"/>
                  <a:ext cx="3862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5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1BB282D5-B101-06B7-17E2-C33EA846BAC1}"/>
                    </a:ext>
                  </a:extLst>
                </p14:cNvPr>
                <p14:cNvContentPartPr/>
                <p14:nvPr/>
              </p14:nvContentPartPr>
              <p14:xfrm>
                <a:off x="9687920" y="5807200"/>
                <a:ext cx="16920" cy="96120"/>
              </p14:xfrm>
            </p:contentPart>
          </mc:Choice>
          <mc:Fallback xmlns=""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1BB282D5-B101-06B7-17E2-C33EA846BAC1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9677480" y="5796760"/>
                  <a:ext cx="381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7">
              <p14:nvContentPartPr>
                <p14:cNvPr id="775" name="Ink 774">
                  <a:extLst>
                    <a:ext uri="{FF2B5EF4-FFF2-40B4-BE49-F238E27FC236}">
                      <a16:creationId xmlns:a16="http://schemas.microsoft.com/office/drawing/2014/main" id="{D4D8AEC8-72AC-8274-C495-22F9E4844E52}"/>
                    </a:ext>
                  </a:extLst>
                </p14:cNvPr>
                <p14:cNvContentPartPr/>
                <p14:nvPr/>
              </p14:nvContentPartPr>
              <p14:xfrm>
                <a:off x="9632480" y="5703160"/>
                <a:ext cx="87840" cy="29160"/>
              </p14:xfrm>
            </p:contentPart>
          </mc:Choice>
          <mc:Fallback xmlns="">
            <p:pic>
              <p:nvPicPr>
                <p:cNvPr id="775" name="Ink 774">
                  <a:extLst>
                    <a:ext uri="{FF2B5EF4-FFF2-40B4-BE49-F238E27FC236}">
                      <a16:creationId xmlns:a16="http://schemas.microsoft.com/office/drawing/2014/main" id="{D4D8AEC8-72AC-8274-C495-22F9E4844E52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9621680" y="5692720"/>
                  <a:ext cx="1090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9">
              <p14:nvContentPartPr>
                <p14:cNvPr id="776" name="Ink 775">
                  <a:extLst>
                    <a:ext uri="{FF2B5EF4-FFF2-40B4-BE49-F238E27FC236}">
                      <a16:creationId xmlns:a16="http://schemas.microsoft.com/office/drawing/2014/main" id="{095D2A4E-61B5-63F3-607E-AA9CB75789B7}"/>
                    </a:ext>
                  </a:extLst>
                </p14:cNvPr>
                <p14:cNvContentPartPr/>
                <p14:nvPr/>
              </p14:nvContentPartPr>
              <p14:xfrm>
                <a:off x="9813920" y="5639440"/>
                <a:ext cx="34560" cy="255240"/>
              </p14:xfrm>
            </p:contentPart>
          </mc:Choice>
          <mc:Fallback xmlns="">
            <p:pic>
              <p:nvPicPr>
                <p:cNvPr id="776" name="Ink 775">
                  <a:extLst>
                    <a:ext uri="{FF2B5EF4-FFF2-40B4-BE49-F238E27FC236}">
                      <a16:creationId xmlns:a16="http://schemas.microsoft.com/office/drawing/2014/main" id="{095D2A4E-61B5-63F3-607E-AA9CB75789B7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9803120" y="5628640"/>
                  <a:ext cx="558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1">
              <p14:nvContentPartPr>
                <p14:cNvPr id="777" name="Ink 776">
                  <a:extLst>
                    <a:ext uri="{FF2B5EF4-FFF2-40B4-BE49-F238E27FC236}">
                      <a16:creationId xmlns:a16="http://schemas.microsoft.com/office/drawing/2014/main" id="{EFDC61BF-4BAD-91EB-1222-CF43FAC38E26}"/>
                    </a:ext>
                  </a:extLst>
                </p14:cNvPr>
                <p14:cNvContentPartPr/>
                <p14:nvPr/>
              </p14:nvContentPartPr>
              <p14:xfrm>
                <a:off x="9883400" y="5625760"/>
                <a:ext cx="103320" cy="245520"/>
              </p14:xfrm>
            </p:contentPart>
          </mc:Choice>
          <mc:Fallback xmlns="">
            <p:pic>
              <p:nvPicPr>
                <p:cNvPr id="777" name="Ink 776">
                  <a:extLst>
                    <a:ext uri="{FF2B5EF4-FFF2-40B4-BE49-F238E27FC236}">
                      <a16:creationId xmlns:a16="http://schemas.microsoft.com/office/drawing/2014/main" id="{EFDC61BF-4BAD-91EB-1222-CF43FAC38E26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9872960" y="5614960"/>
                  <a:ext cx="1245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3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B91EA7AF-2D40-CF58-EDC9-163C94D8DB48}"/>
                    </a:ext>
                  </a:extLst>
                </p14:cNvPr>
                <p14:cNvContentPartPr/>
                <p14:nvPr/>
              </p14:nvContentPartPr>
              <p14:xfrm>
                <a:off x="10047560" y="5705680"/>
                <a:ext cx="75240" cy="146160"/>
              </p14:xfrm>
            </p:contentPart>
          </mc:Choice>
          <mc:Fallback xmlns=""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B91EA7AF-2D40-CF58-EDC9-163C94D8DB48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10036760" y="5694880"/>
                  <a:ext cx="964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5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3D9017A3-B8E2-6BBE-63D1-5172279AB7C6}"/>
                    </a:ext>
                  </a:extLst>
                </p14:cNvPr>
                <p14:cNvContentPartPr/>
                <p14:nvPr/>
              </p14:nvContentPartPr>
              <p14:xfrm>
                <a:off x="10207400" y="5677600"/>
                <a:ext cx="67680" cy="160920"/>
              </p14:xfrm>
            </p:contentPart>
          </mc:Choice>
          <mc:Fallback xmlns=""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3D9017A3-B8E2-6BBE-63D1-5172279AB7C6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10196600" y="5667160"/>
                  <a:ext cx="889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7">
              <p14:nvContentPartPr>
                <p14:cNvPr id="789" name="Ink 788">
                  <a:extLst>
                    <a:ext uri="{FF2B5EF4-FFF2-40B4-BE49-F238E27FC236}">
                      <a16:creationId xmlns:a16="http://schemas.microsoft.com/office/drawing/2014/main" id="{041597A6-7BDE-AEAD-2633-AC5DA75CC84A}"/>
                    </a:ext>
                  </a:extLst>
                </p14:cNvPr>
                <p14:cNvContentPartPr/>
                <p14:nvPr/>
              </p14:nvContentPartPr>
              <p14:xfrm>
                <a:off x="10371200" y="5622880"/>
                <a:ext cx="217440" cy="209880"/>
              </p14:xfrm>
            </p:contentPart>
          </mc:Choice>
          <mc:Fallback xmlns="">
            <p:pic>
              <p:nvPicPr>
                <p:cNvPr id="789" name="Ink 788">
                  <a:extLst>
                    <a:ext uri="{FF2B5EF4-FFF2-40B4-BE49-F238E27FC236}">
                      <a16:creationId xmlns:a16="http://schemas.microsoft.com/office/drawing/2014/main" id="{041597A6-7BDE-AEAD-2633-AC5DA75CC84A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10360400" y="5612440"/>
                  <a:ext cx="238680" cy="231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2623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3F6AB-9D5F-80BE-1E9E-338F6F768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DDC9B255-2D80-EF79-B87B-9BF25600592B}"/>
              </a:ext>
            </a:extLst>
          </p:cNvPr>
          <p:cNvGrpSpPr/>
          <p:nvPr/>
        </p:nvGrpSpPr>
        <p:grpSpPr>
          <a:xfrm>
            <a:off x="250160" y="220000"/>
            <a:ext cx="943200" cy="362160"/>
            <a:chOff x="250160" y="220000"/>
            <a:chExt cx="94320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EBFE0BE-9934-4CD6-2AC1-D126526749F8}"/>
                    </a:ext>
                  </a:extLst>
                </p14:cNvPr>
                <p14:cNvContentPartPr/>
                <p14:nvPr/>
              </p14:nvContentPartPr>
              <p14:xfrm>
                <a:off x="250160" y="223600"/>
                <a:ext cx="322560" cy="3585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EBFE0BE-9934-4CD6-2AC1-D126526749F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9360" y="212800"/>
                  <a:ext cx="3438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29EE9EA-31BA-C216-FD20-A80F201232DA}"/>
                    </a:ext>
                  </a:extLst>
                </p14:cNvPr>
                <p14:cNvContentPartPr/>
                <p14:nvPr/>
              </p14:nvContentPartPr>
              <p14:xfrm>
                <a:off x="628880" y="234040"/>
                <a:ext cx="115200" cy="320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29EE9EA-31BA-C216-FD20-A80F201232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8080" y="223240"/>
                  <a:ext cx="13644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2779CFB-BD95-B147-4230-F875E4A4BB87}"/>
                    </a:ext>
                  </a:extLst>
                </p14:cNvPr>
                <p14:cNvContentPartPr/>
                <p14:nvPr/>
              </p14:nvContentPartPr>
              <p14:xfrm>
                <a:off x="780800" y="399640"/>
                <a:ext cx="200520" cy="169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2779CFB-BD95-B147-4230-F875E4A4BB8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0000" y="388840"/>
                  <a:ext cx="2217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BA37AD6-B041-AE66-1F1E-76601A61A096}"/>
                    </a:ext>
                  </a:extLst>
                </p14:cNvPr>
                <p14:cNvContentPartPr/>
                <p14:nvPr/>
              </p14:nvContentPartPr>
              <p14:xfrm>
                <a:off x="1057280" y="220000"/>
                <a:ext cx="30960" cy="323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BA37AD6-B041-AE66-1F1E-76601A61A09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46480" y="209560"/>
                  <a:ext cx="5220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FF5651E-CA13-3C4F-C2C1-20010D44ED6B}"/>
                    </a:ext>
                  </a:extLst>
                </p14:cNvPr>
                <p14:cNvContentPartPr/>
                <p14:nvPr/>
              </p14:nvContentPartPr>
              <p14:xfrm>
                <a:off x="1039280" y="405040"/>
                <a:ext cx="154080" cy="7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FF5651E-CA13-3C4F-C2C1-20010D44ED6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28840" y="394600"/>
                  <a:ext cx="17532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726E249-5E63-BD12-F5DD-AA51B1547F24}"/>
              </a:ext>
            </a:extLst>
          </p:cNvPr>
          <p:cNvGrpSpPr/>
          <p:nvPr/>
        </p:nvGrpSpPr>
        <p:grpSpPr>
          <a:xfrm>
            <a:off x="1565960" y="175720"/>
            <a:ext cx="809280" cy="365400"/>
            <a:chOff x="1565960" y="175720"/>
            <a:chExt cx="80928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3E8692E-BABE-8896-67DA-1EEBBBAC58A9}"/>
                    </a:ext>
                  </a:extLst>
                </p14:cNvPr>
                <p14:cNvContentPartPr/>
                <p14:nvPr/>
              </p14:nvContentPartPr>
              <p14:xfrm>
                <a:off x="1565960" y="320080"/>
                <a:ext cx="193320" cy="221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3E8692E-BABE-8896-67DA-1EEBBBAC58A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55520" y="309640"/>
                  <a:ext cx="2145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E0667FB-08E3-3F04-DEA3-DCE47C16FE49}"/>
                    </a:ext>
                  </a:extLst>
                </p14:cNvPr>
                <p14:cNvContentPartPr/>
                <p14:nvPr/>
              </p14:nvContentPartPr>
              <p14:xfrm>
                <a:off x="1813640" y="250960"/>
                <a:ext cx="151560" cy="275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E0667FB-08E3-3F04-DEA3-DCE47C16FE4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03200" y="240520"/>
                  <a:ext cx="1728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1313BBC-8A02-7428-0FBE-957EDF8BDF27}"/>
                    </a:ext>
                  </a:extLst>
                </p14:cNvPr>
                <p14:cNvContentPartPr/>
                <p14:nvPr/>
              </p14:nvContentPartPr>
              <p14:xfrm>
                <a:off x="1973480" y="379120"/>
                <a:ext cx="131400" cy="102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1313BBC-8A02-7428-0FBE-957EDF8BDF2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63040" y="368680"/>
                  <a:ext cx="1526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50B8D04-3DBE-7F88-210F-A1519CC4B6E9}"/>
                    </a:ext>
                  </a:extLst>
                </p14:cNvPr>
                <p14:cNvContentPartPr/>
                <p14:nvPr/>
              </p14:nvContentPartPr>
              <p14:xfrm>
                <a:off x="2155280" y="379120"/>
                <a:ext cx="86760" cy="107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50B8D04-3DBE-7F88-210F-A1519CC4B6E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44480" y="368320"/>
                  <a:ext cx="1080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453BADA-4B9C-1632-B002-E8B395738CA9}"/>
                    </a:ext>
                  </a:extLst>
                </p14:cNvPr>
                <p14:cNvContentPartPr/>
                <p14:nvPr/>
              </p14:nvContentPartPr>
              <p14:xfrm>
                <a:off x="2288480" y="175720"/>
                <a:ext cx="86760" cy="337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453BADA-4B9C-1632-B002-E8B395738CA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77680" y="164920"/>
                  <a:ext cx="1080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B076895-65CB-B09B-59D0-6B3A069BC029}"/>
                    </a:ext>
                  </a:extLst>
                </p14:cNvPr>
                <p14:cNvContentPartPr/>
                <p14:nvPr/>
              </p14:nvContentPartPr>
              <p14:xfrm>
                <a:off x="2252840" y="326560"/>
                <a:ext cx="97920" cy="21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B076895-65CB-B09B-59D0-6B3A069BC02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42400" y="315760"/>
                  <a:ext cx="1191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F851CBD-221B-CD32-67E6-E1C1167B2640}"/>
              </a:ext>
            </a:extLst>
          </p:cNvPr>
          <p:cNvGrpSpPr/>
          <p:nvPr/>
        </p:nvGrpSpPr>
        <p:grpSpPr>
          <a:xfrm>
            <a:off x="2897600" y="105160"/>
            <a:ext cx="573840" cy="489600"/>
            <a:chOff x="2897600" y="105160"/>
            <a:chExt cx="573840" cy="48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9B3DAA7-FE86-5682-9762-76995E73C2F8}"/>
                    </a:ext>
                  </a:extLst>
                </p14:cNvPr>
                <p14:cNvContentPartPr/>
                <p14:nvPr/>
              </p14:nvContentPartPr>
              <p14:xfrm>
                <a:off x="2897600" y="105160"/>
                <a:ext cx="182160" cy="489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9B3DAA7-FE86-5682-9762-76995E73C2F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87160" y="94720"/>
                  <a:ext cx="20340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D914545-62E6-E82D-6518-A2DA8423B6F7}"/>
                    </a:ext>
                  </a:extLst>
                </p14:cNvPr>
                <p14:cNvContentPartPr/>
                <p14:nvPr/>
              </p14:nvContentPartPr>
              <p14:xfrm>
                <a:off x="2945840" y="280840"/>
                <a:ext cx="293760" cy="16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D914545-62E6-E82D-6518-A2DA8423B6F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35400" y="270040"/>
                  <a:ext cx="3150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99E5C51-11B9-C956-58E5-56AB8BE2C96B}"/>
                    </a:ext>
                  </a:extLst>
                </p14:cNvPr>
                <p14:cNvContentPartPr/>
                <p14:nvPr/>
              </p14:nvContentPartPr>
              <p14:xfrm>
                <a:off x="3351920" y="265360"/>
                <a:ext cx="119520" cy="166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99E5C51-11B9-C956-58E5-56AB8BE2C96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41480" y="254920"/>
                  <a:ext cx="14076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8DCE62B-7322-7C16-25DB-B6BF7C4B453E}"/>
              </a:ext>
            </a:extLst>
          </p:cNvPr>
          <p:cNvGrpSpPr/>
          <p:nvPr/>
        </p:nvGrpSpPr>
        <p:grpSpPr>
          <a:xfrm>
            <a:off x="4083080" y="113800"/>
            <a:ext cx="1244160" cy="411480"/>
            <a:chOff x="4083080" y="113800"/>
            <a:chExt cx="124416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6AA7A45-15E4-E900-3858-6A9C0F73A23A}"/>
                    </a:ext>
                  </a:extLst>
                </p14:cNvPr>
                <p14:cNvContentPartPr/>
                <p14:nvPr/>
              </p14:nvContentPartPr>
              <p14:xfrm>
                <a:off x="4083080" y="225760"/>
                <a:ext cx="53640" cy="299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6AA7A45-15E4-E900-3858-6A9C0F73A23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72640" y="215320"/>
                  <a:ext cx="748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E306477-69BE-70FE-D84F-304896E62346}"/>
                    </a:ext>
                  </a:extLst>
                </p14:cNvPr>
                <p14:cNvContentPartPr/>
                <p14:nvPr/>
              </p14:nvContentPartPr>
              <p14:xfrm>
                <a:off x="4090640" y="183640"/>
                <a:ext cx="174600" cy="147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E306477-69BE-70FE-D84F-304896E6234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80200" y="172840"/>
                  <a:ext cx="1958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7F840C7-35DF-BFEC-2C09-A4F564C766CE}"/>
                    </a:ext>
                  </a:extLst>
                </p14:cNvPr>
                <p14:cNvContentPartPr/>
                <p14:nvPr/>
              </p14:nvContentPartPr>
              <p14:xfrm>
                <a:off x="4347320" y="191560"/>
                <a:ext cx="71280" cy="195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7F840C7-35DF-BFEC-2C09-A4F564C766C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36520" y="181120"/>
                  <a:ext cx="925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6B38346-8FA8-5C0F-179B-63487D241318}"/>
                    </a:ext>
                  </a:extLst>
                </p14:cNvPr>
                <p14:cNvContentPartPr/>
                <p14:nvPr/>
              </p14:nvContentPartPr>
              <p14:xfrm>
                <a:off x="4470440" y="231520"/>
                <a:ext cx="23040" cy="163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6B38346-8FA8-5C0F-179B-63487D24131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59640" y="221080"/>
                  <a:ext cx="44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7439905-92B8-8C1B-ACC5-007AE31C691F}"/>
                    </a:ext>
                  </a:extLst>
                </p14:cNvPr>
                <p14:cNvContentPartPr/>
                <p14:nvPr/>
              </p14:nvContentPartPr>
              <p14:xfrm>
                <a:off x="4476560" y="139360"/>
                <a:ext cx="62640" cy="77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7439905-92B8-8C1B-ACC5-007AE31C691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66120" y="128920"/>
                  <a:ext cx="838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9F90C86-BECE-6E84-056F-9E3BF86BA025}"/>
                    </a:ext>
                  </a:extLst>
                </p14:cNvPr>
                <p14:cNvContentPartPr/>
                <p14:nvPr/>
              </p14:nvContentPartPr>
              <p14:xfrm>
                <a:off x="4585640" y="181120"/>
                <a:ext cx="147600" cy="166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9F90C86-BECE-6E84-056F-9E3BF86BA02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75200" y="170320"/>
                  <a:ext cx="1688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947A18B-04BE-2B52-4D79-A21459118FB0}"/>
                    </a:ext>
                  </a:extLst>
                </p14:cNvPr>
                <p14:cNvContentPartPr/>
                <p14:nvPr/>
              </p14:nvContentPartPr>
              <p14:xfrm>
                <a:off x="4794080" y="113800"/>
                <a:ext cx="41040" cy="271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947A18B-04BE-2B52-4D79-A21459118FB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83280" y="103360"/>
                  <a:ext cx="622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67DACB3-EFF0-B77C-6DB4-7D501FFF7EA5}"/>
                    </a:ext>
                  </a:extLst>
                </p14:cNvPr>
                <p14:cNvContentPartPr/>
                <p14:nvPr/>
              </p14:nvContentPartPr>
              <p14:xfrm>
                <a:off x="4790120" y="255640"/>
                <a:ext cx="157680" cy="180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67DACB3-EFF0-B77C-6DB4-7D501FFF7EA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79320" y="244840"/>
                  <a:ext cx="1789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9BEAEF0-1AF3-B809-DC31-48E726A86DE4}"/>
                    </a:ext>
                  </a:extLst>
                </p14:cNvPr>
                <p14:cNvContentPartPr/>
                <p14:nvPr/>
              </p14:nvContentPartPr>
              <p14:xfrm>
                <a:off x="4918280" y="152680"/>
                <a:ext cx="44640" cy="74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9BEAEF0-1AF3-B809-DC31-48E726A86DE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07840" y="142240"/>
                  <a:ext cx="658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B1CD92D-CA75-F00F-25B5-860CAB9FD9DF}"/>
                    </a:ext>
                  </a:extLst>
                </p14:cNvPr>
                <p14:cNvContentPartPr/>
                <p14:nvPr/>
              </p14:nvContentPartPr>
              <p14:xfrm>
                <a:off x="5036360" y="191200"/>
                <a:ext cx="111960" cy="163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B1CD92D-CA75-F00F-25B5-860CAB9FD9D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25920" y="180760"/>
                  <a:ext cx="1332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F186F9F-9ED6-3292-4A1C-1740F1F69245}"/>
                    </a:ext>
                  </a:extLst>
                </p14:cNvPr>
                <p14:cNvContentPartPr/>
                <p14:nvPr/>
              </p14:nvContentPartPr>
              <p14:xfrm>
                <a:off x="5181440" y="169600"/>
                <a:ext cx="145800" cy="277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F186F9F-9ED6-3292-4A1C-1740F1F6924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71000" y="159160"/>
                  <a:ext cx="16704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3DA937-7A7A-1698-D798-5579786B8BC0}"/>
              </a:ext>
            </a:extLst>
          </p:cNvPr>
          <p:cNvGrpSpPr/>
          <p:nvPr/>
        </p:nvGrpSpPr>
        <p:grpSpPr>
          <a:xfrm>
            <a:off x="5563040" y="116320"/>
            <a:ext cx="507240" cy="316800"/>
            <a:chOff x="5563040" y="116320"/>
            <a:chExt cx="50724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EF6B7AC-D05A-11FC-51F1-3E956674F680}"/>
                    </a:ext>
                  </a:extLst>
                </p14:cNvPr>
                <p14:cNvContentPartPr/>
                <p14:nvPr/>
              </p14:nvContentPartPr>
              <p14:xfrm>
                <a:off x="5671400" y="116320"/>
                <a:ext cx="101160" cy="310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EF6B7AC-D05A-11FC-51F1-3E956674F68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60960" y="105520"/>
                  <a:ext cx="1224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3E05329-81CE-19BC-34EC-297DEECB5426}"/>
                    </a:ext>
                  </a:extLst>
                </p14:cNvPr>
                <p14:cNvContentPartPr/>
                <p14:nvPr/>
              </p14:nvContentPartPr>
              <p14:xfrm>
                <a:off x="5563040" y="284080"/>
                <a:ext cx="159120" cy="5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3E05329-81CE-19BC-34EC-297DEECB542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52600" y="273640"/>
                  <a:ext cx="1803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8033F61-F697-CD02-4DDF-ECFB130B20FB}"/>
                    </a:ext>
                  </a:extLst>
                </p14:cNvPr>
                <p14:cNvContentPartPr/>
                <p14:nvPr/>
              </p14:nvContentPartPr>
              <p14:xfrm>
                <a:off x="5818280" y="144760"/>
                <a:ext cx="165240" cy="288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8033F61-F697-CD02-4DDF-ECFB130B20F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07480" y="134320"/>
                  <a:ext cx="1864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858A2DD-3D0A-0792-BB0B-511682A0761E}"/>
                    </a:ext>
                  </a:extLst>
                </p14:cNvPr>
                <p14:cNvContentPartPr/>
                <p14:nvPr/>
              </p14:nvContentPartPr>
              <p14:xfrm>
                <a:off x="6024200" y="235840"/>
                <a:ext cx="46080" cy="175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858A2DD-3D0A-0792-BB0B-511682A0761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013400" y="225400"/>
                  <a:ext cx="6732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873FD64-5C9F-C76D-823B-DA5BE6B23D8F}"/>
              </a:ext>
            </a:extLst>
          </p:cNvPr>
          <p:cNvGrpSpPr/>
          <p:nvPr/>
        </p:nvGrpSpPr>
        <p:grpSpPr>
          <a:xfrm>
            <a:off x="6459080" y="146920"/>
            <a:ext cx="368640" cy="264960"/>
            <a:chOff x="6459080" y="146920"/>
            <a:chExt cx="368640" cy="26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BA83A32-AADC-E552-E004-BAEA1B90414E}"/>
                    </a:ext>
                  </a:extLst>
                </p14:cNvPr>
                <p14:cNvContentPartPr/>
                <p14:nvPr/>
              </p14:nvContentPartPr>
              <p14:xfrm>
                <a:off x="6574640" y="199480"/>
                <a:ext cx="7920" cy="159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BA83A32-AADC-E552-E004-BAEA1B90414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64200" y="189040"/>
                  <a:ext cx="291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1214BE9-BFC3-F72C-7C2D-0568A634B188}"/>
                    </a:ext>
                  </a:extLst>
                </p14:cNvPr>
                <p14:cNvContentPartPr/>
                <p14:nvPr/>
              </p14:nvContentPartPr>
              <p14:xfrm>
                <a:off x="6459080" y="146920"/>
                <a:ext cx="254520" cy="264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1214BE9-BFC3-F72C-7C2D-0568A634B18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48640" y="136480"/>
                  <a:ext cx="2757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17B1152-DA46-E387-4A81-45E959867F33}"/>
                    </a:ext>
                  </a:extLst>
                </p14:cNvPr>
                <p14:cNvContentPartPr/>
                <p14:nvPr/>
              </p14:nvContentPartPr>
              <p14:xfrm>
                <a:off x="6823400" y="279400"/>
                <a:ext cx="4320" cy="117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17B1152-DA46-E387-4A81-45E959867F3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12960" y="268960"/>
                  <a:ext cx="255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9C7D448-7955-5326-F091-7046068B1E53}"/>
                    </a:ext>
                  </a:extLst>
                </p14:cNvPr>
                <p14:cNvContentPartPr/>
                <p14:nvPr/>
              </p14:nvContentPartPr>
              <p14:xfrm>
                <a:off x="6811880" y="155200"/>
                <a:ext cx="360" cy="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9C7D448-7955-5326-F091-7046068B1E5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01440" y="1444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AB76BD0-5012-3E4F-5DD3-F076FA57D3BB}"/>
              </a:ext>
            </a:extLst>
          </p:cNvPr>
          <p:cNvGrpSpPr/>
          <p:nvPr/>
        </p:nvGrpSpPr>
        <p:grpSpPr>
          <a:xfrm>
            <a:off x="6970640" y="176440"/>
            <a:ext cx="628560" cy="257760"/>
            <a:chOff x="6970640" y="176440"/>
            <a:chExt cx="628560" cy="25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247B4F7-7217-C7DF-6D9F-D198D5FF0D42}"/>
                    </a:ext>
                  </a:extLst>
                </p14:cNvPr>
                <p14:cNvContentPartPr/>
                <p14:nvPr/>
              </p14:nvContentPartPr>
              <p14:xfrm>
                <a:off x="6970640" y="176440"/>
                <a:ext cx="94320" cy="152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247B4F7-7217-C7DF-6D9F-D198D5FF0D4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60200" y="166000"/>
                  <a:ext cx="1155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ED7F955-0164-C1B8-E7BE-CE5C54CE9F27}"/>
                    </a:ext>
                  </a:extLst>
                </p14:cNvPr>
                <p14:cNvContentPartPr/>
                <p14:nvPr/>
              </p14:nvContentPartPr>
              <p14:xfrm>
                <a:off x="7133720" y="218920"/>
                <a:ext cx="113040" cy="132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ED7F955-0164-C1B8-E7BE-CE5C54CE9F2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22920" y="208480"/>
                  <a:ext cx="1342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F35C4A7-92B9-98A8-E9FB-3579A111E4CF}"/>
                    </a:ext>
                  </a:extLst>
                </p14:cNvPr>
                <p14:cNvContentPartPr/>
                <p14:nvPr/>
              </p14:nvContentPartPr>
              <p14:xfrm>
                <a:off x="7308680" y="200920"/>
                <a:ext cx="87480" cy="151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F35C4A7-92B9-98A8-E9FB-3579A111E4C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297880" y="190120"/>
                  <a:ext cx="108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8EB9A3E-27E5-1DB6-08C1-073F7D7EC257}"/>
                    </a:ext>
                  </a:extLst>
                </p14:cNvPr>
                <p14:cNvContentPartPr/>
                <p14:nvPr/>
              </p14:nvContentPartPr>
              <p14:xfrm>
                <a:off x="7475720" y="208840"/>
                <a:ext cx="123480" cy="225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8EB9A3E-27E5-1DB6-08C1-073F7D7EC25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65280" y="198040"/>
                  <a:ext cx="14472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113E80C0-D6B6-3100-1F16-939A390B61E9}"/>
              </a:ext>
            </a:extLst>
          </p:cNvPr>
          <p:cNvGrpSpPr/>
          <p:nvPr/>
        </p:nvGrpSpPr>
        <p:grpSpPr>
          <a:xfrm>
            <a:off x="8025440" y="152680"/>
            <a:ext cx="651600" cy="240840"/>
            <a:chOff x="8025440" y="152680"/>
            <a:chExt cx="651600" cy="24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81D92D9-D6F9-AB11-DC6B-285B92E3412C}"/>
                    </a:ext>
                  </a:extLst>
                </p14:cNvPr>
                <p14:cNvContentPartPr/>
                <p14:nvPr/>
              </p14:nvContentPartPr>
              <p14:xfrm>
                <a:off x="8120480" y="160600"/>
                <a:ext cx="57600" cy="185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81D92D9-D6F9-AB11-DC6B-285B92E3412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10040" y="150160"/>
                  <a:ext cx="788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CEA5F39-5121-792C-E63A-43D46ADE9D7E}"/>
                    </a:ext>
                  </a:extLst>
                </p14:cNvPr>
                <p14:cNvContentPartPr/>
                <p14:nvPr/>
              </p14:nvContentPartPr>
              <p14:xfrm>
                <a:off x="8025440" y="152680"/>
                <a:ext cx="204840" cy="14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CEA5F39-5121-792C-E63A-43D46ADE9D7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015000" y="142240"/>
                  <a:ext cx="226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83FB69A-3058-4A52-E623-738C136C0186}"/>
                    </a:ext>
                  </a:extLst>
                </p14:cNvPr>
                <p14:cNvContentPartPr/>
                <p14:nvPr/>
              </p14:nvContentPartPr>
              <p14:xfrm>
                <a:off x="8307320" y="236200"/>
                <a:ext cx="60120" cy="157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83FB69A-3058-4A52-E623-738C136C018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296520" y="225400"/>
                  <a:ext cx="813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DF37012-6B18-FCCC-6843-95902662047B}"/>
                    </a:ext>
                  </a:extLst>
                </p14:cNvPr>
                <p14:cNvContentPartPr/>
                <p14:nvPr/>
              </p14:nvContentPartPr>
              <p14:xfrm>
                <a:off x="8490560" y="190480"/>
                <a:ext cx="62280" cy="184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DF37012-6B18-FCCC-6843-95902662047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480120" y="180040"/>
                  <a:ext cx="835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9927F03-F51B-BA09-F4D8-E67BCF90ED45}"/>
                    </a:ext>
                  </a:extLst>
                </p14:cNvPr>
                <p14:cNvContentPartPr/>
                <p14:nvPr/>
              </p14:nvContentPartPr>
              <p14:xfrm>
                <a:off x="8620160" y="188680"/>
                <a:ext cx="56880" cy="153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9927F03-F51B-BA09-F4D8-E67BCF90ED4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609360" y="177880"/>
                  <a:ext cx="78120" cy="17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CD80C60B-37EA-0E51-B834-656AF3E577D0}"/>
                  </a:ext>
                </a:extLst>
              </p14:cNvPr>
              <p14:cNvContentPartPr/>
              <p14:nvPr/>
            </p14:nvContentPartPr>
            <p14:xfrm>
              <a:off x="8879720" y="330880"/>
              <a:ext cx="12600" cy="1123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CD80C60B-37EA-0E51-B834-656AF3E577D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868920" y="320440"/>
                <a:ext cx="338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C7AF681F-DFC1-40E5-BC01-20D81D1A68F7}"/>
                  </a:ext>
                </a:extLst>
              </p14:cNvPr>
              <p14:cNvContentPartPr/>
              <p14:nvPr/>
            </p14:nvContentPartPr>
            <p14:xfrm>
              <a:off x="9129920" y="236200"/>
              <a:ext cx="256680" cy="1702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C7AF681F-DFC1-40E5-BC01-20D81D1A68F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119480" y="225400"/>
                <a:ext cx="27792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70B8036-3C24-A6DD-2994-2DE0281D5C3A}"/>
                  </a:ext>
                </a:extLst>
              </p14:cNvPr>
              <p14:cNvContentPartPr/>
              <p14:nvPr/>
            </p14:nvContentPartPr>
            <p14:xfrm>
              <a:off x="9682520" y="239800"/>
              <a:ext cx="360000" cy="1382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70B8036-3C24-A6DD-2994-2DE0281D5C3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672080" y="229360"/>
                <a:ext cx="381240" cy="15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5D7D788-789F-25F2-91C6-1A81855912E4}"/>
              </a:ext>
            </a:extLst>
          </p:cNvPr>
          <p:cNvGrpSpPr/>
          <p:nvPr/>
        </p:nvGrpSpPr>
        <p:grpSpPr>
          <a:xfrm>
            <a:off x="10352120" y="152680"/>
            <a:ext cx="1105920" cy="348480"/>
            <a:chOff x="10352120" y="152680"/>
            <a:chExt cx="1105920" cy="3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23392DF-5790-D1FC-CCE6-79E25FC35ABC}"/>
                    </a:ext>
                  </a:extLst>
                </p14:cNvPr>
                <p14:cNvContentPartPr/>
                <p14:nvPr/>
              </p14:nvContentPartPr>
              <p14:xfrm>
                <a:off x="10352120" y="164200"/>
                <a:ext cx="181800" cy="208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23392DF-5790-D1FC-CCE6-79E25FC35AB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41320" y="153760"/>
                  <a:ext cx="2030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7C2995D-E29C-5543-3CCA-41982270C831}"/>
                    </a:ext>
                  </a:extLst>
                </p14:cNvPr>
                <p14:cNvContentPartPr/>
                <p14:nvPr/>
              </p14:nvContentPartPr>
              <p14:xfrm>
                <a:off x="10387400" y="313960"/>
                <a:ext cx="155160" cy="11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7C2995D-E29C-5543-3CCA-41982270C83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376960" y="303160"/>
                  <a:ext cx="176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485B905-C043-F52B-F8C9-34BED48236BC}"/>
                    </a:ext>
                  </a:extLst>
                </p14:cNvPr>
                <p14:cNvContentPartPr/>
                <p14:nvPr/>
              </p14:nvContentPartPr>
              <p14:xfrm>
                <a:off x="10581800" y="225760"/>
                <a:ext cx="140040" cy="121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485B905-C043-F52B-F8C9-34BED48236B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571000" y="215320"/>
                  <a:ext cx="1612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0BA8505-3908-D34E-45E8-6D2168BF9F6E}"/>
                    </a:ext>
                  </a:extLst>
                </p14:cNvPr>
                <p14:cNvContentPartPr/>
                <p14:nvPr/>
              </p14:nvContentPartPr>
              <p14:xfrm>
                <a:off x="10816520" y="219640"/>
                <a:ext cx="97920" cy="137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0BA8505-3908-D34E-45E8-6D2168BF9F6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806080" y="208840"/>
                  <a:ext cx="119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BD18B35-BE55-608D-1F6B-87E5EEDC8CB3}"/>
                    </a:ext>
                  </a:extLst>
                </p14:cNvPr>
                <p14:cNvContentPartPr/>
                <p14:nvPr/>
              </p14:nvContentPartPr>
              <p14:xfrm>
                <a:off x="10964120" y="255640"/>
                <a:ext cx="118080" cy="118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BD18B35-BE55-608D-1F6B-87E5EEDC8CB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953320" y="244840"/>
                  <a:ext cx="139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9450239-6D90-2882-5B3D-56E01BD5517E}"/>
                    </a:ext>
                  </a:extLst>
                </p14:cNvPr>
                <p14:cNvContentPartPr/>
                <p14:nvPr/>
              </p14:nvContentPartPr>
              <p14:xfrm>
                <a:off x="11132600" y="247720"/>
                <a:ext cx="93600" cy="204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9450239-6D90-2882-5B3D-56E01BD5517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122160" y="236920"/>
                  <a:ext cx="114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155886C-D591-B6F5-5C86-99AF562B944E}"/>
                    </a:ext>
                  </a:extLst>
                </p14:cNvPr>
                <p14:cNvContentPartPr/>
                <p14:nvPr/>
              </p14:nvContentPartPr>
              <p14:xfrm>
                <a:off x="11338160" y="152680"/>
                <a:ext cx="95400" cy="219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155886C-D591-B6F5-5C86-99AF562B944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327720" y="142240"/>
                  <a:ext cx="1166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146A104-F422-D29C-B8B0-AEA17B4AFFFE}"/>
                    </a:ext>
                  </a:extLst>
                </p14:cNvPr>
                <p14:cNvContentPartPr/>
                <p14:nvPr/>
              </p14:nvContentPartPr>
              <p14:xfrm>
                <a:off x="11373800" y="442120"/>
                <a:ext cx="84240" cy="59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146A104-F422-D29C-B8B0-AEA17B4AFFF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363360" y="431680"/>
                  <a:ext cx="10548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021EA52-93E0-6DA5-41B5-AF764460CF72}"/>
              </a:ext>
            </a:extLst>
          </p:cNvPr>
          <p:cNvGrpSpPr/>
          <p:nvPr/>
        </p:nvGrpSpPr>
        <p:grpSpPr>
          <a:xfrm>
            <a:off x="379400" y="934240"/>
            <a:ext cx="455040" cy="430920"/>
            <a:chOff x="379400" y="934240"/>
            <a:chExt cx="455040" cy="43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DCCBE5F-8489-2C0C-01B0-094C03D8732B}"/>
                    </a:ext>
                  </a:extLst>
                </p14:cNvPr>
                <p14:cNvContentPartPr/>
                <p14:nvPr/>
              </p14:nvContentPartPr>
              <p14:xfrm>
                <a:off x="434120" y="995800"/>
                <a:ext cx="23040" cy="156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DCCBE5F-8489-2C0C-01B0-094C03D8732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23320" y="985360"/>
                  <a:ext cx="442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84878B6-F35D-E102-9088-81B8F57695B0}"/>
                    </a:ext>
                  </a:extLst>
                </p14:cNvPr>
                <p14:cNvContentPartPr/>
                <p14:nvPr/>
              </p14:nvContentPartPr>
              <p14:xfrm>
                <a:off x="379400" y="934240"/>
                <a:ext cx="189360" cy="430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84878B6-F35D-E102-9088-81B8F57695B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68960" y="923440"/>
                  <a:ext cx="21060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C655DE9-C406-7C33-AC8B-85C7DA479696}"/>
                    </a:ext>
                  </a:extLst>
                </p14:cNvPr>
                <p14:cNvContentPartPr/>
                <p14:nvPr/>
              </p14:nvContentPartPr>
              <p14:xfrm>
                <a:off x="518720" y="1172560"/>
                <a:ext cx="126000" cy="125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C655DE9-C406-7C33-AC8B-85C7DA47969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7920" y="1162120"/>
                  <a:ext cx="147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4AC6154-1DD4-5F05-F8E1-7F299AB3303C}"/>
                    </a:ext>
                  </a:extLst>
                </p14:cNvPr>
                <p14:cNvContentPartPr/>
                <p14:nvPr/>
              </p14:nvContentPartPr>
              <p14:xfrm>
                <a:off x="727520" y="1137640"/>
                <a:ext cx="106920" cy="117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4AC6154-1DD4-5F05-F8E1-7F299AB3303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6720" y="1126840"/>
                  <a:ext cx="12816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BD496986-EA2E-D526-AA13-80ECE1990B41}"/>
              </a:ext>
            </a:extLst>
          </p:cNvPr>
          <p:cNvGrpSpPr/>
          <p:nvPr/>
        </p:nvGrpSpPr>
        <p:grpSpPr>
          <a:xfrm>
            <a:off x="1225760" y="1047640"/>
            <a:ext cx="565200" cy="199080"/>
            <a:chOff x="1225760" y="1047640"/>
            <a:chExt cx="56520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C555B1E-DE93-B5A5-59C7-01167FAA6BCB}"/>
                    </a:ext>
                  </a:extLst>
                </p14:cNvPr>
                <p14:cNvContentPartPr/>
                <p14:nvPr/>
              </p14:nvContentPartPr>
              <p14:xfrm>
                <a:off x="1225760" y="1051960"/>
                <a:ext cx="126360" cy="156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C555B1E-DE93-B5A5-59C7-01167FAA6BC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215320" y="1041160"/>
                  <a:ext cx="147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6200FD9-1869-24E2-016A-0224990D7171}"/>
                    </a:ext>
                  </a:extLst>
                </p14:cNvPr>
                <p14:cNvContentPartPr/>
                <p14:nvPr/>
              </p14:nvContentPartPr>
              <p14:xfrm>
                <a:off x="1463720" y="1047640"/>
                <a:ext cx="139680" cy="199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6200FD9-1869-24E2-016A-0224990D717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52920" y="1036840"/>
                  <a:ext cx="1609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39C35D7-975E-C615-358C-189E940C8E55}"/>
                    </a:ext>
                  </a:extLst>
                </p14:cNvPr>
                <p14:cNvContentPartPr/>
                <p14:nvPr/>
              </p14:nvContentPartPr>
              <p14:xfrm>
                <a:off x="1700600" y="1078960"/>
                <a:ext cx="90360" cy="1494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39C35D7-975E-C615-358C-189E940C8E5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90160" y="1068160"/>
                  <a:ext cx="111600" cy="17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B92BFC02-1AE9-D208-5EE2-09E123A55F44}"/>
                  </a:ext>
                </a:extLst>
              </p14:cNvPr>
              <p14:cNvContentPartPr/>
              <p14:nvPr/>
            </p14:nvContentPartPr>
            <p14:xfrm>
              <a:off x="2097680" y="1127920"/>
              <a:ext cx="168480" cy="1267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B92BFC02-1AE9-D208-5EE2-09E123A55F4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086880" y="1117480"/>
                <a:ext cx="189720" cy="14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17A57A3-6409-9078-AEA8-55B253F1205F}"/>
              </a:ext>
            </a:extLst>
          </p:cNvPr>
          <p:cNvGrpSpPr/>
          <p:nvPr/>
        </p:nvGrpSpPr>
        <p:grpSpPr>
          <a:xfrm>
            <a:off x="2731280" y="1030000"/>
            <a:ext cx="925560" cy="354600"/>
            <a:chOff x="2731280" y="1030000"/>
            <a:chExt cx="92556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87E60E7-2384-740C-2F8C-61EA8CF01F73}"/>
                    </a:ext>
                  </a:extLst>
                </p14:cNvPr>
                <p14:cNvContentPartPr/>
                <p14:nvPr/>
              </p14:nvContentPartPr>
              <p14:xfrm>
                <a:off x="2743880" y="1042600"/>
                <a:ext cx="168120" cy="342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87E60E7-2384-740C-2F8C-61EA8CF01F7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733440" y="1032160"/>
                  <a:ext cx="1893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C55636D-BCF9-E776-2993-93D3C515D099}"/>
                    </a:ext>
                  </a:extLst>
                </p14:cNvPr>
                <p14:cNvContentPartPr/>
                <p14:nvPr/>
              </p14:nvContentPartPr>
              <p14:xfrm>
                <a:off x="2731280" y="1279120"/>
                <a:ext cx="115920" cy="42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C55636D-BCF9-E776-2993-93D3C515D09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720840" y="1268320"/>
                  <a:ext cx="1371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50C96D0-1618-9CF5-856A-ADB5D0F1B67D}"/>
                    </a:ext>
                  </a:extLst>
                </p14:cNvPr>
                <p14:cNvContentPartPr/>
                <p14:nvPr/>
              </p14:nvContentPartPr>
              <p14:xfrm>
                <a:off x="2985080" y="1030000"/>
                <a:ext cx="140040" cy="188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50C96D0-1618-9CF5-856A-ADB5D0F1B67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974280" y="1019560"/>
                  <a:ext cx="1612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A9D8FC7-245B-3D10-1230-FFA81C64F434}"/>
                    </a:ext>
                  </a:extLst>
                </p14:cNvPr>
                <p14:cNvContentPartPr/>
                <p14:nvPr/>
              </p14:nvContentPartPr>
              <p14:xfrm>
                <a:off x="3183080" y="1082920"/>
                <a:ext cx="77760" cy="1249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A9D8FC7-245B-3D10-1230-FFA81C64F43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172640" y="1072120"/>
                  <a:ext cx="990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C8D2A62-D530-5314-B4D5-888E7DA76A65}"/>
                    </a:ext>
                  </a:extLst>
                </p14:cNvPr>
                <p14:cNvContentPartPr/>
                <p14:nvPr/>
              </p14:nvContentPartPr>
              <p14:xfrm>
                <a:off x="3346880" y="1064200"/>
                <a:ext cx="138600" cy="1414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C8D2A62-D530-5314-B4D5-888E7DA76A6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336440" y="1053760"/>
                  <a:ext cx="1598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6D8BA2F-2275-6100-541F-129DA5AC4053}"/>
                    </a:ext>
                  </a:extLst>
                </p14:cNvPr>
                <p14:cNvContentPartPr/>
                <p14:nvPr/>
              </p14:nvContentPartPr>
              <p14:xfrm>
                <a:off x="3548480" y="1062400"/>
                <a:ext cx="108360" cy="154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6D8BA2F-2275-6100-541F-129DA5AC405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38040" y="1051960"/>
                  <a:ext cx="12960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C7E684B-2AE6-6723-E6B0-4098309B8D34}"/>
              </a:ext>
            </a:extLst>
          </p:cNvPr>
          <p:cNvGrpSpPr/>
          <p:nvPr/>
        </p:nvGrpSpPr>
        <p:grpSpPr>
          <a:xfrm>
            <a:off x="4165520" y="979960"/>
            <a:ext cx="1088640" cy="347040"/>
            <a:chOff x="4165520" y="979960"/>
            <a:chExt cx="108864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336B780-848B-47C1-3CC5-30DBD086784A}"/>
                    </a:ext>
                  </a:extLst>
                </p14:cNvPr>
                <p14:cNvContentPartPr/>
                <p14:nvPr/>
              </p14:nvContentPartPr>
              <p14:xfrm>
                <a:off x="4165520" y="1024600"/>
                <a:ext cx="197280" cy="1713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336B780-848B-47C1-3CC5-30DBD086784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54720" y="1014160"/>
                  <a:ext cx="2185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CA6DCC3-1054-B94B-E40A-E0961CBBE33C}"/>
                    </a:ext>
                  </a:extLst>
                </p14:cNvPr>
                <p14:cNvContentPartPr/>
                <p14:nvPr/>
              </p14:nvContentPartPr>
              <p14:xfrm>
                <a:off x="4407800" y="1046920"/>
                <a:ext cx="175320" cy="280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CA6DCC3-1054-B94B-E40A-E0961CBBE33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397000" y="1036480"/>
                  <a:ext cx="1965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68E7A35-FEB5-D51E-BBAA-ACA42E0C9C84}"/>
                    </a:ext>
                  </a:extLst>
                </p14:cNvPr>
                <p14:cNvContentPartPr/>
                <p14:nvPr/>
              </p14:nvContentPartPr>
              <p14:xfrm>
                <a:off x="4672400" y="1065640"/>
                <a:ext cx="299520" cy="151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68E7A35-FEB5-D51E-BBAA-ACA42E0C9C8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661960" y="1054840"/>
                  <a:ext cx="3207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CCB52F5-DFDE-6556-B452-4A73D84B4D7A}"/>
                    </a:ext>
                  </a:extLst>
                </p14:cNvPr>
                <p14:cNvContentPartPr/>
                <p14:nvPr/>
              </p14:nvContentPartPr>
              <p14:xfrm>
                <a:off x="4920800" y="979960"/>
                <a:ext cx="127080" cy="903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CCB52F5-DFDE-6556-B452-4A73D84B4D7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910360" y="969520"/>
                  <a:ext cx="1483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917288D-1B6C-104D-7B30-58ADBE23A4CE}"/>
                    </a:ext>
                  </a:extLst>
                </p14:cNvPr>
                <p14:cNvContentPartPr/>
                <p14:nvPr/>
              </p14:nvContentPartPr>
              <p14:xfrm>
                <a:off x="5127800" y="1075000"/>
                <a:ext cx="126360" cy="1944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917288D-1B6C-104D-7B30-58ADBE23A4C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17000" y="1064200"/>
                  <a:ext cx="14760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39B2BEB2-77BD-B7CD-9327-18A456E74016}"/>
              </a:ext>
            </a:extLst>
          </p:cNvPr>
          <p:cNvGrpSpPr/>
          <p:nvPr/>
        </p:nvGrpSpPr>
        <p:grpSpPr>
          <a:xfrm>
            <a:off x="5759240" y="874840"/>
            <a:ext cx="644400" cy="439920"/>
            <a:chOff x="5759240" y="874840"/>
            <a:chExt cx="644400" cy="43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F4B571D-CB8F-1456-B145-48C9983262DA}"/>
                    </a:ext>
                  </a:extLst>
                </p14:cNvPr>
                <p14:cNvContentPartPr/>
                <p14:nvPr/>
              </p14:nvContentPartPr>
              <p14:xfrm>
                <a:off x="5759240" y="874840"/>
                <a:ext cx="384120" cy="4399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F4B571D-CB8F-1456-B145-48C9983262D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48800" y="864040"/>
                  <a:ext cx="40536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44BD8F5-7616-2C68-6B92-7A585D8445C3}"/>
                    </a:ext>
                  </a:extLst>
                </p14:cNvPr>
                <p14:cNvContentPartPr/>
                <p14:nvPr/>
              </p14:nvContentPartPr>
              <p14:xfrm>
                <a:off x="6244520" y="1027840"/>
                <a:ext cx="159120" cy="1429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44BD8F5-7616-2C68-6B92-7A585D8445C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234080" y="1017040"/>
                  <a:ext cx="18036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E9212ADA-632E-DC77-A8C9-D814633B82DB}"/>
              </a:ext>
            </a:extLst>
          </p:cNvPr>
          <p:cNvGrpSpPr/>
          <p:nvPr/>
        </p:nvGrpSpPr>
        <p:grpSpPr>
          <a:xfrm>
            <a:off x="6833840" y="846040"/>
            <a:ext cx="1083600" cy="371520"/>
            <a:chOff x="6833840" y="846040"/>
            <a:chExt cx="1083600" cy="37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0F09A60-B79D-B621-A818-9AC5307527E8}"/>
                    </a:ext>
                  </a:extLst>
                </p14:cNvPr>
                <p14:cNvContentPartPr/>
                <p14:nvPr/>
              </p14:nvContentPartPr>
              <p14:xfrm>
                <a:off x="6833840" y="1024240"/>
                <a:ext cx="143640" cy="113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0F09A60-B79D-B621-A818-9AC5307527E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823040" y="1013800"/>
                  <a:ext cx="164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8EA9BFF-1577-0B10-8F4D-6876058EABAE}"/>
                    </a:ext>
                  </a:extLst>
                </p14:cNvPr>
                <p14:cNvContentPartPr/>
                <p14:nvPr/>
              </p14:nvContentPartPr>
              <p14:xfrm>
                <a:off x="7028960" y="846040"/>
                <a:ext cx="82800" cy="307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8EA9BFF-1577-0B10-8F4D-6876058EABA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18520" y="835600"/>
                  <a:ext cx="10404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7D00478-2CE6-C553-503F-3B02EE005D27}"/>
                    </a:ext>
                  </a:extLst>
                </p14:cNvPr>
                <p14:cNvContentPartPr/>
                <p14:nvPr/>
              </p14:nvContentPartPr>
              <p14:xfrm>
                <a:off x="6979640" y="997240"/>
                <a:ext cx="257760" cy="1015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7D00478-2CE6-C553-503F-3B02EE005D2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968840" y="986440"/>
                  <a:ext cx="2790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A7056A6-D828-E763-F896-AAD281FE5B11}"/>
                    </a:ext>
                  </a:extLst>
                </p14:cNvPr>
                <p14:cNvContentPartPr/>
                <p14:nvPr/>
              </p14:nvContentPartPr>
              <p14:xfrm>
                <a:off x="7342520" y="975280"/>
                <a:ext cx="109440" cy="1339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A7056A6-D828-E763-F896-AAD281FE5B1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32080" y="964480"/>
                  <a:ext cx="1306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1027187-0AE4-1E91-7D52-027CF475E420}"/>
                    </a:ext>
                  </a:extLst>
                </p14:cNvPr>
                <p14:cNvContentPartPr/>
                <p14:nvPr/>
              </p14:nvContentPartPr>
              <p14:xfrm>
                <a:off x="7518920" y="951160"/>
                <a:ext cx="30960" cy="1659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1027187-0AE4-1E91-7D52-027CF475E42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08480" y="940720"/>
                  <a:ext cx="52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02E1D2F-DF65-7B73-6597-32849806195D}"/>
                    </a:ext>
                  </a:extLst>
                </p14:cNvPr>
                <p14:cNvContentPartPr/>
                <p14:nvPr/>
              </p14:nvContentPartPr>
              <p14:xfrm>
                <a:off x="7541960" y="869080"/>
                <a:ext cx="360" cy="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02E1D2F-DF65-7B73-6597-32849806195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531160" y="8582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1F1FDD9-7457-5544-3B49-7FF0BD19E516}"/>
                    </a:ext>
                  </a:extLst>
                </p14:cNvPr>
                <p14:cNvContentPartPr/>
                <p14:nvPr/>
              </p14:nvContentPartPr>
              <p14:xfrm>
                <a:off x="7673720" y="920560"/>
                <a:ext cx="84240" cy="161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1F1FDD9-7457-5544-3B49-7FF0BD19E51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663280" y="910120"/>
                  <a:ext cx="1054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6DF3C47-BD33-7DC6-2ED7-A2DB3F4FE32C}"/>
                    </a:ext>
                  </a:extLst>
                </p14:cNvPr>
                <p14:cNvContentPartPr/>
                <p14:nvPr/>
              </p14:nvContentPartPr>
              <p14:xfrm>
                <a:off x="7715840" y="957280"/>
                <a:ext cx="201600" cy="2602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6DF3C47-BD33-7DC6-2ED7-A2DB3F4FE32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705040" y="946480"/>
                  <a:ext cx="22284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ABCB1576-D67F-0F5F-0704-C47C39E8781D}"/>
              </a:ext>
            </a:extLst>
          </p:cNvPr>
          <p:cNvGrpSpPr/>
          <p:nvPr/>
        </p:nvGrpSpPr>
        <p:grpSpPr>
          <a:xfrm>
            <a:off x="8236040" y="871240"/>
            <a:ext cx="974160" cy="254160"/>
            <a:chOff x="8236040" y="871240"/>
            <a:chExt cx="974160" cy="2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C53207F-012B-15DF-81D2-ADBD35473FEE}"/>
                    </a:ext>
                  </a:extLst>
                </p14:cNvPr>
                <p14:cNvContentPartPr/>
                <p14:nvPr/>
              </p14:nvContentPartPr>
              <p14:xfrm>
                <a:off x="8236040" y="952240"/>
                <a:ext cx="126000" cy="127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C53207F-012B-15DF-81D2-ADBD35473FE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225600" y="941800"/>
                  <a:ext cx="1472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4D176C0-7E82-B8C5-39E2-4615C3C4EC6D}"/>
                    </a:ext>
                  </a:extLst>
                </p14:cNvPr>
                <p14:cNvContentPartPr/>
                <p14:nvPr/>
              </p14:nvContentPartPr>
              <p14:xfrm>
                <a:off x="8463200" y="955840"/>
                <a:ext cx="125280" cy="1022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4D176C0-7E82-B8C5-39E2-4615C3C4EC6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452760" y="945040"/>
                  <a:ext cx="1465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D825C30-EC24-9550-A29C-48B1E2C63622}"/>
                    </a:ext>
                  </a:extLst>
                </p14:cNvPr>
                <p14:cNvContentPartPr/>
                <p14:nvPr/>
              </p14:nvContentPartPr>
              <p14:xfrm>
                <a:off x="8705120" y="871240"/>
                <a:ext cx="162360" cy="1774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D825C30-EC24-9550-A29C-48B1E2C6362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694320" y="860800"/>
                  <a:ext cx="183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E2E5CCD-7F13-1BD3-4462-32848C9AF845}"/>
                    </a:ext>
                  </a:extLst>
                </p14:cNvPr>
                <p14:cNvContentPartPr/>
                <p14:nvPr/>
              </p14:nvContentPartPr>
              <p14:xfrm>
                <a:off x="8971160" y="929200"/>
                <a:ext cx="92160" cy="1468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E2E5CCD-7F13-1BD3-4462-32848C9AF84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960360" y="918760"/>
                  <a:ext cx="1134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A63987D-A752-87FF-B432-F73E0C5939D7}"/>
                    </a:ext>
                  </a:extLst>
                </p14:cNvPr>
                <p14:cNvContentPartPr/>
                <p14:nvPr/>
              </p14:nvContentPartPr>
              <p14:xfrm>
                <a:off x="9058640" y="933160"/>
                <a:ext cx="151560" cy="1922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A63987D-A752-87FF-B432-F73E0C5939D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048200" y="922360"/>
                  <a:ext cx="17280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D42C4B6-6BC2-C9A8-ABEA-58A31C6A4457}"/>
              </a:ext>
            </a:extLst>
          </p:cNvPr>
          <p:cNvGrpSpPr/>
          <p:nvPr/>
        </p:nvGrpSpPr>
        <p:grpSpPr>
          <a:xfrm>
            <a:off x="9563720" y="825520"/>
            <a:ext cx="348480" cy="342000"/>
            <a:chOff x="9563720" y="825520"/>
            <a:chExt cx="34848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13B2EC6-E7A1-6714-417A-81AB9A8D5E59}"/>
                    </a:ext>
                  </a:extLst>
                </p14:cNvPr>
                <p14:cNvContentPartPr/>
                <p14:nvPr/>
              </p14:nvContentPartPr>
              <p14:xfrm>
                <a:off x="9563720" y="825520"/>
                <a:ext cx="177120" cy="248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13B2EC6-E7A1-6714-417A-81AB9A8D5E5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553280" y="815080"/>
                  <a:ext cx="1983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1E12CAB-64F3-FEAE-E647-DF51BDD2F750}"/>
                    </a:ext>
                  </a:extLst>
                </p14:cNvPr>
                <p14:cNvContentPartPr/>
                <p14:nvPr/>
              </p14:nvContentPartPr>
              <p14:xfrm>
                <a:off x="9704840" y="943240"/>
                <a:ext cx="207360" cy="2242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1E12CAB-64F3-FEAE-E647-DF51BDD2F75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694040" y="932800"/>
                  <a:ext cx="22860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1964C8DA-EC01-1533-FD36-70C241D2756F}"/>
              </a:ext>
            </a:extLst>
          </p:cNvPr>
          <p:cNvGrpSpPr/>
          <p:nvPr/>
        </p:nvGrpSpPr>
        <p:grpSpPr>
          <a:xfrm>
            <a:off x="10255640" y="725080"/>
            <a:ext cx="839160" cy="414000"/>
            <a:chOff x="10255640" y="725080"/>
            <a:chExt cx="83916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D287200-288D-67D2-5D89-8142DA9FD769}"/>
                    </a:ext>
                  </a:extLst>
                </p14:cNvPr>
                <p14:cNvContentPartPr/>
                <p14:nvPr/>
              </p14:nvContentPartPr>
              <p14:xfrm>
                <a:off x="10255640" y="725080"/>
                <a:ext cx="91800" cy="305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D287200-288D-67D2-5D89-8142DA9FD76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244840" y="714280"/>
                  <a:ext cx="1130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C9A2297-C0E3-80C8-01A3-8DDF8D031382}"/>
                    </a:ext>
                  </a:extLst>
                </p14:cNvPr>
                <p14:cNvContentPartPr/>
                <p14:nvPr/>
              </p14:nvContentPartPr>
              <p14:xfrm>
                <a:off x="10345280" y="898600"/>
                <a:ext cx="140400" cy="113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C9A2297-C0E3-80C8-01A3-8DDF8D03138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334480" y="888160"/>
                  <a:ext cx="1616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3109791-D432-79ED-1475-5B09E7719641}"/>
                    </a:ext>
                  </a:extLst>
                </p14:cNvPr>
                <p14:cNvContentPartPr/>
                <p14:nvPr/>
              </p14:nvContentPartPr>
              <p14:xfrm>
                <a:off x="10496840" y="892840"/>
                <a:ext cx="165960" cy="2462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3109791-D432-79ED-1475-5B09E771964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486400" y="882400"/>
                  <a:ext cx="1872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A75ECC7-5D0F-FAE1-7B4D-A3F566C6F9E3}"/>
                    </a:ext>
                  </a:extLst>
                </p14:cNvPr>
                <p14:cNvContentPartPr/>
                <p14:nvPr/>
              </p14:nvContentPartPr>
              <p14:xfrm>
                <a:off x="10767920" y="891400"/>
                <a:ext cx="65160" cy="1141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A75ECC7-5D0F-FAE1-7B4D-A3F566C6F9E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757480" y="880600"/>
                  <a:ext cx="86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794275E-2604-C692-486B-219180B2ACD0}"/>
                    </a:ext>
                  </a:extLst>
                </p14:cNvPr>
                <p14:cNvContentPartPr/>
                <p14:nvPr/>
              </p14:nvContentPartPr>
              <p14:xfrm>
                <a:off x="10958720" y="848560"/>
                <a:ext cx="136080" cy="1393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794275E-2604-C692-486B-219180B2ACD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948280" y="837760"/>
                  <a:ext cx="15732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5CE7262B-3529-58A5-C1E3-1137F610BD42}"/>
              </a:ext>
            </a:extLst>
          </p:cNvPr>
          <p:cNvGrpSpPr/>
          <p:nvPr/>
        </p:nvGrpSpPr>
        <p:grpSpPr>
          <a:xfrm>
            <a:off x="11249240" y="802840"/>
            <a:ext cx="752040" cy="225720"/>
            <a:chOff x="11249240" y="802840"/>
            <a:chExt cx="75204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9E229DF-0DA1-7F53-D691-81A32439B2B3}"/>
                    </a:ext>
                  </a:extLst>
                </p14:cNvPr>
                <p14:cNvContentPartPr/>
                <p14:nvPr/>
              </p14:nvContentPartPr>
              <p14:xfrm>
                <a:off x="11249240" y="920920"/>
                <a:ext cx="123840" cy="107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9E229DF-0DA1-7F53-D691-81A32439B2B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238800" y="910120"/>
                  <a:ext cx="1450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F3110AB-EAD0-D983-CC0F-86BD4E364CF5}"/>
                    </a:ext>
                  </a:extLst>
                </p14:cNvPr>
                <p14:cNvContentPartPr/>
                <p14:nvPr/>
              </p14:nvContentPartPr>
              <p14:xfrm>
                <a:off x="11455160" y="887080"/>
                <a:ext cx="81720" cy="828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F3110AB-EAD0-D983-CC0F-86BD4E364CF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444360" y="876640"/>
                  <a:ext cx="1029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B7173EE-CE47-066C-A18A-16368D1452B5}"/>
                    </a:ext>
                  </a:extLst>
                </p14:cNvPr>
                <p14:cNvContentPartPr/>
                <p14:nvPr/>
              </p14:nvContentPartPr>
              <p14:xfrm>
                <a:off x="11546240" y="802840"/>
                <a:ext cx="138960" cy="1944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B7173EE-CE47-066C-A18A-16368D1452B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535440" y="792040"/>
                  <a:ext cx="160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7588325-4EFB-C27A-5543-DB4AA03C30E4}"/>
                    </a:ext>
                  </a:extLst>
                </p14:cNvPr>
                <p14:cNvContentPartPr/>
                <p14:nvPr/>
              </p14:nvContentPartPr>
              <p14:xfrm>
                <a:off x="11780960" y="837400"/>
                <a:ext cx="52200" cy="128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7588325-4EFB-C27A-5543-DB4AA03C30E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770160" y="826600"/>
                  <a:ext cx="734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523A024-0397-7AC5-BF80-F65C0178CA34}"/>
                    </a:ext>
                  </a:extLst>
                </p14:cNvPr>
                <p14:cNvContentPartPr/>
                <p14:nvPr/>
              </p14:nvContentPartPr>
              <p14:xfrm>
                <a:off x="11901920" y="847120"/>
                <a:ext cx="99360" cy="163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523A024-0397-7AC5-BF80-F65C0178CA3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891120" y="836320"/>
                  <a:ext cx="12060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D1D0E00E-829C-BA73-6C01-D20C46088E47}"/>
              </a:ext>
            </a:extLst>
          </p:cNvPr>
          <p:cNvGrpSpPr/>
          <p:nvPr/>
        </p:nvGrpSpPr>
        <p:grpSpPr>
          <a:xfrm>
            <a:off x="356720" y="1635520"/>
            <a:ext cx="630000" cy="372600"/>
            <a:chOff x="356720" y="1635520"/>
            <a:chExt cx="63000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BC531E4-E625-BE5C-66FA-6C2664F3125F}"/>
                    </a:ext>
                  </a:extLst>
                </p14:cNvPr>
                <p14:cNvContentPartPr/>
                <p14:nvPr/>
              </p14:nvContentPartPr>
              <p14:xfrm>
                <a:off x="356720" y="1652800"/>
                <a:ext cx="16920" cy="271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BC531E4-E625-BE5C-66FA-6C2664F3125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45920" y="1642000"/>
                  <a:ext cx="381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1B86C39-DB97-BDAE-A6E4-1375D24F1D8C}"/>
                    </a:ext>
                  </a:extLst>
                </p14:cNvPr>
                <p14:cNvContentPartPr/>
                <p14:nvPr/>
              </p14:nvContentPartPr>
              <p14:xfrm>
                <a:off x="459320" y="1755760"/>
                <a:ext cx="50040" cy="1717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1B86C39-DB97-BDAE-A6E4-1375D24F1D8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48880" y="1744960"/>
                  <a:ext cx="712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3F151C5-133C-3E43-0101-54166187D2B7}"/>
                    </a:ext>
                  </a:extLst>
                </p14:cNvPr>
                <p14:cNvContentPartPr/>
                <p14:nvPr/>
              </p14:nvContentPartPr>
              <p14:xfrm>
                <a:off x="631760" y="1643800"/>
                <a:ext cx="72720" cy="364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3F151C5-133C-3E43-0101-54166187D2B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21320" y="1633000"/>
                  <a:ext cx="9396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C8C07D4-D4D8-3918-3949-7AECEAF319C1}"/>
                    </a:ext>
                  </a:extLst>
                </p14:cNvPr>
                <p14:cNvContentPartPr/>
                <p14:nvPr/>
              </p14:nvContentPartPr>
              <p14:xfrm>
                <a:off x="610520" y="1891480"/>
                <a:ext cx="155160" cy="255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C8C07D4-D4D8-3918-3949-7AECEAF319C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99720" y="1880680"/>
                  <a:ext cx="1764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2F457A8-A9D5-A498-B03C-8FB175161FB4}"/>
                    </a:ext>
                  </a:extLst>
                </p14:cNvPr>
                <p14:cNvContentPartPr/>
                <p14:nvPr/>
              </p14:nvContentPartPr>
              <p14:xfrm>
                <a:off x="878360" y="1635520"/>
                <a:ext cx="28440" cy="2869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2F457A8-A9D5-A498-B03C-8FB175161FB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67560" y="1625080"/>
                  <a:ext cx="496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C88F8B5-5B60-211B-C542-3C84CE4E26B0}"/>
                    </a:ext>
                  </a:extLst>
                </p14:cNvPr>
                <p14:cNvContentPartPr/>
                <p14:nvPr/>
              </p14:nvContentPartPr>
              <p14:xfrm>
                <a:off x="811040" y="1806880"/>
                <a:ext cx="175680" cy="61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C88F8B5-5B60-211B-C542-3C84CE4E26B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00240" y="1796080"/>
                  <a:ext cx="19692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A88113E-06E5-3077-DDCB-B71FA0EA956F}"/>
              </a:ext>
            </a:extLst>
          </p:cNvPr>
          <p:cNvGrpSpPr/>
          <p:nvPr/>
        </p:nvGrpSpPr>
        <p:grpSpPr>
          <a:xfrm>
            <a:off x="1203080" y="1654960"/>
            <a:ext cx="361440" cy="256320"/>
            <a:chOff x="1203080" y="1654960"/>
            <a:chExt cx="361440" cy="2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9E66097-22E8-4EA7-22A8-06D286DA4DA6}"/>
                    </a:ext>
                  </a:extLst>
                </p14:cNvPr>
                <p14:cNvContentPartPr/>
                <p14:nvPr/>
              </p14:nvContentPartPr>
              <p14:xfrm>
                <a:off x="1260320" y="1654960"/>
                <a:ext cx="161640" cy="2563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9E66097-22E8-4EA7-22A8-06D286DA4DA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249520" y="1644160"/>
                  <a:ext cx="1828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35C84FF-8947-0831-5660-B48B7D6C32BC}"/>
                    </a:ext>
                  </a:extLst>
                </p14:cNvPr>
                <p14:cNvContentPartPr/>
                <p14:nvPr/>
              </p14:nvContentPartPr>
              <p14:xfrm>
                <a:off x="1203080" y="1798960"/>
                <a:ext cx="151560" cy="25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35C84FF-8947-0831-5660-B48B7D6C32B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92640" y="1788160"/>
                  <a:ext cx="172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8257195-C926-461C-B4D8-23884C896301}"/>
                    </a:ext>
                  </a:extLst>
                </p14:cNvPr>
                <p14:cNvContentPartPr/>
                <p14:nvPr/>
              </p14:nvContentPartPr>
              <p14:xfrm>
                <a:off x="1444280" y="1807600"/>
                <a:ext cx="120240" cy="86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8257195-C926-461C-B4D8-23884C89630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433840" y="1797160"/>
                  <a:ext cx="14148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0BFB2544-05D6-0A73-8AEC-ABCFB03A6302}"/>
              </a:ext>
            </a:extLst>
          </p:cNvPr>
          <p:cNvGrpSpPr/>
          <p:nvPr/>
        </p:nvGrpSpPr>
        <p:grpSpPr>
          <a:xfrm>
            <a:off x="1857920" y="1629760"/>
            <a:ext cx="983520" cy="342000"/>
            <a:chOff x="1857920" y="1629760"/>
            <a:chExt cx="98352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4B457EC-6229-112E-6CAF-7BE4FDD74641}"/>
                    </a:ext>
                  </a:extLst>
                </p14:cNvPr>
                <p14:cNvContentPartPr/>
                <p14:nvPr/>
              </p14:nvContentPartPr>
              <p14:xfrm>
                <a:off x="1857920" y="1761520"/>
                <a:ext cx="91800" cy="115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4B457EC-6229-112E-6CAF-7BE4FDD7464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847480" y="1750720"/>
                  <a:ext cx="1130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F2F7903-B82D-0E39-64DD-1552C8D7FCEA}"/>
                    </a:ext>
                  </a:extLst>
                </p14:cNvPr>
                <p14:cNvContentPartPr/>
                <p14:nvPr/>
              </p14:nvContentPartPr>
              <p14:xfrm>
                <a:off x="2061320" y="1774840"/>
                <a:ext cx="12960" cy="950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F2F7903-B82D-0E39-64DD-1552C8D7FCE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050520" y="1764400"/>
                  <a:ext cx="342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8A46F64-10C5-479D-248A-AD667C7DF50F}"/>
                    </a:ext>
                  </a:extLst>
                </p14:cNvPr>
                <p14:cNvContentPartPr/>
                <p14:nvPr/>
              </p14:nvContentPartPr>
              <p14:xfrm>
                <a:off x="2014160" y="1713280"/>
                <a:ext cx="360" cy="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8A46F64-10C5-479D-248A-AD667C7DF50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003720" y="17024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BAE3F5C-1D0F-0306-0266-8BDF16DFE4A1}"/>
                    </a:ext>
                  </a:extLst>
                </p14:cNvPr>
                <p14:cNvContentPartPr/>
                <p14:nvPr/>
              </p14:nvContentPartPr>
              <p14:xfrm>
                <a:off x="2132240" y="1726600"/>
                <a:ext cx="157320" cy="2451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BAE3F5C-1D0F-0306-0266-8BDF16DFE4A1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121440" y="1716160"/>
                  <a:ext cx="1785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9E86423-710D-8B9E-ECCE-22F84DF6C7BE}"/>
                    </a:ext>
                  </a:extLst>
                </p14:cNvPr>
                <p14:cNvContentPartPr/>
                <p14:nvPr/>
              </p14:nvContentPartPr>
              <p14:xfrm>
                <a:off x="2354360" y="1647040"/>
                <a:ext cx="87840" cy="2300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9E86423-710D-8B9E-ECCE-22F84DF6C7B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343920" y="1636240"/>
                  <a:ext cx="1090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789AAE6-1C0A-BB9A-1DAC-B333D528F553}"/>
                    </a:ext>
                  </a:extLst>
                </p14:cNvPr>
                <p14:cNvContentPartPr/>
                <p14:nvPr/>
              </p14:nvContentPartPr>
              <p14:xfrm>
                <a:off x="2562440" y="1629760"/>
                <a:ext cx="36000" cy="2494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789AAE6-1C0A-BB9A-1DAC-B333D528F553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552000" y="1619320"/>
                  <a:ext cx="572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F20EDA9-4D35-588C-2FA8-72CB9853733E}"/>
                    </a:ext>
                  </a:extLst>
                </p14:cNvPr>
                <p14:cNvContentPartPr/>
                <p14:nvPr/>
              </p14:nvContentPartPr>
              <p14:xfrm>
                <a:off x="2519240" y="1764040"/>
                <a:ext cx="138600" cy="43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F20EDA9-4D35-588C-2FA8-72CB9853733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508800" y="1753600"/>
                  <a:ext cx="159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20434CF-098A-2D84-6F36-A157909A26C9}"/>
                    </a:ext>
                  </a:extLst>
                </p14:cNvPr>
                <p14:cNvContentPartPr/>
                <p14:nvPr/>
              </p14:nvContentPartPr>
              <p14:xfrm>
                <a:off x="2798600" y="1824160"/>
                <a:ext cx="42840" cy="144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20434CF-098A-2D84-6F36-A157909A26C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788160" y="1813360"/>
                  <a:ext cx="6408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332436FC-F2B8-75C9-1066-1AA6D3CE8305}"/>
              </a:ext>
            </a:extLst>
          </p:cNvPr>
          <p:cNvGrpSpPr/>
          <p:nvPr/>
        </p:nvGrpSpPr>
        <p:grpSpPr>
          <a:xfrm>
            <a:off x="3207200" y="1524640"/>
            <a:ext cx="820440" cy="378720"/>
            <a:chOff x="3207200" y="1524640"/>
            <a:chExt cx="82044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7A4F665B-C4E2-C6AE-DBD6-3B53BAF9B63D}"/>
                    </a:ext>
                  </a:extLst>
                </p14:cNvPr>
                <p14:cNvContentPartPr/>
                <p14:nvPr/>
              </p14:nvContentPartPr>
              <p14:xfrm>
                <a:off x="3221240" y="1700680"/>
                <a:ext cx="10080" cy="2026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7A4F665B-C4E2-C6AE-DBD6-3B53BAF9B63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210800" y="1689880"/>
                  <a:ext cx="31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3FDDEFC-77A8-8900-DDA8-D1C84FD34226}"/>
                    </a:ext>
                  </a:extLst>
                </p14:cNvPr>
                <p14:cNvContentPartPr/>
                <p14:nvPr/>
              </p14:nvContentPartPr>
              <p14:xfrm>
                <a:off x="3207200" y="1694200"/>
                <a:ext cx="154080" cy="1234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3FDDEFC-77A8-8900-DDA8-D1C84FD3422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196760" y="1683760"/>
                  <a:ext cx="1753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3FD5723-AD75-6C6C-6525-53E8226B0219}"/>
                    </a:ext>
                  </a:extLst>
                </p14:cNvPr>
                <p14:cNvContentPartPr/>
                <p14:nvPr/>
              </p14:nvContentPartPr>
              <p14:xfrm>
                <a:off x="3467480" y="1678360"/>
                <a:ext cx="61200" cy="1206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3FD5723-AD75-6C6C-6525-53E8226B021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457040" y="1667920"/>
                  <a:ext cx="824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79590AF-8469-FBB8-A1B7-1FE0813BDC94}"/>
                    </a:ext>
                  </a:extLst>
                </p14:cNvPr>
                <p14:cNvContentPartPr/>
                <p14:nvPr/>
              </p14:nvContentPartPr>
              <p14:xfrm>
                <a:off x="3611120" y="1696000"/>
                <a:ext cx="2880" cy="1195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79590AF-8469-FBB8-A1B7-1FE0813BDC9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600320" y="1685560"/>
                  <a:ext cx="241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F7C5D9E-5D57-50EF-4F5E-B3359C9DCB9E}"/>
                    </a:ext>
                  </a:extLst>
                </p14:cNvPr>
                <p14:cNvContentPartPr/>
                <p14:nvPr/>
              </p14:nvContentPartPr>
              <p14:xfrm>
                <a:off x="3617240" y="1585120"/>
                <a:ext cx="360" cy="3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F7C5D9E-5D57-50EF-4F5E-B3359C9DCB9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606800" y="15746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9622F2A-060C-2A5A-6534-210E7581D8F2}"/>
                    </a:ext>
                  </a:extLst>
                </p14:cNvPr>
                <p14:cNvContentPartPr/>
                <p14:nvPr/>
              </p14:nvContentPartPr>
              <p14:xfrm>
                <a:off x="3727760" y="1642000"/>
                <a:ext cx="105840" cy="1274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9622F2A-060C-2A5A-6534-210E7581D8F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716960" y="1631200"/>
                  <a:ext cx="1270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21A7C4EA-E68D-CBAF-BDCF-D892898059A9}"/>
                    </a:ext>
                  </a:extLst>
                </p14:cNvPr>
                <p14:cNvContentPartPr/>
                <p14:nvPr/>
              </p14:nvContentPartPr>
              <p14:xfrm>
                <a:off x="3939800" y="1524640"/>
                <a:ext cx="10440" cy="2552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21A7C4EA-E68D-CBAF-BDCF-D892898059A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929000" y="1514200"/>
                  <a:ext cx="316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061A33A6-5AE0-2FAB-F1FA-C9438B19ED41}"/>
                    </a:ext>
                  </a:extLst>
                </p14:cNvPr>
                <p14:cNvContentPartPr/>
                <p14:nvPr/>
              </p14:nvContentPartPr>
              <p14:xfrm>
                <a:off x="3869960" y="1658560"/>
                <a:ext cx="157680" cy="61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061A33A6-5AE0-2FAB-F1FA-C9438B19ED4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859160" y="1647760"/>
                  <a:ext cx="17892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E5FB6116-A731-22E0-1986-106D47F30FB4}"/>
              </a:ext>
            </a:extLst>
          </p:cNvPr>
          <p:cNvGrpSpPr/>
          <p:nvPr/>
        </p:nvGrpSpPr>
        <p:grpSpPr>
          <a:xfrm>
            <a:off x="4292600" y="1531480"/>
            <a:ext cx="735840" cy="277200"/>
            <a:chOff x="4292600" y="1531480"/>
            <a:chExt cx="735840" cy="27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E728B8E0-B324-A932-36D6-591406B7B9C8}"/>
                    </a:ext>
                  </a:extLst>
                </p14:cNvPr>
                <p14:cNvContentPartPr/>
                <p14:nvPr/>
              </p14:nvContentPartPr>
              <p14:xfrm>
                <a:off x="4292600" y="1652800"/>
                <a:ext cx="84240" cy="1558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E728B8E0-B324-A932-36D6-591406B7B9C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281800" y="1642000"/>
                  <a:ext cx="1054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B6ECB91-74F5-49B7-F6CC-E8CCAD43CBC2}"/>
                    </a:ext>
                  </a:extLst>
                </p14:cNvPr>
                <p14:cNvContentPartPr/>
                <p14:nvPr/>
              </p14:nvContentPartPr>
              <p14:xfrm>
                <a:off x="4433000" y="1531480"/>
                <a:ext cx="282600" cy="2610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B6ECB91-74F5-49B7-F6CC-E8CCAD43CBC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422200" y="1520680"/>
                  <a:ext cx="3038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360B74C0-BD7F-EED6-53B2-9836403E4F1B}"/>
                    </a:ext>
                  </a:extLst>
                </p14:cNvPr>
                <p14:cNvContentPartPr/>
                <p14:nvPr/>
              </p14:nvContentPartPr>
              <p14:xfrm>
                <a:off x="4740080" y="1653880"/>
                <a:ext cx="120240" cy="1195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360B74C0-BD7F-EED6-53B2-9836403E4F1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729280" y="1643080"/>
                  <a:ext cx="141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824B6D8-E0B6-28C2-476F-5396F8F86C39}"/>
                    </a:ext>
                  </a:extLst>
                </p14:cNvPr>
                <p14:cNvContentPartPr/>
                <p14:nvPr/>
              </p14:nvContentPartPr>
              <p14:xfrm>
                <a:off x="4947800" y="1609240"/>
                <a:ext cx="80640" cy="1281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824B6D8-E0B6-28C2-476F-5396F8F86C3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937000" y="1598800"/>
                  <a:ext cx="10188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98CC0D97-5211-227D-02B5-843D2BC75114}"/>
              </a:ext>
            </a:extLst>
          </p:cNvPr>
          <p:cNvGrpSpPr/>
          <p:nvPr/>
        </p:nvGrpSpPr>
        <p:grpSpPr>
          <a:xfrm>
            <a:off x="5308880" y="1490440"/>
            <a:ext cx="488880" cy="278640"/>
            <a:chOff x="5308880" y="1490440"/>
            <a:chExt cx="48888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F908A1B4-6D9A-EBAB-15BC-34A8C2D00717}"/>
                    </a:ext>
                  </a:extLst>
                </p14:cNvPr>
                <p14:cNvContentPartPr/>
                <p14:nvPr/>
              </p14:nvContentPartPr>
              <p14:xfrm>
                <a:off x="5308880" y="1635520"/>
                <a:ext cx="298800" cy="1335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F908A1B4-6D9A-EBAB-15BC-34A8C2D0071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298440" y="1625080"/>
                  <a:ext cx="3200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58D526A-B377-EE01-30BB-8C29D5C8A2FF}"/>
                    </a:ext>
                  </a:extLst>
                </p14:cNvPr>
                <p14:cNvContentPartPr/>
                <p14:nvPr/>
              </p14:nvContentPartPr>
              <p14:xfrm>
                <a:off x="5661320" y="1490440"/>
                <a:ext cx="136440" cy="26172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58D526A-B377-EE01-30BB-8C29D5C8A2F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650880" y="1479640"/>
                  <a:ext cx="15768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7E8F7B64-362A-2B1B-733D-F2F90563C075}"/>
              </a:ext>
            </a:extLst>
          </p:cNvPr>
          <p:cNvGrpSpPr/>
          <p:nvPr/>
        </p:nvGrpSpPr>
        <p:grpSpPr>
          <a:xfrm>
            <a:off x="6096200" y="1476760"/>
            <a:ext cx="640080" cy="405720"/>
            <a:chOff x="6096200" y="1476760"/>
            <a:chExt cx="640080" cy="40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30782F01-3661-2D01-6C1F-75985B067EAA}"/>
                    </a:ext>
                  </a:extLst>
                </p14:cNvPr>
                <p14:cNvContentPartPr/>
                <p14:nvPr/>
              </p14:nvContentPartPr>
              <p14:xfrm>
                <a:off x="6096200" y="1622920"/>
                <a:ext cx="67680" cy="2595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30782F01-3661-2D01-6C1F-75985B067EA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085400" y="1612480"/>
                  <a:ext cx="889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5DFE590-01B3-88F1-DE38-BDEBB2F186F2}"/>
                    </a:ext>
                  </a:extLst>
                </p14:cNvPr>
                <p14:cNvContentPartPr/>
                <p14:nvPr/>
              </p14:nvContentPartPr>
              <p14:xfrm>
                <a:off x="6117800" y="1648120"/>
                <a:ext cx="93960" cy="1101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5DFE590-01B3-88F1-DE38-BDEBB2F186F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107000" y="1637320"/>
                  <a:ext cx="1152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678F62C0-B2C6-C136-204F-E66068341695}"/>
                    </a:ext>
                  </a:extLst>
                </p14:cNvPr>
                <p14:cNvContentPartPr/>
                <p14:nvPr/>
              </p14:nvContentPartPr>
              <p14:xfrm>
                <a:off x="6285920" y="1618240"/>
                <a:ext cx="86040" cy="1321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678F62C0-B2C6-C136-204F-E6606834169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275480" y="1607800"/>
                  <a:ext cx="1072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03BDCC7F-7391-1297-FE9E-A6BE2314A672}"/>
                    </a:ext>
                  </a:extLst>
                </p14:cNvPr>
                <p14:cNvContentPartPr/>
                <p14:nvPr/>
              </p14:nvContentPartPr>
              <p14:xfrm>
                <a:off x="6481400" y="1617160"/>
                <a:ext cx="60840" cy="1202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03BDCC7F-7391-1297-FE9E-A6BE2314A67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470600" y="1606720"/>
                  <a:ext cx="820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E824F06-B134-7A6E-EF91-C5F3B3CBF0A5}"/>
                    </a:ext>
                  </a:extLst>
                </p14:cNvPr>
                <p14:cNvContentPartPr/>
                <p14:nvPr/>
              </p14:nvContentPartPr>
              <p14:xfrm>
                <a:off x="6652040" y="1476760"/>
                <a:ext cx="84240" cy="298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E824F06-B134-7A6E-EF91-C5F3B3CBF0A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641600" y="1465960"/>
                  <a:ext cx="105480" cy="31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632D23EC-EC3A-4528-067D-0ABB9883EB66}"/>
              </a:ext>
            </a:extLst>
          </p:cNvPr>
          <p:cNvGrpSpPr/>
          <p:nvPr/>
        </p:nvGrpSpPr>
        <p:grpSpPr>
          <a:xfrm>
            <a:off x="7086560" y="1425280"/>
            <a:ext cx="1274400" cy="293040"/>
            <a:chOff x="7086560" y="1425280"/>
            <a:chExt cx="127440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EFDEA63-94C6-4C54-7B9E-A3D1A9E3B085}"/>
                    </a:ext>
                  </a:extLst>
                </p14:cNvPr>
                <p14:cNvContentPartPr/>
                <p14:nvPr/>
              </p14:nvContentPartPr>
              <p14:xfrm>
                <a:off x="7086560" y="1492960"/>
                <a:ext cx="328680" cy="2253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EFDEA63-94C6-4C54-7B9E-A3D1A9E3B08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076120" y="1482520"/>
                  <a:ext cx="3499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977A024-362D-406D-0508-72ED1225AC85}"/>
                    </a:ext>
                  </a:extLst>
                </p14:cNvPr>
                <p14:cNvContentPartPr/>
                <p14:nvPr/>
              </p14:nvContentPartPr>
              <p14:xfrm>
                <a:off x="7460600" y="1601320"/>
                <a:ext cx="6840" cy="975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977A024-362D-406D-0508-72ED1225AC8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450160" y="1590520"/>
                  <a:ext cx="280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E1412E6-A32F-2732-ED4B-B6205C0C47C6}"/>
                    </a:ext>
                  </a:extLst>
                </p14:cNvPr>
                <p14:cNvContentPartPr/>
                <p14:nvPr/>
              </p14:nvContentPartPr>
              <p14:xfrm>
                <a:off x="7464560" y="1483600"/>
                <a:ext cx="360" cy="3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E1412E6-A32F-2732-ED4B-B6205C0C47C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453760" y="14731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EA27949-046F-3E90-8AEC-C70EEEA25206}"/>
                    </a:ext>
                  </a:extLst>
                </p14:cNvPr>
                <p14:cNvContentPartPr/>
                <p14:nvPr/>
              </p14:nvContentPartPr>
              <p14:xfrm>
                <a:off x="7598840" y="1427800"/>
                <a:ext cx="28440" cy="2552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EA27949-046F-3E90-8AEC-C70EEEA2520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588400" y="1417000"/>
                  <a:ext cx="496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583CA5D8-75CA-D5F0-2089-58F3A3C3A411}"/>
                    </a:ext>
                  </a:extLst>
                </p14:cNvPr>
                <p14:cNvContentPartPr/>
                <p14:nvPr/>
              </p14:nvContentPartPr>
              <p14:xfrm>
                <a:off x="7701440" y="1425280"/>
                <a:ext cx="123840" cy="2239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583CA5D8-75CA-D5F0-2089-58F3A3C3A41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7691000" y="1414840"/>
                  <a:ext cx="1450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25D5254-BAF0-7AF0-46FD-BF2E0806D397}"/>
                    </a:ext>
                  </a:extLst>
                </p14:cNvPr>
                <p14:cNvContentPartPr/>
                <p14:nvPr/>
              </p14:nvContentPartPr>
              <p14:xfrm>
                <a:off x="7927880" y="1531480"/>
                <a:ext cx="92880" cy="1252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25D5254-BAF0-7AF0-46FD-BF2E0806D39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917080" y="1521040"/>
                  <a:ext cx="1141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31F8E8D-AEA0-4D38-6FF3-08EA36CD8715}"/>
                    </a:ext>
                  </a:extLst>
                </p14:cNvPr>
                <p14:cNvContentPartPr/>
                <p14:nvPr/>
              </p14:nvContentPartPr>
              <p14:xfrm>
                <a:off x="8058200" y="1504120"/>
                <a:ext cx="61560" cy="15804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31F8E8D-AEA0-4D38-6FF3-08EA36CD871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047400" y="1493320"/>
                  <a:ext cx="828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8251A4EA-BEE6-5C7B-1ED2-F6DC7A158C54}"/>
                    </a:ext>
                  </a:extLst>
                </p14:cNvPr>
                <p14:cNvContentPartPr/>
                <p14:nvPr/>
              </p14:nvContentPartPr>
              <p14:xfrm>
                <a:off x="8256560" y="1501600"/>
                <a:ext cx="104400" cy="1504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8251A4EA-BEE6-5C7B-1ED2-F6DC7A158C54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245760" y="1490800"/>
                  <a:ext cx="12564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EB35170D-7B2D-E0D5-FDD0-346885ED8575}"/>
              </a:ext>
            </a:extLst>
          </p:cNvPr>
          <p:cNvGrpSpPr/>
          <p:nvPr/>
        </p:nvGrpSpPr>
        <p:grpSpPr>
          <a:xfrm>
            <a:off x="8677760" y="1370560"/>
            <a:ext cx="471960" cy="273240"/>
            <a:chOff x="8677760" y="1370560"/>
            <a:chExt cx="471960" cy="27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AF50489D-DD88-E99C-B876-5F2F32F91804}"/>
                    </a:ext>
                  </a:extLst>
                </p14:cNvPr>
                <p14:cNvContentPartPr/>
                <p14:nvPr/>
              </p14:nvContentPartPr>
              <p14:xfrm>
                <a:off x="8762720" y="1370560"/>
                <a:ext cx="165600" cy="26784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AF50489D-DD88-E99C-B876-5F2F32F9180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752280" y="1359760"/>
                  <a:ext cx="1868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C02C7875-01DC-2C67-8532-9C25CA99D6AC}"/>
                    </a:ext>
                  </a:extLst>
                </p14:cNvPr>
                <p14:cNvContentPartPr/>
                <p14:nvPr/>
              </p14:nvContentPartPr>
              <p14:xfrm>
                <a:off x="8677760" y="1492600"/>
                <a:ext cx="213480" cy="72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C02C7875-01DC-2C67-8532-9C25CA99D6AC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667320" y="1481800"/>
                  <a:ext cx="234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6D4434A-4F1A-9DEF-5723-81031D883F96}"/>
                    </a:ext>
                  </a:extLst>
                </p14:cNvPr>
                <p14:cNvContentPartPr/>
                <p14:nvPr/>
              </p14:nvContentPartPr>
              <p14:xfrm>
                <a:off x="9023000" y="1521040"/>
                <a:ext cx="126720" cy="1227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6D4434A-4F1A-9DEF-5723-81031D883F9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012560" y="1510240"/>
                  <a:ext cx="14796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C464F9A4-C4FE-A6E0-FCCB-F500CCA4570C}"/>
              </a:ext>
            </a:extLst>
          </p:cNvPr>
          <p:cNvGrpSpPr/>
          <p:nvPr/>
        </p:nvGrpSpPr>
        <p:grpSpPr>
          <a:xfrm>
            <a:off x="9510440" y="1378480"/>
            <a:ext cx="506880" cy="266040"/>
            <a:chOff x="9510440" y="1378480"/>
            <a:chExt cx="506880" cy="2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6D9C280F-33AB-7225-AD7F-E461DA4FA091}"/>
                    </a:ext>
                  </a:extLst>
                </p14:cNvPr>
                <p14:cNvContentPartPr/>
                <p14:nvPr/>
              </p14:nvContentPartPr>
              <p14:xfrm>
                <a:off x="9565160" y="1399000"/>
                <a:ext cx="132120" cy="2455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6D9C280F-33AB-7225-AD7F-E461DA4FA09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554720" y="1388560"/>
                  <a:ext cx="1533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68D83EF9-59EB-7B4E-EDE2-C35F70F3DD08}"/>
                    </a:ext>
                  </a:extLst>
                </p14:cNvPr>
                <p14:cNvContentPartPr/>
                <p14:nvPr/>
              </p14:nvContentPartPr>
              <p14:xfrm>
                <a:off x="9510440" y="1476760"/>
                <a:ext cx="184320" cy="14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68D83EF9-59EB-7B4E-EDE2-C35F70F3DD08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500000" y="1465960"/>
                  <a:ext cx="205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7E054425-14DB-5CE6-39B4-5AC9E1D5DCC6}"/>
                    </a:ext>
                  </a:extLst>
                </p14:cNvPr>
                <p14:cNvContentPartPr/>
                <p14:nvPr/>
              </p14:nvContentPartPr>
              <p14:xfrm>
                <a:off x="9750560" y="1378480"/>
                <a:ext cx="166680" cy="1958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7E054425-14DB-5CE6-39B4-5AC9E1D5DCC6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739760" y="1368040"/>
                  <a:ext cx="1879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4F2D8E30-C6D8-5C10-1EC4-00F88A4A58F3}"/>
                    </a:ext>
                  </a:extLst>
                </p14:cNvPr>
                <p14:cNvContentPartPr/>
                <p14:nvPr/>
              </p14:nvContentPartPr>
              <p14:xfrm>
                <a:off x="9935600" y="1449760"/>
                <a:ext cx="81720" cy="1198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4F2D8E30-C6D8-5C10-1EC4-00F88A4A58F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924800" y="1438960"/>
                  <a:ext cx="10296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A2523002-C263-8BA7-E1F1-4689C7868D1F}"/>
              </a:ext>
            </a:extLst>
          </p:cNvPr>
          <p:cNvGrpSpPr/>
          <p:nvPr/>
        </p:nvGrpSpPr>
        <p:grpSpPr>
          <a:xfrm>
            <a:off x="10334840" y="1370920"/>
            <a:ext cx="835200" cy="343800"/>
            <a:chOff x="10334840" y="1370920"/>
            <a:chExt cx="83520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938E944-A220-5933-3A67-1B516DAD2B82}"/>
                    </a:ext>
                  </a:extLst>
                </p14:cNvPr>
                <p14:cNvContentPartPr/>
                <p14:nvPr/>
              </p14:nvContentPartPr>
              <p14:xfrm>
                <a:off x="10334840" y="1422040"/>
                <a:ext cx="171000" cy="2926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938E944-A220-5933-3A67-1B516DAD2B82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324400" y="1411600"/>
                  <a:ext cx="1922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4F990778-910C-5AC6-0940-DB063438F1FE}"/>
                    </a:ext>
                  </a:extLst>
                </p14:cNvPr>
                <p14:cNvContentPartPr/>
                <p14:nvPr/>
              </p14:nvContentPartPr>
              <p14:xfrm>
                <a:off x="10454720" y="1468840"/>
                <a:ext cx="259200" cy="1569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4F990778-910C-5AC6-0940-DB063438F1FE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444280" y="1458040"/>
                  <a:ext cx="2804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7720C2D-818B-208E-0114-F3D1DD58A299}"/>
                    </a:ext>
                  </a:extLst>
                </p14:cNvPr>
                <p14:cNvContentPartPr/>
                <p14:nvPr/>
              </p14:nvContentPartPr>
              <p14:xfrm>
                <a:off x="10764680" y="1417720"/>
                <a:ext cx="36360" cy="16128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7720C2D-818B-208E-0114-F3D1DD58A299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753880" y="1406920"/>
                  <a:ext cx="576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10749344-D41E-B630-D363-2304A3764D29}"/>
                    </a:ext>
                  </a:extLst>
                </p14:cNvPr>
                <p14:cNvContentPartPr/>
                <p14:nvPr/>
              </p14:nvContentPartPr>
              <p14:xfrm>
                <a:off x="10916960" y="1393240"/>
                <a:ext cx="128520" cy="1569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10749344-D41E-B630-D363-2304A3764D29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906160" y="1382800"/>
                  <a:ext cx="1497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F37229E7-1972-8065-01C0-027C76F75095}"/>
                    </a:ext>
                  </a:extLst>
                </p14:cNvPr>
                <p14:cNvContentPartPr/>
                <p14:nvPr/>
              </p14:nvContentPartPr>
              <p14:xfrm>
                <a:off x="11090840" y="1370920"/>
                <a:ext cx="79200" cy="1530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F37229E7-1972-8065-01C0-027C76F75095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080040" y="1360120"/>
                  <a:ext cx="100440" cy="17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778952E6-2829-9423-DA8A-CAC567DA91B8}"/>
                  </a:ext>
                </a:extLst>
              </p14:cNvPr>
              <p14:cNvContentPartPr/>
              <p14:nvPr/>
            </p14:nvContentPartPr>
            <p14:xfrm>
              <a:off x="11366240" y="1582960"/>
              <a:ext cx="360" cy="36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778952E6-2829-9423-DA8A-CAC567DA91B8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1355440" y="1572520"/>
                <a:ext cx="21600" cy="2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4523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46906-0B23-2564-79CB-22D46AE66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97788AAE-3D22-4A6B-6E02-227E39D36C94}"/>
              </a:ext>
            </a:extLst>
          </p:cNvPr>
          <p:cNvGrpSpPr/>
          <p:nvPr/>
        </p:nvGrpSpPr>
        <p:grpSpPr>
          <a:xfrm>
            <a:off x="180320" y="174640"/>
            <a:ext cx="1387800" cy="510480"/>
            <a:chOff x="180320" y="174640"/>
            <a:chExt cx="1387800" cy="51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B511416-B48E-0FDF-7BCE-5825BFB9A764}"/>
                    </a:ext>
                  </a:extLst>
                </p14:cNvPr>
                <p14:cNvContentPartPr/>
                <p14:nvPr/>
              </p14:nvContentPartPr>
              <p14:xfrm>
                <a:off x="280400" y="258880"/>
                <a:ext cx="9360" cy="289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B511416-B48E-0FDF-7BCE-5825BFB9A76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9960" y="248440"/>
                  <a:ext cx="306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31F720B-51A9-B960-8763-E769436357E0}"/>
                    </a:ext>
                  </a:extLst>
                </p14:cNvPr>
                <p14:cNvContentPartPr/>
                <p14:nvPr/>
              </p14:nvContentPartPr>
              <p14:xfrm>
                <a:off x="180320" y="174640"/>
                <a:ext cx="425160" cy="510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31F720B-51A9-B960-8763-E769436357E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9520" y="164200"/>
                  <a:ext cx="44640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FE37572-65C0-E0D2-B5BD-3BC4A8BAB6C8}"/>
                    </a:ext>
                  </a:extLst>
                </p14:cNvPr>
                <p14:cNvContentPartPr/>
                <p14:nvPr/>
              </p14:nvContentPartPr>
              <p14:xfrm>
                <a:off x="681440" y="399640"/>
                <a:ext cx="28440" cy="168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FE37572-65C0-E0D2-B5BD-3BC4A8BAB6C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1000" y="388840"/>
                  <a:ext cx="496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3A64D2E-B43E-D137-53BC-DAC89CA602D7}"/>
                    </a:ext>
                  </a:extLst>
                </p14:cNvPr>
                <p14:cNvContentPartPr/>
                <p14:nvPr/>
              </p14:nvContentPartPr>
              <p14:xfrm>
                <a:off x="648680" y="265000"/>
                <a:ext cx="117000" cy="102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3A64D2E-B43E-D137-53BC-DAC89CA602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7880" y="254200"/>
                  <a:ext cx="138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E684DD5-766A-D194-3D94-13B6FE276791}"/>
                    </a:ext>
                  </a:extLst>
                </p14:cNvPr>
                <p14:cNvContentPartPr/>
                <p14:nvPr/>
              </p14:nvContentPartPr>
              <p14:xfrm>
                <a:off x="786920" y="370480"/>
                <a:ext cx="145080" cy="189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E684DD5-766A-D194-3D94-13B6FE27679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76120" y="359680"/>
                  <a:ext cx="1663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DB931AC-80BC-0533-490B-0E06CE81415B}"/>
                    </a:ext>
                  </a:extLst>
                </p14:cNvPr>
                <p14:cNvContentPartPr/>
                <p14:nvPr/>
              </p14:nvContentPartPr>
              <p14:xfrm>
                <a:off x="993560" y="326200"/>
                <a:ext cx="150480" cy="174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DB931AC-80BC-0533-490B-0E06CE81415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82760" y="315400"/>
                  <a:ext cx="1717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F40F597-96AF-9933-B1F5-2923CA5DE23F}"/>
                    </a:ext>
                  </a:extLst>
                </p14:cNvPr>
                <p14:cNvContentPartPr/>
                <p14:nvPr/>
              </p14:nvContentPartPr>
              <p14:xfrm>
                <a:off x="1228640" y="355720"/>
                <a:ext cx="81720" cy="132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F40F597-96AF-9933-B1F5-2923CA5DE23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17840" y="345280"/>
                  <a:ext cx="102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5BC9C8A-24FA-2EA0-1764-E4EB10A67F28}"/>
                    </a:ext>
                  </a:extLst>
                </p14:cNvPr>
                <p14:cNvContentPartPr/>
                <p14:nvPr/>
              </p14:nvContentPartPr>
              <p14:xfrm>
                <a:off x="1411160" y="290920"/>
                <a:ext cx="156960" cy="271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5BC9C8A-24FA-2EA0-1764-E4EB10A67F2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00720" y="280480"/>
                  <a:ext cx="17820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635763-5EB2-FC3F-D290-253CCD8B6C96}"/>
              </a:ext>
            </a:extLst>
          </p:cNvPr>
          <p:cNvGrpSpPr/>
          <p:nvPr/>
        </p:nvGrpSpPr>
        <p:grpSpPr>
          <a:xfrm>
            <a:off x="1960880" y="169960"/>
            <a:ext cx="769680" cy="355680"/>
            <a:chOff x="1960880" y="169960"/>
            <a:chExt cx="769680" cy="35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AB80230-7AEB-7CC3-0F23-A7B9A981CEF5}"/>
                    </a:ext>
                  </a:extLst>
                </p14:cNvPr>
                <p14:cNvContentPartPr/>
                <p14:nvPr/>
              </p14:nvContentPartPr>
              <p14:xfrm>
                <a:off x="2087600" y="169960"/>
                <a:ext cx="18360" cy="326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AB80230-7AEB-7CC3-0F23-A7B9A981CEF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77160" y="159160"/>
                  <a:ext cx="396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2BFDACD-458D-A612-F552-58936BDB5D2F}"/>
                    </a:ext>
                  </a:extLst>
                </p14:cNvPr>
                <p14:cNvContentPartPr/>
                <p14:nvPr/>
              </p14:nvContentPartPr>
              <p14:xfrm>
                <a:off x="1960880" y="185800"/>
                <a:ext cx="295920" cy="31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2BFDACD-458D-A612-F552-58936BDB5D2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50440" y="175360"/>
                  <a:ext cx="3171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720A78E-DB0D-42C8-4789-5951371D6169}"/>
                    </a:ext>
                  </a:extLst>
                </p14:cNvPr>
                <p14:cNvContentPartPr/>
                <p14:nvPr/>
              </p14:nvContentPartPr>
              <p14:xfrm>
                <a:off x="2270480" y="302800"/>
                <a:ext cx="115920" cy="221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720A78E-DB0D-42C8-4789-5951371D61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60040" y="292000"/>
                  <a:ext cx="1371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9245762-7982-C9C7-951D-A4DCC30EF08A}"/>
                    </a:ext>
                  </a:extLst>
                </p14:cNvPr>
                <p14:cNvContentPartPr/>
                <p14:nvPr/>
              </p14:nvContentPartPr>
              <p14:xfrm>
                <a:off x="2461280" y="311800"/>
                <a:ext cx="80280" cy="213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9245762-7982-C9C7-951D-A4DCC30EF08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50480" y="301000"/>
                  <a:ext cx="1015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9047572-2EF4-DBF2-67B3-4FF4954A05B8}"/>
                    </a:ext>
                  </a:extLst>
                </p14:cNvPr>
                <p14:cNvContentPartPr/>
                <p14:nvPr/>
              </p14:nvContentPartPr>
              <p14:xfrm>
                <a:off x="2620040" y="311440"/>
                <a:ext cx="110520" cy="210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9047572-2EF4-DBF2-67B3-4FF4954A05B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09600" y="300640"/>
                  <a:ext cx="13176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99DDA32-5A3B-5428-F327-8DF133B78E89}"/>
              </a:ext>
            </a:extLst>
          </p:cNvPr>
          <p:cNvGrpSpPr/>
          <p:nvPr/>
        </p:nvGrpSpPr>
        <p:grpSpPr>
          <a:xfrm>
            <a:off x="3241760" y="176800"/>
            <a:ext cx="736200" cy="346320"/>
            <a:chOff x="3241760" y="176800"/>
            <a:chExt cx="73620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2A0897C-BD8A-4B38-37C9-EDCF4D99A074}"/>
                    </a:ext>
                  </a:extLst>
                </p14:cNvPr>
                <p14:cNvContentPartPr/>
                <p14:nvPr/>
              </p14:nvContentPartPr>
              <p14:xfrm>
                <a:off x="3241760" y="176800"/>
                <a:ext cx="238680" cy="346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2A0897C-BD8A-4B38-37C9-EDCF4D99A07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31320" y="166000"/>
                  <a:ext cx="2599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D4D2FF2-4FB5-7CDE-723C-927602F09E46}"/>
                    </a:ext>
                  </a:extLst>
                </p14:cNvPr>
                <p14:cNvContentPartPr/>
                <p14:nvPr/>
              </p14:nvContentPartPr>
              <p14:xfrm>
                <a:off x="3498440" y="301000"/>
                <a:ext cx="87480" cy="217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D4D2FF2-4FB5-7CDE-723C-927602F09E4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88000" y="290200"/>
                  <a:ext cx="1087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84C8096-05A2-ED7B-78CB-EF17A97EA8C4}"/>
                    </a:ext>
                  </a:extLst>
                </p14:cNvPr>
                <p14:cNvContentPartPr/>
                <p14:nvPr/>
              </p14:nvContentPartPr>
              <p14:xfrm>
                <a:off x="3680600" y="286600"/>
                <a:ext cx="136080" cy="198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84C8096-05A2-ED7B-78CB-EF17A97EA8C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70160" y="275800"/>
                  <a:ext cx="1573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E4F667-A31E-85C3-D160-B167FFF94839}"/>
                    </a:ext>
                  </a:extLst>
                </p14:cNvPr>
                <p14:cNvContentPartPr/>
                <p14:nvPr/>
              </p14:nvContentPartPr>
              <p14:xfrm>
                <a:off x="3919280" y="254560"/>
                <a:ext cx="58680" cy="222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4E4F667-A31E-85C3-D160-B167FFF9483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08840" y="244120"/>
                  <a:ext cx="7992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2965DEB-85B4-7119-E186-5AAA5285BCCF}"/>
                  </a:ext>
                </a:extLst>
              </p14:cNvPr>
              <p14:cNvContentPartPr/>
              <p14:nvPr/>
            </p14:nvContentPartPr>
            <p14:xfrm>
              <a:off x="4145000" y="97960"/>
              <a:ext cx="36360" cy="453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2965DEB-85B4-7119-E186-5AAA5285BCC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134560" y="87160"/>
                <a:ext cx="57600" cy="47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880A81F3-FF87-F236-8A3E-678C3E1647C6}"/>
              </a:ext>
            </a:extLst>
          </p:cNvPr>
          <p:cNvGrpSpPr/>
          <p:nvPr/>
        </p:nvGrpSpPr>
        <p:grpSpPr>
          <a:xfrm>
            <a:off x="4664120" y="128920"/>
            <a:ext cx="976680" cy="320760"/>
            <a:chOff x="4664120" y="128920"/>
            <a:chExt cx="97668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9BB37E1-D11C-AECB-CE52-498FF3552040}"/>
                    </a:ext>
                  </a:extLst>
                </p14:cNvPr>
                <p14:cNvContentPartPr/>
                <p14:nvPr/>
              </p14:nvContentPartPr>
              <p14:xfrm>
                <a:off x="4664120" y="128920"/>
                <a:ext cx="189360" cy="319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9BB37E1-D11C-AECB-CE52-498FF355204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53680" y="118120"/>
                  <a:ext cx="21060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164705B-B5B8-D62C-C463-A7A064BACB3F}"/>
                    </a:ext>
                  </a:extLst>
                </p14:cNvPr>
                <p14:cNvContentPartPr/>
                <p14:nvPr/>
              </p14:nvContentPartPr>
              <p14:xfrm>
                <a:off x="4934840" y="276160"/>
                <a:ext cx="160200" cy="173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164705B-B5B8-D62C-C463-A7A064BACB3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24040" y="265360"/>
                  <a:ext cx="1814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5C6C1F3-4C3D-5854-BE07-1476C0E1998A}"/>
                    </a:ext>
                  </a:extLst>
                </p14:cNvPr>
                <p14:cNvContentPartPr/>
                <p14:nvPr/>
              </p14:nvContentPartPr>
              <p14:xfrm>
                <a:off x="5084960" y="144760"/>
                <a:ext cx="144720" cy="298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5C6C1F3-4C3D-5854-BE07-1476C0E1998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74520" y="134320"/>
                  <a:ext cx="1659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F904283-7263-D7CD-144C-BC6D4DC653C7}"/>
                    </a:ext>
                  </a:extLst>
                </p14:cNvPr>
                <p14:cNvContentPartPr/>
                <p14:nvPr/>
              </p14:nvContentPartPr>
              <p14:xfrm>
                <a:off x="5329760" y="226120"/>
                <a:ext cx="83880" cy="186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F904283-7263-D7CD-144C-BC6D4DC653C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19320" y="215680"/>
                  <a:ext cx="1051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35EA16-6DAD-0D22-9362-B78A73908DD7}"/>
                    </a:ext>
                  </a:extLst>
                </p14:cNvPr>
                <p14:cNvContentPartPr/>
                <p14:nvPr/>
              </p14:nvContentPartPr>
              <p14:xfrm>
                <a:off x="5481680" y="212440"/>
                <a:ext cx="159120" cy="210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35EA16-6DAD-0D22-9362-B78A73908DD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71240" y="201640"/>
                  <a:ext cx="18036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16543A8-1A49-3EF9-9512-00672543A78C}"/>
              </a:ext>
            </a:extLst>
          </p:cNvPr>
          <p:cNvGrpSpPr/>
          <p:nvPr/>
        </p:nvGrpSpPr>
        <p:grpSpPr>
          <a:xfrm>
            <a:off x="6130400" y="133960"/>
            <a:ext cx="2162160" cy="339120"/>
            <a:chOff x="6130400" y="133960"/>
            <a:chExt cx="216216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7ACCBE0-8F4D-898C-7759-854175EC1B75}"/>
                    </a:ext>
                  </a:extLst>
                </p14:cNvPr>
                <p14:cNvContentPartPr/>
                <p14:nvPr/>
              </p14:nvContentPartPr>
              <p14:xfrm>
                <a:off x="6263600" y="151600"/>
                <a:ext cx="36720" cy="321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7ACCBE0-8F4D-898C-7759-854175EC1B7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53160" y="141160"/>
                  <a:ext cx="579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5C8976C-19D8-EC08-0717-565C70249DAB}"/>
                    </a:ext>
                  </a:extLst>
                </p14:cNvPr>
                <p14:cNvContentPartPr/>
                <p14:nvPr/>
              </p14:nvContentPartPr>
              <p14:xfrm>
                <a:off x="6130400" y="159520"/>
                <a:ext cx="269640" cy="17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5C8976C-19D8-EC08-0717-565C70249DA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19960" y="149080"/>
                  <a:ext cx="290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A32441A-9297-2A64-A57C-2E182069C35D}"/>
                    </a:ext>
                  </a:extLst>
                </p14:cNvPr>
                <p14:cNvContentPartPr/>
                <p14:nvPr/>
              </p14:nvContentPartPr>
              <p14:xfrm>
                <a:off x="6440000" y="248800"/>
                <a:ext cx="184320" cy="187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A32441A-9297-2A64-A57C-2E182069C35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29560" y="238000"/>
                  <a:ext cx="2055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E178BBA-9E1F-BD47-77FF-23721C8B0C42}"/>
                    </a:ext>
                  </a:extLst>
                </p14:cNvPr>
                <p14:cNvContentPartPr/>
                <p14:nvPr/>
              </p14:nvContentPartPr>
              <p14:xfrm>
                <a:off x="6691640" y="225760"/>
                <a:ext cx="132480" cy="150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E178BBA-9E1F-BD47-77FF-23721C8B0C4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80840" y="215320"/>
                  <a:ext cx="1537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903C7A6-5299-C157-2765-23BAD45DBCCF}"/>
                    </a:ext>
                  </a:extLst>
                </p14:cNvPr>
                <p14:cNvContentPartPr/>
                <p14:nvPr/>
              </p14:nvContentPartPr>
              <p14:xfrm>
                <a:off x="6922040" y="225760"/>
                <a:ext cx="146520" cy="168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903C7A6-5299-C157-2765-23BAD45DBCC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11600" y="215320"/>
                  <a:ext cx="1677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9F7BAB9-9E61-2D85-B56E-8DD506A403D7}"/>
                    </a:ext>
                  </a:extLst>
                </p14:cNvPr>
                <p14:cNvContentPartPr/>
                <p14:nvPr/>
              </p14:nvContentPartPr>
              <p14:xfrm>
                <a:off x="7119680" y="241600"/>
                <a:ext cx="86040" cy="190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9F7BAB9-9E61-2D85-B56E-8DD506A403D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109240" y="231160"/>
                  <a:ext cx="1072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9209C1E-C38F-81BE-8862-1A8061BD65BF}"/>
                    </a:ext>
                  </a:extLst>
                </p14:cNvPr>
                <p14:cNvContentPartPr/>
                <p14:nvPr/>
              </p14:nvContentPartPr>
              <p14:xfrm>
                <a:off x="7286720" y="209920"/>
                <a:ext cx="86760" cy="174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9209C1E-C38F-81BE-8862-1A8061BD65B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276280" y="199120"/>
                  <a:ext cx="1080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40F3D82-2574-8E87-2173-E8C88FE12D93}"/>
                    </a:ext>
                  </a:extLst>
                </p14:cNvPr>
                <p14:cNvContentPartPr/>
                <p14:nvPr/>
              </p14:nvContentPartPr>
              <p14:xfrm>
                <a:off x="7486520" y="217120"/>
                <a:ext cx="129240" cy="180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40F3D82-2574-8E87-2173-E8C88FE12D9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75720" y="206680"/>
                  <a:ext cx="1504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E38E8ED-673F-9A3D-6424-E638BA26199C}"/>
                    </a:ext>
                  </a:extLst>
                </p14:cNvPr>
                <p14:cNvContentPartPr/>
                <p14:nvPr/>
              </p14:nvContentPartPr>
              <p14:xfrm>
                <a:off x="7623680" y="133960"/>
                <a:ext cx="409680" cy="280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E38E8ED-673F-9A3D-6424-E638BA26199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13240" y="123160"/>
                  <a:ext cx="4309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63D0580-4F0C-6505-E3DA-1ACFBCA01CEC}"/>
                    </a:ext>
                  </a:extLst>
                </p14:cNvPr>
                <p14:cNvContentPartPr/>
                <p14:nvPr/>
              </p14:nvContentPartPr>
              <p14:xfrm>
                <a:off x="8206880" y="324400"/>
                <a:ext cx="85680" cy="97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63D0580-4F0C-6505-E3DA-1ACFBCA01CE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196080" y="313600"/>
                  <a:ext cx="1069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3D6A7A1-BEE6-03FF-92B4-EE43A61C3D4E}"/>
                    </a:ext>
                  </a:extLst>
                </p14:cNvPr>
                <p14:cNvContentPartPr/>
                <p14:nvPr/>
              </p14:nvContentPartPr>
              <p14:xfrm>
                <a:off x="8160080" y="165280"/>
                <a:ext cx="73800" cy="76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3D6A7A1-BEE6-03FF-92B4-EE43A61C3D4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49280" y="154840"/>
                  <a:ext cx="9504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BD93A4E-0D18-5295-4F9A-E67DE7F07118}"/>
              </a:ext>
            </a:extLst>
          </p:cNvPr>
          <p:cNvGrpSpPr/>
          <p:nvPr/>
        </p:nvGrpSpPr>
        <p:grpSpPr>
          <a:xfrm>
            <a:off x="263120" y="960520"/>
            <a:ext cx="876960" cy="396720"/>
            <a:chOff x="263120" y="960520"/>
            <a:chExt cx="876960" cy="39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29D711B-B4EC-E74D-5C73-FDFE8CBFAB9B}"/>
                    </a:ext>
                  </a:extLst>
                </p14:cNvPr>
                <p14:cNvContentPartPr/>
                <p14:nvPr/>
              </p14:nvContentPartPr>
              <p14:xfrm>
                <a:off x="263120" y="960520"/>
                <a:ext cx="250920" cy="396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29D711B-B4EC-E74D-5C73-FDFE8CBFAB9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2320" y="949720"/>
                  <a:ext cx="27216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1D6ACCD-917A-08A4-E1CA-BD06BCA62696}"/>
                    </a:ext>
                  </a:extLst>
                </p14:cNvPr>
                <p14:cNvContentPartPr/>
                <p14:nvPr/>
              </p14:nvContentPartPr>
              <p14:xfrm>
                <a:off x="588920" y="1121440"/>
                <a:ext cx="5400" cy="164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1D6ACCD-917A-08A4-E1CA-BD06BCA6269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8120" y="1111000"/>
                  <a:ext cx="266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C7D5779-04D6-DDD9-FA44-7487ED5910E4}"/>
                    </a:ext>
                  </a:extLst>
                </p14:cNvPr>
                <p14:cNvContentPartPr/>
                <p14:nvPr/>
              </p14:nvContentPartPr>
              <p14:xfrm>
                <a:off x="545720" y="1019200"/>
                <a:ext cx="100800" cy="69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C7D5779-04D6-DDD9-FA44-7487ED5910E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34920" y="1008400"/>
                  <a:ext cx="1220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D478F43-4C06-117A-B7BF-2573D812C1C7}"/>
                    </a:ext>
                  </a:extLst>
                </p14:cNvPr>
                <p14:cNvContentPartPr/>
                <p14:nvPr/>
              </p14:nvContentPartPr>
              <p14:xfrm>
                <a:off x="683960" y="1099840"/>
                <a:ext cx="103320" cy="162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D478F43-4C06-117A-B7BF-2573D812C1C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3520" y="1089040"/>
                  <a:ext cx="1245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4FAE36A-81E4-4EE6-4318-97EBA8CEFB96}"/>
                    </a:ext>
                  </a:extLst>
                </p14:cNvPr>
                <p14:cNvContentPartPr/>
                <p14:nvPr/>
              </p14:nvContentPartPr>
              <p14:xfrm>
                <a:off x="861440" y="1053760"/>
                <a:ext cx="92160" cy="157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4FAE36A-81E4-4EE6-4318-97EBA8CEFB9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51000" y="1042960"/>
                  <a:ext cx="1134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B92223D-0427-FD6B-CA0E-60E34F194E93}"/>
                    </a:ext>
                  </a:extLst>
                </p14:cNvPr>
                <p14:cNvContentPartPr/>
                <p14:nvPr/>
              </p14:nvContentPartPr>
              <p14:xfrm>
                <a:off x="1017320" y="1066360"/>
                <a:ext cx="122760" cy="153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B92223D-0427-FD6B-CA0E-60E34F194E9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6880" y="1055920"/>
                  <a:ext cx="14400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A52A67A-141F-2104-0754-F971A3660C03}"/>
              </a:ext>
            </a:extLst>
          </p:cNvPr>
          <p:cNvGrpSpPr/>
          <p:nvPr/>
        </p:nvGrpSpPr>
        <p:grpSpPr>
          <a:xfrm>
            <a:off x="1446800" y="911200"/>
            <a:ext cx="505800" cy="383040"/>
            <a:chOff x="1446800" y="911200"/>
            <a:chExt cx="50580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4B53D44-18A2-5184-991F-8CF176D33F1A}"/>
                    </a:ext>
                  </a:extLst>
                </p14:cNvPr>
                <p14:cNvContentPartPr/>
                <p14:nvPr/>
              </p14:nvContentPartPr>
              <p14:xfrm>
                <a:off x="1446800" y="1048360"/>
                <a:ext cx="195840" cy="14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4B53D44-18A2-5184-991F-8CF176D33F1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436360" y="1037920"/>
                  <a:ext cx="2170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21BC185-4454-FD24-5F43-D4C5DBA95FC0}"/>
                    </a:ext>
                  </a:extLst>
                </p14:cNvPr>
                <p14:cNvContentPartPr/>
                <p14:nvPr/>
              </p14:nvContentPartPr>
              <p14:xfrm>
                <a:off x="1519160" y="911200"/>
                <a:ext cx="101880" cy="383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21BC185-4454-FD24-5F43-D4C5DBA95FC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08720" y="900760"/>
                  <a:ext cx="12312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3609CB1-094C-2C77-C68B-9017E93202EC}"/>
                    </a:ext>
                  </a:extLst>
                </p14:cNvPr>
                <p14:cNvContentPartPr/>
                <p14:nvPr/>
              </p14:nvContentPartPr>
              <p14:xfrm>
                <a:off x="1719680" y="933160"/>
                <a:ext cx="152640" cy="3146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3609CB1-094C-2C77-C68B-9017E93202E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709240" y="922360"/>
                  <a:ext cx="1738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6326F8D-6AAA-7706-A35F-19F02E0D6277}"/>
                    </a:ext>
                  </a:extLst>
                </p14:cNvPr>
                <p14:cNvContentPartPr/>
                <p14:nvPr/>
              </p14:nvContentPartPr>
              <p14:xfrm>
                <a:off x="1874480" y="1054480"/>
                <a:ext cx="78120" cy="169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6326F8D-6AAA-7706-A35F-19F02E0D627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863680" y="1044040"/>
                  <a:ext cx="9936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6061BE8-F030-F23F-C80F-F62E6F9E2F87}"/>
              </a:ext>
            </a:extLst>
          </p:cNvPr>
          <p:cNvGrpSpPr/>
          <p:nvPr/>
        </p:nvGrpSpPr>
        <p:grpSpPr>
          <a:xfrm>
            <a:off x="2208560" y="858640"/>
            <a:ext cx="505440" cy="324000"/>
            <a:chOff x="2208560" y="858640"/>
            <a:chExt cx="50544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6098021-CC19-F2EE-1471-DD24ACE5AC33}"/>
                    </a:ext>
                  </a:extLst>
                </p14:cNvPr>
                <p14:cNvContentPartPr/>
                <p14:nvPr/>
              </p14:nvContentPartPr>
              <p14:xfrm>
                <a:off x="2208560" y="1043680"/>
                <a:ext cx="106920" cy="138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6098021-CC19-F2EE-1471-DD24ACE5AC3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97760" y="1032880"/>
                  <a:ext cx="1281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68271CC-9FA0-087D-BEFF-494526546A54}"/>
                    </a:ext>
                  </a:extLst>
                </p14:cNvPr>
                <p14:cNvContentPartPr/>
                <p14:nvPr/>
              </p14:nvContentPartPr>
              <p14:xfrm>
                <a:off x="2347160" y="1045120"/>
                <a:ext cx="120240" cy="118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68271CC-9FA0-087D-BEFF-494526546A5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36360" y="1034680"/>
                  <a:ext cx="1414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BFF09EE-DB0F-FAFF-E67C-57E5542A3C6A}"/>
                    </a:ext>
                  </a:extLst>
                </p14:cNvPr>
                <p14:cNvContentPartPr/>
                <p14:nvPr/>
              </p14:nvContentPartPr>
              <p14:xfrm>
                <a:off x="2458400" y="1069600"/>
                <a:ext cx="124560" cy="96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BFF09EE-DB0F-FAFF-E67C-57E5542A3C6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47960" y="1058800"/>
                  <a:ext cx="1458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78CD443-D240-F62B-BEB3-2C14BC81A967}"/>
                    </a:ext>
                  </a:extLst>
                </p14:cNvPr>
                <p14:cNvContentPartPr/>
                <p14:nvPr/>
              </p14:nvContentPartPr>
              <p14:xfrm>
                <a:off x="2614640" y="858640"/>
                <a:ext cx="40320" cy="313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78CD443-D240-F62B-BEB3-2C14BC81A96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03840" y="848200"/>
                  <a:ext cx="615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2E8C42A-0559-A8C7-6FBF-6BC9D1A943B1}"/>
                    </a:ext>
                  </a:extLst>
                </p14:cNvPr>
                <p14:cNvContentPartPr/>
                <p14:nvPr/>
              </p14:nvContentPartPr>
              <p14:xfrm>
                <a:off x="2552360" y="982120"/>
                <a:ext cx="161640" cy="25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2E8C42A-0559-A8C7-6FBF-6BC9D1A943B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41920" y="971680"/>
                  <a:ext cx="18288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0E48B3F-15EC-6FD8-A27C-C7168BA104A1}"/>
              </a:ext>
            </a:extLst>
          </p:cNvPr>
          <p:cNvGrpSpPr/>
          <p:nvPr/>
        </p:nvGrpSpPr>
        <p:grpSpPr>
          <a:xfrm>
            <a:off x="3097400" y="826960"/>
            <a:ext cx="313200" cy="442080"/>
            <a:chOff x="3097400" y="826960"/>
            <a:chExt cx="313200" cy="44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AC9DC12-879D-A7E5-5B8E-1215618A0C5D}"/>
                    </a:ext>
                  </a:extLst>
                </p14:cNvPr>
                <p14:cNvContentPartPr/>
                <p14:nvPr/>
              </p14:nvContentPartPr>
              <p14:xfrm>
                <a:off x="3097400" y="826960"/>
                <a:ext cx="258840" cy="442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AC9DC12-879D-A7E5-5B8E-1215618A0C5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086600" y="816520"/>
                  <a:ext cx="28008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6AB77F7-9EEC-4DDC-DB5D-3322C0A8407E}"/>
                    </a:ext>
                  </a:extLst>
                </p14:cNvPr>
                <p14:cNvContentPartPr/>
                <p14:nvPr/>
              </p14:nvContentPartPr>
              <p14:xfrm>
                <a:off x="3252920" y="1140880"/>
                <a:ext cx="157680" cy="43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6AB77F7-9EEC-4DDC-DB5D-3322C0A8407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42480" y="1130440"/>
                  <a:ext cx="178920" cy="6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2A084B8-86AD-D098-30BF-2A7BD50BBF84}"/>
                  </a:ext>
                </a:extLst>
              </p14:cNvPr>
              <p14:cNvContentPartPr/>
              <p14:nvPr/>
            </p14:nvContentPartPr>
            <p14:xfrm>
              <a:off x="3747920" y="963760"/>
              <a:ext cx="170640" cy="1443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2A084B8-86AD-D098-30BF-2A7BD50BBF8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737120" y="953320"/>
                <a:ext cx="19188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DD76C80C-C953-914F-B507-4D190CFB5C52}"/>
              </a:ext>
            </a:extLst>
          </p:cNvPr>
          <p:cNvGrpSpPr/>
          <p:nvPr/>
        </p:nvGrpSpPr>
        <p:grpSpPr>
          <a:xfrm>
            <a:off x="4088120" y="838120"/>
            <a:ext cx="812880" cy="355320"/>
            <a:chOff x="4088120" y="838120"/>
            <a:chExt cx="81288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3E10B64-FDE8-1B41-35CF-6D8EBF752161}"/>
                    </a:ext>
                  </a:extLst>
                </p14:cNvPr>
                <p14:cNvContentPartPr/>
                <p14:nvPr/>
              </p14:nvContentPartPr>
              <p14:xfrm>
                <a:off x="4088120" y="838120"/>
                <a:ext cx="171720" cy="241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3E10B64-FDE8-1B41-35CF-6D8EBF75216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077680" y="827680"/>
                  <a:ext cx="1929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6CE34AF-2F14-742E-80BE-91517BDAC07F}"/>
                    </a:ext>
                  </a:extLst>
                </p14:cNvPr>
                <p14:cNvContentPartPr/>
                <p14:nvPr/>
              </p14:nvContentPartPr>
              <p14:xfrm>
                <a:off x="4299080" y="974200"/>
                <a:ext cx="6840" cy="137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6CE34AF-2F14-742E-80BE-91517BDAC07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288280" y="963400"/>
                  <a:ext cx="280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447DAAA-FEBC-6C47-1506-2845A114F18E}"/>
                    </a:ext>
                  </a:extLst>
                </p14:cNvPr>
                <p14:cNvContentPartPr/>
                <p14:nvPr/>
              </p14:nvContentPartPr>
              <p14:xfrm>
                <a:off x="4242920" y="869080"/>
                <a:ext cx="77400" cy="63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447DAAA-FEBC-6C47-1506-2845A114F18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32480" y="858280"/>
                  <a:ext cx="986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6452FC6-2553-A3E5-D98F-2FB7F2C72926}"/>
                    </a:ext>
                  </a:extLst>
                </p14:cNvPr>
                <p14:cNvContentPartPr/>
                <p14:nvPr/>
              </p14:nvContentPartPr>
              <p14:xfrm>
                <a:off x="4354880" y="890320"/>
                <a:ext cx="96840" cy="143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6452FC6-2553-A3E5-D98F-2FB7F2C7292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44080" y="879520"/>
                  <a:ext cx="1180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61BD12C-1968-3B7A-6E9F-F3168A6AFA63}"/>
                    </a:ext>
                  </a:extLst>
                </p14:cNvPr>
                <p14:cNvContentPartPr/>
                <p14:nvPr/>
              </p14:nvContentPartPr>
              <p14:xfrm>
                <a:off x="4465760" y="897520"/>
                <a:ext cx="124200" cy="146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61BD12C-1968-3B7A-6E9F-F3168A6AFA6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55320" y="886720"/>
                  <a:ext cx="145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E708F4A-A033-AC16-F9EB-245D2A033D80}"/>
                    </a:ext>
                  </a:extLst>
                </p14:cNvPr>
                <p14:cNvContentPartPr/>
                <p14:nvPr/>
              </p14:nvContentPartPr>
              <p14:xfrm>
                <a:off x="4631360" y="911920"/>
                <a:ext cx="97920" cy="140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E708F4A-A033-AC16-F9EB-245D2A033D8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620920" y="901480"/>
                  <a:ext cx="119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94DBC2C-AAF5-CBCA-7940-A7C8C802AD34}"/>
                    </a:ext>
                  </a:extLst>
                </p14:cNvPr>
                <p14:cNvContentPartPr/>
                <p14:nvPr/>
              </p14:nvContentPartPr>
              <p14:xfrm>
                <a:off x="4775360" y="913720"/>
                <a:ext cx="125640" cy="279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94DBC2C-AAF5-CBCA-7940-A7C8C802AD3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764560" y="902920"/>
                  <a:ext cx="146880" cy="30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08766BE-3538-49B6-403A-B3D615B51BDF}"/>
              </a:ext>
            </a:extLst>
          </p:cNvPr>
          <p:cNvGrpSpPr/>
          <p:nvPr/>
        </p:nvGrpSpPr>
        <p:grpSpPr>
          <a:xfrm>
            <a:off x="5172080" y="736600"/>
            <a:ext cx="534960" cy="374760"/>
            <a:chOff x="5172080" y="736600"/>
            <a:chExt cx="53496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369FE94-76DF-5E14-0F4D-1107C74CA2A4}"/>
                    </a:ext>
                  </a:extLst>
                </p14:cNvPr>
                <p14:cNvContentPartPr/>
                <p14:nvPr/>
              </p14:nvContentPartPr>
              <p14:xfrm>
                <a:off x="5238320" y="736600"/>
                <a:ext cx="55080" cy="374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369FE94-76DF-5E14-0F4D-1107C74CA2A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27520" y="725800"/>
                  <a:ext cx="7632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0036A08-CD10-C218-43EA-649EE46940AC}"/>
                    </a:ext>
                  </a:extLst>
                </p14:cNvPr>
                <p14:cNvContentPartPr/>
                <p14:nvPr/>
              </p14:nvContentPartPr>
              <p14:xfrm>
                <a:off x="5172080" y="967360"/>
                <a:ext cx="142560" cy="7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0036A08-CD10-C218-43EA-649EE46940A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161640" y="956560"/>
                  <a:ext cx="163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BD7F202-9921-1A2D-5582-1F12033DFCAF}"/>
                    </a:ext>
                  </a:extLst>
                </p14:cNvPr>
                <p14:cNvContentPartPr/>
                <p14:nvPr/>
              </p14:nvContentPartPr>
              <p14:xfrm>
                <a:off x="5380160" y="878080"/>
                <a:ext cx="99720" cy="137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BD7F202-9921-1A2D-5582-1F12033DFCA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69360" y="867640"/>
                  <a:ext cx="1209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E4545BF-0D1B-3395-0427-EA91FB7EDC08}"/>
                    </a:ext>
                  </a:extLst>
                </p14:cNvPr>
                <p14:cNvContentPartPr/>
                <p14:nvPr/>
              </p14:nvContentPartPr>
              <p14:xfrm>
                <a:off x="5488880" y="868360"/>
                <a:ext cx="65880" cy="169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E4545BF-0D1B-3395-0427-EA91FB7EDC0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478080" y="857560"/>
                  <a:ext cx="871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23D460D-9947-9682-576E-5980527994DD}"/>
                    </a:ext>
                  </a:extLst>
                </p14:cNvPr>
                <p14:cNvContentPartPr/>
                <p14:nvPr/>
              </p14:nvContentPartPr>
              <p14:xfrm>
                <a:off x="5623880" y="866200"/>
                <a:ext cx="83160" cy="177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23D460D-9947-9682-576E-5980527994D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613080" y="855760"/>
                  <a:ext cx="104400" cy="19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CA36145A-8633-1E74-203B-D0CD992EEF70}"/>
                  </a:ext>
                </a:extLst>
              </p14:cNvPr>
              <p14:cNvContentPartPr/>
              <p14:nvPr/>
            </p14:nvContentPartPr>
            <p14:xfrm>
              <a:off x="5917280" y="1001560"/>
              <a:ext cx="18000" cy="1364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CA36145A-8633-1E74-203B-D0CD992EEF7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906480" y="990760"/>
                <a:ext cx="39240" cy="15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EBBF7213-4505-3EFC-3507-85012379DBF6}"/>
              </a:ext>
            </a:extLst>
          </p:cNvPr>
          <p:cNvGrpSpPr/>
          <p:nvPr/>
        </p:nvGrpSpPr>
        <p:grpSpPr>
          <a:xfrm>
            <a:off x="6240920" y="762880"/>
            <a:ext cx="947160" cy="311400"/>
            <a:chOff x="6240920" y="762880"/>
            <a:chExt cx="94716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7AD729D-4C44-263D-0AA0-3A6CB629D757}"/>
                    </a:ext>
                  </a:extLst>
                </p14:cNvPr>
                <p14:cNvContentPartPr/>
                <p14:nvPr/>
              </p14:nvContentPartPr>
              <p14:xfrm>
                <a:off x="6240920" y="920200"/>
                <a:ext cx="169200" cy="1540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7AD729D-4C44-263D-0AA0-3A6CB629D75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230120" y="909400"/>
                  <a:ext cx="1904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BA27CB-6122-B8C3-4E6C-61FD23827E5F}"/>
                    </a:ext>
                  </a:extLst>
                </p14:cNvPr>
                <p14:cNvContentPartPr/>
                <p14:nvPr/>
              </p14:nvContentPartPr>
              <p14:xfrm>
                <a:off x="6431360" y="914440"/>
                <a:ext cx="78840" cy="153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BA27CB-6122-B8C3-4E6C-61FD23827E5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420920" y="903640"/>
                  <a:ext cx="100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869B26F-91B0-3059-493D-D2B46C41BCE2}"/>
                    </a:ext>
                  </a:extLst>
                </p14:cNvPr>
                <p14:cNvContentPartPr/>
                <p14:nvPr/>
              </p14:nvContentPartPr>
              <p14:xfrm>
                <a:off x="6606320" y="762880"/>
                <a:ext cx="37800" cy="283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869B26F-91B0-3059-493D-D2B46C41BCE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595880" y="752080"/>
                  <a:ext cx="590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F36D9AB-7FE1-CD96-113F-C90EB071D22E}"/>
                    </a:ext>
                  </a:extLst>
                </p14:cNvPr>
                <p14:cNvContentPartPr/>
                <p14:nvPr/>
              </p14:nvContentPartPr>
              <p14:xfrm>
                <a:off x="6572120" y="890680"/>
                <a:ext cx="147600" cy="41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F36D9AB-7FE1-CD96-113F-C90EB071D22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61680" y="880240"/>
                  <a:ext cx="1688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B53A79B-7456-9673-514B-9C79196A9668}"/>
                    </a:ext>
                  </a:extLst>
                </p14:cNvPr>
                <p14:cNvContentPartPr/>
                <p14:nvPr/>
              </p14:nvContentPartPr>
              <p14:xfrm>
                <a:off x="6755000" y="878080"/>
                <a:ext cx="84240" cy="116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B53A79B-7456-9673-514B-9C79196A966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744200" y="867640"/>
                  <a:ext cx="1054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1BAB7E1-F359-F19E-4016-EE4F27D049EB}"/>
                    </a:ext>
                  </a:extLst>
                </p14:cNvPr>
                <p14:cNvContentPartPr/>
                <p14:nvPr/>
              </p14:nvContentPartPr>
              <p14:xfrm>
                <a:off x="6940400" y="842080"/>
                <a:ext cx="101880" cy="141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1BAB7E1-F359-F19E-4016-EE4F27D049E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929600" y="831640"/>
                  <a:ext cx="1231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B3A56A1-4EF8-BE03-314F-954769F4F3B2}"/>
                    </a:ext>
                  </a:extLst>
                </p14:cNvPr>
                <p14:cNvContentPartPr/>
                <p14:nvPr/>
              </p14:nvContentPartPr>
              <p14:xfrm>
                <a:off x="7087640" y="856480"/>
                <a:ext cx="100440" cy="149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B3A56A1-4EF8-BE03-314F-954769F4F3B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076840" y="846040"/>
                  <a:ext cx="12168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E15FF8C-1058-2A5A-8213-F98E23DC5F60}"/>
              </a:ext>
            </a:extLst>
          </p:cNvPr>
          <p:cNvGrpSpPr/>
          <p:nvPr/>
        </p:nvGrpSpPr>
        <p:grpSpPr>
          <a:xfrm>
            <a:off x="7604240" y="727240"/>
            <a:ext cx="489240" cy="314640"/>
            <a:chOff x="7604240" y="727240"/>
            <a:chExt cx="48924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CB5980B-7F89-2803-6251-F60437599279}"/>
                    </a:ext>
                  </a:extLst>
                </p14:cNvPr>
                <p14:cNvContentPartPr/>
                <p14:nvPr/>
              </p14:nvContentPartPr>
              <p14:xfrm>
                <a:off x="7636280" y="767200"/>
                <a:ext cx="102960" cy="274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CB5980B-7F89-2803-6251-F6043759927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625480" y="756760"/>
                  <a:ext cx="1242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3595641-562D-444A-2793-42BACCADCFE1}"/>
                    </a:ext>
                  </a:extLst>
                </p14:cNvPr>
                <p14:cNvContentPartPr/>
                <p14:nvPr/>
              </p14:nvContentPartPr>
              <p14:xfrm>
                <a:off x="7604240" y="898600"/>
                <a:ext cx="181800" cy="20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3595641-562D-444A-2793-42BACCADCFE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593440" y="888160"/>
                  <a:ext cx="203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9A6EACF-6156-57EE-C84D-932936A3C845}"/>
                    </a:ext>
                  </a:extLst>
                </p14:cNvPr>
                <p14:cNvContentPartPr/>
                <p14:nvPr/>
              </p14:nvContentPartPr>
              <p14:xfrm>
                <a:off x="7835000" y="727240"/>
                <a:ext cx="150120" cy="257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9A6EACF-6156-57EE-C84D-932936A3C84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824560" y="716800"/>
                  <a:ext cx="1713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420E799-20A6-4512-BF5B-5A067374A732}"/>
                    </a:ext>
                  </a:extLst>
                </p14:cNvPr>
                <p14:cNvContentPartPr/>
                <p14:nvPr/>
              </p14:nvContentPartPr>
              <p14:xfrm>
                <a:off x="8018960" y="832720"/>
                <a:ext cx="74520" cy="137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420E799-20A6-4512-BF5B-5A067374A73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008160" y="822280"/>
                  <a:ext cx="9576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49EB019-C514-6251-9235-ADA94814BDB4}"/>
              </a:ext>
            </a:extLst>
          </p:cNvPr>
          <p:cNvGrpSpPr/>
          <p:nvPr/>
        </p:nvGrpSpPr>
        <p:grpSpPr>
          <a:xfrm>
            <a:off x="8414960" y="590440"/>
            <a:ext cx="764640" cy="366840"/>
            <a:chOff x="8414960" y="590440"/>
            <a:chExt cx="764640" cy="36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3EFF7C8-B29B-6198-A8EC-3793DF956E87}"/>
                    </a:ext>
                  </a:extLst>
                </p14:cNvPr>
                <p14:cNvContentPartPr/>
                <p14:nvPr/>
              </p14:nvContentPartPr>
              <p14:xfrm>
                <a:off x="8414960" y="686200"/>
                <a:ext cx="18000" cy="271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3EFF7C8-B29B-6198-A8EC-3793DF956E8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404520" y="675760"/>
                  <a:ext cx="392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20D3B28-6A59-D5C4-EB9B-051FB10DFEAA}"/>
                    </a:ext>
                  </a:extLst>
                </p14:cNvPr>
                <p14:cNvContentPartPr/>
                <p14:nvPr/>
              </p14:nvContentPartPr>
              <p14:xfrm>
                <a:off x="8571200" y="755320"/>
                <a:ext cx="70560" cy="180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20D3B28-6A59-D5C4-EB9B-051FB10DFEA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560760" y="744520"/>
                  <a:ext cx="918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7B770AF-2CED-0EDB-2DD0-DE1880B36BC2}"/>
                    </a:ext>
                  </a:extLst>
                </p14:cNvPr>
                <p14:cNvContentPartPr/>
                <p14:nvPr/>
              </p14:nvContentPartPr>
              <p14:xfrm>
                <a:off x="8711960" y="794920"/>
                <a:ext cx="151560" cy="119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7B770AF-2CED-0EDB-2DD0-DE1880B36BC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01520" y="784120"/>
                  <a:ext cx="1728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F4B1122-458D-5DB5-9E96-CC1B4012B500}"/>
                    </a:ext>
                  </a:extLst>
                </p14:cNvPr>
                <p14:cNvContentPartPr/>
                <p14:nvPr/>
              </p14:nvContentPartPr>
              <p14:xfrm>
                <a:off x="8932280" y="737320"/>
                <a:ext cx="79920" cy="171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F4B1122-458D-5DB5-9E96-CC1B4012B50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921480" y="726520"/>
                  <a:ext cx="101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4A2F4F5-BE6F-CC2C-8380-96835D26EFB4}"/>
                    </a:ext>
                  </a:extLst>
                </p14:cNvPr>
                <p14:cNvContentPartPr/>
                <p14:nvPr/>
              </p14:nvContentPartPr>
              <p14:xfrm>
                <a:off x="9106880" y="590440"/>
                <a:ext cx="72720" cy="325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4A2F4F5-BE6F-CC2C-8380-96835D26EFB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096440" y="579640"/>
                  <a:ext cx="93960" cy="34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54F2E1D-0F88-EF1B-1E56-94E3C2F367B2}"/>
              </a:ext>
            </a:extLst>
          </p:cNvPr>
          <p:cNvGrpSpPr/>
          <p:nvPr/>
        </p:nvGrpSpPr>
        <p:grpSpPr>
          <a:xfrm>
            <a:off x="9555080" y="670360"/>
            <a:ext cx="888840" cy="273600"/>
            <a:chOff x="9555080" y="670360"/>
            <a:chExt cx="88884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2C81290-D5D7-F741-13DB-82108360CABD}"/>
                    </a:ext>
                  </a:extLst>
                </p14:cNvPr>
                <p14:cNvContentPartPr/>
                <p14:nvPr/>
              </p14:nvContentPartPr>
              <p14:xfrm>
                <a:off x="9555080" y="798160"/>
                <a:ext cx="136440" cy="145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2C81290-D5D7-F741-13DB-82108360CAB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544280" y="787720"/>
                  <a:ext cx="157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D8E208E-82EB-C082-A503-5F4DBBC0E78D}"/>
                    </a:ext>
                  </a:extLst>
                </p14:cNvPr>
                <p14:cNvContentPartPr/>
                <p14:nvPr/>
              </p14:nvContentPartPr>
              <p14:xfrm>
                <a:off x="9778280" y="802480"/>
                <a:ext cx="145080" cy="124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D8E208E-82EB-C082-A503-5F4DBBC0E78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767840" y="792040"/>
                  <a:ext cx="1663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67A2A0C-8EB2-D553-076A-5A8E81842FC5}"/>
                    </a:ext>
                  </a:extLst>
                </p14:cNvPr>
                <p14:cNvContentPartPr/>
                <p14:nvPr/>
              </p14:nvContentPartPr>
              <p14:xfrm>
                <a:off x="9938480" y="670360"/>
                <a:ext cx="109440" cy="249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67A2A0C-8EB2-D553-076A-5A8E81842FC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928040" y="659920"/>
                  <a:ext cx="1306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FE3D2A0-BBA9-A38F-122A-D49DBBB4DAB0}"/>
                    </a:ext>
                  </a:extLst>
                </p14:cNvPr>
                <p14:cNvContentPartPr/>
                <p14:nvPr/>
              </p14:nvContentPartPr>
              <p14:xfrm>
                <a:off x="10143680" y="727240"/>
                <a:ext cx="70560" cy="155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FE3D2A0-BBA9-A38F-122A-D49DBBB4DAB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132880" y="716440"/>
                  <a:ext cx="918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09A79D0-365D-ADCB-9084-ABCCF144DA3B}"/>
                    </a:ext>
                  </a:extLst>
                </p14:cNvPr>
                <p14:cNvContentPartPr/>
                <p14:nvPr/>
              </p14:nvContentPartPr>
              <p14:xfrm>
                <a:off x="10293800" y="740920"/>
                <a:ext cx="150120" cy="1281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09A79D0-365D-ADCB-9084-ABCCF144DA3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83000" y="730480"/>
                  <a:ext cx="17136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3C0E919D-FE17-F94A-C343-9E078536C27E}"/>
              </a:ext>
            </a:extLst>
          </p:cNvPr>
          <p:cNvGrpSpPr/>
          <p:nvPr/>
        </p:nvGrpSpPr>
        <p:grpSpPr>
          <a:xfrm>
            <a:off x="10784840" y="614200"/>
            <a:ext cx="1330560" cy="348840"/>
            <a:chOff x="10784840" y="614200"/>
            <a:chExt cx="1330560" cy="34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9C658B3-8FA9-8DBD-14EC-64B8AC491240}"/>
                    </a:ext>
                  </a:extLst>
                </p14:cNvPr>
                <p14:cNvContentPartPr/>
                <p14:nvPr/>
              </p14:nvContentPartPr>
              <p14:xfrm>
                <a:off x="10844600" y="614200"/>
                <a:ext cx="41760" cy="327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9C658B3-8FA9-8DBD-14EC-64B8AC49124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833800" y="603760"/>
                  <a:ext cx="630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2137DB1-2CC4-16F5-5DE6-FA17F7978724}"/>
                    </a:ext>
                  </a:extLst>
                </p14:cNvPr>
                <p14:cNvContentPartPr/>
                <p14:nvPr/>
              </p14:nvContentPartPr>
              <p14:xfrm>
                <a:off x="10784840" y="785560"/>
                <a:ext cx="170280" cy="7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2137DB1-2CC4-16F5-5DE6-FA17F797872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774400" y="775120"/>
                  <a:ext cx="191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3E36592-8383-F0A0-F77B-7712C04F5336}"/>
                    </a:ext>
                  </a:extLst>
                </p14:cNvPr>
                <p14:cNvContentPartPr/>
                <p14:nvPr/>
              </p14:nvContentPartPr>
              <p14:xfrm>
                <a:off x="11042960" y="725800"/>
                <a:ext cx="135720" cy="1519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3E36592-8383-F0A0-F77B-7712C04F533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032520" y="715360"/>
                  <a:ext cx="1569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6F37026-DADC-70C3-5C9A-1C0F5843D94B}"/>
                    </a:ext>
                  </a:extLst>
                </p14:cNvPr>
                <p14:cNvContentPartPr/>
                <p14:nvPr/>
              </p14:nvContentPartPr>
              <p14:xfrm>
                <a:off x="11162840" y="747760"/>
                <a:ext cx="99720" cy="129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6F37026-DADC-70C3-5C9A-1C0F5843D94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152040" y="737320"/>
                  <a:ext cx="1209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9A3AE50-E28E-7039-7FD2-C2166DA977D1}"/>
                    </a:ext>
                  </a:extLst>
                </p14:cNvPr>
                <p14:cNvContentPartPr/>
                <p14:nvPr/>
              </p14:nvContentPartPr>
              <p14:xfrm>
                <a:off x="11339600" y="762880"/>
                <a:ext cx="86760" cy="104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9A3AE50-E28E-7039-7FD2-C2166DA977D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328800" y="752080"/>
                  <a:ext cx="108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01CF1AC-5F94-28AD-87A5-BA2CCB7CA846}"/>
                    </a:ext>
                  </a:extLst>
                </p14:cNvPr>
                <p14:cNvContentPartPr/>
                <p14:nvPr/>
              </p14:nvContentPartPr>
              <p14:xfrm>
                <a:off x="11521040" y="727240"/>
                <a:ext cx="54360" cy="164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01CF1AC-5F94-28AD-87A5-BA2CCB7CA84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510600" y="716800"/>
                  <a:ext cx="75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37E599B-EE91-F841-B6A3-B2D0B19FD24F}"/>
                    </a:ext>
                  </a:extLst>
                </p14:cNvPr>
                <p14:cNvContentPartPr/>
                <p14:nvPr/>
              </p14:nvContentPartPr>
              <p14:xfrm>
                <a:off x="11631560" y="738760"/>
                <a:ext cx="47160" cy="133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37E599B-EE91-F841-B6A3-B2D0B19FD24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620760" y="728320"/>
                  <a:ext cx="684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898E011-129D-6169-521F-46BC989A1344}"/>
                    </a:ext>
                  </a:extLst>
                </p14:cNvPr>
                <p14:cNvContentPartPr/>
                <p14:nvPr/>
              </p14:nvContentPartPr>
              <p14:xfrm>
                <a:off x="11705360" y="720400"/>
                <a:ext cx="129600" cy="173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898E011-129D-6169-521F-46BC989A134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694920" y="709600"/>
                  <a:ext cx="1508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8382CBC-54FA-C5A4-8D7F-B3157D6D643E}"/>
                    </a:ext>
                  </a:extLst>
                </p14:cNvPr>
                <p14:cNvContentPartPr/>
                <p14:nvPr/>
              </p14:nvContentPartPr>
              <p14:xfrm>
                <a:off x="11841800" y="631120"/>
                <a:ext cx="273600" cy="331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8382CBC-54FA-C5A4-8D7F-B3157D6D643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831360" y="620320"/>
                  <a:ext cx="294840" cy="35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735B7CB-A516-FA69-937F-D8FE4894642A}"/>
              </a:ext>
            </a:extLst>
          </p:cNvPr>
          <p:cNvGrpSpPr/>
          <p:nvPr/>
        </p:nvGrpSpPr>
        <p:grpSpPr>
          <a:xfrm>
            <a:off x="284360" y="1547680"/>
            <a:ext cx="255600" cy="419400"/>
            <a:chOff x="284360" y="1547680"/>
            <a:chExt cx="255600" cy="41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7CEAE3F-529E-2A8D-C013-BDDBEC7DAB23}"/>
                    </a:ext>
                  </a:extLst>
                </p14:cNvPr>
                <p14:cNvContentPartPr/>
                <p14:nvPr/>
              </p14:nvContentPartPr>
              <p14:xfrm>
                <a:off x="284360" y="1547680"/>
                <a:ext cx="231480" cy="4194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7CEAE3F-529E-2A8D-C013-BDDBEC7DAB2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73560" y="1537240"/>
                  <a:ext cx="25272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5F279E4-13AF-9BF9-8E13-F5497D11C1F2}"/>
                    </a:ext>
                  </a:extLst>
                </p14:cNvPr>
                <p14:cNvContentPartPr/>
                <p14:nvPr/>
              </p14:nvContentPartPr>
              <p14:xfrm>
                <a:off x="407480" y="1832080"/>
                <a:ext cx="132480" cy="439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5F279E4-13AF-9BF9-8E13-F5497D11C1F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96680" y="1821280"/>
                  <a:ext cx="15372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59CB76A9-6371-E456-E771-A2B593E29737}"/>
              </a:ext>
            </a:extLst>
          </p:cNvPr>
          <p:cNvGrpSpPr/>
          <p:nvPr/>
        </p:nvGrpSpPr>
        <p:grpSpPr>
          <a:xfrm>
            <a:off x="879800" y="1513120"/>
            <a:ext cx="385920" cy="317880"/>
            <a:chOff x="879800" y="1513120"/>
            <a:chExt cx="385920" cy="31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7840AC8-03A4-8FA3-33A3-596D9D40377A}"/>
                    </a:ext>
                  </a:extLst>
                </p14:cNvPr>
                <p14:cNvContentPartPr/>
                <p14:nvPr/>
              </p14:nvContentPartPr>
              <p14:xfrm>
                <a:off x="884480" y="1663960"/>
                <a:ext cx="15840" cy="124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7840AC8-03A4-8FA3-33A3-596D9D40377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74040" y="1653520"/>
                  <a:ext cx="370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F1C1917-C966-A665-CA0E-7BE9B3FC50B3}"/>
                    </a:ext>
                  </a:extLst>
                </p14:cNvPr>
                <p14:cNvContentPartPr/>
                <p14:nvPr/>
              </p14:nvContentPartPr>
              <p14:xfrm>
                <a:off x="879800" y="1568920"/>
                <a:ext cx="91440" cy="889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F1C1917-C966-A665-CA0E-7BE9B3FC50B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69000" y="1558120"/>
                  <a:ext cx="1126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3D81930-6FEF-20AA-223A-7D76820ADA50}"/>
                    </a:ext>
                  </a:extLst>
                </p14:cNvPr>
                <p14:cNvContentPartPr/>
                <p14:nvPr/>
              </p14:nvContentPartPr>
              <p14:xfrm>
                <a:off x="1038920" y="1513120"/>
                <a:ext cx="22320" cy="317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3D81930-6FEF-20AA-223A-7D76820ADA5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28480" y="1502680"/>
                  <a:ext cx="435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E92258C-C4ED-3350-2646-91A17703034B}"/>
                    </a:ext>
                  </a:extLst>
                </p14:cNvPr>
                <p14:cNvContentPartPr/>
                <p14:nvPr/>
              </p14:nvContentPartPr>
              <p14:xfrm>
                <a:off x="983480" y="1696720"/>
                <a:ext cx="96840" cy="2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E92258C-C4ED-3350-2646-91A17703034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73040" y="1686280"/>
                  <a:ext cx="1180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CEAEB7A-7B27-1B0D-0931-147301CBD668}"/>
                    </a:ext>
                  </a:extLst>
                </p14:cNvPr>
                <p14:cNvContentPartPr/>
                <p14:nvPr/>
              </p14:nvContentPartPr>
              <p14:xfrm>
                <a:off x="1144760" y="1600960"/>
                <a:ext cx="120960" cy="210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CEAEB7A-7B27-1B0D-0931-147301CBD66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34320" y="1590520"/>
                  <a:ext cx="14220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F86CE49-7862-A228-28AC-0905B7072A7D}"/>
              </a:ext>
            </a:extLst>
          </p:cNvPr>
          <p:cNvGrpSpPr/>
          <p:nvPr/>
        </p:nvGrpSpPr>
        <p:grpSpPr>
          <a:xfrm>
            <a:off x="1518080" y="1429960"/>
            <a:ext cx="969840" cy="341640"/>
            <a:chOff x="1518080" y="1429960"/>
            <a:chExt cx="969840" cy="34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8F96D39-FBA2-F6A5-9716-1E4FCC312F5E}"/>
                    </a:ext>
                  </a:extLst>
                </p14:cNvPr>
                <p14:cNvContentPartPr/>
                <p14:nvPr/>
              </p14:nvContentPartPr>
              <p14:xfrm>
                <a:off x="1518080" y="1578280"/>
                <a:ext cx="114480" cy="1785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8F96D39-FBA2-F6A5-9716-1E4FCC312F5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507280" y="1567480"/>
                  <a:ext cx="1357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6F5F1B1-7D7A-3560-0622-F0B8F332C195}"/>
                    </a:ext>
                  </a:extLst>
                </p14:cNvPr>
                <p14:cNvContentPartPr/>
                <p14:nvPr/>
              </p14:nvContentPartPr>
              <p14:xfrm>
                <a:off x="1698080" y="1652800"/>
                <a:ext cx="127800" cy="1188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6F5F1B1-7D7A-3560-0622-F0B8F332C19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687640" y="1642000"/>
                  <a:ext cx="1490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C14F104-39A9-42BF-3DFB-6CF9B4E2BDD8}"/>
                    </a:ext>
                  </a:extLst>
                </p14:cNvPr>
                <p14:cNvContentPartPr/>
                <p14:nvPr/>
              </p14:nvContentPartPr>
              <p14:xfrm>
                <a:off x="1909400" y="1485760"/>
                <a:ext cx="109080" cy="252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C14F104-39A9-42BF-3DFB-6CF9B4E2BDD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898600" y="1475320"/>
                  <a:ext cx="1303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4B794FC-D14B-1E1B-A93E-4417E0DBE274}"/>
                    </a:ext>
                  </a:extLst>
                </p14:cNvPr>
                <p14:cNvContentPartPr/>
                <p14:nvPr/>
              </p14:nvContentPartPr>
              <p14:xfrm>
                <a:off x="2115680" y="1580080"/>
                <a:ext cx="86400" cy="1414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4B794FC-D14B-1E1B-A93E-4417E0DBE27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105240" y="1569280"/>
                  <a:ext cx="1076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0C6683D-826C-0449-07F4-C7890A1A85D6}"/>
                    </a:ext>
                  </a:extLst>
                </p14:cNvPr>
                <p14:cNvContentPartPr/>
                <p14:nvPr/>
              </p14:nvContentPartPr>
              <p14:xfrm>
                <a:off x="2236280" y="1563160"/>
                <a:ext cx="120960" cy="165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0C6683D-826C-0449-07F4-C7890A1A85D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225840" y="1552360"/>
                  <a:ext cx="142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D21A0D1-5107-9D2E-CEF4-E676723AEDAC}"/>
                    </a:ext>
                  </a:extLst>
                </p14:cNvPr>
                <p14:cNvContentPartPr/>
                <p14:nvPr/>
              </p14:nvContentPartPr>
              <p14:xfrm>
                <a:off x="2407640" y="1429960"/>
                <a:ext cx="80280" cy="734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D21A0D1-5107-9D2E-CEF4-E676723AEDA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397200" y="1419160"/>
                  <a:ext cx="10152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AA177F0-C1C1-D16A-9689-E55EBF39C29F}"/>
              </a:ext>
            </a:extLst>
          </p:cNvPr>
          <p:cNvGrpSpPr/>
          <p:nvPr/>
        </p:nvGrpSpPr>
        <p:grpSpPr>
          <a:xfrm>
            <a:off x="2688080" y="1412680"/>
            <a:ext cx="1050120" cy="306000"/>
            <a:chOff x="2688080" y="1412680"/>
            <a:chExt cx="105012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460E4CD-AD2A-F031-D9E4-28A4353E0D82}"/>
                    </a:ext>
                  </a:extLst>
                </p14:cNvPr>
                <p14:cNvContentPartPr/>
                <p14:nvPr/>
              </p14:nvContentPartPr>
              <p14:xfrm>
                <a:off x="2688080" y="1554520"/>
                <a:ext cx="127080" cy="164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460E4CD-AD2A-F031-D9E4-28A4353E0D8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677640" y="1543720"/>
                  <a:ext cx="148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ECF9DA7-CD3C-65CF-939C-4E85EF45E6CE}"/>
                    </a:ext>
                  </a:extLst>
                </p14:cNvPr>
                <p14:cNvContentPartPr/>
                <p14:nvPr/>
              </p14:nvContentPartPr>
              <p14:xfrm>
                <a:off x="2904080" y="1412680"/>
                <a:ext cx="367200" cy="2930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ECF9DA7-CD3C-65CF-939C-4E85EF45E6C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893280" y="1401880"/>
                  <a:ext cx="3884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8193B11-04B1-C0C1-BAFC-E0E261CED182}"/>
                    </a:ext>
                  </a:extLst>
                </p14:cNvPr>
                <p14:cNvContentPartPr/>
                <p14:nvPr/>
              </p14:nvContentPartPr>
              <p14:xfrm>
                <a:off x="3332840" y="1503400"/>
                <a:ext cx="91080" cy="1641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8193B11-04B1-C0C1-BAFC-E0E261CED18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322400" y="1492960"/>
                  <a:ext cx="112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51F7FD5-4762-A7D3-56A7-286406D5E2A7}"/>
                    </a:ext>
                  </a:extLst>
                </p14:cNvPr>
                <p14:cNvContentPartPr/>
                <p14:nvPr/>
              </p14:nvContentPartPr>
              <p14:xfrm>
                <a:off x="3477560" y="1495120"/>
                <a:ext cx="128520" cy="2044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51F7FD5-4762-A7D3-56A7-286406D5E2A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467120" y="1484320"/>
                  <a:ext cx="1497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10986FF-1787-C2C2-C685-968A31755E1B}"/>
                    </a:ext>
                  </a:extLst>
                </p14:cNvPr>
                <p14:cNvContentPartPr/>
                <p14:nvPr/>
              </p14:nvContentPartPr>
              <p14:xfrm>
                <a:off x="3737840" y="1649200"/>
                <a:ext cx="360" cy="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10986FF-1787-C2C2-C685-968A31755E1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727400" y="16387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EE43FE0-F8A5-5067-014E-45C9308C106E}"/>
              </a:ext>
            </a:extLst>
          </p:cNvPr>
          <p:cNvGrpSpPr/>
          <p:nvPr/>
        </p:nvGrpSpPr>
        <p:grpSpPr>
          <a:xfrm>
            <a:off x="4120880" y="1315840"/>
            <a:ext cx="528840" cy="415080"/>
            <a:chOff x="4120880" y="1315840"/>
            <a:chExt cx="52884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28DEFCB-0570-38A0-A9FC-BB08F5F148A4}"/>
                    </a:ext>
                  </a:extLst>
                </p14:cNvPr>
                <p14:cNvContentPartPr/>
                <p14:nvPr/>
              </p14:nvContentPartPr>
              <p14:xfrm>
                <a:off x="4120880" y="1315840"/>
                <a:ext cx="99720" cy="415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28DEFCB-0570-38A0-A9FC-BB08F5F148A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110440" y="1305040"/>
                  <a:ext cx="1209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FB7213D-A516-6052-4BFD-2173F10E8C8A}"/>
                    </a:ext>
                  </a:extLst>
                </p14:cNvPr>
                <p14:cNvContentPartPr/>
                <p14:nvPr/>
              </p14:nvContentPartPr>
              <p14:xfrm>
                <a:off x="4307720" y="1495120"/>
                <a:ext cx="33480" cy="1576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FB7213D-A516-6052-4BFD-2173F10E8C8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297280" y="1484320"/>
                  <a:ext cx="547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EDB93E2-0E35-3713-B73C-0FFC29F7D208}"/>
                    </a:ext>
                  </a:extLst>
                </p14:cNvPr>
                <p14:cNvContentPartPr/>
                <p14:nvPr/>
              </p14:nvContentPartPr>
              <p14:xfrm>
                <a:off x="4282520" y="1381000"/>
                <a:ext cx="79560" cy="846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EDB93E2-0E35-3713-B73C-0FFC29F7D20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272080" y="1370560"/>
                  <a:ext cx="1008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B59FD5D-603E-27CF-263E-C3C3E8BC1B2D}"/>
                    </a:ext>
                  </a:extLst>
                </p14:cNvPr>
                <p14:cNvContentPartPr/>
                <p14:nvPr/>
              </p14:nvContentPartPr>
              <p14:xfrm>
                <a:off x="4470440" y="1628680"/>
                <a:ext cx="360" cy="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B59FD5D-603E-27CF-263E-C3C3E8BC1B2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459640" y="16178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128BEE8-7AF4-EA39-6CAE-3D6AE9F674A2}"/>
                    </a:ext>
                  </a:extLst>
                </p14:cNvPr>
                <p14:cNvContentPartPr/>
                <p14:nvPr/>
              </p14:nvContentPartPr>
              <p14:xfrm>
                <a:off x="4549640" y="1428880"/>
                <a:ext cx="100080" cy="1717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128BEE8-7AF4-EA39-6CAE-3D6AE9F674A2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538840" y="1418440"/>
                  <a:ext cx="121320" cy="19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980D8220-6F50-EBF3-CB43-DF916B094C10}"/>
                  </a:ext>
                </a:extLst>
              </p14:cNvPr>
              <p14:cNvContentPartPr/>
              <p14:nvPr/>
            </p14:nvContentPartPr>
            <p14:xfrm>
              <a:off x="4806680" y="1609240"/>
              <a:ext cx="360" cy="36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980D8220-6F50-EBF3-CB43-DF916B094C10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4795880" y="1598800"/>
                <a:ext cx="216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BB384F22-16EB-FA68-69B1-30AB2343DE25}"/>
                  </a:ext>
                </a:extLst>
              </p14:cNvPr>
              <p14:cNvContentPartPr/>
              <p14:nvPr/>
            </p14:nvContentPartPr>
            <p14:xfrm>
              <a:off x="5017280" y="1527160"/>
              <a:ext cx="1440" cy="11340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BB384F22-16EB-FA68-69B1-30AB2343DE25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5006840" y="1516360"/>
                <a:ext cx="22680" cy="13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7B9C309C-FB15-CD13-1586-426B56A62CFF}"/>
              </a:ext>
            </a:extLst>
          </p:cNvPr>
          <p:cNvGrpSpPr/>
          <p:nvPr/>
        </p:nvGrpSpPr>
        <p:grpSpPr>
          <a:xfrm>
            <a:off x="5311760" y="1329520"/>
            <a:ext cx="933120" cy="350280"/>
            <a:chOff x="5311760" y="1329520"/>
            <a:chExt cx="93312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03B9B26-ACB6-CCD6-A7EC-792CB8140FD0}"/>
                    </a:ext>
                  </a:extLst>
                </p14:cNvPr>
                <p14:cNvContentPartPr/>
                <p14:nvPr/>
              </p14:nvContentPartPr>
              <p14:xfrm>
                <a:off x="5311760" y="1329520"/>
                <a:ext cx="173160" cy="350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03B9B26-ACB6-CCD6-A7EC-792CB8140FD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301320" y="1318720"/>
                  <a:ext cx="19440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F07480E-3AC8-9A6D-3499-4E007FCBCEFC}"/>
                    </a:ext>
                  </a:extLst>
                </p14:cNvPr>
                <p14:cNvContentPartPr/>
                <p14:nvPr/>
              </p14:nvContentPartPr>
              <p14:xfrm>
                <a:off x="5591120" y="1412680"/>
                <a:ext cx="104400" cy="82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F07480E-3AC8-9A6D-3499-4E007FCBCEF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580320" y="1402240"/>
                  <a:ext cx="1256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A678C0B-D166-305A-50B0-D0DCF6C8283A}"/>
                    </a:ext>
                  </a:extLst>
                </p14:cNvPr>
                <p14:cNvContentPartPr/>
                <p14:nvPr/>
              </p14:nvContentPartPr>
              <p14:xfrm>
                <a:off x="5678600" y="1401520"/>
                <a:ext cx="566280" cy="135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A678C0B-D166-305A-50B0-D0DCF6C8283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668160" y="1390720"/>
                  <a:ext cx="58752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29D46B2F-EE47-B9EC-FF23-92092D3951C2}"/>
              </a:ext>
            </a:extLst>
          </p:cNvPr>
          <p:cNvGrpSpPr/>
          <p:nvPr/>
        </p:nvGrpSpPr>
        <p:grpSpPr>
          <a:xfrm>
            <a:off x="6592640" y="1194520"/>
            <a:ext cx="726120" cy="348840"/>
            <a:chOff x="6592640" y="1194520"/>
            <a:chExt cx="726120" cy="34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14A0EEA-5DFD-CACA-7610-EE77F373933F}"/>
                    </a:ext>
                  </a:extLst>
                </p14:cNvPr>
                <p14:cNvContentPartPr/>
                <p14:nvPr/>
              </p14:nvContentPartPr>
              <p14:xfrm>
                <a:off x="6592640" y="1260760"/>
                <a:ext cx="90360" cy="2505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14A0EEA-5DFD-CACA-7610-EE77F373933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581840" y="1250320"/>
                  <a:ext cx="1116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9F6FB51-000B-C21D-5175-92F46CED27CC}"/>
                    </a:ext>
                  </a:extLst>
                </p14:cNvPr>
                <p14:cNvContentPartPr/>
                <p14:nvPr/>
              </p14:nvContentPartPr>
              <p14:xfrm>
                <a:off x="6764000" y="1343200"/>
                <a:ext cx="106560" cy="133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9F6FB51-000B-C21D-5175-92F46CED27C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753200" y="1332760"/>
                  <a:ext cx="1278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94D5ECC-38F8-EAED-C43A-D8A4AACF7333}"/>
                    </a:ext>
                  </a:extLst>
                </p14:cNvPr>
                <p14:cNvContentPartPr/>
                <p14:nvPr/>
              </p14:nvContentPartPr>
              <p14:xfrm>
                <a:off x="7012040" y="1207840"/>
                <a:ext cx="82440" cy="3355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94D5ECC-38F8-EAED-C43A-D8A4AACF733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001240" y="1197400"/>
                  <a:ext cx="1036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E5A8EDE-BA10-10E8-94B3-E44C09BCD841}"/>
                    </a:ext>
                  </a:extLst>
                </p14:cNvPr>
                <p14:cNvContentPartPr/>
                <p14:nvPr/>
              </p14:nvContentPartPr>
              <p14:xfrm>
                <a:off x="6974600" y="1426000"/>
                <a:ext cx="185760" cy="21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E5A8EDE-BA10-10E8-94B3-E44C09BCD84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963800" y="1415200"/>
                  <a:ext cx="207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C6BF0AC-21CD-64AE-1532-D37D1D0DED1B}"/>
                    </a:ext>
                  </a:extLst>
                </p14:cNvPr>
                <p14:cNvContentPartPr/>
                <p14:nvPr/>
              </p14:nvContentPartPr>
              <p14:xfrm>
                <a:off x="7274120" y="1194520"/>
                <a:ext cx="30240" cy="276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C6BF0AC-21CD-64AE-1532-D37D1D0DED1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263320" y="1184080"/>
                  <a:ext cx="514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39ACEF7-D117-D5A9-F633-2BB6941027A6}"/>
                    </a:ext>
                  </a:extLst>
                </p14:cNvPr>
                <p14:cNvContentPartPr/>
                <p14:nvPr/>
              </p14:nvContentPartPr>
              <p14:xfrm>
                <a:off x="7170080" y="1364800"/>
                <a:ext cx="148680" cy="108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39ACEF7-D117-D5A9-F633-2BB6941027A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159280" y="1354000"/>
                  <a:ext cx="16992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E8FB0386-6934-B21F-B555-15825ABC0E1F}"/>
              </a:ext>
            </a:extLst>
          </p:cNvPr>
          <p:cNvGrpSpPr/>
          <p:nvPr/>
        </p:nvGrpSpPr>
        <p:grpSpPr>
          <a:xfrm>
            <a:off x="7690280" y="1212880"/>
            <a:ext cx="390240" cy="246600"/>
            <a:chOff x="7690280" y="1212880"/>
            <a:chExt cx="39024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EE8D8D3-33C6-459A-DBBB-0B2C0FF50C16}"/>
                    </a:ext>
                  </a:extLst>
                </p14:cNvPr>
                <p14:cNvContentPartPr/>
                <p14:nvPr/>
              </p14:nvContentPartPr>
              <p14:xfrm>
                <a:off x="7751840" y="1212880"/>
                <a:ext cx="132480" cy="239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EE8D8D3-33C6-459A-DBBB-0B2C0FF50C1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741400" y="1202080"/>
                  <a:ext cx="1537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5D8B23C-84DC-D5D1-EEB2-CBE410586242}"/>
                    </a:ext>
                  </a:extLst>
                </p14:cNvPr>
                <p14:cNvContentPartPr/>
                <p14:nvPr/>
              </p14:nvContentPartPr>
              <p14:xfrm>
                <a:off x="7690280" y="1345360"/>
                <a:ext cx="390240" cy="1141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5D8B23C-84DC-D5D1-EEB2-CBE41058624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679840" y="1334560"/>
                  <a:ext cx="41148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A52877BA-7207-533C-79BE-507B68AD6C39}"/>
              </a:ext>
            </a:extLst>
          </p:cNvPr>
          <p:cNvGrpSpPr/>
          <p:nvPr/>
        </p:nvGrpSpPr>
        <p:grpSpPr>
          <a:xfrm>
            <a:off x="8361320" y="1141960"/>
            <a:ext cx="1006200" cy="346680"/>
            <a:chOff x="8361320" y="1141960"/>
            <a:chExt cx="100620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68B82F7-BFAF-1FEF-881A-77AFE42BB582}"/>
                    </a:ext>
                  </a:extLst>
                </p14:cNvPr>
                <p14:cNvContentPartPr/>
                <p14:nvPr/>
              </p14:nvContentPartPr>
              <p14:xfrm>
                <a:off x="8361320" y="1340680"/>
                <a:ext cx="118800" cy="1101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68B82F7-BFAF-1FEF-881A-77AFE42BB58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350880" y="1330240"/>
                  <a:ext cx="140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1B01BAA-3F37-4677-9DA1-1171CA22CDB6}"/>
                    </a:ext>
                  </a:extLst>
                </p14:cNvPr>
                <p14:cNvContentPartPr/>
                <p14:nvPr/>
              </p14:nvContentPartPr>
              <p14:xfrm>
                <a:off x="8540960" y="1356880"/>
                <a:ext cx="14400" cy="907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1B01BAA-3F37-4677-9DA1-1171CA22CDB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530160" y="1346080"/>
                  <a:ext cx="35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1C0F830-8AC1-BBB3-224F-57A48ECBE628}"/>
                    </a:ext>
                  </a:extLst>
                </p14:cNvPr>
                <p14:cNvContentPartPr/>
                <p14:nvPr/>
              </p14:nvContentPartPr>
              <p14:xfrm>
                <a:off x="8524400" y="1274080"/>
                <a:ext cx="32040" cy="111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1C0F830-8AC1-BBB3-224F-57A48ECBE62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513600" y="1263280"/>
                  <a:ext cx="532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ED9F61E-65B6-4FE7-3E93-782CA3BC2C11}"/>
                    </a:ext>
                  </a:extLst>
                </p14:cNvPr>
                <p14:cNvContentPartPr/>
                <p14:nvPr/>
              </p14:nvContentPartPr>
              <p14:xfrm>
                <a:off x="8637080" y="1275520"/>
                <a:ext cx="156960" cy="1821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ED9F61E-65B6-4FE7-3E93-782CA3BC2C1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626280" y="1265080"/>
                  <a:ext cx="1782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FDABA0D-DBAF-5ADE-775C-CA8D9143A238}"/>
                    </a:ext>
                  </a:extLst>
                </p14:cNvPr>
                <p14:cNvContentPartPr/>
                <p14:nvPr/>
              </p14:nvContentPartPr>
              <p14:xfrm>
                <a:off x="8878280" y="1204960"/>
                <a:ext cx="149040" cy="1933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FDABA0D-DBAF-5ADE-775C-CA8D9143A23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867840" y="1194160"/>
                  <a:ext cx="1702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284752C-F106-B975-297B-94B3953ACCB4}"/>
                    </a:ext>
                  </a:extLst>
                </p14:cNvPr>
                <p14:cNvContentPartPr/>
                <p14:nvPr/>
              </p14:nvContentPartPr>
              <p14:xfrm>
                <a:off x="9150080" y="1141960"/>
                <a:ext cx="39960" cy="2520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284752C-F106-B975-297B-94B3953ACCB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139280" y="1131520"/>
                  <a:ext cx="612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E576593-5290-C990-6765-78BCCDF209AE}"/>
                    </a:ext>
                  </a:extLst>
                </p14:cNvPr>
                <p14:cNvContentPartPr/>
                <p14:nvPr/>
              </p14:nvContentPartPr>
              <p14:xfrm>
                <a:off x="9070160" y="1293880"/>
                <a:ext cx="184320" cy="61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E576593-5290-C990-6765-78BCCDF209A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059360" y="1283440"/>
                  <a:ext cx="205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192FCBD-6070-8B35-82DC-A5F6D3105B67}"/>
                    </a:ext>
                  </a:extLst>
                </p14:cNvPr>
                <p14:cNvContentPartPr/>
                <p14:nvPr/>
              </p14:nvContentPartPr>
              <p14:xfrm>
                <a:off x="9341600" y="1319080"/>
                <a:ext cx="25920" cy="1695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192FCBD-6070-8B35-82DC-A5F6D3105B6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331160" y="1308640"/>
                  <a:ext cx="4716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DDA0B0ED-230F-0EC6-FDF3-8B9304B0A809}"/>
              </a:ext>
            </a:extLst>
          </p:cNvPr>
          <p:cNvGrpSpPr/>
          <p:nvPr/>
        </p:nvGrpSpPr>
        <p:grpSpPr>
          <a:xfrm>
            <a:off x="9727520" y="1065640"/>
            <a:ext cx="672840" cy="354600"/>
            <a:chOff x="9727520" y="1065640"/>
            <a:chExt cx="67284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6EDACF7-FB46-CEA4-8071-D0C22D486864}"/>
                    </a:ext>
                  </a:extLst>
                </p14:cNvPr>
                <p14:cNvContentPartPr/>
                <p14:nvPr/>
              </p14:nvContentPartPr>
              <p14:xfrm>
                <a:off x="9727520" y="1118200"/>
                <a:ext cx="66240" cy="3020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6EDACF7-FB46-CEA4-8071-D0C22D48686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717080" y="1107400"/>
                  <a:ext cx="874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7B2B11B-5BA2-392A-0222-6E31F45E595F}"/>
                    </a:ext>
                  </a:extLst>
                </p14:cNvPr>
                <p14:cNvContentPartPr/>
                <p14:nvPr/>
              </p14:nvContentPartPr>
              <p14:xfrm>
                <a:off x="9861440" y="1239520"/>
                <a:ext cx="77040" cy="1677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7B2B11B-5BA2-392A-0222-6E31F45E595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850640" y="1229080"/>
                  <a:ext cx="982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AB01F26-F5D0-76C2-2F48-0F51CEE68E9D}"/>
                    </a:ext>
                  </a:extLst>
                </p14:cNvPr>
                <p14:cNvContentPartPr/>
                <p14:nvPr/>
              </p14:nvContentPartPr>
              <p14:xfrm>
                <a:off x="10033520" y="1252840"/>
                <a:ext cx="136080" cy="128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AB01F26-F5D0-76C2-2F48-0F51CEE68E9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022720" y="1242400"/>
                  <a:ext cx="157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D592BC6-C783-1CB3-4177-D0AECAF69494}"/>
                    </a:ext>
                  </a:extLst>
                </p14:cNvPr>
                <p14:cNvContentPartPr/>
                <p14:nvPr/>
              </p14:nvContentPartPr>
              <p14:xfrm>
                <a:off x="10222880" y="1247800"/>
                <a:ext cx="42120" cy="1540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D592BC6-C783-1CB3-4177-D0AECAF6949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212080" y="1237000"/>
                  <a:ext cx="633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A32F242-D4A9-5D02-3DD6-EFC87CBEBD67}"/>
                    </a:ext>
                  </a:extLst>
                </p14:cNvPr>
                <p14:cNvContentPartPr/>
                <p14:nvPr/>
              </p14:nvContentPartPr>
              <p14:xfrm>
                <a:off x="10360760" y="1065640"/>
                <a:ext cx="39600" cy="3283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A32F242-D4A9-5D02-3DD6-EFC87CBEBD6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350320" y="1054840"/>
                  <a:ext cx="60840" cy="34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49B7CD9-A940-69DF-DF0E-44EEA32A2084}"/>
              </a:ext>
            </a:extLst>
          </p:cNvPr>
          <p:cNvGrpSpPr/>
          <p:nvPr/>
        </p:nvGrpSpPr>
        <p:grpSpPr>
          <a:xfrm>
            <a:off x="10669280" y="1104520"/>
            <a:ext cx="339120" cy="291960"/>
            <a:chOff x="10669280" y="1104520"/>
            <a:chExt cx="339120" cy="29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5615088-AD13-C3BF-23D9-880E7CB9CEAD}"/>
                    </a:ext>
                  </a:extLst>
                </p14:cNvPr>
                <p14:cNvContentPartPr/>
                <p14:nvPr/>
              </p14:nvContentPartPr>
              <p14:xfrm>
                <a:off x="10669280" y="1104520"/>
                <a:ext cx="169920" cy="2260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5615088-AD13-C3BF-23D9-880E7CB9CEA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658840" y="1093720"/>
                  <a:ext cx="1911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F60A193-D11F-9C35-9406-2AD009DE090B}"/>
                    </a:ext>
                  </a:extLst>
                </p14:cNvPr>
                <p14:cNvContentPartPr/>
                <p14:nvPr/>
              </p14:nvContentPartPr>
              <p14:xfrm>
                <a:off x="10913720" y="1193440"/>
                <a:ext cx="94680" cy="2030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F60A193-D11F-9C35-9406-2AD009DE090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903280" y="1183000"/>
                  <a:ext cx="11592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3840B42E-F61C-EF51-BBB0-E07198896710}"/>
              </a:ext>
            </a:extLst>
          </p:cNvPr>
          <p:cNvGrpSpPr/>
          <p:nvPr/>
        </p:nvGrpSpPr>
        <p:grpSpPr>
          <a:xfrm>
            <a:off x="11281280" y="1054120"/>
            <a:ext cx="730800" cy="374040"/>
            <a:chOff x="11281280" y="1054120"/>
            <a:chExt cx="73080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819F1BF-EC98-C1AC-8033-6E08E84ACA6D}"/>
                    </a:ext>
                  </a:extLst>
                </p14:cNvPr>
                <p14:cNvContentPartPr/>
                <p14:nvPr/>
              </p14:nvContentPartPr>
              <p14:xfrm>
                <a:off x="11281280" y="1062040"/>
                <a:ext cx="64440" cy="2739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819F1BF-EC98-C1AC-8033-6E08E84ACA6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270480" y="1051600"/>
                  <a:ext cx="856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E95FB94-8422-320F-A012-2CA7C246569B}"/>
                    </a:ext>
                  </a:extLst>
                </p14:cNvPr>
                <p14:cNvContentPartPr/>
                <p14:nvPr/>
              </p14:nvContentPartPr>
              <p14:xfrm>
                <a:off x="11395400" y="1157440"/>
                <a:ext cx="72000" cy="1425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E95FB94-8422-320F-A012-2CA7C246569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384600" y="1146640"/>
                  <a:ext cx="932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7478E81-F27A-4DFA-F119-1A1062E06048}"/>
                    </a:ext>
                  </a:extLst>
                </p14:cNvPr>
                <p14:cNvContentPartPr/>
                <p14:nvPr/>
              </p14:nvContentPartPr>
              <p14:xfrm>
                <a:off x="11519600" y="1189840"/>
                <a:ext cx="127440" cy="1371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7478E81-F27A-4DFA-F119-1A1062E0604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509160" y="1179400"/>
                  <a:ext cx="1486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FC4BC76-A15C-6F48-6380-6A4EE5340FF5}"/>
                    </a:ext>
                  </a:extLst>
                </p14:cNvPr>
                <p14:cNvContentPartPr/>
                <p14:nvPr/>
              </p14:nvContentPartPr>
              <p14:xfrm>
                <a:off x="11684840" y="1166440"/>
                <a:ext cx="42480" cy="1497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FC4BC76-A15C-6F48-6380-6A4EE5340FF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674400" y="1155640"/>
                  <a:ext cx="637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2718C24-7DBC-7CB9-5D55-821F89D4BEC2}"/>
                    </a:ext>
                  </a:extLst>
                </p14:cNvPr>
                <p14:cNvContentPartPr/>
                <p14:nvPr/>
              </p14:nvContentPartPr>
              <p14:xfrm>
                <a:off x="11793920" y="1060960"/>
                <a:ext cx="15480" cy="2858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2718C24-7DBC-7CB9-5D55-821F89D4BEC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783120" y="1050160"/>
                  <a:ext cx="367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72A697A-1DD7-42B1-254C-7BAA4B6BDB9A}"/>
                    </a:ext>
                  </a:extLst>
                </p14:cNvPr>
                <p14:cNvContentPartPr/>
                <p14:nvPr/>
              </p14:nvContentPartPr>
              <p14:xfrm>
                <a:off x="11913080" y="1054120"/>
                <a:ext cx="99000" cy="3740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72A697A-1DD7-42B1-254C-7BAA4B6BDB9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902640" y="1043320"/>
                  <a:ext cx="120240" cy="39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A03FF52D-6750-1EEB-8EE4-E8236BF636DD}"/>
                  </a:ext>
                </a:extLst>
              </p14:cNvPr>
              <p14:cNvContentPartPr/>
              <p14:nvPr/>
            </p14:nvContentPartPr>
            <p14:xfrm>
              <a:off x="916880" y="3083800"/>
              <a:ext cx="169920" cy="44496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A03FF52D-6750-1EEB-8EE4-E8236BF636DD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906080" y="3073000"/>
                <a:ext cx="191160" cy="46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9" name="Group 238">
            <a:extLst>
              <a:ext uri="{FF2B5EF4-FFF2-40B4-BE49-F238E27FC236}">
                <a16:creationId xmlns:a16="http://schemas.microsoft.com/office/drawing/2014/main" id="{72683DF6-BEBE-33B2-F9F9-90123594496C}"/>
              </a:ext>
            </a:extLst>
          </p:cNvPr>
          <p:cNvGrpSpPr/>
          <p:nvPr/>
        </p:nvGrpSpPr>
        <p:grpSpPr>
          <a:xfrm>
            <a:off x="1865480" y="3884800"/>
            <a:ext cx="564480" cy="441000"/>
            <a:chOff x="1865480" y="3884800"/>
            <a:chExt cx="564480" cy="44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567778A-BA96-A9A1-154E-AF8285B4605C}"/>
                    </a:ext>
                  </a:extLst>
                </p14:cNvPr>
                <p14:cNvContentPartPr/>
                <p14:nvPr/>
              </p14:nvContentPartPr>
              <p14:xfrm>
                <a:off x="1865480" y="3884800"/>
                <a:ext cx="112320" cy="4410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567778A-BA96-A9A1-154E-AF8285B4605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854680" y="3874360"/>
                  <a:ext cx="13356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5D44F80-F6E7-DB46-EF85-4B2D8BB087B2}"/>
                    </a:ext>
                  </a:extLst>
                </p14:cNvPr>
                <p14:cNvContentPartPr/>
                <p14:nvPr/>
              </p14:nvContentPartPr>
              <p14:xfrm>
                <a:off x="2112080" y="3955720"/>
                <a:ext cx="141840" cy="2559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5D44F80-F6E7-DB46-EF85-4B2D8BB087B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101280" y="3944920"/>
                  <a:ext cx="1630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17452D8-F007-BCA6-F455-675A563FA8C8}"/>
                    </a:ext>
                  </a:extLst>
                </p14:cNvPr>
                <p14:cNvContentPartPr/>
                <p14:nvPr/>
              </p14:nvContentPartPr>
              <p14:xfrm>
                <a:off x="2179400" y="3948880"/>
                <a:ext cx="250560" cy="198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17452D8-F007-BCA6-F455-675A563FA8C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168600" y="3938080"/>
                  <a:ext cx="27180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241182F-C543-467B-28DC-310F6D47ADDE}"/>
              </a:ext>
            </a:extLst>
          </p:cNvPr>
          <p:cNvGrpSpPr/>
          <p:nvPr/>
        </p:nvGrpSpPr>
        <p:grpSpPr>
          <a:xfrm>
            <a:off x="3061400" y="3906040"/>
            <a:ext cx="266760" cy="304560"/>
            <a:chOff x="3061400" y="3906040"/>
            <a:chExt cx="26676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68BCF03-287E-1254-6FCF-E544CB3F6608}"/>
                    </a:ext>
                  </a:extLst>
                </p14:cNvPr>
                <p14:cNvContentPartPr/>
                <p14:nvPr/>
              </p14:nvContentPartPr>
              <p14:xfrm>
                <a:off x="3061400" y="3906040"/>
                <a:ext cx="176400" cy="304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68BCF03-287E-1254-6FCF-E544CB3F660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050600" y="3895240"/>
                  <a:ext cx="1976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2AFF6E6-3849-191D-790F-7D375D70AF27}"/>
                    </a:ext>
                  </a:extLst>
                </p14:cNvPr>
                <p14:cNvContentPartPr/>
                <p14:nvPr/>
              </p14:nvContentPartPr>
              <p14:xfrm>
                <a:off x="3105680" y="4040320"/>
                <a:ext cx="222480" cy="266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2AFF6E6-3849-191D-790F-7D375D70AF2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095240" y="4029520"/>
                  <a:ext cx="24372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D7039776-5663-3836-6B37-4CA7E7B71657}"/>
                  </a:ext>
                </a:extLst>
              </p14:cNvPr>
              <p14:cNvContentPartPr/>
              <p14:nvPr/>
            </p14:nvContentPartPr>
            <p14:xfrm>
              <a:off x="2320160" y="3522640"/>
              <a:ext cx="145080" cy="21060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D7039776-5663-3836-6B37-4CA7E7B71657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2309360" y="3512200"/>
                <a:ext cx="1663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B48ED897-5461-C2A5-4A36-7EFF653588C2}"/>
                  </a:ext>
                </a:extLst>
              </p14:cNvPr>
              <p14:cNvContentPartPr/>
              <p14:nvPr/>
            </p14:nvContentPartPr>
            <p14:xfrm>
              <a:off x="2910200" y="3526240"/>
              <a:ext cx="219960" cy="23112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B48ED897-5461-C2A5-4A36-7EFF653588C2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2899760" y="3515440"/>
                <a:ext cx="24120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D1315A0E-4592-1012-54F2-87D55E1B8653}"/>
                  </a:ext>
                </a:extLst>
              </p14:cNvPr>
              <p14:cNvContentPartPr/>
              <p14:nvPr/>
            </p14:nvContentPartPr>
            <p14:xfrm>
              <a:off x="1468400" y="2769880"/>
              <a:ext cx="210960" cy="25632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D1315A0E-4592-1012-54F2-87D55E1B8653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457960" y="2759080"/>
                <a:ext cx="232200" cy="27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oup 234">
            <a:extLst>
              <a:ext uri="{FF2B5EF4-FFF2-40B4-BE49-F238E27FC236}">
                <a16:creationId xmlns:a16="http://schemas.microsoft.com/office/drawing/2014/main" id="{2FC34ECE-ADA8-EF59-2503-B94A0DBCAFC1}"/>
              </a:ext>
            </a:extLst>
          </p:cNvPr>
          <p:cNvGrpSpPr/>
          <p:nvPr/>
        </p:nvGrpSpPr>
        <p:grpSpPr>
          <a:xfrm>
            <a:off x="1863320" y="2367760"/>
            <a:ext cx="1067760" cy="1033560"/>
            <a:chOff x="1863320" y="2367760"/>
            <a:chExt cx="1067760" cy="103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D445CB3-A62F-00A5-17F9-478367EFA9F0}"/>
                    </a:ext>
                  </a:extLst>
                </p14:cNvPr>
                <p14:cNvContentPartPr/>
                <p14:nvPr/>
              </p14:nvContentPartPr>
              <p14:xfrm>
                <a:off x="1863320" y="2367760"/>
                <a:ext cx="279000" cy="3456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D445CB3-A62F-00A5-17F9-478367EFA9F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852520" y="2356960"/>
                  <a:ext cx="3002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F7A67BB-2009-DBE5-D458-AE08A3AC93E5}"/>
                    </a:ext>
                  </a:extLst>
                </p14:cNvPr>
                <p14:cNvContentPartPr/>
                <p14:nvPr/>
              </p14:nvContentPartPr>
              <p14:xfrm>
                <a:off x="2350760" y="3065080"/>
                <a:ext cx="265680" cy="3362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F7A67BB-2009-DBE5-D458-AE08A3AC93E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339960" y="3054280"/>
                  <a:ext cx="2869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B2D3923-CE98-D74B-CC4D-27CC475322F5}"/>
                    </a:ext>
                  </a:extLst>
                </p14:cNvPr>
                <p14:cNvContentPartPr/>
                <p14:nvPr/>
              </p14:nvContentPartPr>
              <p14:xfrm>
                <a:off x="2681240" y="3087760"/>
                <a:ext cx="249840" cy="2566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B2D3923-CE98-D74B-CC4D-27CC475322F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670440" y="3077320"/>
                  <a:ext cx="2710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88F7068-7501-2C80-DA05-BD98C6BED1ED}"/>
                    </a:ext>
                  </a:extLst>
                </p14:cNvPr>
                <p14:cNvContentPartPr/>
                <p14:nvPr/>
              </p14:nvContentPartPr>
              <p14:xfrm>
                <a:off x="2040800" y="2808760"/>
                <a:ext cx="147600" cy="2415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88F7068-7501-2C80-DA05-BD98C6BED1E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030360" y="2797960"/>
                  <a:ext cx="16884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0E3CCF4C-37D1-6E91-9A7F-90A62A6D9587}"/>
              </a:ext>
            </a:extLst>
          </p:cNvPr>
          <p:cNvGrpSpPr/>
          <p:nvPr/>
        </p:nvGrpSpPr>
        <p:grpSpPr>
          <a:xfrm>
            <a:off x="162680" y="2477560"/>
            <a:ext cx="348480" cy="264240"/>
            <a:chOff x="162680" y="2477560"/>
            <a:chExt cx="348480" cy="26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4C2F228-E404-B6F4-1BFA-FBD6660932CB}"/>
                    </a:ext>
                  </a:extLst>
                </p14:cNvPr>
                <p14:cNvContentPartPr/>
                <p14:nvPr/>
              </p14:nvContentPartPr>
              <p14:xfrm>
                <a:off x="162680" y="2477560"/>
                <a:ext cx="185400" cy="2642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4C2F228-E404-B6F4-1BFA-FBD6660932C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51880" y="2466760"/>
                  <a:ext cx="2066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F277C81-5DB2-D2E3-0F99-B173AE66FF05}"/>
                    </a:ext>
                  </a:extLst>
                </p14:cNvPr>
                <p14:cNvContentPartPr/>
                <p14:nvPr/>
              </p14:nvContentPartPr>
              <p14:xfrm>
                <a:off x="367880" y="2536600"/>
                <a:ext cx="143280" cy="1569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F277C81-5DB2-D2E3-0F99-B173AE66FF0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57440" y="2526160"/>
                  <a:ext cx="16452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A8291948-8955-4209-5D53-D37501CB2E6A}"/>
              </a:ext>
            </a:extLst>
          </p:cNvPr>
          <p:cNvGrpSpPr/>
          <p:nvPr/>
        </p:nvGrpSpPr>
        <p:grpSpPr>
          <a:xfrm>
            <a:off x="165920" y="3167320"/>
            <a:ext cx="340920" cy="249120"/>
            <a:chOff x="165920" y="3167320"/>
            <a:chExt cx="340920" cy="2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9635A60-EA9E-B2BD-0A9C-C3D5C26DAA8D}"/>
                    </a:ext>
                  </a:extLst>
                </p14:cNvPr>
                <p14:cNvContentPartPr/>
                <p14:nvPr/>
              </p14:nvContentPartPr>
              <p14:xfrm>
                <a:off x="165920" y="3167320"/>
                <a:ext cx="178200" cy="2491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9635A60-EA9E-B2BD-0A9C-C3D5C26DAA8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55480" y="3156880"/>
                  <a:ext cx="1994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B030A165-0CAD-12D7-D644-685207627141}"/>
                    </a:ext>
                  </a:extLst>
                </p14:cNvPr>
                <p14:cNvContentPartPr/>
                <p14:nvPr/>
              </p14:nvContentPartPr>
              <p14:xfrm>
                <a:off x="358520" y="3211960"/>
                <a:ext cx="148320" cy="1940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B030A165-0CAD-12D7-D644-68520762714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47720" y="3201160"/>
                  <a:ext cx="16956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77BF81E3-0A15-4E66-5C28-B1A7DC9FBF90}"/>
              </a:ext>
            </a:extLst>
          </p:cNvPr>
          <p:cNvGrpSpPr/>
          <p:nvPr/>
        </p:nvGrpSpPr>
        <p:grpSpPr>
          <a:xfrm>
            <a:off x="217400" y="4047160"/>
            <a:ext cx="416160" cy="268920"/>
            <a:chOff x="217400" y="4047160"/>
            <a:chExt cx="41616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CE24D96-939C-0134-307C-80B96CC8E65D}"/>
                    </a:ext>
                  </a:extLst>
                </p14:cNvPr>
                <p14:cNvContentPartPr/>
                <p14:nvPr/>
              </p14:nvContentPartPr>
              <p14:xfrm>
                <a:off x="217400" y="4047160"/>
                <a:ext cx="176400" cy="2689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CE24D96-939C-0134-307C-80B96CC8E65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06960" y="4036360"/>
                  <a:ext cx="1976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DD567F8-38E2-CAB4-2413-3F67335DC5FB}"/>
                    </a:ext>
                  </a:extLst>
                </p14:cNvPr>
                <p14:cNvContentPartPr/>
                <p14:nvPr/>
              </p14:nvContentPartPr>
              <p14:xfrm>
                <a:off x="426200" y="4074160"/>
                <a:ext cx="207360" cy="2235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DD567F8-38E2-CAB4-2413-3F67335DC5F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15760" y="4063360"/>
                  <a:ext cx="228600" cy="24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1B55ECB3-E217-1241-CE18-32E196378B58}"/>
                  </a:ext>
                </a:extLst>
              </p14:cNvPr>
              <p14:cNvContentPartPr/>
              <p14:nvPr/>
            </p14:nvContentPartPr>
            <p14:xfrm>
              <a:off x="3727760" y="2465320"/>
              <a:ext cx="385560" cy="173160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1B55ECB3-E217-1241-CE18-32E196378B58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3716960" y="2454880"/>
                <a:ext cx="406800" cy="175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2DB39EA9-E4FE-322F-4081-F242DD4E9825}"/>
                  </a:ext>
                </a:extLst>
              </p14:cNvPr>
              <p14:cNvContentPartPr/>
              <p14:nvPr/>
            </p14:nvContentPartPr>
            <p14:xfrm>
              <a:off x="4711280" y="2707960"/>
              <a:ext cx="207360" cy="69336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2DB39EA9-E4FE-322F-4081-F242DD4E9825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4700480" y="2697160"/>
                <a:ext cx="228600" cy="71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5" name="Group 274">
            <a:extLst>
              <a:ext uri="{FF2B5EF4-FFF2-40B4-BE49-F238E27FC236}">
                <a16:creationId xmlns:a16="http://schemas.microsoft.com/office/drawing/2014/main" id="{EBD27975-9ACF-4B61-53CB-3BF2A4DD82B1}"/>
              </a:ext>
            </a:extLst>
          </p:cNvPr>
          <p:cNvGrpSpPr/>
          <p:nvPr/>
        </p:nvGrpSpPr>
        <p:grpSpPr>
          <a:xfrm>
            <a:off x="5141120" y="2724880"/>
            <a:ext cx="649800" cy="513720"/>
            <a:chOff x="5141120" y="2724880"/>
            <a:chExt cx="649800" cy="51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57B91F8F-2852-BED2-DC4E-D47F00289B55}"/>
                    </a:ext>
                  </a:extLst>
                </p14:cNvPr>
                <p14:cNvContentPartPr/>
                <p14:nvPr/>
              </p14:nvContentPartPr>
              <p14:xfrm>
                <a:off x="5141120" y="2724880"/>
                <a:ext cx="135360" cy="5137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57B91F8F-2852-BED2-DC4E-D47F00289B5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130680" y="2714440"/>
                  <a:ext cx="15660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0432732D-0024-DB4C-E5A6-99D246A20136}"/>
                    </a:ext>
                  </a:extLst>
                </p14:cNvPr>
                <p14:cNvContentPartPr/>
                <p14:nvPr/>
              </p14:nvContentPartPr>
              <p14:xfrm>
                <a:off x="5370080" y="2848360"/>
                <a:ext cx="135360" cy="2743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0432732D-0024-DB4C-E5A6-99D246A2013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359640" y="2837920"/>
                  <a:ext cx="1566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E119B13-D79C-8E75-A9A1-A5D1103C4E2D}"/>
                    </a:ext>
                  </a:extLst>
                </p14:cNvPr>
                <p14:cNvContentPartPr/>
                <p14:nvPr/>
              </p14:nvContentPartPr>
              <p14:xfrm>
                <a:off x="5542880" y="2751520"/>
                <a:ext cx="248040" cy="4593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E119B13-D79C-8E75-A9A1-A5D1103C4E2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532080" y="2741080"/>
                  <a:ext cx="269280" cy="48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E99ECC4E-C62B-BB8E-4970-0ACEDF366ACC}"/>
                  </a:ext>
                </a:extLst>
              </p14:cNvPr>
              <p14:cNvContentPartPr/>
              <p14:nvPr/>
            </p14:nvContentPartPr>
            <p14:xfrm>
              <a:off x="5964080" y="3023320"/>
              <a:ext cx="360" cy="12492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E99ECC4E-C62B-BB8E-4970-0ACEDF366ACC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5953640" y="3012880"/>
                <a:ext cx="21600" cy="14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DE6A060B-57B8-8E30-DC1F-CA657F418165}"/>
              </a:ext>
            </a:extLst>
          </p:cNvPr>
          <p:cNvGrpSpPr/>
          <p:nvPr/>
        </p:nvGrpSpPr>
        <p:grpSpPr>
          <a:xfrm>
            <a:off x="6252080" y="2675560"/>
            <a:ext cx="1069920" cy="519480"/>
            <a:chOff x="6252080" y="2675560"/>
            <a:chExt cx="1069920" cy="51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463F422-F741-F929-778A-72DF71860738}"/>
                    </a:ext>
                  </a:extLst>
                </p14:cNvPr>
                <p14:cNvContentPartPr/>
                <p14:nvPr/>
              </p14:nvContentPartPr>
              <p14:xfrm>
                <a:off x="6252080" y="2675560"/>
                <a:ext cx="131400" cy="5194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463F422-F741-F929-778A-72DF7186073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241640" y="2664760"/>
                  <a:ext cx="15264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5E5AF14F-C7FA-6930-00FB-E32311E98500}"/>
                    </a:ext>
                  </a:extLst>
                </p14:cNvPr>
                <p14:cNvContentPartPr/>
                <p14:nvPr/>
              </p14:nvContentPartPr>
              <p14:xfrm>
                <a:off x="6453320" y="2767360"/>
                <a:ext cx="147240" cy="3355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5E5AF14F-C7FA-6930-00FB-E32311E9850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442520" y="2756560"/>
                  <a:ext cx="1684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D773548-148D-D115-0E6F-8714A93BC5EE}"/>
                    </a:ext>
                  </a:extLst>
                </p14:cNvPr>
                <p14:cNvContentPartPr/>
                <p14:nvPr/>
              </p14:nvContentPartPr>
              <p14:xfrm>
                <a:off x="6677600" y="2988040"/>
                <a:ext cx="29520" cy="1580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D773548-148D-D115-0E6F-8714A93BC5E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666800" y="2977600"/>
                  <a:ext cx="507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63A6663-05E8-7F4E-6E75-649783CBEE48}"/>
                    </a:ext>
                  </a:extLst>
                </p14:cNvPr>
                <p14:cNvContentPartPr/>
                <p14:nvPr/>
              </p14:nvContentPartPr>
              <p14:xfrm>
                <a:off x="6758600" y="2797600"/>
                <a:ext cx="159120" cy="2790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63A6663-05E8-7F4E-6E75-649783CBEE4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748160" y="2787160"/>
                  <a:ext cx="1803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57C3B1E-454A-89A0-5544-F2C72A634FCE}"/>
                    </a:ext>
                  </a:extLst>
                </p14:cNvPr>
                <p14:cNvContentPartPr/>
                <p14:nvPr/>
              </p14:nvContentPartPr>
              <p14:xfrm>
                <a:off x="6965240" y="2878960"/>
                <a:ext cx="135000" cy="1731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57C3B1E-454A-89A0-5544-F2C72A634FC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954800" y="2868160"/>
                  <a:ext cx="1562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9A76AC5-0E1D-F489-EFA1-811A23FC3684}"/>
                    </a:ext>
                  </a:extLst>
                </p14:cNvPr>
                <p14:cNvContentPartPr/>
                <p14:nvPr/>
              </p14:nvContentPartPr>
              <p14:xfrm>
                <a:off x="7119320" y="2680600"/>
                <a:ext cx="202680" cy="4975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9A76AC5-0E1D-F489-EFA1-811A23FC368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108520" y="2670160"/>
                  <a:ext cx="223920" cy="51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A929FD44-60AD-E33B-CD42-C68FB3C18721}"/>
                  </a:ext>
                </a:extLst>
              </p14:cNvPr>
              <p14:cNvContentPartPr/>
              <p14:nvPr/>
            </p14:nvContentPartPr>
            <p14:xfrm>
              <a:off x="7481120" y="2941240"/>
              <a:ext cx="19440" cy="15336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A929FD44-60AD-E33B-CD42-C68FB3C18721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7470320" y="2930440"/>
                <a:ext cx="4068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3920A279-9CEE-282F-86CF-D61BF038E463}"/>
                  </a:ext>
                </a:extLst>
              </p14:cNvPr>
              <p14:cNvContentPartPr/>
              <p14:nvPr/>
            </p14:nvContentPartPr>
            <p14:xfrm>
              <a:off x="7820240" y="2694640"/>
              <a:ext cx="186480" cy="54288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3920A279-9CEE-282F-86CF-D61BF038E463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7809800" y="2683840"/>
                <a:ext cx="207720" cy="56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AC4208D8-F02E-EEAB-DC8A-576A6145758F}"/>
                  </a:ext>
                </a:extLst>
              </p14:cNvPr>
              <p14:cNvContentPartPr/>
              <p14:nvPr/>
            </p14:nvContentPartPr>
            <p14:xfrm>
              <a:off x="8174120" y="2815600"/>
              <a:ext cx="16920" cy="27108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AC4208D8-F02E-EEAB-DC8A-576A6145758F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8163320" y="2804800"/>
                <a:ext cx="38160" cy="29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9" name="Group 288">
            <a:extLst>
              <a:ext uri="{FF2B5EF4-FFF2-40B4-BE49-F238E27FC236}">
                <a16:creationId xmlns:a16="http://schemas.microsoft.com/office/drawing/2014/main" id="{820A7CD9-49EA-4EFC-0F2A-9F72F84F4652}"/>
              </a:ext>
            </a:extLst>
          </p:cNvPr>
          <p:cNvGrpSpPr/>
          <p:nvPr/>
        </p:nvGrpSpPr>
        <p:grpSpPr>
          <a:xfrm>
            <a:off x="8314880" y="2768800"/>
            <a:ext cx="792000" cy="408240"/>
            <a:chOff x="8314880" y="2768800"/>
            <a:chExt cx="792000" cy="40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5CF7F06-15EB-CB72-BE04-FC7887598F4D}"/>
                    </a:ext>
                  </a:extLst>
                </p14:cNvPr>
                <p14:cNvContentPartPr/>
                <p14:nvPr/>
              </p14:nvContentPartPr>
              <p14:xfrm>
                <a:off x="8314880" y="2784640"/>
                <a:ext cx="158760" cy="2088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5CF7F06-15EB-CB72-BE04-FC7887598F4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304080" y="2774200"/>
                  <a:ext cx="1800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7B635EC-1E85-29E6-E3A4-3CBC17CF80D5}"/>
                    </a:ext>
                  </a:extLst>
                </p14:cNvPr>
                <p14:cNvContentPartPr/>
                <p14:nvPr/>
              </p14:nvContentPartPr>
              <p14:xfrm>
                <a:off x="8330000" y="2799760"/>
                <a:ext cx="115920" cy="72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7B635EC-1E85-29E6-E3A4-3CBC17CF80D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319560" y="2788960"/>
                  <a:ext cx="137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A1FD709D-1DED-5FE4-9E5E-257C257CF407}"/>
                    </a:ext>
                  </a:extLst>
                </p14:cNvPr>
                <p14:cNvContentPartPr/>
                <p14:nvPr/>
              </p14:nvContentPartPr>
              <p14:xfrm>
                <a:off x="8563640" y="3029080"/>
                <a:ext cx="21960" cy="792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A1FD709D-1DED-5FE4-9E5E-257C257CF40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553200" y="3018640"/>
                  <a:ext cx="432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DEE6D5D-1CDF-48E6-2CF4-95C3CE9C9347}"/>
                    </a:ext>
                  </a:extLst>
                </p14:cNvPr>
                <p14:cNvContentPartPr/>
                <p14:nvPr/>
              </p14:nvContentPartPr>
              <p14:xfrm>
                <a:off x="8629520" y="2822800"/>
                <a:ext cx="149040" cy="2707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DEE6D5D-1CDF-48E6-2CF4-95C3CE9C934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619080" y="2812360"/>
                  <a:ext cx="1702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012E7A78-4051-E40D-E368-7EE6E08CB757}"/>
                    </a:ext>
                  </a:extLst>
                </p14:cNvPr>
                <p14:cNvContentPartPr/>
                <p14:nvPr/>
              </p14:nvContentPartPr>
              <p14:xfrm>
                <a:off x="8708360" y="2979040"/>
                <a:ext cx="117000" cy="118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012E7A78-4051-E40D-E368-7EE6E08CB75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697560" y="2968240"/>
                  <a:ext cx="138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27BC0506-0BDE-B778-345B-87C7343ED560}"/>
                    </a:ext>
                  </a:extLst>
                </p14:cNvPr>
                <p14:cNvContentPartPr/>
                <p14:nvPr/>
              </p14:nvContentPartPr>
              <p14:xfrm>
                <a:off x="8875760" y="2768800"/>
                <a:ext cx="231120" cy="4082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27BC0506-0BDE-B778-345B-87C7343ED56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865320" y="2758000"/>
                  <a:ext cx="252360" cy="42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310B9C27-561E-EF73-4564-1AAD5D96EE17}"/>
                  </a:ext>
                </a:extLst>
              </p14:cNvPr>
              <p14:cNvContentPartPr/>
              <p14:nvPr/>
            </p14:nvContentPartPr>
            <p14:xfrm>
              <a:off x="9115880" y="2617600"/>
              <a:ext cx="270360" cy="67032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310B9C27-561E-EF73-4564-1AAD5D96EE17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9105080" y="2606800"/>
                <a:ext cx="291600" cy="69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2" name="Group 301">
            <a:extLst>
              <a:ext uri="{FF2B5EF4-FFF2-40B4-BE49-F238E27FC236}">
                <a16:creationId xmlns:a16="http://schemas.microsoft.com/office/drawing/2014/main" id="{94DCF03A-88BD-6F76-EE83-CF611AF5072B}"/>
              </a:ext>
            </a:extLst>
          </p:cNvPr>
          <p:cNvGrpSpPr/>
          <p:nvPr/>
        </p:nvGrpSpPr>
        <p:grpSpPr>
          <a:xfrm>
            <a:off x="5422280" y="3458560"/>
            <a:ext cx="330120" cy="206640"/>
            <a:chOff x="5422280" y="3458560"/>
            <a:chExt cx="330120" cy="20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47D859B6-2D7F-A474-CFF7-F6506CF4AB1F}"/>
                    </a:ext>
                  </a:extLst>
                </p14:cNvPr>
                <p14:cNvContentPartPr/>
                <p14:nvPr/>
              </p14:nvContentPartPr>
              <p14:xfrm>
                <a:off x="5422280" y="3458560"/>
                <a:ext cx="142560" cy="2066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47D859B6-2D7F-A474-CFF7-F6506CF4AB1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411840" y="3448120"/>
                  <a:ext cx="1638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55240AD-E083-3C8B-8236-FDD7B77C55F0}"/>
                    </a:ext>
                  </a:extLst>
                </p14:cNvPr>
                <p14:cNvContentPartPr/>
                <p14:nvPr/>
              </p14:nvContentPartPr>
              <p14:xfrm>
                <a:off x="5606240" y="3510400"/>
                <a:ext cx="146160" cy="1231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55240AD-E083-3C8B-8236-FDD7B77C55F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595800" y="3499600"/>
                  <a:ext cx="16740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6B922D59-44B4-4EC7-9747-3787A1BC1032}"/>
              </a:ext>
            </a:extLst>
          </p:cNvPr>
          <p:cNvGrpSpPr/>
          <p:nvPr/>
        </p:nvGrpSpPr>
        <p:grpSpPr>
          <a:xfrm>
            <a:off x="6724400" y="3355960"/>
            <a:ext cx="421920" cy="204120"/>
            <a:chOff x="6724400" y="3355960"/>
            <a:chExt cx="421920" cy="20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8A888FB-A514-9D1C-0224-39FF42978720}"/>
                    </a:ext>
                  </a:extLst>
                </p14:cNvPr>
                <p14:cNvContentPartPr/>
                <p14:nvPr/>
              </p14:nvContentPartPr>
              <p14:xfrm>
                <a:off x="6724400" y="3355960"/>
                <a:ext cx="147600" cy="2016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8A888FB-A514-9D1C-0224-39FF4297872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713960" y="3345160"/>
                  <a:ext cx="1688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39F9585-E110-05C3-E2C4-5E1AA458E34D}"/>
                    </a:ext>
                  </a:extLst>
                </p14:cNvPr>
                <p14:cNvContentPartPr/>
                <p14:nvPr/>
              </p14:nvContentPartPr>
              <p14:xfrm>
                <a:off x="6912320" y="3375040"/>
                <a:ext cx="234000" cy="1850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39F9585-E110-05C3-E2C4-5E1AA458E34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901520" y="3364600"/>
                  <a:ext cx="25524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B81EF27C-C44D-5915-2E1B-BD1F1802E95E}"/>
              </a:ext>
            </a:extLst>
          </p:cNvPr>
          <p:cNvGrpSpPr/>
          <p:nvPr/>
        </p:nvGrpSpPr>
        <p:grpSpPr>
          <a:xfrm>
            <a:off x="8426120" y="3331120"/>
            <a:ext cx="353520" cy="222840"/>
            <a:chOff x="8426120" y="3331120"/>
            <a:chExt cx="35352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1368781-5BA4-7D5B-B19C-558E708C60FF}"/>
                    </a:ext>
                  </a:extLst>
                </p14:cNvPr>
                <p14:cNvContentPartPr/>
                <p14:nvPr/>
              </p14:nvContentPartPr>
              <p14:xfrm>
                <a:off x="8426120" y="3342280"/>
                <a:ext cx="105120" cy="2116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1368781-5BA4-7D5B-B19C-558E708C60F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415320" y="3331480"/>
                  <a:ext cx="126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7CD5132-45D1-3529-FE91-E4FB260A965C}"/>
                    </a:ext>
                  </a:extLst>
                </p14:cNvPr>
                <p14:cNvContentPartPr/>
                <p14:nvPr/>
              </p14:nvContentPartPr>
              <p14:xfrm>
                <a:off x="8602880" y="3331120"/>
                <a:ext cx="176760" cy="2044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7CD5132-45D1-3529-FE91-E4FB260A965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592440" y="3320680"/>
                  <a:ext cx="19800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5BC11F82-D830-488A-81E9-961CCF513CDF}"/>
              </a:ext>
            </a:extLst>
          </p:cNvPr>
          <p:cNvGrpSpPr/>
          <p:nvPr/>
        </p:nvGrpSpPr>
        <p:grpSpPr>
          <a:xfrm>
            <a:off x="4840880" y="4073440"/>
            <a:ext cx="725760" cy="352080"/>
            <a:chOff x="4840880" y="4073440"/>
            <a:chExt cx="72576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E3E6D06-3F53-FA8B-5DDA-667672C673C3}"/>
                    </a:ext>
                  </a:extLst>
                </p14:cNvPr>
                <p14:cNvContentPartPr/>
                <p14:nvPr/>
              </p14:nvContentPartPr>
              <p14:xfrm>
                <a:off x="4981640" y="4147600"/>
                <a:ext cx="27000" cy="2779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E3E6D06-3F53-FA8B-5DDA-667672C673C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4971200" y="4136800"/>
                  <a:ext cx="482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9EDA296-6CD2-CA84-F748-1CA0F63BA3C6}"/>
                    </a:ext>
                  </a:extLst>
                </p14:cNvPr>
                <p14:cNvContentPartPr/>
                <p14:nvPr/>
              </p14:nvContentPartPr>
              <p14:xfrm>
                <a:off x="4840880" y="4099720"/>
                <a:ext cx="304920" cy="896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9EDA296-6CD2-CA84-F748-1CA0F63BA3C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830440" y="4088920"/>
                  <a:ext cx="3261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9285D909-693A-28BA-EE97-05C9F0F59C78}"/>
                    </a:ext>
                  </a:extLst>
                </p14:cNvPr>
                <p14:cNvContentPartPr/>
                <p14:nvPr/>
              </p14:nvContentPartPr>
              <p14:xfrm>
                <a:off x="5191880" y="4073440"/>
                <a:ext cx="115920" cy="3337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9285D909-693A-28BA-EE97-05C9F0F59C7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181440" y="4062640"/>
                  <a:ext cx="1371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8C40196B-626E-D228-2C8B-393AF9DC2A9B}"/>
                    </a:ext>
                  </a:extLst>
                </p14:cNvPr>
                <p14:cNvContentPartPr/>
                <p14:nvPr/>
              </p14:nvContentPartPr>
              <p14:xfrm>
                <a:off x="5386640" y="4241200"/>
                <a:ext cx="84240" cy="1533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8C40196B-626E-D228-2C8B-393AF9DC2A9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376200" y="4230760"/>
                  <a:ext cx="1054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51519F8-1DDE-B2CE-EE2E-54AC5897B6E9}"/>
                    </a:ext>
                  </a:extLst>
                </p14:cNvPr>
                <p14:cNvContentPartPr/>
                <p14:nvPr/>
              </p14:nvContentPartPr>
              <p14:xfrm>
                <a:off x="5461520" y="4144360"/>
                <a:ext cx="105120" cy="630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51519F8-1DDE-B2CE-EE2E-54AC5897B6E9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451080" y="4133560"/>
                  <a:ext cx="12636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2D292E1C-39BC-0F4D-C08B-33D70E84312D}"/>
              </a:ext>
            </a:extLst>
          </p:cNvPr>
          <p:cNvGrpSpPr/>
          <p:nvPr/>
        </p:nvGrpSpPr>
        <p:grpSpPr>
          <a:xfrm>
            <a:off x="5794160" y="4091440"/>
            <a:ext cx="406440" cy="300960"/>
            <a:chOff x="5794160" y="4091440"/>
            <a:chExt cx="406440" cy="30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22C5F08-2C79-1FD5-DD45-281C1E638DC5}"/>
                    </a:ext>
                  </a:extLst>
                </p14:cNvPr>
                <p14:cNvContentPartPr/>
                <p14:nvPr/>
              </p14:nvContentPartPr>
              <p14:xfrm>
                <a:off x="5794160" y="4209160"/>
                <a:ext cx="141120" cy="1832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22C5F08-2C79-1FD5-DD45-281C1E638DC5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783360" y="4198720"/>
                  <a:ext cx="162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D7C76682-1838-A505-D55F-C7E71F69AB85}"/>
                    </a:ext>
                  </a:extLst>
                </p14:cNvPr>
                <p14:cNvContentPartPr/>
                <p14:nvPr/>
              </p14:nvContentPartPr>
              <p14:xfrm>
                <a:off x="5947520" y="4091440"/>
                <a:ext cx="113400" cy="615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D7C76682-1838-A505-D55F-C7E71F69AB85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937080" y="4080640"/>
                  <a:ext cx="1346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4222DB3-2A8D-4CDF-33CD-63DB9A65B7C4}"/>
                    </a:ext>
                  </a:extLst>
                </p14:cNvPr>
                <p14:cNvContentPartPr/>
                <p14:nvPr/>
              </p14:nvContentPartPr>
              <p14:xfrm>
                <a:off x="6030320" y="4159840"/>
                <a:ext cx="170280" cy="1670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4222DB3-2A8D-4CDF-33CD-63DB9A65B7C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019520" y="4149400"/>
                  <a:ext cx="19152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222EBEE0-634B-4C58-A9E7-0F4DF41088DF}"/>
              </a:ext>
            </a:extLst>
          </p:cNvPr>
          <p:cNvGrpSpPr/>
          <p:nvPr/>
        </p:nvGrpSpPr>
        <p:grpSpPr>
          <a:xfrm>
            <a:off x="6547640" y="3908560"/>
            <a:ext cx="1417320" cy="365760"/>
            <a:chOff x="6547640" y="3908560"/>
            <a:chExt cx="141732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19349108-74C2-BC0D-7BCF-5824F5C7811B}"/>
                    </a:ext>
                  </a:extLst>
                </p14:cNvPr>
                <p14:cNvContentPartPr/>
                <p14:nvPr/>
              </p14:nvContentPartPr>
              <p14:xfrm>
                <a:off x="6547640" y="4076680"/>
                <a:ext cx="209160" cy="1976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19349108-74C2-BC0D-7BCF-5824F5C7811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536840" y="4066240"/>
                  <a:ext cx="2304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EE108D4-0F68-D96D-601A-319CE868FD53}"/>
                    </a:ext>
                  </a:extLst>
                </p14:cNvPr>
                <p14:cNvContentPartPr/>
                <p14:nvPr/>
              </p14:nvContentPartPr>
              <p14:xfrm>
                <a:off x="6833840" y="3927280"/>
                <a:ext cx="271800" cy="3312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EE108D4-0F68-D96D-601A-319CE868FD53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823040" y="3916840"/>
                  <a:ext cx="2930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4F93E9B6-0DF9-4FB7-0200-7F1D981C51F4}"/>
                    </a:ext>
                  </a:extLst>
                </p14:cNvPr>
                <p14:cNvContentPartPr/>
                <p14:nvPr/>
              </p14:nvContentPartPr>
              <p14:xfrm>
                <a:off x="6958040" y="4057240"/>
                <a:ext cx="171720" cy="5760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4F93E9B6-0DF9-4FB7-0200-7F1D981C51F4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947240" y="4046800"/>
                  <a:ext cx="192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1A2F46E9-DBE8-13FB-DC7B-24CC8BFF945E}"/>
                    </a:ext>
                  </a:extLst>
                </p14:cNvPr>
                <p14:cNvContentPartPr/>
                <p14:nvPr/>
              </p14:nvContentPartPr>
              <p14:xfrm>
                <a:off x="7110320" y="4096120"/>
                <a:ext cx="136080" cy="1256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1A2F46E9-DBE8-13FB-DC7B-24CC8BFF945E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099880" y="4085680"/>
                  <a:ext cx="1573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477F3EFE-A7F2-25A1-B222-AE1540E2A153}"/>
                    </a:ext>
                  </a:extLst>
                </p14:cNvPr>
                <p14:cNvContentPartPr/>
                <p14:nvPr/>
              </p14:nvContentPartPr>
              <p14:xfrm>
                <a:off x="7318760" y="3908560"/>
                <a:ext cx="498960" cy="3074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477F3EFE-A7F2-25A1-B222-AE1540E2A15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308320" y="3897760"/>
                  <a:ext cx="5202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B5FDFDA8-DFFD-AB7F-E1DC-3CF2BD21C1BE}"/>
                    </a:ext>
                  </a:extLst>
                </p14:cNvPr>
                <p14:cNvContentPartPr/>
                <p14:nvPr/>
              </p14:nvContentPartPr>
              <p14:xfrm>
                <a:off x="7780640" y="4045720"/>
                <a:ext cx="184320" cy="2156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B5FDFDA8-DFFD-AB7F-E1DC-3CF2BD21C1BE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769840" y="4035280"/>
                  <a:ext cx="205560" cy="23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06E8F1DC-A537-24E3-78D3-E36A7C42F557}"/>
              </a:ext>
            </a:extLst>
          </p:cNvPr>
          <p:cNvGrpSpPr/>
          <p:nvPr/>
        </p:nvGrpSpPr>
        <p:grpSpPr>
          <a:xfrm>
            <a:off x="8321360" y="3829720"/>
            <a:ext cx="995760" cy="371160"/>
            <a:chOff x="8321360" y="3829720"/>
            <a:chExt cx="995760" cy="37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EAC2FEA-8BB6-D717-4411-AB06EA4E8277}"/>
                    </a:ext>
                  </a:extLst>
                </p14:cNvPr>
                <p14:cNvContentPartPr/>
                <p14:nvPr/>
              </p14:nvContentPartPr>
              <p14:xfrm>
                <a:off x="8321360" y="4006840"/>
                <a:ext cx="136080" cy="1231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EAC2FEA-8BB6-D717-4411-AB06EA4E8277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310560" y="3996040"/>
                  <a:ext cx="1573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3E7683F4-67BD-5321-047E-A78558BA589F}"/>
                    </a:ext>
                  </a:extLst>
                </p14:cNvPr>
                <p14:cNvContentPartPr/>
                <p14:nvPr/>
              </p14:nvContentPartPr>
              <p14:xfrm>
                <a:off x="8492720" y="4019800"/>
                <a:ext cx="90000" cy="1386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3E7683F4-67BD-5321-047E-A78558BA589F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482280" y="4009000"/>
                  <a:ext cx="1112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4A1A9128-504D-F5C7-130F-C9A605743581}"/>
                    </a:ext>
                  </a:extLst>
                </p14:cNvPr>
                <p14:cNvContentPartPr/>
                <p14:nvPr/>
              </p14:nvContentPartPr>
              <p14:xfrm>
                <a:off x="8672000" y="3829720"/>
                <a:ext cx="451440" cy="2847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4A1A9128-504D-F5C7-130F-C9A60574358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661200" y="3819280"/>
                  <a:ext cx="4726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9E66C69-4B81-19D6-9C41-BAA86C81AF74}"/>
                    </a:ext>
                  </a:extLst>
                </p14:cNvPr>
                <p14:cNvContentPartPr/>
                <p14:nvPr/>
              </p14:nvContentPartPr>
              <p14:xfrm>
                <a:off x="9089240" y="3968320"/>
                <a:ext cx="227880" cy="2325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9E66C69-4B81-19D6-9C41-BAA86C81AF74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078440" y="3957520"/>
                  <a:ext cx="249120" cy="25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186E5474-B660-9250-FDC5-68F2CCD0AAD5}"/>
              </a:ext>
            </a:extLst>
          </p:cNvPr>
          <p:cNvGrpSpPr/>
          <p:nvPr/>
        </p:nvGrpSpPr>
        <p:grpSpPr>
          <a:xfrm>
            <a:off x="9637160" y="3711280"/>
            <a:ext cx="1589760" cy="444240"/>
            <a:chOff x="9637160" y="3711280"/>
            <a:chExt cx="1589760" cy="44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40D58BDF-5125-BA15-0713-A2B67E7E9D00}"/>
                    </a:ext>
                  </a:extLst>
                </p14:cNvPr>
                <p14:cNvContentPartPr/>
                <p14:nvPr/>
              </p14:nvContentPartPr>
              <p14:xfrm>
                <a:off x="9637160" y="3905320"/>
                <a:ext cx="70560" cy="1850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40D58BDF-5125-BA15-0713-A2B67E7E9D0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626360" y="3894880"/>
                  <a:ext cx="918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26EE6001-6CCA-CC05-DA06-12C907FC1290}"/>
                    </a:ext>
                  </a:extLst>
                </p14:cNvPr>
                <p14:cNvContentPartPr/>
                <p14:nvPr/>
              </p14:nvContentPartPr>
              <p14:xfrm>
                <a:off x="9741560" y="3791560"/>
                <a:ext cx="83880" cy="745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26EE6001-6CCA-CC05-DA06-12C907FC1290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730760" y="3780760"/>
                  <a:ext cx="1051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6E1B8834-E7BF-6BF3-D4AD-06EC4D22A557}"/>
                    </a:ext>
                  </a:extLst>
                </p14:cNvPr>
                <p14:cNvContentPartPr/>
                <p14:nvPr/>
              </p14:nvContentPartPr>
              <p14:xfrm>
                <a:off x="9816440" y="3925840"/>
                <a:ext cx="222480" cy="1638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6E1B8834-E7BF-6BF3-D4AD-06EC4D22A55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805640" y="3915040"/>
                  <a:ext cx="2437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E207B459-EB51-A4FC-188C-5B3E6F6A7087}"/>
                    </a:ext>
                  </a:extLst>
                </p14:cNvPr>
                <p14:cNvContentPartPr/>
                <p14:nvPr/>
              </p14:nvContentPartPr>
              <p14:xfrm>
                <a:off x="10131080" y="3944560"/>
                <a:ext cx="129600" cy="21096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E207B459-EB51-A4FC-188C-5B3E6F6A7087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120640" y="3934120"/>
                  <a:ext cx="1508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37B30832-04E7-8006-CB51-CB31724C0001}"/>
                    </a:ext>
                  </a:extLst>
                </p14:cNvPr>
                <p14:cNvContentPartPr/>
                <p14:nvPr/>
              </p14:nvContentPartPr>
              <p14:xfrm>
                <a:off x="10316480" y="3940240"/>
                <a:ext cx="124920" cy="968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37B30832-04E7-8006-CB51-CB31724C0001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306040" y="3929800"/>
                  <a:ext cx="146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6EB9DD39-7906-7311-216D-AFAC2D8F3FA2}"/>
                    </a:ext>
                  </a:extLst>
                </p14:cNvPr>
                <p14:cNvContentPartPr/>
                <p14:nvPr/>
              </p14:nvContentPartPr>
              <p14:xfrm>
                <a:off x="10505480" y="3913240"/>
                <a:ext cx="137520" cy="1396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6EB9DD39-7906-7311-216D-AFAC2D8F3FA2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494680" y="3902800"/>
                  <a:ext cx="1587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754D371C-40AC-A57A-905E-14845FD6F7A0}"/>
                    </a:ext>
                  </a:extLst>
                </p14:cNvPr>
                <p14:cNvContentPartPr/>
                <p14:nvPr/>
              </p14:nvContentPartPr>
              <p14:xfrm>
                <a:off x="10695920" y="3720280"/>
                <a:ext cx="10440" cy="2800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754D371C-40AC-A57A-905E-14845FD6F7A0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685480" y="3709840"/>
                  <a:ext cx="316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5C010805-8186-C484-A788-1CA08682C01E}"/>
                    </a:ext>
                  </a:extLst>
                </p14:cNvPr>
                <p14:cNvContentPartPr/>
                <p14:nvPr/>
              </p14:nvContentPartPr>
              <p14:xfrm>
                <a:off x="10637600" y="3844840"/>
                <a:ext cx="160200" cy="162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5C010805-8186-C484-A788-1CA08682C01E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627160" y="3834040"/>
                  <a:ext cx="181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BBD2B745-5420-6859-37BB-38BD6E062E08}"/>
                    </a:ext>
                  </a:extLst>
                </p14:cNvPr>
                <p14:cNvContentPartPr/>
                <p14:nvPr/>
              </p14:nvContentPartPr>
              <p14:xfrm>
                <a:off x="10773320" y="3826480"/>
                <a:ext cx="225000" cy="1753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BBD2B745-5420-6859-37BB-38BD6E062E08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762520" y="3816040"/>
                  <a:ext cx="246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A79023DA-32C8-F2F0-2FE7-955AE0DD6B0F}"/>
                    </a:ext>
                  </a:extLst>
                </p14:cNvPr>
                <p14:cNvContentPartPr/>
                <p14:nvPr/>
              </p14:nvContentPartPr>
              <p14:xfrm>
                <a:off x="11100920" y="3711280"/>
                <a:ext cx="14400" cy="2689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A79023DA-32C8-F2F0-2FE7-955AE0DD6B0F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1090120" y="3700480"/>
                  <a:ext cx="356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DF8CE655-84F2-889B-2062-916D26522F33}"/>
                    </a:ext>
                  </a:extLst>
                </p14:cNvPr>
                <p14:cNvContentPartPr/>
                <p14:nvPr/>
              </p14:nvContentPartPr>
              <p14:xfrm>
                <a:off x="11040080" y="3827560"/>
                <a:ext cx="186840" cy="1980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DF8CE655-84F2-889B-2062-916D26522F3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1029280" y="3817120"/>
                  <a:ext cx="20808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ECE858A5-A265-370A-3A82-CA9F482524A6}"/>
              </a:ext>
            </a:extLst>
          </p:cNvPr>
          <p:cNvGrpSpPr/>
          <p:nvPr/>
        </p:nvGrpSpPr>
        <p:grpSpPr>
          <a:xfrm>
            <a:off x="4930160" y="4617760"/>
            <a:ext cx="724680" cy="491400"/>
            <a:chOff x="4930160" y="4617760"/>
            <a:chExt cx="724680" cy="49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AC8EEF2-CC24-0446-64E3-691EEE78C664}"/>
                    </a:ext>
                  </a:extLst>
                </p14:cNvPr>
                <p14:cNvContentPartPr/>
                <p14:nvPr/>
              </p14:nvContentPartPr>
              <p14:xfrm>
                <a:off x="4930160" y="4617760"/>
                <a:ext cx="321120" cy="4914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AC8EEF2-CC24-0446-64E3-691EEE78C664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919720" y="4607320"/>
                  <a:ext cx="34236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4ED89B82-7B36-6EB1-60F3-CA20419FA0C2}"/>
                    </a:ext>
                  </a:extLst>
                </p14:cNvPr>
                <p14:cNvContentPartPr/>
                <p14:nvPr/>
              </p14:nvContentPartPr>
              <p14:xfrm>
                <a:off x="5273600" y="4833040"/>
                <a:ext cx="111240" cy="1195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4ED89B82-7B36-6EB1-60F3-CA20419FA0C2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263160" y="4822240"/>
                  <a:ext cx="132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093362F1-CB41-94A4-514C-C39F68758EDA}"/>
                    </a:ext>
                  </a:extLst>
                </p14:cNvPr>
                <p14:cNvContentPartPr/>
                <p14:nvPr/>
              </p14:nvContentPartPr>
              <p14:xfrm>
                <a:off x="5480600" y="4813600"/>
                <a:ext cx="174240" cy="1285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093362F1-CB41-94A4-514C-C39F68758ED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470160" y="4802800"/>
                  <a:ext cx="19548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B20F3D50-94F9-9527-C8CE-DACE2F9749BF}"/>
              </a:ext>
            </a:extLst>
          </p:cNvPr>
          <p:cNvGrpSpPr/>
          <p:nvPr/>
        </p:nvGrpSpPr>
        <p:grpSpPr>
          <a:xfrm>
            <a:off x="6092960" y="4550800"/>
            <a:ext cx="1342080" cy="448560"/>
            <a:chOff x="6092960" y="4550800"/>
            <a:chExt cx="1342080" cy="44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F1EDEB1-42A5-373F-7A87-74D849257FE0}"/>
                    </a:ext>
                  </a:extLst>
                </p14:cNvPr>
                <p14:cNvContentPartPr/>
                <p14:nvPr/>
              </p14:nvContentPartPr>
              <p14:xfrm>
                <a:off x="6092960" y="4711720"/>
                <a:ext cx="122040" cy="2876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F1EDEB1-42A5-373F-7A87-74D849257FE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082160" y="4701280"/>
                  <a:ext cx="1432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427BEC02-108A-FA25-3CB1-37646C0843BF}"/>
                    </a:ext>
                  </a:extLst>
                </p14:cNvPr>
                <p14:cNvContentPartPr/>
                <p14:nvPr/>
              </p14:nvContentPartPr>
              <p14:xfrm>
                <a:off x="6311840" y="4698040"/>
                <a:ext cx="160200" cy="1832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427BEC02-108A-FA25-3CB1-37646C0843BF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301400" y="4687600"/>
                  <a:ext cx="1814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42248732-460D-A3BF-8A2E-6F1842931BEF}"/>
                    </a:ext>
                  </a:extLst>
                </p14:cNvPr>
                <p14:cNvContentPartPr/>
                <p14:nvPr/>
              </p14:nvContentPartPr>
              <p14:xfrm>
                <a:off x="6494720" y="4774720"/>
                <a:ext cx="7920" cy="666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42248732-460D-A3BF-8A2E-6F1842931BE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484280" y="4763920"/>
                  <a:ext cx="29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B14BFFD6-A234-9D22-5710-A63C3E688075}"/>
                    </a:ext>
                  </a:extLst>
                </p14:cNvPr>
                <p14:cNvContentPartPr/>
                <p14:nvPr/>
              </p14:nvContentPartPr>
              <p14:xfrm>
                <a:off x="6560600" y="4586080"/>
                <a:ext cx="360" cy="3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B14BFFD6-A234-9D22-5710-A63C3E68807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550160" y="45756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750C318-D415-7052-6ABE-DBE5CA522AED}"/>
                    </a:ext>
                  </a:extLst>
                </p14:cNvPr>
                <p14:cNvContentPartPr/>
                <p14:nvPr/>
              </p14:nvContentPartPr>
              <p14:xfrm>
                <a:off x="6658880" y="4663120"/>
                <a:ext cx="77400" cy="14760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750C318-D415-7052-6ABE-DBE5CA522AED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648080" y="4652320"/>
                  <a:ext cx="986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5A3B3107-2A24-2EAD-F065-0C8192F9BE76}"/>
                    </a:ext>
                  </a:extLst>
                </p14:cNvPr>
                <p14:cNvContentPartPr/>
                <p14:nvPr/>
              </p14:nvContentPartPr>
              <p14:xfrm>
                <a:off x="6818360" y="4550800"/>
                <a:ext cx="85320" cy="2800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5A3B3107-2A24-2EAD-F065-0C8192F9BE76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6807920" y="4540000"/>
                  <a:ext cx="1065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BA9494B8-490E-0D89-CD77-36BAFCFC4DA9}"/>
                    </a:ext>
                  </a:extLst>
                </p14:cNvPr>
                <p14:cNvContentPartPr/>
                <p14:nvPr/>
              </p14:nvContentPartPr>
              <p14:xfrm>
                <a:off x="6805760" y="4696240"/>
                <a:ext cx="229320" cy="10728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BA9494B8-490E-0D89-CD77-36BAFCFC4DA9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6794960" y="4685440"/>
                  <a:ext cx="2505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7ED0BB91-9F6F-5867-BA25-229BFA96A202}"/>
                    </a:ext>
                  </a:extLst>
                </p14:cNvPr>
                <p14:cNvContentPartPr/>
                <p14:nvPr/>
              </p14:nvContentPartPr>
              <p14:xfrm>
                <a:off x="7020320" y="4613440"/>
                <a:ext cx="360" cy="36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7ED0BB91-9F6F-5867-BA25-229BFA96A202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009520" y="46030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F41A8AE6-FD96-6B02-8A2F-246D0DE4D78B}"/>
                    </a:ext>
                  </a:extLst>
                </p14:cNvPr>
                <p14:cNvContentPartPr/>
                <p14:nvPr/>
              </p14:nvContentPartPr>
              <p14:xfrm>
                <a:off x="7110320" y="4645840"/>
                <a:ext cx="158400" cy="1483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F41A8AE6-FD96-6B02-8A2F-246D0DE4D78B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7099880" y="4635400"/>
                  <a:ext cx="1796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D092500A-6A6F-8842-B393-FBFF494A132C}"/>
                    </a:ext>
                  </a:extLst>
                </p14:cNvPr>
                <p14:cNvContentPartPr/>
                <p14:nvPr/>
              </p14:nvContentPartPr>
              <p14:xfrm>
                <a:off x="7241000" y="4641520"/>
                <a:ext cx="194040" cy="2329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D092500A-6A6F-8842-B393-FBFF494A132C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7230560" y="4631080"/>
                  <a:ext cx="21528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321A5A2D-4A23-A765-BF0F-263EE6FED07C}"/>
              </a:ext>
            </a:extLst>
          </p:cNvPr>
          <p:cNvGrpSpPr/>
          <p:nvPr/>
        </p:nvGrpSpPr>
        <p:grpSpPr>
          <a:xfrm>
            <a:off x="7959560" y="4491400"/>
            <a:ext cx="398520" cy="331560"/>
            <a:chOff x="7959560" y="4491400"/>
            <a:chExt cx="398520" cy="33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539F671C-B5F5-308E-6346-340E58B1776E}"/>
                    </a:ext>
                  </a:extLst>
                </p14:cNvPr>
                <p14:cNvContentPartPr/>
                <p14:nvPr/>
              </p14:nvContentPartPr>
              <p14:xfrm>
                <a:off x="7967480" y="4554040"/>
                <a:ext cx="96120" cy="26892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539F671C-B5F5-308E-6346-340E58B1776E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7956680" y="4543600"/>
                  <a:ext cx="1173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70D3F50C-E1B1-373F-4420-E76E499FE2BB}"/>
                    </a:ext>
                  </a:extLst>
                </p14:cNvPr>
                <p14:cNvContentPartPr/>
                <p14:nvPr/>
              </p14:nvContentPartPr>
              <p14:xfrm>
                <a:off x="7959560" y="4615960"/>
                <a:ext cx="166680" cy="712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70D3F50C-E1B1-373F-4420-E76E499FE2BB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7948760" y="4605160"/>
                  <a:ext cx="1879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F52CBE02-95B3-EDE7-F7D0-5F80DB787A71}"/>
                    </a:ext>
                  </a:extLst>
                </p14:cNvPr>
                <p14:cNvContentPartPr/>
                <p14:nvPr/>
              </p14:nvContentPartPr>
              <p14:xfrm>
                <a:off x="8141000" y="4491400"/>
                <a:ext cx="123480" cy="29052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F52CBE02-95B3-EDE7-F7D0-5F80DB787A71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8130560" y="4480600"/>
                  <a:ext cx="1447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C78A9C07-CDD5-958A-C565-DF2A687933EF}"/>
                    </a:ext>
                  </a:extLst>
                </p14:cNvPr>
                <p14:cNvContentPartPr/>
                <p14:nvPr/>
              </p14:nvContentPartPr>
              <p14:xfrm>
                <a:off x="8283200" y="4632520"/>
                <a:ext cx="74880" cy="14112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C78A9C07-CDD5-958A-C565-DF2A687933EF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8272400" y="4622080"/>
                  <a:ext cx="9612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BF4A7162-4263-B4B9-449A-6D1AEABE973B}"/>
              </a:ext>
            </a:extLst>
          </p:cNvPr>
          <p:cNvGrpSpPr/>
          <p:nvPr/>
        </p:nvGrpSpPr>
        <p:grpSpPr>
          <a:xfrm>
            <a:off x="8784320" y="4450360"/>
            <a:ext cx="1043280" cy="281520"/>
            <a:chOff x="8784320" y="4450360"/>
            <a:chExt cx="104328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7ACF05A6-8BB2-AADF-99B5-2993AE41249E}"/>
                    </a:ext>
                  </a:extLst>
                </p14:cNvPr>
                <p14:cNvContentPartPr/>
                <p14:nvPr/>
              </p14:nvContentPartPr>
              <p14:xfrm>
                <a:off x="8823920" y="4527760"/>
                <a:ext cx="30960" cy="15804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7ACF05A6-8BB2-AADF-99B5-2993AE41249E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8813120" y="4517320"/>
                  <a:ext cx="522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CE4B4C66-206D-3155-9356-631EFB07DCA0}"/>
                    </a:ext>
                  </a:extLst>
                </p14:cNvPr>
                <p14:cNvContentPartPr/>
                <p14:nvPr/>
              </p14:nvContentPartPr>
              <p14:xfrm>
                <a:off x="8784320" y="4466200"/>
                <a:ext cx="159840" cy="2516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CE4B4C66-206D-3155-9356-631EFB07DCA0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8773880" y="4455400"/>
                  <a:ext cx="1810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379279EB-8D97-9D34-F9E6-8DF68764B8C4}"/>
                    </a:ext>
                  </a:extLst>
                </p14:cNvPr>
                <p14:cNvContentPartPr/>
                <p14:nvPr/>
              </p14:nvContentPartPr>
              <p14:xfrm>
                <a:off x="9052160" y="4531360"/>
                <a:ext cx="42120" cy="12384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379279EB-8D97-9D34-F9E6-8DF68764B8C4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9041720" y="4520560"/>
                  <a:ext cx="633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1EBFDF3D-6038-3F35-9DD2-4812F5172F0D}"/>
                    </a:ext>
                  </a:extLst>
                </p14:cNvPr>
                <p14:cNvContentPartPr/>
                <p14:nvPr/>
              </p14:nvContentPartPr>
              <p14:xfrm>
                <a:off x="9057560" y="4450360"/>
                <a:ext cx="111240" cy="10404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1EBFDF3D-6038-3F35-9DD2-4812F5172F0D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9046760" y="4439920"/>
                  <a:ext cx="1324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E279DA76-CC5C-4748-7A89-C9F58270B3F7}"/>
                    </a:ext>
                  </a:extLst>
                </p14:cNvPr>
                <p14:cNvContentPartPr/>
                <p14:nvPr/>
              </p14:nvContentPartPr>
              <p14:xfrm>
                <a:off x="9181760" y="4533880"/>
                <a:ext cx="96840" cy="16020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E279DA76-CC5C-4748-7A89-C9F58270B3F7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9171320" y="4523080"/>
                  <a:ext cx="1180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0A76A57C-A934-F716-F060-FA13EF7D3489}"/>
                    </a:ext>
                  </a:extLst>
                </p14:cNvPr>
                <p14:cNvContentPartPr/>
                <p14:nvPr/>
              </p14:nvContentPartPr>
              <p14:xfrm>
                <a:off x="9341240" y="4505080"/>
                <a:ext cx="169560" cy="1263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0A76A57C-A934-F716-F060-FA13EF7D3489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9330800" y="4494640"/>
                  <a:ext cx="1908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0DC292B1-2A02-1E3A-CEAC-2E10E5486B30}"/>
                    </a:ext>
                  </a:extLst>
                </p14:cNvPr>
                <p14:cNvContentPartPr/>
                <p14:nvPr/>
              </p14:nvContentPartPr>
              <p14:xfrm>
                <a:off x="9547880" y="4493560"/>
                <a:ext cx="124200" cy="14148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0DC292B1-2A02-1E3A-CEAC-2E10E5486B30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9537440" y="4483120"/>
                  <a:ext cx="1454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3A142003-7739-A2B1-0C38-BE513357B3D8}"/>
                    </a:ext>
                  </a:extLst>
                </p14:cNvPr>
                <p14:cNvContentPartPr/>
                <p14:nvPr/>
              </p14:nvContentPartPr>
              <p14:xfrm>
                <a:off x="9717080" y="4518760"/>
                <a:ext cx="110520" cy="21312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3A142003-7739-A2B1-0C38-BE513357B3D8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9706640" y="4508320"/>
                  <a:ext cx="13176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5E42A9A5-926B-2B07-D3C6-84AE72A0219E}"/>
              </a:ext>
            </a:extLst>
          </p:cNvPr>
          <p:cNvGrpSpPr/>
          <p:nvPr/>
        </p:nvGrpSpPr>
        <p:grpSpPr>
          <a:xfrm>
            <a:off x="10208480" y="4358920"/>
            <a:ext cx="716400" cy="254160"/>
            <a:chOff x="10208480" y="4358920"/>
            <a:chExt cx="716400" cy="2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63E1DF1F-DAD8-4AA3-E0EB-9FAC034F32B1}"/>
                    </a:ext>
                  </a:extLst>
                </p14:cNvPr>
                <p14:cNvContentPartPr/>
                <p14:nvPr/>
              </p14:nvContentPartPr>
              <p14:xfrm>
                <a:off x="10289840" y="4358920"/>
                <a:ext cx="4320" cy="2541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63E1DF1F-DAD8-4AA3-E0EB-9FAC034F32B1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0279400" y="4348120"/>
                  <a:ext cx="255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0C796473-5BBC-622D-1D0F-3EF3AAF05592}"/>
                    </a:ext>
                  </a:extLst>
                </p14:cNvPr>
                <p14:cNvContentPartPr/>
                <p14:nvPr/>
              </p14:nvContentPartPr>
              <p14:xfrm>
                <a:off x="10208480" y="4360000"/>
                <a:ext cx="212400" cy="3564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0C796473-5BBC-622D-1D0F-3EF3AAF05592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0198040" y="4349560"/>
                  <a:ext cx="2336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BC0DCA5D-B6C0-455F-8102-FA190B450943}"/>
                    </a:ext>
                  </a:extLst>
                </p14:cNvPr>
                <p14:cNvContentPartPr/>
                <p14:nvPr/>
              </p14:nvContentPartPr>
              <p14:xfrm>
                <a:off x="10494680" y="4413640"/>
                <a:ext cx="133200" cy="1713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BC0DCA5D-B6C0-455F-8102-FA190B450943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0484240" y="4403200"/>
                  <a:ext cx="1544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BC19C7EE-12E6-BB78-35D2-F59419F6FD66}"/>
                    </a:ext>
                  </a:extLst>
                </p14:cNvPr>
                <p14:cNvContentPartPr/>
                <p14:nvPr/>
              </p14:nvContentPartPr>
              <p14:xfrm>
                <a:off x="10670720" y="4432360"/>
                <a:ext cx="65160" cy="13500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BC19C7EE-12E6-BB78-35D2-F59419F6FD66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0659920" y="4421560"/>
                  <a:ext cx="864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C0F76719-00FE-C8AE-4BAC-8E2CC966C3A7}"/>
                    </a:ext>
                  </a:extLst>
                </p14:cNvPr>
                <p14:cNvContentPartPr/>
                <p14:nvPr/>
              </p14:nvContentPartPr>
              <p14:xfrm>
                <a:off x="10853960" y="4390600"/>
                <a:ext cx="70920" cy="14688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C0F76719-00FE-C8AE-4BAC-8E2CC966C3A7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0843160" y="4379800"/>
                  <a:ext cx="92160" cy="16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5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BBD36D93-40B2-8C63-434F-284B028C18CE}"/>
                  </a:ext>
                </a:extLst>
              </p14:cNvPr>
              <p14:cNvContentPartPr/>
              <p14:nvPr/>
            </p14:nvContentPartPr>
            <p14:xfrm>
              <a:off x="11033600" y="4508680"/>
              <a:ext cx="56160" cy="14328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BBD36D93-40B2-8C63-434F-284B028C18CE}"/>
                  </a:ext>
                </a:extLst>
              </p:cNvPr>
              <p:cNvPicPr/>
              <p:nvPr/>
            </p:nvPicPr>
            <p:blipFill>
              <a:blip r:embed="rId516"/>
              <a:stretch>
                <a:fillRect/>
              </a:stretch>
            </p:blipFill>
            <p:spPr>
              <a:xfrm>
                <a:off x="11023160" y="4497880"/>
                <a:ext cx="77400" cy="16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04" name="Group 403">
            <a:extLst>
              <a:ext uri="{FF2B5EF4-FFF2-40B4-BE49-F238E27FC236}">
                <a16:creationId xmlns:a16="http://schemas.microsoft.com/office/drawing/2014/main" id="{58489EB6-C40A-F03B-197C-19DF298C19E0}"/>
              </a:ext>
            </a:extLst>
          </p:cNvPr>
          <p:cNvGrpSpPr/>
          <p:nvPr/>
        </p:nvGrpSpPr>
        <p:grpSpPr>
          <a:xfrm>
            <a:off x="4975520" y="5278360"/>
            <a:ext cx="587880" cy="321840"/>
            <a:chOff x="4975520" y="5278360"/>
            <a:chExt cx="587880" cy="32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6273A658-A8F1-1994-AB2B-AEC2CC079A2B}"/>
                    </a:ext>
                  </a:extLst>
                </p14:cNvPr>
                <p14:cNvContentPartPr/>
                <p14:nvPr/>
              </p14:nvContentPartPr>
              <p14:xfrm>
                <a:off x="4975520" y="5303560"/>
                <a:ext cx="138960" cy="29664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6273A658-A8F1-1994-AB2B-AEC2CC079A2B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4964720" y="5293120"/>
                  <a:ext cx="1602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1E274635-B707-CBE9-C35A-3C9084AF71D5}"/>
                    </a:ext>
                  </a:extLst>
                </p14:cNvPr>
                <p14:cNvContentPartPr/>
                <p14:nvPr/>
              </p14:nvContentPartPr>
              <p14:xfrm>
                <a:off x="5223920" y="5405080"/>
                <a:ext cx="103320" cy="13392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1E274635-B707-CBE9-C35A-3C9084AF71D5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5213480" y="5394640"/>
                  <a:ext cx="124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9F39C88F-9CC0-FA5E-D551-7767EE6AF12F}"/>
                    </a:ext>
                  </a:extLst>
                </p14:cNvPr>
                <p14:cNvContentPartPr/>
                <p14:nvPr/>
              </p14:nvContentPartPr>
              <p14:xfrm>
                <a:off x="5422280" y="5278360"/>
                <a:ext cx="6840" cy="2858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9F39C88F-9CC0-FA5E-D551-7767EE6AF12F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5411480" y="5267920"/>
                  <a:ext cx="280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2EC4AE97-5CD1-CC4C-B55E-4EC85384F6BB}"/>
                    </a:ext>
                  </a:extLst>
                </p14:cNvPr>
                <p14:cNvContentPartPr/>
                <p14:nvPr/>
              </p14:nvContentPartPr>
              <p14:xfrm>
                <a:off x="5343440" y="5356120"/>
                <a:ext cx="219960" cy="612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2EC4AE97-5CD1-CC4C-B55E-4EC85384F6BB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5333000" y="5345680"/>
                  <a:ext cx="24120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DC9E710F-69C0-3C0A-ED4D-7F2E62AA05BB}"/>
              </a:ext>
            </a:extLst>
          </p:cNvPr>
          <p:cNvGrpSpPr/>
          <p:nvPr/>
        </p:nvGrpSpPr>
        <p:grpSpPr>
          <a:xfrm>
            <a:off x="5742680" y="5156320"/>
            <a:ext cx="954000" cy="456120"/>
            <a:chOff x="5742680" y="5156320"/>
            <a:chExt cx="954000" cy="45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A65B4AFE-6AD5-1D63-A030-70A4277ABF3A}"/>
                    </a:ext>
                  </a:extLst>
                </p14:cNvPr>
                <p14:cNvContentPartPr/>
                <p14:nvPr/>
              </p14:nvContentPartPr>
              <p14:xfrm>
                <a:off x="5742680" y="5364040"/>
                <a:ext cx="180000" cy="2484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A65B4AFE-6AD5-1D63-A030-70A4277ABF3A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5732240" y="5353600"/>
                  <a:ext cx="2012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D45F08D3-670A-905A-1DEF-7694A950AD4E}"/>
                    </a:ext>
                  </a:extLst>
                </p14:cNvPr>
                <p14:cNvContentPartPr/>
                <p14:nvPr/>
              </p14:nvContentPartPr>
              <p14:xfrm>
                <a:off x="5954000" y="5384920"/>
                <a:ext cx="125280" cy="9360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D45F08D3-670A-905A-1DEF-7694A950AD4E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5943560" y="5374480"/>
                  <a:ext cx="1465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E53739C6-DA71-B5F2-9865-70681830E3CF}"/>
                    </a:ext>
                  </a:extLst>
                </p14:cNvPr>
                <p14:cNvContentPartPr/>
                <p14:nvPr/>
              </p14:nvContentPartPr>
              <p14:xfrm>
                <a:off x="6135440" y="5388160"/>
                <a:ext cx="133560" cy="979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E53739C6-DA71-B5F2-9865-70681830E3CF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6125000" y="5377360"/>
                  <a:ext cx="154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F646FA13-866C-B492-B299-FE5C355B3A45}"/>
                    </a:ext>
                  </a:extLst>
                </p14:cNvPr>
                <p14:cNvContentPartPr/>
                <p14:nvPr/>
              </p14:nvContentPartPr>
              <p14:xfrm>
                <a:off x="6366560" y="5191600"/>
                <a:ext cx="44640" cy="9864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F646FA13-866C-B492-B299-FE5C355B3A45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6355760" y="5181160"/>
                  <a:ext cx="658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1F43FE04-EDCC-E88D-A137-EA64553B7D1B}"/>
                    </a:ext>
                  </a:extLst>
                </p14:cNvPr>
                <p14:cNvContentPartPr/>
                <p14:nvPr/>
              </p14:nvContentPartPr>
              <p14:xfrm>
                <a:off x="6553040" y="5168920"/>
                <a:ext cx="22320" cy="23328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1F43FE04-EDCC-E88D-A137-EA64553B7D1B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6542240" y="5158120"/>
                  <a:ext cx="435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B63CA4E2-1329-ED76-AA8E-DC30E88DD1D9}"/>
                    </a:ext>
                  </a:extLst>
                </p14:cNvPr>
                <p14:cNvContentPartPr/>
                <p14:nvPr/>
              </p14:nvContentPartPr>
              <p14:xfrm>
                <a:off x="6647360" y="5156320"/>
                <a:ext cx="49320" cy="30420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B63CA4E2-1329-ED76-AA8E-DC30E88DD1D9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6636920" y="5145520"/>
                  <a:ext cx="70560" cy="32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711EBF94-8EB0-1E40-87F4-E2A1FAFFA25D}"/>
              </a:ext>
            </a:extLst>
          </p:cNvPr>
          <p:cNvGrpSpPr/>
          <p:nvPr/>
        </p:nvGrpSpPr>
        <p:grpSpPr>
          <a:xfrm>
            <a:off x="7014920" y="5101240"/>
            <a:ext cx="621360" cy="372960"/>
            <a:chOff x="7014920" y="5101240"/>
            <a:chExt cx="621360" cy="37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991D7132-4123-1EED-387A-9C14AD22D3E8}"/>
                    </a:ext>
                  </a:extLst>
                </p14:cNvPr>
                <p14:cNvContentPartPr/>
                <p14:nvPr/>
              </p14:nvContentPartPr>
              <p14:xfrm>
                <a:off x="7014920" y="5286640"/>
                <a:ext cx="173160" cy="1875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991D7132-4123-1EED-387A-9C14AD22D3E8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7004480" y="5276200"/>
                  <a:ext cx="194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8D6367BE-4211-9FDC-993D-DEE0AA7207CE}"/>
                    </a:ext>
                  </a:extLst>
                </p14:cNvPr>
                <p14:cNvContentPartPr/>
                <p14:nvPr/>
              </p14:nvContentPartPr>
              <p14:xfrm>
                <a:off x="7238480" y="5282320"/>
                <a:ext cx="68760" cy="14040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8D6367BE-4211-9FDC-993D-DEE0AA7207CE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7228040" y="5271520"/>
                  <a:ext cx="90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93D3C0EC-B4CD-A04B-B2ED-3E797220A0C9}"/>
                    </a:ext>
                  </a:extLst>
                </p14:cNvPr>
                <p14:cNvContentPartPr/>
                <p14:nvPr/>
              </p14:nvContentPartPr>
              <p14:xfrm>
                <a:off x="7375640" y="5282680"/>
                <a:ext cx="122040" cy="1468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93D3C0EC-B4CD-A04B-B2ED-3E797220A0C9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7364840" y="5272240"/>
                  <a:ext cx="1432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4057DB4E-9806-97A8-FC11-A63CBBE92A61}"/>
                    </a:ext>
                  </a:extLst>
                </p14:cNvPr>
                <p14:cNvContentPartPr/>
                <p14:nvPr/>
              </p14:nvContentPartPr>
              <p14:xfrm>
                <a:off x="7516760" y="5101240"/>
                <a:ext cx="119520" cy="28260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4057DB4E-9806-97A8-FC11-A63CBBE92A61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7506320" y="5090800"/>
                  <a:ext cx="140760" cy="30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5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7F43A97A-3AE2-620C-9806-2ED081045A93}"/>
                  </a:ext>
                </a:extLst>
              </p14:cNvPr>
              <p14:cNvContentPartPr/>
              <p14:nvPr/>
            </p14:nvContentPartPr>
            <p14:xfrm>
              <a:off x="7950920" y="5244160"/>
              <a:ext cx="168840" cy="130320"/>
            </p14:xfrm>
          </p:contentPart>
        </mc:Choice>
        <mc:Fallback xmlns=""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7F43A97A-3AE2-620C-9806-2ED081045A93}"/>
                  </a:ext>
                </a:extLst>
              </p:cNvPr>
              <p:cNvPicPr/>
              <p:nvPr/>
            </p:nvPicPr>
            <p:blipFill>
              <a:blip r:embed="rId546"/>
              <a:stretch>
                <a:fillRect/>
              </a:stretch>
            </p:blipFill>
            <p:spPr>
              <a:xfrm>
                <a:off x="7940480" y="5233360"/>
                <a:ext cx="190080" cy="15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1" name="Group 420">
            <a:extLst>
              <a:ext uri="{FF2B5EF4-FFF2-40B4-BE49-F238E27FC236}">
                <a16:creationId xmlns:a16="http://schemas.microsoft.com/office/drawing/2014/main" id="{37BD5D8A-0DC8-4971-BB2E-839FB9370C4D}"/>
              </a:ext>
            </a:extLst>
          </p:cNvPr>
          <p:cNvGrpSpPr/>
          <p:nvPr/>
        </p:nvGrpSpPr>
        <p:grpSpPr>
          <a:xfrm>
            <a:off x="8384720" y="5173240"/>
            <a:ext cx="545400" cy="265680"/>
            <a:chOff x="8384720" y="5173240"/>
            <a:chExt cx="54540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62A2AED9-DCB5-E170-3B33-FE09F8515A0C}"/>
                    </a:ext>
                  </a:extLst>
                </p14:cNvPr>
                <p14:cNvContentPartPr/>
                <p14:nvPr/>
              </p14:nvContentPartPr>
              <p14:xfrm>
                <a:off x="8384720" y="5191600"/>
                <a:ext cx="219960" cy="14508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62A2AED9-DCB5-E170-3B33-FE09F8515A0C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8373920" y="5181160"/>
                  <a:ext cx="2412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524D6E39-AD0B-DF8C-16CB-2A77F77732D7}"/>
                    </a:ext>
                  </a:extLst>
                </p14:cNvPr>
                <p14:cNvContentPartPr/>
                <p14:nvPr/>
              </p14:nvContentPartPr>
              <p14:xfrm>
                <a:off x="8652200" y="5174320"/>
                <a:ext cx="129960" cy="12276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524D6E39-AD0B-DF8C-16CB-2A77F77732D7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8641760" y="5163880"/>
                  <a:ext cx="1512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C10292FC-1B15-B41C-D727-FD579A2B0068}"/>
                    </a:ext>
                  </a:extLst>
                </p14:cNvPr>
                <p14:cNvContentPartPr/>
                <p14:nvPr/>
              </p14:nvContentPartPr>
              <p14:xfrm>
                <a:off x="8685320" y="5173240"/>
                <a:ext cx="244800" cy="26568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C10292FC-1B15-B41C-D727-FD579A2B0068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8674880" y="5162800"/>
                  <a:ext cx="26604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0C9E7662-E2E8-20BA-E72C-3E521D724BDF}"/>
              </a:ext>
            </a:extLst>
          </p:cNvPr>
          <p:cNvGrpSpPr/>
          <p:nvPr/>
        </p:nvGrpSpPr>
        <p:grpSpPr>
          <a:xfrm>
            <a:off x="9402800" y="5000800"/>
            <a:ext cx="284400" cy="253800"/>
            <a:chOff x="9402800" y="5000800"/>
            <a:chExt cx="28440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DD41EB64-B64D-8F88-847D-5185C1C5FD84}"/>
                    </a:ext>
                  </a:extLst>
                </p14:cNvPr>
                <p14:cNvContentPartPr/>
                <p14:nvPr/>
              </p14:nvContentPartPr>
              <p14:xfrm>
                <a:off x="9402800" y="5000800"/>
                <a:ext cx="39600" cy="25380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DD41EB64-B64D-8F88-847D-5185C1C5FD84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9392000" y="4990360"/>
                  <a:ext cx="608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9C8123D2-5601-9341-D34E-52FC6866AAE5}"/>
                    </a:ext>
                  </a:extLst>
                </p14:cNvPr>
                <p14:cNvContentPartPr/>
                <p14:nvPr/>
              </p14:nvContentPartPr>
              <p14:xfrm>
                <a:off x="9433040" y="5137600"/>
                <a:ext cx="254160" cy="10116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9C8123D2-5601-9341-D34E-52FC6866AAE5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9422600" y="5126800"/>
                  <a:ext cx="27540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77A1AFEA-A711-C23A-9D13-B0DA8E89C7DE}"/>
              </a:ext>
            </a:extLst>
          </p:cNvPr>
          <p:cNvGrpSpPr/>
          <p:nvPr/>
        </p:nvGrpSpPr>
        <p:grpSpPr>
          <a:xfrm>
            <a:off x="9985280" y="4923040"/>
            <a:ext cx="466200" cy="331920"/>
            <a:chOff x="9985280" y="4923040"/>
            <a:chExt cx="46620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0B4C8AFB-E0B1-C109-5040-5641D0E20BCE}"/>
                    </a:ext>
                  </a:extLst>
                </p14:cNvPr>
                <p14:cNvContentPartPr/>
                <p14:nvPr/>
              </p14:nvContentPartPr>
              <p14:xfrm>
                <a:off x="9985280" y="5112400"/>
                <a:ext cx="94320" cy="13428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0B4C8AFB-E0B1-C109-5040-5641D0E20BCE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974480" y="5101960"/>
                  <a:ext cx="115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7EF35D0C-C27D-08B5-D1F2-149E9B38DFF5}"/>
                    </a:ext>
                  </a:extLst>
                </p14:cNvPr>
                <p14:cNvContentPartPr/>
                <p14:nvPr/>
              </p14:nvContentPartPr>
              <p14:xfrm>
                <a:off x="10152680" y="5150560"/>
                <a:ext cx="99360" cy="10440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7EF35D0C-C27D-08B5-D1F2-149E9B38DFF5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10142240" y="5139760"/>
                  <a:ext cx="120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48E5E120-C3A6-7874-9D36-BCF7E6787C2B}"/>
                    </a:ext>
                  </a:extLst>
                </p14:cNvPr>
                <p14:cNvContentPartPr/>
                <p14:nvPr/>
              </p14:nvContentPartPr>
              <p14:xfrm>
                <a:off x="10319000" y="4940320"/>
                <a:ext cx="25560" cy="24696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48E5E120-C3A6-7874-9D36-BCF7E6787C2B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10308560" y="4929520"/>
                  <a:ext cx="468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790B7AB4-5286-17C8-2FA5-4FC61752D0F3}"/>
                    </a:ext>
                  </a:extLst>
                </p14:cNvPr>
                <p14:cNvContentPartPr/>
                <p14:nvPr/>
              </p14:nvContentPartPr>
              <p14:xfrm>
                <a:off x="10392800" y="4923040"/>
                <a:ext cx="58680" cy="2790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790B7AB4-5286-17C8-2FA5-4FC61752D0F3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0382000" y="4912600"/>
                  <a:ext cx="7992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1CBA65CF-E487-CAC6-E7DE-CEF16FBB67D9}"/>
              </a:ext>
            </a:extLst>
          </p:cNvPr>
          <p:cNvGrpSpPr/>
          <p:nvPr/>
        </p:nvGrpSpPr>
        <p:grpSpPr>
          <a:xfrm>
            <a:off x="10645160" y="4882360"/>
            <a:ext cx="810360" cy="322200"/>
            <a:chOff x="10645160" y="4882360"/>
            <a:chExt cx="81036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2058DFA5-98C5-4BAA-F477-89BED7F2295A}"/>
                    </a:ext>
                  </a:extLst>
                </p14:cNvPr>
                <p14:cNvContentPartPr/>
                <p14:nvPr/>
              </p14:nvContentPartPr>
              <p14:xfrm>
                <a:off x="10645160" y="5046520"/>
                <a:ext cx="117000" cy="15804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2058DFA5-98C5-4BAA-F477-89BED7F2295A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0634720" y="5036080"/>
                  <a:ext cx="1382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E707E452-9D1E-A765-CBC6-6ABD29801184}"/>
                    </a:ext>
                  </a:extLst>
                </p14:cNvPr>
                <p14:cNvContentPartPr/>
                <p14:nvPr/>
              </p14:nvContentPartPr>
              <p14:xfrm>
                <a:off x="10808600" y="4882360"/>
                <a:ext cx="258840" cy="27612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E707E452-9D1E-A765-CBC6-6ABD29801184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0797800" y="4871920"/>
                  <a:ext cx="2800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17330078-D710-0312-3609-E9AC82663E63}"/>
                    </a:ext>
                  </a:extLst>
                </p14:cNvPr>
                <p14:cNvContentPartPr/>
                <p14:nvPr/>
              </p14:nvContentPartPr>
              <p14:xfrm>
                <a:off x="11118560" y="4992880"/>
                <a:ext cx="157680" cy="11628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17330078-D710-0312-3609-E9AC82663E63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1108120" y="4982080"/>
                  <a:ext cx="1789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67BA5BC1-074E-EC64-14D5-D8FB8ABC49CE}"/>
                    </a:ext>
                  </a:extLst>
                </p14:cNvPr>
                <p14:cNvContentPartPr/>
                <p14:nvPr/>
              </p14:nvContentPartPr>
              <p14:xfrm>
                <a:off x="11305760" y="4971280"/>
                <a:ext cx="34200" cy="10620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67BA5BC1-074E-EC64-14D5-D8FB8ABC49CE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1295320" y="4960840"/>
                  <a:ext cx="554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EAF4E62B-08DF-B8C3-DF69-8BF1AC1FBD76}"/>
                    </a:ext>
                  </a:extLst>
                </p14:cNvPr>
                <p14:cNvContentPartPr/>
                <p14:nvPr/>
              </p14:nvContentPartPr>
              <p14:xfrm>
                <a:off x="11413040" y="4963000"/>
                <a:ext cx="42480" cy="16488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EAF4E62B-08DF-B8C3-DF69-8BF1AC1FBD76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1402600" y="4952560"/>
                  <a:ext cx="6372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1BBAD214-6FDD-33C7-C0FC-8C6A871E1F2A}"/>
              </a:ext>
            </a:extLst>
          </p:cNvPr>
          <p:cNvGrpSpPr/>
          <p:nvPr/>
        </p:nvGrpSpPr>
        <p:grpSpPr>
          <a:xfrm>
            <a:off x="5034920" y="5814040"/>
            <a:ext cx="474120" cy="265680"/>
            <a:chOff x="5034920" y="5814040"/>
            <a:chExt cx="47412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80D65567-92F1-6F3D-CEC5-6D13AFBF66D3}"/>
                    </a:ext>
                  </a:extLst>
                </p14:cNvPr>
                <p14:cNvContentPartPr/>
                <p14:nvPr/>
              </p14:nvContentPartPr>
              <p14:xfrm>
                <a:off x="5034920" y="5822320"/>
                <a:ext cx="19440" cy="25740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80D65567-92F1-6F3D-CEC5-6D13AFBF66D3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5024480" y="5811520"/>
                  <a:ext cx="406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D4C23025-5C2F-7A90-762F-46DE719DFDBF}"/>
                    </a:ext>
                  </a:extLst>
                </p14:cNvPr>
                <p14:cNvContentPartPr/>
                <p14:nvPr/>
              </p14:nvContentPartPr>
              <p14:xfrm>
                <a:off x="5145440" y="5966320"/>
                <a:ext cx="15480" cy="9504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D4C23025-5C2F-7A90-762F-46DE719DFDBF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5135000" y="5955520"/>
                  <a:ext cx="367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8238E586-F996-65FD-42E0-639D1CDA3711}"/>
                    </a:ext>
                  </a:extLst>
                </p14:cNvPr>
                <p14:cNvContentPartPr/>
                <p14:nvPr/>
              </p14:nvContentPartPr>
              <p14:xfrm>
                <a:off x="5150480" y="5901160"/>
                <a:ext cx="360" cy="36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8238E586-F996-65FD-42E0-639D1CDA3711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5140040" y="58903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E2762F54-634C-C6CE-17D5-F27B59784B30}"/>
                    </a:ext>
                  </a:extLst>
                </p14:cNvPr>
                <p14:cNvContentPartPr/>
                <p14:nvPr/>
              </p14:nvContentPartPr>
              <p14:xfrm>
                <a:off x="5285120" y="5814040"/>
                <a:ext cx="91800" cy="22068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E2762F54-634C-C6CE-17D5-F27B59784B30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5274320" y="5803600"/>
                  <a:ext cx="113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3DC06976-5632-E288-3025-3F8C7FF3D24B}"/>
                    </a:ext>
                  </a:extLst>
                </p14:cNvPr>
                <p14:cNvContentPartPr/>
                <p14:nvPr/>
              </p14:nvContentPartPr>
              <p14:xfrm>
                <a:off x="5338400" y="5952280"/>
                <a:ext cx="103320" cy="10872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3DC06976-5632-E288-3025-3F8C7FF3D24B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5327960" y="5941840"/>
                  <a:ext cx="1245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F1B17BB5-F0A7-11F6-3AF3-D984488360C9}"/>
                    </a:ext>
                  </a:extLst>
                </p14:cNvPr>
                <p14:cNvContentPartPr/>
                <p14:nvPr/>
              </p14:nvContentPartPr>
              <p14:xfrm>
                <a:off x="5442440" y="5881720"/>
                <a:ext cx="66600" cy="17712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F1B17BB5-F0A7-11F6-3AF3-D984488360C9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5432000" y="5871280"/>
                  <a:ext cx="8784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1FA2D16B-170A-721C-7755-BA5DB20EA46A}"/>
              </a:ext>
            </a:extLst>
          </p:cNvPr>
          <p:cNvGrpSpPr/>
          <p:nvPr/>
        </p:nvGrpSpPr>
        <p:grpSpPr>
          <a:xfrm>
            <a:off x="5839880" y="5780920"/>
            <a:ext cx="926280" cy="263160"/>
            <a:chOff x="5839880" y="5780920"/>
            <a:chExt cx="92628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3FB3B554-FA6B-6F30-FD7F-C200986C1CC5}"/>
                    </a:ext>
                  </a:extLst>
                </p14:cNvPr>
                <p14:cNvContentPartPr/>
                <p14:nvPr/>
              </p14:nvContentPartPr>
              <p14:xfrm>
                <a:off x="5860040" y="5792440"/>
                <a:ext cx="137520" cy="25164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3FB3B554-FA6B-6F30-FD7F-C200986C1CC5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5849240" y="5782000"/>
                  <a:ext cx="1587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BC09DBDD-1A3E-53FF-0A9D-1FD247E5A414}"/>
                    </a:ext>
                  </a:extLst>
                </p14:cNvPr>
                <p14:cNvContentPartPr/>
                <p14:nvPr/>
              </p14:nvContentPartPr>
              <p14:xfrm>
                <a:off x="5839880" y="5902240"/>
                <a:ext cx="175680" cy="2772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BC09DBDD-1A3E-53FF-0A9D-1FD247E5A414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5829080" y="5891440"/>
                  <a:ext cx="1969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D0EE809D-04DD-3B5F-6EFF-7302E719C0F2}"/>
                    </a:ext>
                  </a:extLst>
                </p14:cNvPr>
                <p14:cNvContentPartPr/>
                <p14:nvPr/>
              </p14:nvContentPartPr>
              <p14:xfrm>
                <a:off x="6068120" y="5780920"/>
                <a:ext cx="135000" cy="18900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D0EE809D-04DD-3B5F-6EFF-7302E719C0F2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6057680" y="5770480"/>
                  <a:ext cx="156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AB1E4CCC-E674-9EA5-FD9E-EFD0561192F7}"/>
                    </a:ext>
                  </a:extLst>
                </p14:cNvPr>
                <p14:cNvContentPartPr/>
                <p14:nvPr/>
              </p14:nvContentPartPr>
              <p14:xfrm>
                <a:off x="6315800" y="5846080"/>
                <a:ext cx="360" cy="12384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AB1E4CCC-E674-9EA5-FD9E-EFD0561192F7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6305000" y="5835640"/>
                  <a:ext cx="216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913ABF13-2F9A-79B9-B635-545F0B192A89}"/>
                    </a:ext>
                  </a:extLst>
                </p14:cNvPr>
                <p14:cNvContentPartPr/>
                <p14:nvPr/>
              </p14:nvContentPartPr>
              <p14:xfrm>
                <a:off x="6299240" y="5782360"/>
                <a:ext cx="360" cy="3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913ABF13-2F9A-79B9-B635-545F0B192A89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288800" y="57715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026157DD-E4C4-77CE-2865-A1B4B4308645}"/>
                    </a:ext>
                  </a:extLst>
                </p14:cNvPr>
                <p14:cNvContentPartPr/>
                <p14:nvPr/>
              </p14:nvContentPartPr>
              <p14:xfrm>
                <a:off x="6413000" y="5821960"/>
                <a:ext cx="96120" cy="13536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026157DD-E4C4-77CE-2865-A1B4B4308645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6402200" y="5811520"/>
                  <a:ext cx="117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D36A6B17-D8CA-AAD8-C1A0-E684C2C360D6}"/>
                    </a:ext>
                  </a:extLst>
                </p14:cNvPr>
                <p14:cNvContentPartPr/>
                <p14:nvPr/>
              </p14:nvContentPartPr>
              <p14:xfrm>
                <a:off x="6659240" y="5900800"/>
                <a:ext cx="68040" cy="4464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D36A6B17-D8CA-AAD8-C1A0-E684C2C360D6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6648440" y="5890000"/>
                  <a:ext cx="892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ACDAC27A-CD84-05E2-4BE7-29FADA98365E}"/>
                    </a:ext>
                  </a:extLst>
                </p14:cNvPr>
                <p14:cNvContentPartPr/>
                <p14:nvPr/>
              </p14:nvContentPartPr>
              <p14:xfrm>
                <a:off x="6662840" y="5788840"/>
                <a:ext cx="103320" cy="4176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ACDAC27A-CD84-05E2-4BE7-29FADA98365E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6652040" y="5778040"/>
                  <a:ext cx="12456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1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053AEB05-DCC9-F753-F4D3-1C50985E381B}"/>
                  </a:ext>
                </a:extLst>
              </p14:cNvPr>
              <p14:cNvContentPartPr/>
              <p14:nvPr/>
            </p14:nvContentPartPr>
            <p14:xfrm>
              <a:off x="7130480" y="5805400"/>
              <a:ext cx="187200" cy="462240"/>
            </p14:xfrm>
          </p:contentPart>
        </mc:Choice>
        <mc:Fallback xmlns=""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053AEB05-DCC9-F753-F4D3-1C50985E381B}"/>
                  </a:ext>
                </a:extLst>
              </p:cNvPr>
              <p:cNvPicPr/>
              <p:nvPr/>
            </p:nvPicPr>
            <p:blipFill>
              <a:blip r:embed="rId602"/>
              <a:stretch>
                <a:fillRect/>
              </a:stretch>
            </p:blipFill>
            <p:spPr>
              <a:xfrm>
                <a:off x="7119680" y="5794600"/>
                <a:ext cx="208440" cy="48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8" name="Group 477">
            <a:extLst>
              <a:ext uri="{FF2B5EF4-FFF2-40B4-BE49-F238E27FC236}">
                <a16:creationId xmlns:a16="http://schemas.microsoft.com/office/drawing/2014/main" id="{1F913F47-5322-BEF1-3920-CF26F4CFA111}"/>
              </a:ext>
            </a:extLst>
          </p:cNvPr>
          <p:cNvGrpSpPr/>
          <p:nvPr/>
        </p:nvGrpSpPr>
        <p:grpSpPr>
          <a:xfrm>
            <a:off x="7489040" y="5806120"/>
            <a:ext cx="574560" cy="406800"/>
            <a:chOff x="7489040" y="5806120"/>
            <a:chExt cx="574560" cy="40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13D9F18D-9B90-45C1-75E9-C2C572EBF0C1}"/>
                    </a:ext>
                  </a:extLst>
                </p14:cNvPr>
                <p14:cNvContentPartPr/>
                <p14:nvPr/>
              </p14:nvContentPartPr>
              <p14:xfrm>
                <a:off x="7489040" y="5806120"/>
                <a:ext cx="176040" cy="40680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13D9F18D-9B90-45C1-75E9-C2C572EBF0C1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7478600" y="5795320"/>
                  <a:ext cx="1972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15D97BD0-1936-A6E2-7AD5-7747F30EC369}"/>
                    </a:ext>
                  </a:extLst>
                </p14:cNvPr>
                <p14:cNvContentPartPr/>
                <p14:nvPr/>
              </p14:nvContentPartPr>
              <p14:xfrm>
                <a:off x="7769120" y="5910880"/>
                <a:ext cx="72720" cy="20016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15D97BD0-1936-A6E2-7AD5-7747F30EC369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7758320" y="5900080"/>
                  <a:ext cx="939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18A89B10-960E-FEF9-647A-E6FF06789AAD}"/>
                    </a:ext>
                  </a:extLst>
                </p14:cNvPr>
                <p14:cNvContentPartPr/>
                <p14:nvPr/>
              </p14:nvContentPartPr>
              <p14:xfrm>
                <a:off x="7922840" y="5808640"/>
                <a:ext cx="140760" cy="39024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18A89B10-960E-FEF9-647A-E6FF06789AAD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7912040" y="5797840"/>
                  <a:ext cx="162000" cy="41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9">
            <p14:nvContentPartPr>
              <p14:cNvPr id="466" name="Ink 465">
                <a:extLst>
                  <a:ext uri="{FF2B5EF4-FFF2-40B4-BE49-F238E27FC236}">
                    <a16:creationId xmlns:a16="http://schemas.microsoft.com/office/drawing/2014/main" id="{9E93F680-BBEA-9AC1-E23D-AD4490E1042B}"/>
                  </a:ext>
                </a:extLst>
              </p14:cNvPr>
              <p14:cNvContentPartPr/>
              <p14:nvPr/>
            </p14:nvContentPartPr>
            <p14:xfrm>
              <a:off x="8228480" y="6081520"/>
              <a:ext cx="360" cy="71280"/>
            </p14:xfrm>
          </p:contentPart>
        </mc:Choice>
        <mc:Fallback xmlns="">
          <p:pic>
            <p:nvPicPr>
              <p:cNvPr id="466" name="Ink 465">
                <a:extLst>
                  <a:ext uri="{FF2B5EF4-FFF2-40B4-BE49-F238E27FC236}">
                    <a16:creationId xmlns:a16="http://schemas.microsoft.com/office/drawing/2014/main" id="{9E93F680-BBEA-9AC1-E23D-AD4490E1042B}"/>
                  </a:ext>
                </a:extLst>
              </p:cNvPr>
              <p:cNvPicPr/>
              <p:nvPr/>
            </p:nvPicPr>
            <p:blipFill>
              <a:blip r:embed="rId610"/>
              <a:stretch>
                <a:fillRect/>
              </a:stretch>
            </p:blipFill>
            <p:spPr>
              <a:xfrm>
                <a:off x="8218040" y="6070720"/>
                <a:ext cx="2160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6" name="Group 475">
            <a:extLst>
              <a:ext uri="{FF2B5EF4-FFF2-40B4-BE49-F238E27FC236}">
                <a16:creationId xmlns:a16="http://schemas.microsoft.com/office/drawing/2014/main" id="{FF53C00E-EBBF-2475-90ED-3F449B66C827}"/>
              </a:ext>
            </a:extLst>
          </p:cNvPr>
          <p:cNvGrpSpPr/>
          <p:nvPr/>
        </p:nvGrpSpPr>
        <p:grpSpPr>
          <a:xfrm>
            <a:off x="8482280" y="5751400"/>
            <a:ext cx="1209960" cy="435960"/>
            <a:chOff x="8482280" y="5751400"/>
            <a:chExt cx="1209960" cy="43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5B64E86B-E221-77A5-493E-EDCB833F9BB6}"/>
                    </a:ext>
                  </a:extLst>
                </p14:cNvPr>
                <p14:cNvContentPartPr/>
                <p14:nvPr/>
              </p14:nvContentPartPr>
              <p14:xfrm>
                <a:off x="8482280" y="5785240"/>
                <a:ext cx="151560" cy="40212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5B64E86B-E221-77A5-493E-EDCB833F9BB6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8471840" y="5774800"/>
                  <a:ext cx="17280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9AE4BC80-FDE1-0FEC-9C50-509CC2FCFE21}"/>
                    </a:ext>
                  </a:extLst>
                </p14:cNvPr>
                <p14:cNvContentPartPr/>
                <p14:nvPr/>
              </p14:nvContentPartPr>
              <p14:xfrm>
                <a:off x="8695040" y="5837080"/>
                <a:ext cx="135720" cy="27108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9AE4BC80-FDE1-0FEC-9C50-509CC2FCFE21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8684240" y="5826280"/>
                  <a:ext cx="1569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68EC4DC4-6191-027A-4A3F-E22E8587EA19}"/>
                    </a:ext>
                  </a:extLst>
                </p14:cNvPr>
                <p14:cNvContentPartPr/>
                <p14:nvPr/>
              </p14:nvContentPartPr>
              <p14:xfrm>
                <a:off x="8966120" y="5984320"/>
                <a:ext cx="2880" cy="11808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68EC4DC4-6191-027A-4A3F-E22E8587EA19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8955320" y="5973880"/>
                  <a:ext cx="241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6BE18CBB-1FF3-9401-4D6F-B5F5F75B2B47}"/>
                    </a:ext>
                  </a:extLst>
                </p14:cNvPr>
                <p14:cNvContentPartPr/>
                <p14:nvPr/>
              </p14:nvContentPartPr>
              <p14:xfrm>
                <a:off x="9039560" y="5882800"/>
                <a:ext cx="183240" cy="21024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6BE18CBB-1FF3-9401-4D6F-B5F5F75B2B47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9029120" y="5872000"/>
                  <a:ext cx="2044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3FD100E2-C2F3-A6E7-2391-A51145C8BEB8}"/>
                    </a:ext>
                  </a:extLst>
                </p14:cNvPr>
                <p14:cNvContentPartPr/>
                <p14:nvPr/>
              </p14:nvContentPartPr>
              <p14:xfrm>
                <a:off x="9233960" y="5929240"/>
                <a:ext cx="117360" cy="12744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3FD100E2-C2F3-A6E7-2391-A51145C8BEB8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9223160" y="5918440"/>
                  <a:ext cx="1386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8C385A9F-D8AD-F6A0-8850-FA80BC3B97D5}"/>
                    </a:ext>
                  </a:extLst>
                </p14:cNvPr>
                <p14:cNvContentPartPr/>
                <p14:nvPr/>
              </p14:nvContentPartPr>
              <p14:xfrm>
                <a:off x="9419000" y="5751400"/>
                <a:ext cx="113040" cy="41040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8C385A9F-D8AD-F6A0-8850-FA80BC3B97D5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9408560" y="5740600"/>
                  <a:ext cx="13428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116DB90F-BD92-DC69-C5F2-30B0CAD66450}"/>
                    </a:ext>
                  </a:extLst>
                </p14:cNvPr>
                <p14:cNvContentPartPr/>
                <p14:nvPr/>
              </p14:nvContentPartPr>
              <p14:xfrm>
                <a:off x="9686840" y="6024280"/>
                <a:ext cx="5400" cy="10656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116DB90F-BD92-DC69-C5F2-30B0CAD66450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9676400" y="6013840"/>
                  <a:ext cx="2664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5" name="Group 504">
            <a:extLst>
              <a:ext uri="{FF2B5EF4-FFF2-40B4-BE49-F238E27FC236}">
                <a16:creationId xmlns:a16="http://schemas.microsoft.com/office/drawing/2014/main" id="{9E3563E9-E5BF-7343-E00B-E2E1D146F184}"/>
              </a:ext>
            </a:extLst>
          </p:cNvPr>
          <p:cNvGrpSpPr/>
          <p:nvPr/>
        </p:nvGrpSpPr>
        <p:grpSpPr>
          <a:xfrm>
            <a:off x="9943880" y="5698840"/>
            <a:ext cx="2011680" cy="469800"/>
            <a:chOff x="9943880" y="5698840"/>
            <a:chExt cx="201168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25D86557-3325-163B-E901-642CE4C77789}"/>
                    </a:ext>
                  </a:extLst>
                </p14:cNvPr>
                <p14:cNvContentPartPr/>
                <p14:nvPr/>
              </p14:nvContentPartPr>
              <p14:xfrm>
                <a:off x="9943880" y="5698840"/>
                <a:ext cx="131760" cy="46980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25D86557-3325-163B-E901-642CE4C77789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9933440" y="5688400"/>
                  <a:ext cx="15300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9680B7C2-0115-6249-3855-B76A50404FEC}"/>
                    </a:ext>
                  </a:extLst>
                </p14:cNvPr>
                <p14:cNvContentPartPr/>
                <p14:nvPr/>
              </p14:nvContentPartPr>
              <p14:xfrm>
                <a:off x="10150160" y="5903680"/>
                <a:ext cx="53640" cy="16452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9680B7C2-0115-6249-3855-B76A50404FEC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10139720" y="5893240"/>
                  <a:ext cx="748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B2AEC755-E1D5-DC33-9B04-B56E19C0A013}"/>
                    </a:ext>
                  </a:extLst>
                </p14:cNvPr>
                <p14:cNvContentPartPr/>
                <p14:nvPr/>
              </p14:nvContentPartPr>
              <p14:xfrm>
                <a:off x="10253840" y="5932840"/>
                <a:ext cx="70560" cy="10440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B2AEC755-E1D5-DC33-9B04-B56E19C0A013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10243040" y="5922400"/>
                  <a:ext cx="918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A32379B4-BF79-2AEE-3A84-35187C1F8CF9}"/>
                    </a:ext>
                  </a:extLst>
                </p14:cNvPr>
                <p14:cNvContentPartPr/>
                <p14:nvPr/>
              </p14:nvContentPartPr>
              <p14:xfrm>
                <a:off x="10383800" y="5776600"/>
                <a:ext cx="23040" cy="24120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A32379B4-BF79-2AEE-3A84-35187C1F8CF9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10373000" y="5765800"/>
                  <a:ext cx="442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69FD38DF-6920-7657-EE5D-5DF1ED60C9CD}"/>
                    </a:ext>
                  </a:extLst>
                </p14:cNvPr>
                <p14:cNvContentPartPr/>
                <p14:nvPr/>
              </p14:nvContentPartPr>
              <p14:xfrm>
                <a:off x="10452200" y="5753560"/>
                <a:ext cx="21960" cy="25848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69FD38DF-6920-7657-EE5D-5DF1ED60C9CD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10441760" y="5743120"/>
                  <a:ext cx="432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5BAEF6C0-D7E9-C066-2ED2-9C3041437DB9}"/>
                    </a:ext>
                  </a:extLst>
                </p14:cNvPr>
                <p14:cNvContentPartPr/>
                <p14:nvPr/>
              </p14:nvContentPartPr>
              <p14:xfrm>
                <a:off x="10540040" y="5944360"/>
                <a:ext cx="5400" cy="13500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5BAEF6C0-D7E9-C066-2ED2-9C3041437DB9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10529240" y="5933920"/>
                  <a:ext cx="266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B7A9BC02-54AB-0BA1-585F-36C201FF8DCB}"/>
                    </a:ext>
                  </a:extLst>
                </p14:cNvPr>
                <p14:cNvContentPartPr/>
                <p14:nvPr/>
              </p14:nvContentPartPr>
              <p14:xfrm>
                <a:off x="10628600" y="5855080"/>
                <a:ext cx="72720" cy="17604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B7A9BC02-54AB-0BA1-585F-36C201FF8DCB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10618160" y="5844640"/>
                  <a:ext cx="939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4330C3E2-8544-D002-8EE8-BC76DA666505}"/>
                    </a:ext>
                  </a:extLst>
                </p14:cNvPr>
                <p14:cNvContentPartPr/>
                <p14:nvPr/>
              </p14:nvContentPartPr>
              <p14:xfrm>
                <a:off x="10760720" y="5905480"/>
                <a:ext cx="42120" cy="8568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4330C3E2-8544-D002-8EE8-BC76DA666505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10750280" y="5895040"/>
                  <a:ext cx="633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DB8A20D4-E574-922E-23D3-453416B60DF5}"/>
                    </a:ext>
                  </a:extLst>
                </p14:cNvPr>
                <p14:cNvContentPartPr/>
                <p14:nvPr/>
              </p14:nvContentPartPr>
              <p14:xfrm>
                <a:off x="10869800" y="5698840"/>
                <a:ext cx="19440" cy="26244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DB8A20D4-E574-922E-23D3-453416B60DF5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10859360" y="5688040"/>
                  <a:ext cx="406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9CE785C7-8683-059B-2D5B-D4A45B6860C8}"/>
                    </a:ext>
                  </a:extLst>
                </p14:cNvPr>
                <p14:cNvContentPartPr/>
                <p14:nvPr/>
              </p14:nvContentPartPr>
              <p14:xfrm>
                <a:off x="10922000" y="5718280"/>
                <a:ext cx="32040" cy="29520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9CE785C7-8683-059B-2D5B-D4A45B6860C8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10911200" y="5707480"/>
                  <a:ext cx="532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628FA921-719A-5174-C90C-7712F13FF9F0}"/>
                    </a:ext>
                  </a:extLst>
                </p14:cNvPr>
                <p14:cNvContentPartPr/>
                <p14:nvPr/>
              </p14:nvContentPartPr>
              <p14:xfrm>
                <a:off x="11037560" y="5983240"/>
                <a:ext cx="5400" cy="12276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628FA921-719A-5174-C90C-7712F13FF9F0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11026760" y="5972800"/>
                  <a:ext cx="26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B53CB1FA-93FF-91D0-AE84-27C1728BF6CA}"/>
                    </a:ext>
                  </a:extLst>
                </p14:cNvPr>
                <p14:cNvContentPartPr/>
                <p14:nvPr/>
              </p14:nvContentPartPr>
              <p14:xfrm>
                <a:off x="11192360" y="5797120"/>
                <a:ext cx="38520" cy="20844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B53CB1FA-93FF-91D0-AE84-27C1728BF6CA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11181560" y="5786320"/>
                  <a:ext cx="597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1014D0D3-CC8F-24EC-7661-53484653972D}"/>
                    </a:ext>
                  </a:extLst>
                </p14:cNvPr>
                <p14:cNvContentPartPr/>
                <p14:nvPr/>
              </p14:nvContentPartPr>
              <p14:xfrm>
                <a:off x="11333120" y="5793520"/>
                <a:ext cx="69120" cy="20808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1014D0D3-CC8F-24EC-7661-53484653972D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11322680" y="5783080"/>
                  <a:ext cx="903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97E41CE7-1F44-4778-00C1-28A8ABFF6C0B}"/>
                    </a:ext>
                  </a:extLst>
                </p14:cNvPr>
                <p14:cNvContentPartPr/>
                <p14:nvPr/>
              </p14:nvContentPartPr>
              <p14:xfrm>
                <a:off x="11329520" y="5797120"/>
                <a:ext cx="82800" cy="1296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97E41CE7-1F44-4778-00C1-28A8ABFF6C0B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11318720" y="5786320"/>
                  <a:ext cx="104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B7030540-A24A-96B3-25B0-C57C2543CBF1}"/>
                    </a:ext>
                  </a:extLst>
                </p14:cNvPr>
                <p14:cNvContentPartPr/>
                <p14:nvPr/>
              </p14:nvContentPartPr>
              <p14:xfrm>
                <a:off x="11542640" y="5910160"/>
                <a:ext cx="11880" cy="14760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B7030540-A24A-96B3-25B0-C57C2543CBF1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11531840" y="5899720"/>
                  <a:ext cx="331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94ACED77-E559-DAA8-7259-73C9C99F4411}"/>
                    </a:ext>
                  </a:extLst>
                </p14:cNvPr>
                <p14:cNvContentPartPr/>
                <p14:nvPr/>
              </p14:nvContentPartPr>
              <p14:xfrm>
                <a:off x="11606000" y="5783440"/>
                <a:ext cx="113400" cy="19584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94ACED77-E559-DAA8-7259-73C9C99F4411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11595560" y="5772640"/>
                  <a:ext cx="134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C4512F5C-5EDB-2022-F270-3B7231040787}"/>
                    </a:ext>
                  </a:extLst>
                </p14:cNvPr>
                <p14:cNvContentPartPr/>
                <p14:nvPr/>
              </p14:nvContentPartPr>
              <p14:xfrm>
                <a:off x="11680880" y="5904400"/>
                <a:ext cx="87840" cy="612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C4512F5C-5EDB-2022-F270-3B7231040787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11670440" y="5893960"/>
                  <a:ext cx="1090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732B7182-9817-8EE8-0E32-58013F9AFF40}"/>
                    </a:ext>
                  </a:extLst>
                </p14:cNvPr>
                <p14:cNvContentPartPr/>
                <p14:nvPr/>
              </p14:nvContentPartPr>
              <p14:xfrm>
                <a:off x="11796440" y="5700640"/>
                <a:ext cx="159120" cy="40356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732B7182-9817-8EE8-0E32-58013F9AFF40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11786000" y="5689840"/>
                  <a:ext cx="180360" cy="42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7D75DF73-A32A-7DA6-78B9-98E380BC0691}"/>
              </a:ext>
            </a:extLst>
          </p:cNvPr>
          <p:cNvGrpSpPr/>
          <p:nvPr/>
        </p:nvGrpSpPr>
        <p:grpSpPr>
          <a:xfrm>
            <a:off x="137120" y="4846720"/>
            <a:ext cx="390960" cy="324720"/>
            <a:chOff x="137120" y="4846720"/>
            <a:chExt cx="39096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34257783-0E15-A98C-4125-7B63D5A2C4B4}"/>
                    </a:ext>
                  </a:extLst>
                </p14:cNvPr>
                <p14:cNvContentPartPr/>
                <p14:nvPr/>
              </p14:nvContentPartPr>
              <p14:xfrm>
                <a:off x="284360" y="4855720"/>
                <a:ext cx="46080" cy="27324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34257783-0E15-A98C-4125-7B63D5A2C4B4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273560" y="4845280"/>
                  <a:ext cx="673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7801BD47-ED41-280E-27AF-1B5DE0BB9656}"/>
                    </a:ext>
                  </a:extLst>
                </p14:cNvPr>
                <p14:cNvContentPartPr/>
                <p14:nvPr/>
              </p14:nvContentPartPr>
              <p14:xfrm>
                <a:off x="137120" y="4846720"/>
                <a:ext cx="266760" cy="2664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7801BD47-ED41-280E-27AF-1B5DE0BB9656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126320" y="4835920"/>
                  <a:ext cx="288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6E74C934-6547-C46F-2699-75980C41EEE4}"/>
                    </a:ext>
                  </a:extLst>
                </p14:cNvPr>
                <p14:cNvContentPartPr/>
                <p14:nvPr/>
              </p14:nvContentPartPr>
              <p14:xfrm>
                <a:off x="196520" y="5116360"/>
                <a:ext cx="331560" cy="5508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6E74C934-6547-C46F-2699-75980C41EEE4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186080" y="5105560"/>
                  <a:ext cx="35280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6" name="Group 535">
            <a:extLst>
              <a:ext uri="{FF2B5EF4-FFF2-40B4-BE49-F238E27FC236}">
                <a16:creationId xmlns:a16="http://schemas.microsoft.com/office/drawing/2014/main" id="{611B7900-DA34-F498-258F-CB845D13AD37}"/>
              </a:ext>
            </a:extLst>
          </p:cNvPr>
          <p:cNvGrpSpPr/>
          <p:nvPr/>
        </p:nvGrpSpPr>
        <p:grpSpPr>
          <a:xfrm>
            <a:off x="763880" y="4720000"/>
            <a:ext cx="957600" cy="372240"/>
            <a:chOff x="763880" y="4720000"/>
            <a:chExt cx="957600" cy="3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A840ADDA-D730-1BEF-D034-1455D476C0B6}"/>
                    </a:ext>
                  </a:extLst>
                </p14:cNvPr>
                <p14:cNvContentPartPr/>
                <p14:nvPr/>
              </p14:nvContentPartPr>
              <p14:xfrm>
                <a:off x="822200" y="4731160"/>
                <a:ext cx="66600" cy="36108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A840ADDA-D730-1BEF-D034-1455D476C0B6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811760" y="4720720"/>
                  <a:ext cx="8784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F617D81F-A434-E94A-B84B-9CC179EE4ACC}"/>
                    </a:ext>
                  </a:extLst>
                </p14:cNvPr>
                <p14:cNvContentPartPr/>
                <p14:nvPr/>
              </p14:nvContentPartPr>
              <p14:xfrm>
                <a:off x="763880" y="4934560"/>
                <a:ext cx="110880" cy="1872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F617D81F-A434-E94A-B84B-9CC179EE4ACC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753440" y="4924120"/>
                  <a:ext cx="1321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AB1820FD-D68A-2893-16B7-07B2844A6A6D}"/>
                    </a:ext>
                  </a:extLst>
                </p14:cNvPr>
                <p14:cNvContentPartPr/>
                <p14:nvPr/>
              </p14:nvContentPartPr>
              <p14:xfrm>
                <a:off x="1007600" y="4720000"/>
                <a:ext cx="100800" cy="36324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AB1820FD-D68A-2893-16B7-07B2844A6A6D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996800" y="4709200"/>
                  <a:ext cx="1220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32BBD054-A3C6-5C16-CAB9-07B6ACACFFB0}"/>
                    </a:ext>
                  </a:extLst>
                </p14:cNvPr>
                <p14:cNvContentPartPr/>
                <p14:nvPr/>
              </p14:nvContentPartPr>
              <p14:xfrm>
                <a:off x="1196960" y="4888840"/>
                <a:ext cx="6840" cy="16128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32BBD054-A3C6-5C16-CAB9-07B6ACACFFB0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1186160" y="4878400"/>
                  <a:ext cx="280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F74263EC-3F48-155F-4C89-66DD50F432E8}"/>
                    </a:ext>
                  </a:extLst>
                </p14:cNvPr>
                <p14:cNvContentPartPr/>
                <p14:nvPr/>
              </p14:nvContentPartPr>
              <p14:xfrm>
                <a:off x="1221080" y="4849960"/>
                <a:ext cx="360" cy="36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F74263EC-3F48-155F-4C89-66DD50F432E8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1210280" y="48395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6519D3AD-AF81-7C4B-9CF0-F11B1739C0FF}"/>
                    </a:ext>
                  </a:extLst>
                </p14:cNvPr>
                <p14:cNvContentPartPr/>
                <p14:nvPr/>
              </p14:nvContentPartPr>
              <p14:xfrm>
                <a:off x="1333040" y="4878040"/>
                <a:ext cx="68400" cy="15300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6519D3AD-AF81-7C4B-9CF0-F11B1739C0FF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1322600" y="4867240"/>
                  <a:ext cx="896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CDDA1CAE-1887-18B7-5117-E18ECE7675AA}"/>
                    </a:ext>
                  </a:extLst>
                </p14:cNvPr>
                <p14:cNvContentPartPr/>
                <p14:nvPr/>
              </p14:nvContentPartPr>
              <p14:xfrm>
                <a:off x="1499000" y="4756360"/>
                <a:ext cx="140040" cy="26316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CDDA1CAE-1887-18B7-5117-E18ECE7675AA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1488200" y="4745920"/>
                  <a:ext cx="1612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99C16D77-38E3-70D3-B37E-3CDCD3F1B10B}"/>
                    </a:ext>
                  </a:extLst>
                </p14:cNvPr>
                <p14:cNvContentPartPr/>
                <p14:nvPr/>
              </p14:nvContentPartPr>
              <p14:xfrm>
                <a:off x="1552280" y="4921960"/>
                <a:ext cx="169200" cy="10872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99C16D77-38E3-70D3-B37E-3CDCD3F1B10B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1541480" y="4911520"/>
                  <a:ext cx="19044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4" name="Group 533">
            <a:extLst>
              <a:ext uri="{FF2B5EF4-FFF2-40B4-BE49-F238E27FC236}">
                <a16:creationId xmlns:a16="http://schemas.microsoft.com/office/drawing/2014/main" id="{2DA23B15-10DF-C83D-90E9-0F940FDF0873}"/>
              </a:ext>
            </a:extLst>
          </p:cNvPr>
          <p:cNvGrpSpPr/>
          <p:nvPr/>
        </p:nvGrpSpPr>
        <p:grpSpPr>
          <a:xfrm>
            <a:off x="2109560" y="4802800"/>
            <a:ext cx="301320" cy="201600"/>
            <a:chOff x="2109560" y="4802800"/>
            <a:chExt cx="301320" cy="2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7A021446-A6E0-F924-1B62-2EBB4BD9AB90}"/>
                    </a:ext>
                  </a:extLst>
                </p14:cNvPr>
                <p14:cNvContentPartPr/>
                <p14:nvPr/>
              </p14:nvContentPartPr>
              <p14:xfrm>
                <a:off x="2109560" y="4812520"/>
                <a:ext cx="171720" cy="19188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7A021446-A6E0-F924-1B62-2EBB4BD9AB90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2098760" y="4801720"/>
                  <a:ext cx="1929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5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2C68D10E-2DC1-D329-16B9-362DF20B49F4}"/>
                    </a:ext>
                  </a:extLst>
                </p14:cNvPr>
                <p14:cNvContentPartPr/>
                <p14:nvPr/>
              </p14:nvContentPartPr>
              <p14:xfrm>
                <a:off x="2347880" y="4802800"/>
                <a:ext cx="63000" cy="17316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2C68D10E-2DC1-D329-16B9-362DF20B49F4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2337440" y="4792360"/>
                  <a:ext cx="8424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2" name="Group 531">
            <a:extLst>
              <a:ext uri="{FF2B5EF4-FFF2-40B4-BE49-F238E27FC236}">
                <a16:creationId xmlns:a16="http://schemas.microsoft.com/office/drawing/2014/main" id="{A6EB0EDE-ECDC-00A4-52DC-7865FE68AFC2}"/>
              </a:ext>
            </a:extLst>
          </p:cNvPr>
          <p:cNvGrpSpPr/>
          <p:nvPr/>
        </p:nvGrpSpPr>
        <p:grpSpPr>
          <a:xfrm>
            <a:off x="2729120" y="4762120"/>
            <a:ext cx="416160" cy="183240"/>
            <a:chOff x="2729120" y="4762120"/>
            <a:chExt cx="416160" cy="18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E23670FA-D14B-5883-E52D-9CAA48932B34}"/>
                    </a:ext>
                  </a:extLst>
                </p14:cNvPr>
                <p14:cNvContentPartPr/>
                <p14:nvPr/>
              </p14:nvContentPartPr>
              <p14:xfrm>
                <a:off x="2729120" y="4762120"/>
                <a:ext cx="209520" cy="18324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E23670FA-D14B-5883-E52D-9CAA48932B34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2718320" y="4751320"/>
                  <a:ext cx="230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9164EFD0-4CE9-97B9-5806-F48F1871A48D}"/>
                    </a:ext>
                  </a:extLst>
                </p14:cNvPr>
                <p14:cNvContentPartPr/>
                <p14:nvPr/>
              </p14:nvContentPartPr>
              <p14:xfrm>
                <a:off x="2917040" y="4799920"/>
                <a:ext cx="228240" cy="13788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9164EFD0-4CE9-97B9-5806-F48F1871A48D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2906600" y="4789120"/>
                  <a:ext cx="24948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5" name="Group 544">
            <a:extLst>
              <a:ext uri="{FF2B5EF4-FFF2-40B4-BE49-F238E27FC236}">
                <a16:creationId xmlns:a16="http://schemas.microsoft.com/office/drawing/2014/main" id="{24902653-6838-EB0D-A89C-2ED650D4B79F}"/>
              </a:ext>
            </a:extLst>
          </p:cNvPr>
          <p:cNvGrpSpPr/>
          <p:nvPr/>
        </p:nvGrpSpPr>
        <p:grpSpPr>
          <a:xfrm>
            <a:off x="3459200" y="4610200"/>
            <a:ext cx="583560" cy="293400"/>
            <a:chOff x="3459200" y="4610200"/>
            <a:chExt cx="58356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F6067D23-68EC-A6D8-EE6B-25AF9F5B6725}"/>
                    </a:ext>
                  </a:extLst>
                </p14:cNvPr>
                <p14:cNvContentPartPr/>
                <p14:nvPr/>
              </p14:nvContentPartPr>
              <p14:xfrm>
                <a:off x="3459200" y="4745920"/>
                <a:ext cx="117720" cy="15768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F6067D23-68EC-A6D8-EE6B-25AF9F5B6725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3448400" y="4735480"/>
                  <a:ext cx="138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32F8FD8A-5EB0-1A5F-848A-F6E9BADE0F3C}"/>
                    </a:ext>
                  </a:extLst>
                </p14:cNvPr>
                <p14:cNvContentPartPr/>
                <p14:nvPr/>
              </p14:nvContentPartPr>
              <p14:xfrm>
                <a:off x="3619760" y="4767160"/>
                <a:ext cx="132840" cy="11340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32F8FD8A-5EB0-1A5F-848A-F6E9BADE0F3C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3609320" y="4756720"/>
                  <a:ext cx="1540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8D0258CC-36E0-A2C3-9A90-8BB6EEDFFCDA}"/>
                    </a:ext>
                  </a:extLst>
                </p14:cNvPr>
                <p14:cNvContentPartPr/>
                <p14:nvPr/>
              </p14:nvContentPartPr>
              <p14:xfrm>
                <a:off x="3742880" y="4610200"/>
                <a:ext cx="28440" cy="27468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8D0258CC-36E0-A2C3-9A90-8BB6EEDFFCDA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3732440" y="4599400"/>
                  <a:ext cx="496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7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A24564A4-BD48-85D8-C2DC-8228B7F79C95}"/>
                    </a:ext>
                  </a:extLst>
                </p14:cNvPr>
                <p14:cNvContentPartPr/>
                <p14:nvPr/>
              </p14:nvContentPartPr>
              <p14:xfrm>
                <a:off x="3839360" y="4750600"/>
                <a:ext cx="104400" cy="13068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A24564A4-BD48-85D8-C2DC-8228B7F79C95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3828920" y="4740160"/>
                  <a:ext cx="1256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F81B3CFE-3DB9-DF9D-5CF5-95348078F2F2}"/>
                    </a:ext>
                  </a:extLst>
                </p14:cNvPr>
                <p14:cNvContentPartPr/>
                <p14:nvPr/>
              </p14:nvContentPartPr>
              <p14:xfrm>
                <a:off x="3990920" y="4729000"/>
                <a:ext cx="51840" cy="11556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F81B3CFE-3DB9-DF9D-5CF5-95348078F2F2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3980120" y="4718200"/>
                  <a:ext cx="7308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3" name="Group 552">
            <a:extLst>
              <a:ext uri="{FF2B5EF4-FFF2-40B4-BE49-F238E27FC236}">
                <a16:creationId xmlns:a16="http://schemas.microsoft.com/office/drawing/2014/main" id="{FB071966-AC9B-1B66-A900-49CFDD07C26C}"/>
              </a:ext>
            </a:extLst>
          </p:cNvPr>
          <p:cNvGrpSpPr/>
          <p:nvPr/>
        </p:nvGrpSpPr>
        <p:grpSpPr>
          <a:xfrm>
            <a:off x="247280" y="5314360"/>
            <a:ext cx="665640" cy="333000"/>
            <a:chOff x="247280" y="5314360"/>
            <a:chExt cx="66564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1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3EA31420-C3EE-F182-C05B-F5A7E27D5AFC}"/>
                    </a:ext>
                  </a:extLst>
                </p14:cNvPr>
                <p14:cNvContentPartPr/>
                <p14:nvPr/>
              </p14:nvContentPartPr>
              <p14:xfrm>
                <a:off x="291560" y="5409760"/>
                <a:ext cx="116280" cy="23760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3EA31420-C3EE-F182-C05B-F5A7E27D5AFC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281120" y="5399320"/>
                  <a:ext cx="1375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3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C99241D3-59FF-3DC5-1EA7-FD7428EEDC25}"/>
                    </a:ext>
                  </a:extLst>
                </p14:cNvPr>
                <p14:cNvContentPartPr/>
                <p14:nvPr/>
              </p14:nvContentPartPr>
              <p14:xfrm>
                <a:off x="247280" y="5542240"/>
                <a:ext cx="119520" cy="504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C99241D3-59FF-3DC5-1EA7-FD7428EEDC25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236840" y="5531800"/>
                  <a:ext cx="1407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E0ED3800-621A-B17A-2A39-096292A7DCA6}"/>
                    </a:ext>
                  </a:extLst>
                </p14:cNvPr>
                <p14:cNvContentPartPr/>
                <p14:nvPr/>
              </p14:nvContentPartPr>
              <p14:xfrm>
                <a:off x="459320" y="5395000"/>
                <a:ext cx="110880" cy="18180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E0ED3800-621A-B17A-2A39-096292A7DCA6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448880" y="5384200"/>
                  <a:ext cx="1321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3F382A4D-5653-9F05-C44C-6D7710F69987}"/>
                    </a:ext>
                  </a:extLst>
                </p14:cNvPr>
                <p14:cNvContentPartPr/>
                <p14:nvPr/>
              </p14:nvContentPartPr>
              <p14:xfrm>
                <a:off x="663800" y="5422360"/>
                <a:ext cx="6840" cy="12960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3F382A4D-5653-9F05-C44C-6D7710F69987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653000" y="5411560"/>
                  <a:ext cx="280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96509A56-73CC-9960-D6C0-FC1A161542C9}"/>
                    </a:ext>
                  </a:extLst>
                </p14:cNvPr>
                <p14:cNvContentPartPr/>
                <p14:nvPr/>
              </p14:nvContentPartPr>
              <p14:xfrm>
                <a:off x="627080" y="5314360"/>
                <a:ext cx="88200" cy="5904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96509A56-73CC-9960-D6C0-FC1A161542C9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616280" y="5303560"/>
                  <a:ext cx="1094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5F4F495D-38DB-1E93-BBAF-A7FC43392385}"/>
                    </a:ext>
                  </a:extLst>
                </p14:cNvPr>
                <p14:cNvContentPartPr/>
                <p14:nvPr/>
              </p14:nvContentPartPr>
              <p14:xfrm>
                <a:off x="785120" y="5356840"/>
                <a:ext cx="127800" cy="18072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5F4F495D-38DB-1E93-BBAF-A7FC43392385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774320" y="5346400"/>
                  <a:ext cx="14904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767C47B1-CB7F-4F30-EC2F-BFEDC93AC2AA}"/>
              </a:ext>
            </a:extLst>
          </p:cNvPr>
          <p:cNvGrpSpPr/>
          <p:nvPr/>
        </p:nvGrpSpPr>
        <p:grpSpPr>
          <a:xfrm>
            <a:off x="1264640" y="5274040"/>
            <a:ext cx="281520" cy="363240"/>
            <a:chOff x="1264640" y="5274040"/>
            <a:chExt cx="28152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516AE42C-6633-36E9-6ABF-4317E02FA84B}"/>
                    </a:ext>
                  </a:extLst>
                </p14:cNvPr>
                <p14:cNvContentPartPr/>
                <p14:nvPr/>
              </p14:nvContentPartPr>
              <p14:xfrm>
                <a:off x="1264640" y="5274040"/>
                <a:ext cx="101520" cy="27792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516AE42C-6633-36E9-6ABF-4317E02FA84B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1254200" y="5263240"/>
                  <a:ext cx="1227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E94AC56A-AFF3-1F97-95F3-78C1775AEADD}"/>
                    </a:ext>
                  </a:extLst>
                </p14:cNvPr>
                <p14:cNvContentPartPr/>
                <p14:nvPr/>
              </p14:nvContentPartPr>
              <p14:xfrm>
                <a:off x="1458320" y="5387080"/>
                <a:ext cx="87840" cy="25020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E94AC56A-AFF3-1F97-95F3-78C1775AEADD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1447520" y="5376280"/>
                  <a:ext cx="10908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5" name="Group 574">
            <a:extLst>
              <a:ext uri="{FF2B5EF4-FFF2-40B4-BE49-F238E27FC236}">
                <a16:creationId xmlns:a16="http://schemas.microsoft.com/office/drawing/2014/main" id="{EFA79649-EC03-3B33-8A3A-F0B4B7D2BAD6}"/>
              </a:ext>
            </a:extLst>
          </p:cNvPr>
          <p:cNvGrpSpPr/>
          <p:nvPr/>
        </p:nvGrpSpPr>
        <p:grpSpPr>
          <a:xfrm>
            <a:off x="1839200" y="5293480"/>
            <a:ext cx="693360" cy="236880"/>
            <a:chOff x="1839200" y="5293480"/>
            <a:chExt cx="69336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92621EBC-F75F-1E00-8161-E4622386D369}"/>
                    </a:ext>
                  </a:extLst>
                </p14:cNvPr>
                <p14:cNvContentPartPr/>
                <p14:nvPr/>
              </p14:nvContentPartPr>
              <p14:xfrm>
                <a:off x="1839200" y="5383480"/>
                <a:ext cx="81720" cy="11916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92621EBC-F75F-1E00-8161-E4622386D369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1828400" y="5373040"/>
                  <a:ext cx="1029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9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65FD923C-347D-88A6-18A2-09770DB89AC8}"/>
                    </a:ext>
                  </a:extLst>
                </p14:cNvPr>
                <p14:cNvContentPartPr/>
                <p14:nvPr/>
              </p14:nvContentPartPr>
              <p14:xfrm>
                <a:off x="2008400" y="5348200"/>
                <a:ext cx="110160" cy="15876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65FD923C-347D-88A6-18A2-09770DB89AC8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1997960" y="5337400"/>
                  <a:ext cx="1314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1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36CC156F-73AB-AEA8-4364-3AB488254D1F}"/>
                    </a:ext>
                  </a:extLst>
                </p14:cNvPr>
                <p14:cNvContentPartPr/>
                <p14:nvPr/>
              </p14:nvContentPartPr>
              <p14:xfrm>
                <a:off x="2184440" y="5380240"/>
                <a:ext cx="2880" cy="9072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36CC156F-73AB-AEA8-4364-3AB488254D1F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2173640" y="5369440"/>
                  <a:ext cx="241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3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5CFA56DB-9F80-327E-2ABD-B58BB6542496}"/>
                    </a:ext>
                  </a:extLst>
                </p14:cNvPr>
                <p14:cNvContentPartPr/>
                <p14:nvPr/>
              </p14:nvContentPartPr>
              <p14:xfrm>
                <a:off x="2199560" y="5293480"/>
                <a:ext cx="360" cy="36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5CFA56DB-9F80-327E-2ABD-B58BB6542496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2188760" y="52826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0355E834-D1BC-FFFC-3F56-053D47B3FC96}"/>
                    </a:ext>
                  </a:extLst>
                </p14:cNvPr>
                <p14:cNvContentPartPr/>
                <p14:nvPr/>
              </p14:nvContentPartPr>
              <p14:xfrm>
                <a:off x="2279120" y="5339200"/>
                <a:ext cx="96120" cy="12924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0355E834-D1BC-FFFC-3F56-053D47B3FC96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2268320" y="5328400"/>
                  <a:ext cx="1173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B891A8A9-07A5-5068-22DD-5E4BD5F15857}"/>
                    </a:ext>
                  </a:extLst>
                </p14:cNvPr>
                <p14:cNvContentPartPr/>
                <p14:nvPr/>
              </p14:nvContentPartPr>
              <p14:xfrm>
                <a:off x="2405480" y="5309680"/>
                <a:ext cx="127080" cy="22068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B891A8A9-07A5-5068-22DD-5E4BD5F15857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2394680" y="5298880"/>
                  <a:ext cx="148320" cy="24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3" name="Group 572">
            <a:extLst>
              <a:ext uri="{FF2B5EF4-FFF2-40B4-BE49-F238E27FC236}">
                <a16:creationId xmlns:a16="http://schemas.microsoft.com/office/drawing/2014/main" id="{D56F4460-D8B0-342E-204C-3A0582F06DF0}"/>
              </a:ext>
            </a:extLst>
          </p:cNvPr>
          <p:cNvGrpSpPr/>
          <p:nvPr/>
        </p:nvGrpSpPr>
        <p:grpSpPr>
          <a:xfrm>
            <a:off x="2770880" y="5181520"/>
            <a:ext cx="1343160" cy="281520"/>
            <a:chOff x="2770880" y="5181520"/>
            <a:chExt cx="134316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47F867D2-196D-8103-A069-B2086719766B}"/>
                    </a:ext>
                  </a:extLst>
                </p14:cNvPr>
                <p14:cNvContentPartPr/>
                <p14:nvPr/>
              </p14:nvContentPartPr>
              <p14:xfrm>
                <a:off x="2770880" y="5326960"/>
                <a:ext cx="111960" cy="13608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47F867D2-196D-8103-A069-B2086719766B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2760080" y="5316160"/>
                  <a:ext cx="1332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E4BF4CE2-E580-169F-5236-F47E7343EF4F}"/>
                    </a:ext>
                  </a:extLst>
                </p14:cNvPr>
                <p14:cNvContentPartPr/>
                <p14:nvPr/>
              </p14:nvContentPartPr>
              <p14:xfrm>
                <a:off x="2923520" y="5296360"/>
                <a:ext cx="45360" cy="15156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E4BF4CE2-E580-169F-5236-F47E7343EF4F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2913080" y="5285560"/>
                  <a:ext cx="666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DC462BDC-A1D6-F11E-B95B-F4FD26304679}"/>
                    </a:ext>
                  </a:extLst>
                </p14:cNvPr>
                <p14:cNvContentPartPr/>
                <p14:nvPr/>
              </p14:nvContentPartPr>
              <p14:xfrm>
                <a:off x="3025040" y="5294560"/>
                <a:ext cx="187560" cy="144360"/>
              </p14:xfrm>
            </p:contentPart>
          </mc:Choice>
          <mc:Fallback xmlns=""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DC462BDC-A1D6-F11E-B95B-F4FD26304679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3014600" y="5283760"/>
                  <a:ext cx="208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A942BDC2-CC46-F1CC-7C5E-64AFAC02C529}"/>
                    </a:ext>
                  </a:extLst>
                </p14:cNvPr>
                <p14:cNvContentPartPr/>
                <p14:nvPr/>
              </p14:nvContentPartPr>
              <p14:xfrm>
                <a:off x="3311240" y="5287000"/>
                <a:ext cx="82800" cy="119520"/>
              </p14:xfrm>
            </p:contentPart>
          </mc:Choice>
          <mc:Fallback xmlns=""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A942BDC2-CC46-F1CC-7C5E-64AFAC02C529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3300800" y="5276560"/>
                  <a:ext cx="104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6DFFF5A2-E508-71E9-7ECF-E5ABF6330DCA}"/>
                    </a:ext>
                  </a:extLst>
                </p14:cNvPr>
                <p14:cNvContentPartPr/>
                <p14:nvPr/>
              </p14:nvContentPartPr>
              <p14:xfrm>
                <a:off x="3479720" y="5260000"/>
                <a:ext cx="80640" cy="14544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6DFFF5A2-E508-71E9-7ECF-E5ABF6330DCA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3469280" y="5249560"/>
                  <a:ext cx="101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A9CA698C-32CA-88ED-8FEC-B4F9411E6C4A}"/>
                    </a:ext>
                  </a:extLst>
                </p14:cNvPr>
                <p14:cNvContentPartPr/>
                <p14:nvPr/>
              </p14:nvContentPartPr>
              <p14:xfrm>
                <a:off x="3656840" y="5265760"/>
                <a:ext cx="1440" cy="11988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A9CA698C-32CA-88ED-8FEC-B4F9411E6C4A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3646040" y="5255320"/>
                  <a:ext cx="226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557B6D9A-DA56-7F82-F8AC-10EC387D9F15}"/>
                    </a:ext>
                  </a:extLst>
                </p14:cNvPr>
                <p14:cNvContentPartPr/>
                <p14:nvPr/>
              </p14:nvContentPartPr>
              <p14:xfrm>
                <a:off x="3673040" y="5181520"/>
                <a:ext cx="360" cy="36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557B6D9A-DA56-7F82-F8AC-10EC387D9F15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3662600" y="51707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50AC71A1-EE97-1C5A-D3B9-CF0374DC693B}"/>
                    </a:ext>
                  </a:extLst>
                </p14:cNvPr>
                <p14:cNvContentPartPr/>
                <p14:nvPr/>
              </p14:nvContentPartPr>
              <p14:xfrm>
                <a:off x="3748280" y="5263240"/>
                <a:ext cx="221040" cy="13680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50AC71A1-EE97-1C5A-D3B9-CF0374DC693B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3737840" y="5252800"/>
                  <a:ext cx="2422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B1ACF553-D44C-290D-A631-B2B82D83570D}"/>
                    </a:ext>
                  </a:extLst>
                </p14:cNvPr>
                <p14:cNvContentPartPr/>
                <p14:nvPr/>
              </p14:nvContentPartPr>
              <p14:xfrm>
                <a:off x="4065440" y="5337760"/>
                <a:ext cx="48600" cy="9540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B1ACF553-D44C-290D-A631-B2B82D83570D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4054640" y="5327320"/>
                  <a:ext cx="698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E1B793CA-7B52-9DA2-2340-E6E4E9FA2BB9}"/>
                    </a:ext>
                  </a:extLst>
                </p14:cNvPr>
                <p14:cNvContentPartPr/>
                <p14:nvPr/>
              </p14:nvContentPartPr>
              <p14:xfrm>
                <a:off x="4107200" y="5233720"/>
                <a:ext cx="360" cy="36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E1B793CA-7B52-9DA2-2340-E6E4E9FA2BB9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4096760" y="52232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1B890973-1E06-ADAF-FF87-5117D7E00C25}"/>
              </a:ext>
            </a:extLst>
          </p:cNvPr>
          <p:cNvGrpSpPr/>
          <p:nvPr/>
        </p:nvGrpSpPr>
        <p:grpSpPr>
          <a:xfrm>
            <a:off x="319640" y="5825560"/>
            <a:ext cx="698400" cy="336600"/>
            <a:chOff x="319640" y="5825560"/>
            <a:chExt cx="698400" cy="3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9BC97F2C-1A74-9562-B187-D51CF4FFF7D4}"/>
                    </a:ext>
                  </a:extLst>
                </p14:cNvPr>
                <p14:cNvContentPartPr/>
                <p14:nvPr/>
              </p14:nvContentPartPr>
              <p14:xfrm>
                <a:off x="319640" y="5993680"/>
                <a:ext cx="167040" cy="168480"/>
              </p14:xfrm>
            </p:contentPart>
          </mc:Choice>
          <mc:Fallback xmlns=""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9BC97F2C-1A74-9562-B187-D51CF4FFF7D4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308840" y="5982880"/>
                  <a:ext cx="1882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C98F4302-6649-D857-B3CE-7134025F217A}"/>
                    </a:ext>
                  </a:extLst>
                </p14:cNvPr>
                <p14:cNvContentPartPr/>
                <p14:nvPr/>
              </p14:nvContentPartPr>
              <p14:xfrm>
                <a:off x="499640" y="5998000"/>
                <a:ext cx="137880" cy="108720"/>
              </p14:xfrm>
            </p:contentPart>
          </mc:Choice>
          <mc:Fallback xmlns=""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C98F4302-6649-D857-B3CE-7134025F217A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488840" y="5987200"/>
                  <a:ext cx="159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D2262374-8865-312B-DBFB-51815BDC5B61}"/>
                    </a:ext>
                  </a:extLst>
                </p14:cNvPr>
                <p14:cNvContentPartPr/>
                <p14:nvPr/>
              </p14:nvContentPartPr>
              <p14:xfrm>
                <a:off x="680360" y="5987920"/>
                <a:ext cx="191880" cy="123480"/>
              </p14:xfrm>
            </p:contentPart>
          </mc:Choice>
          <mc:Fallback xmlns=""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D2262374-8865-312B-DBFB-51815BDC5B61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669560" y="5977120"/>
                  <a:ext cx="213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7D20E3B7-4FCA-F3F1-4415-0915D6E2BB01}"/>
                    </a:ext>
                  </a:extLst>
                </p14:cNvPr>
                <p14:cNvContentPartPr/>
                <p14:nvPr/>
              </p14:nvContentPartPr>
              <p14:xfrm>
                <a:off x="852800" y="5825560"/>
                <a:ext cx="165240" cy="28944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7D20E3B7-4FCA-F3F1-4415-0915D6E2BB01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842360" y="5815120"/>
                  <a:ext cx="18648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BFAB7D6B-E0BC-F368-281E-BF6D2384D855}"/>
              </a:ext>
            </a:extLst>
          </p:cNvPr>
          <p:cNvGrpSpPr/>
          <p:nvPr/>
        </p:nvGrpSpPr>
        <p:grpSpPr>
          <a:xfrm>
            <a:off x="1359320" y="5915920"/>
            <a:ext cx="506520" cy="163440"/>
            <a:chOff x="1359320" y="5915920"/>
            <a:chExt cx="506520" cy="16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19D51708-760B-DA64-2BB6-788C9FE0C723}"/>
                    </a:ext>
                  </a:extLst>
                </p14:cNvPr>
                <p14:cNvContentPartPr/>
                <p14:nvPr/>
              </p14:nvContentPartPr>
              <p14:xfrm>
                <a:off x="1359320" y="5915920"/>
                <a:ext cx="60120" cy="11808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19D51708-760B-DA64-2BB6-788C9FE0C723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348520" y="5905120"/>
                  <a:ext cx="813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B3EF4649-7C4E-AE89-539E-CF5806291B9A}"/>
                    </a:ext>
                  </a:extLst>
                </p14:cNvPr>
                <p14:cNvContentPartPr/>
                <p14:nvPr/>
              </p14:nvContentPartPr>
              <p14:xfrm>
                <a:off x="1529960" y="5932120"/>
                <a:ext cx="51840" cy="14724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B3EF4649-7C4E-AE89-539E-CF5806291B9A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519160" y="5921680"/>
                  <a:ext cx="730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2D9362AA-7715-20EF-EACD-4B296B89D5C8}"/>
                    </a:ext>
                  </a:extLst>
                </p14:cNvPr>
                <p14:cNvContentPartPr/>
                <p14:nvPr/>
              </p14:nvContentPartPr>
              <p14:xfrm>
                <a:off x="1671080" y="5923840"/>
                <a:ext cx="194760" cy="14904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2D9362AA-7715-20EF-EACD-4B296B89D5C8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660640" y="5913400"/>
                  <a:ext cx="21600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9" name="Group 598">
            <a:extLst>
              <a:ext uri="{FF2B5EF4-FFF2-40B4-BE49-F238E27FC236}">
                <a16:creationId xmlns:a16="http://schemas.microsoft.com/office/drawing/2014/main" id="{B2F20F0F-B775-9A77-A655-9F61B4E47B72}"/>
              </a:ext>
            </a:extLst>
          </p:cNvPr>
          <p:cNvGrpSpPr/>
          <p:nvPr/>
        </p:nvGrpSpPr>
        <p:grpSpPr>
          <a:xfrm>
            <a:off x="2089760" y="5791000"/>
            <a:ext cx="560520" cy="252360"/>
            <a:chOff x="2089760" y="5791000"/>
            <a:chExt cx="56052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63520FB0-6D4D-9A05-E249-3443851F2778}"/>
                    </a:ext>
                  </a:extLst>
                </p14:cNvPr>
                <p14:cNvContentPartPr/>
                <p14:nvPr/>
              </p14:nvContentPartPr>
              <p14:xfrm>
                <a:off x="2089760" y="5908000"/>
                <a:ext cx="203040" cy="13536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63520FB0-6D4D-9A05-E249-3443851F2778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2078960" y="5897200"/>
                  <a:ext cx="2242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9AA36A34-82A3-14D1-06D1-3A0C723CD6A3}"/>
                    </a:ext>
                  </a:extLst>
                </p14:cNvPr>
                <p14:cNvContentPartPr/>
                <p14:nvPr/>
              </p14:nvContentPartPr>
              <p14:xfrm>
                <a:off x="2257160" y="5791000"/>
                <a:ext cx="393120" cy="24084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9AA36A34-82A3-14D1-06D1-3A0C723CD6A3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2246720" y="5780200"/>
                  <a:ext cx="414360" cy="26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4">
            <p14:nvContentPartPr>
              <p14:cNvPr id="602" name="Ink 601">
                <a:extLst>
                  <a:ext uri="{FF2B5EF4-FFF2-40B4-BE49-F238E27FC236}">
                    <a16:creationId xmlns:a16="http://schemas.microsoft.com/office/drawing/2014/main" id="{89B13A75-8FAB-7572-06CC-0737233BCE30}"/>
                  </a:ext>
                </a:extLst>
              </p14:cNvPr>
              <p14:cNvContentPartPr/>
              <p14:nvPr/>
            </p14:nvContentPartPr>
            <p14:xfrm>
              <a:off x="2726240" y="5920240"/>
              <a:ext cx="75240" cy="129600"/>
            </p14:xfrm>
          </p:contentPart>
        </mc:Choice>
        <mc:Fallback xmlns="">
          <p:pic>
            <p:nvPicPr>
              <p:cNvPr id="602" name="Ink 601">
                <a:extLst>
                  <a:ext uri="{FF2B5EF4-FFF2-40B4-BE49-F238E27FC236}">
                    <a16:creationId xmlns:a16="http://schemas.microsoft.com/office/drawing/2014/main" id="{89B13A75-8FAB-7572-06CC-0737233BCE30}"/>
                  </a:ext>
                </a:extLst>
              </p:cNvPr>
              <p:cNvPicPr/>
              <p:nvPr/>
            </p:nvPicPr>
            <p:blipFill>
              <a:blip r:embed="rId765"/>
              <a:stretch>
                <a:fillRect/>
              </a:stretch>
            </p:blipFill>
            <p:spPr>
              <a:xfrm>
                <a:off x="2715800" y="5909800"/>
                <a:ext cx="96480" cy="15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08" name="Group 607">
            <a:extLst>
              <a:ext uri="{FF2B5EF4-FFF2-40B4-BE49-F238E27FC236}">
                <a16:creationId xmlns:a16="http://schemas.microsoft.com/office/drawing/2014/main" id="{6F022DB3-EBF5-C078-0E9F-C7E3D3D1E1AE}"/>
              </a:ext>
            </a:extLst>
          </p:cNvPr>
          <p:cNvGrpSpPr/>
          <p:nvPr/>
        </p:nvGrpSpPr>
        <p:grpSpPr>
          <a:xfrm>
            <a:off x="2985800" y="5774080"/>
            <a:ext cx="909720" cy="214200"/>
            <a:chOff x="2985800" y="5774080"/>
            <a:chExt cx="909720" cy="21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12D3F3D1-78F6-6159-8808-BE873C21466C}"/>
                    </a:ext>
                  </a:extLst>
                </p14:cNvPr>
                <p14:cNvContentPartPr/>
                <p14:nvPr/>
              </p14:nvContentPartPr>
              <p14:xfrm>
                <a:off x="2985800" y="5848240"/>
                <a:ext cx="272880" cy="14004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12D3F3D1-78F6-6159-8808-BE873C21466C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2975000" y="5837800"/>
                  <a:ext cx="294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515E95F3-6662-3DCB-1850-61B36AB412E4}"/>
                    </a:ext>
                  </a:extLst>
                </p14:cNvPr>
                <p14:cNvContentPartPr/>
                <p14:nvPr/>
              </p14:nvContentPartPr>
              <p14:xfrm>
                <a:off x="3327080" y="5850040"/>
                <a:ext cx="81000" cy="10728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515E95F3-6662-3DCB-1850-61B36AB412E4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3316640" y="5839600"/>
                  <a:ext cx="1022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CC713658-4E0F-B1FD-D25E-C227E9DFDE62}"/>
                    </a:ext>
                  </a:extLst>
                </p14:cNvPr>
                <p14:cNvContentPartPr/>
                <p14:nvPr/>
              </p14:nvContentPartPr>
              <p14:xfrm>
                <a:off x="3480080" y="5822320"/>
                <a:ext cx="202320" cy="14328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CC713658-4E0F-B1FD-D25E-C227E9DFDE62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3469280" y="5811880"/>
                  <a:ext cx="2235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8CAACE2B-356D-1A6C-E303-C526668A261E}"/>
                    </a:ext>
                  </a:extLst>
                </p14:cNvPr>
                <p14:cNvContentPartPr/>
                <p14:nvPr/>
              </p14:nvContentPartPr>
              <p14:xfrm>
                <a:off x="3794720" y="5774080"/>
                <a:ext cx="100800" cy="17100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8CAACE2B-356D-1A6C-E303-C526668A261E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3784280" y="5763280"/>
                  <a:ext cx="12204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9" name="Group 618">
            <a:extLst>
              <a:ext uri="{FF2B5EF4-FFF2-40B4-BE49-F238E27FC236}">
                <a16:creationId xmlns:a16="http://schemas.microsoft.com/office/drawing/2014/main" id="{AD798B3A-4AB3-A136-68C0-FC0E57C7B20D}"/>
              </a:ext>
            </a:extLst>
          </p:cNvPr>
          <p:cNvGrpSpPr/>
          <p:nvPr/>
        </p:nvGrpSpPr>
        <p:grpSpPr>
          <a:xfrm>
            <a:off x="252320" y="6424600"/>
            <a:ext cx="401040" cy="166320"/>
            <a:chOff x="252320" y="6424600"/>
            <a:chExt cx="401040" cy="1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147DE14B-7099-2FFB-88D2-D0872F9893C5}"/>
                    </a:ext>
                  </a:extLst>
                </p14:cNvPr>
                <p14:cNvContentPartPr/>
                <p14:nvPr/>
              </p14:nvContentPartPr>
              <p14:xfrm>
                <a:off x="252320" y="6440080"/>
                <a:ext cx="103320" cy="15084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147DE14B-7099-2FFB-88D2-D0872F9893C5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241880" y="6429640"/>
                  <a:ext cx="1245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EFF8207D-6E54-82E5-89C5-41DB0111946F}"/>
                    </a:ext>
                  </a:extLst>
                </p14:cNvPr>
                <p14:cNvContentPartPr/>
                <p14:nvPr/>
              </p14:nvContentPartPr>
              <p14:xfrm>
                <a:off x="409280" y="6445840"/>
                <a:ext cx="103680" cy="10692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EFF8207D-6E54-82E5-89C5-41DB0111946F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398480" y="6435040"/>
                  <a:ext cx="1249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D5229C82-62E4-B615-A2BF-EAFBA3F50982}"/>
                    </a:ext>
                  </a:extLst>
                </p14:cNvPr>
                <p14:cNvContentPartPr/>
                <p14:nvPr/>
              </p14:nvContentPartPr>
              <p14:xfrm>
                <a:off x="601880" y="6424600"/>
                <a:ext cx="51480" cy="13464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D5229C82-62E4-B615-A2BF-EAFBA3F50982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591440" y="6414160"/>
                  <a:ext cx="727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7" name="Group 616">
            <a:extLst>
              <a:ext uri="{FF2B5EF4-FFF2-40B4-BE49-F238E27FC236}">
                <a16:creationId xmlns:a16="http://schemas.microsoft.com/office/drawing/2014/main" id="{7CF34DD1-A8DE-1934-78D4-4704E2968CB9}"/>
              </a:ext>
            </a:extLst>
          </p:cNvPr>
          <p:cNvGrpSpPr/>
          <p:nvPr/>
        </p:nvGrpSpPr>
        <p:grpSpPr>
          <a:xfrm>
            <a:off x="901040" y="6341800"/>
            <a:ext cx="635040" cy="205920"/>
            <a:chOff x="901040" y="6341800"/>
            <a:chExt cx="63504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BA529E0C-C55A-8728-E425-BC0F1521C686}"/>
                    </a:ext>
                  </a:extLst>
                </p14:cNvPr>
                <p14:cNvContentPartPr/>
                <p14:nvPr/>
              </p14:nvContentPartPr>
              <p14:xfrm>
                <a:off x="901040" y="6408040"/>
                <a:ext cx="244080" cy="13068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BA529E0C-C55A-8728-E425-BC0F1521C686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890240" y="6397240"/>
                  <a:ext cx="265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245E398F-731B-3DCB-92DA-9FA667C141E5}"/>
                    </a:ext>
                  </a:extLst>
                </p14:cNvPr>
                <p14:cNvContentPartPr/>
                <p14:nvPr/>
              </p14:nvContentPartPr>
              <p14:xfrm>
                <a:off x="1164920" y="6440080"/>
                <a:ext cx="74880" cy="10764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245E398F-731B-3DCB-92DA-9FA667C141E5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1154480" y="6429280"/>
                  <a:ext cx="961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41CE70C6-D455-F5B2-EDB3-F8DF1F8965D1}"/>
                    </a:ext>
                  </a:extLst>
                </p14:cNvPr>
                <p14:cNvContentPartPr/>
                <p14:nvPr/>
              </p14:nvContentPartPr>
              <p14:xfrm>
                <a:off x="1327640" y="6341800"/>
                <a:ext cx="92880" cy="15480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41CE70C6-D455-F5B2-EDB3-F8DF1F8965D1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1316840" y="6331360"/>
                  <a:ext cx="1141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5F9C700F-1EC7-B7F6-DE8E-02CFE4BE2A1B}"/>
                    </a:ext>
                  </a:extLst>
                </p14:cNvPr>
                <p14:cNvContentPartPr/>
                <p14:nvPr/>
              </p14:nvContentPartPr>
              <p14:xfrm>
                <a:off x="1476320" y="6375280"/>
                <a:ext cx="59760" cy="88200"/>
              </p14:xfrm>
            </p:contentPart>
          </mc:Choice>
          <mc:Fallback xmlns=""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5F9C700F-1EC7-B7F6-DE8E-02CFE4BE2A1B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1465520" y="6364480"/>
                  <a:ext cx="8100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7" name="Group 636">
            <a:extLst>
              <a:ext uri="{FF2B5EF4-FFF2-40B4-BE49-F238E27FC236}">
                <a16:creationId xmlns:a16="http://schemas.microsoft.com/office/drawing/2014/main" id="{224B69D7-9221-F928-3E35-7B44D17E0807}"/>
              </a:ext>
            </a:extLst>
          </p:cNvPr>
          <p:cNvGrpSpPr/>
          <p:nvPr/>
        </p:nvGrpSpPr>
        <p:grpSpPr>
          <a:xfrm>
            <a:off x="1908680" y="6206080"/>
            <a:ext cx="1415880" cy="389880"/>
            <a:chOff x="1908680" y="6206080"/>
            <a:chExt cx="1415880" cy="38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A4C66C12-EA2E-D197-A22B-8A66AC9D3033}"/>
                    </a:ext>
                  </a:extLst>
                </p14:cNvPr>
                <p14:cNvContentPartPr/>
                <p14:nvPr/>
              </p14:nvContentPartPr>
              <p14:xfrm>
                <a:off x="1908680" y="6241360"/>
                <a:ext cx="24480" cy="34776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A4C66C12-EA2E-D197-A22B-8A66AC9D3033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1898240" y="6230920"/>
                  <a:ext cx="4572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C984EB7F-4DBB-68F8-3811-21EED6C78606}"/>
                    </a:ext>
                  </a:extLst>
                </p14:cNvPr>
                <p14:cNvContentPartPr/>
                <p14:nvPr/>
              </p14:nvContentPartPr>
              <p14:xfrm>
                <a:off x="1951880" y="6369880"/>
                <a:ext cx="30960" cy="13356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C984EB7F-4DBB-68F8-3811-21EED6C78606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1941440" y="6359080"/>
                  <a:ext cx="522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087A3234-4063-8529-FA0E-DA624F62C043}"/>
                    </a:ext>
                  </a:extLst>
                </p14:cNvPr>
                <p14:cNvContentPartPr/>
                <p14:nvPr/>
              </p14:nvContentPartPr>
              <p14:xfrm>
                <a:off x="2084000" y="6356920"/>
                <a:ext cx="77760" cy="158400"/>
              </p14:xfrm>
            </p:contentPart>
          </mc:Choice>
          <mc:Fallback xmlns=""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087A3234-4063-8529-FA0E-DA624F62C043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2073560" y="6346120"/>
                  <a:ext cx="99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628" name="Ink 627">
                  <a:extLst>
                    <a:ext uri="{FF2B5EF4-FFF2-40B4-BE49-F238E27FC236}">
                      <a16:creationId xmlns:a16="http://schemas.microsoft.com/office/drawing/2014/main" id="{0A9F9ED3-7350-A95F-33F8-8B0286B0C080}"/>
                    </a:ext>
                  </a:extLst>
                </p14:cNvPr>
                <p14:cNvContentPartPr/>
                <p14:nvPr/>
              </p14:nvContentPartPr>
              <p14:xfrm>
                <a:off x="2197760" y="6383560"/>
                <a:ext cx="52920" cy="99360"/>
              </p14:xfrm>
            </p:contentPart>
          </mc:Choice>
          <mc:Fallback xmlns="">
            <p:pic>
              <p:nvPicPr>
                <p:cNvPr id="628" name="Ink 627">
                  <a:extLst>
                    <a:ext uri="{FF2B5EF4-FFF2-40B4-BE49-F238E27FC236}">
                      <a16:creationId xmlns:a16="http://schemas.microsoft.com/office/drawing/2014/main" id="{0A9F9ED3-7350-A95F-33F8-8B0286B0C080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2187320" y="6372760"/>
                  <a:ext cx="741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76086E22-E80A-3B4A-594C-B22BFA9FC3B3}"/>
                    </a:ext>
                  </a:extLst>
                </p14:cNvPr>
                <p14:cNvContentPartPr/>
                <p14:nvPr/>
              </p14:nvContentPartPr>
              <p14:xfrm>
                <a:off x="2285960" y="6210760"/>
                <a:ext cx="23040" cy="282600"/>
              </p14:xfrm>
            </p:contentPart>
          </mc:Choice>
          <mc:Fallback xmlns=""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76086E22-E80A-3B4A-594C-B22BFA9FC3B3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2275160" y="6199960"/>
                  <a:ext cx="442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F3517592-41AD-45B6-982E-C89F892C9588}"/>
                    </a:ext>
                  </a:extLst>
                </p14:cNvPr>
                <p14:cNvContentPartPr/>
                <p14:nvPr/>
              </p14:nvContentPartPr>
              <p14:xfrm>
                <a:off x="2444360" y="6206080"/>
                <a:ext cx="90360" cy="38988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F3517592-41AD-45B6-982E-C89F892C9588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2433920" y="6195280"/>
                  <a:ext cx="11160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45A74A6E-7B0F-5B78-3F3D-97CCC60141D0}"/>
                    </a:ext>
                  </a:extLst>
                </p14:cNvPr>
                <p14:cNvContentPartPr/>
                <p14:nvPr/>
              </p14:nvContentPartPr>
              <p14:xfrm>
                <a:off x="2666480" y="6273400"/>
                <a:ext cx="6840" cy="22752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45A74A6E-7B0F-5B78-3F3D-97CCC60141D0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2656040" y="6262960"/>
                  <a:ext cx="280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3E76B939-1CF8-B30C-AF3C-39670FC9D429}"/>
                    </a:ext>
                  </a:extLst>
                </p14:cNvPr>
                <p14:cNvContentPartPr/>
                <p14:nvPr/>
              </p14:nvContentPartPr>
              <p14:xfrm>
                <a:off x="2726240" y="6377440"/>
                <a:ext cx="111960" cy="101880"/>
              </p14:xfrm>
            </p:contentPart>
          </mc:Choice>
          <mc:Fallback xmlns=""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3E76B939-1CF8-B30C-AF3C-39670FC9D429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2715800" y="6366640"/>
                  <a:ext cx="1332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ACE5B4A9-0D07-5244-359F-15704C871127}"/>
                    </a:ext>
                  </a:extLst>
                </p14:cNvPr>
                <p14:cNvContentPartPr/>
                <p14:nvPr/>
              </p14:nvContentPartPr>
              <p14:xfrm>
                <a:off x="2900120" y="6341800"/>
                <a:ext cx="85680" cy="18936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ACE5B4A9-0D07-5244-359F-15704C871127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2889680" y="6331360"/>
                  <a:ext cx="106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F00B9906-6E8D-B385-85DB-180AFB091708}"/>
                    </a:ext>
                  </a:extLst>
                </p14:cNvPr>
                <p14:cNvContentPartPr/>
                <p14:nvPr/>
              </p14:nvContentPartPr>
              <p14:xfrm>
                <a:off x="3057440" y="6333160"/>
                <a:ext cx="68760" cy="11772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F00B9906-6E8D-B385-85DB-180AFB091708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3047000" y="6322720"/>
                  <a:ext cx="900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78B35377-C577-964E-A021-8C37DCC8B0F0}"/>
                    </a:ext>
                  </a:extLst>
                </p14:cNvPr>
                <p14:cNvContentPartPr/>
                <p14:nvPr/>
              </p14:nvContentPartPr>
              <p14:xfrm>
                <a:off x="3218720" y="6327400"/>
                <a:ext cx="105840" cy="124560"/>
              </p14:xfrm>
            </p:contentPart>
          </mc:Choice>
          <mc:Fallback xmlns=""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78B35377-C577-964E-A021-8C37DCC8B0F0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3208280" y="6316600"/>
                  <a:ext cx="127080" cy="145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06512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7A939D-A2BD-5384-28C6-9CA1E44A7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A0A0BA4-9909-9A6E-0569-52D302BED38E}"/>
              </a:ext>
            </a:extLst>
          </p:cNvPr>
          <p:cNvGrpSpPr/>
          <p:nvPr/>
        </p:nvGrpSpPr>
        <p:grpSpPr>
          <a:xfrm>
            <a:off x="1109120" y="339880"/>
            <a:ext cx="2337120" cy="1846800"/>
            <a:chOff x="1109120" y="339880"/>
            <a:chExt cx="2337120" cy="184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6AED3FD-2708-8015-27EC-867301911944}"/>
                    </a:ext>
                  </a:extLst>
                </p14:cNvPr>
                <p14:cNvContentPartPr/>
                <p14:nvPr/>
              </p14:nvContentPartPr>
              <p14:xfrm>
                <a:off x="1792040" y="339880"/>
                <a:ext cx="282960" cy="318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6AED3FD-2708-8015-27EC-86730191194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81600" y="329080"/>
                  <a:ext cx="3042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AFB9CB8-2DA7-9C1D-0D51-AB57BF617417}"/>
                    </a:ext>
                  </a:extLst>
                </p14:cNvPr>
                <p14:cNvContentPartPr/>
                <p14:nvPr/>
              </p14:nvContentPartPr>
              <p14:xfrm>
                <a:off x="1391000" y="768640"/>
                <a:ext cx="365760" cy="344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AFB9CB8-2DA7-9C1D-0D51-AB57BF61741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80560" y="757840"/>
                  <a:ext cx="3870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A15C8BE-CE3E-CA4E-634A-02FC33113D1C}"/>
                    </a:ext>
                  </a:extLst>
                </p14:cNvPr>
                <p14:cNvContentPartPr/>
                <p14:nvPr/>
              </p14:nvContentPartPr>
              <p14:xfrm>
                <a:off x="1109120" y="1150600"/>
                <a:ext cx="141480" cy="286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A15C8BE-CE3E-CA4E-634A-02FC33113D1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8320" y="1139800"/>
                  <a:ext cx="1627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E378118-5D4C-CC91-C84F-D553D7043EDC}"/>
                    </a:ext>
                  </a:extLst>
                </p14:cNvPr>
                <p14:cNvContentPartPr/>
                <p14:nvPr/>
              </p14:nvContentPartPr>
              <p14:xfrm>
                <a:off x="2056280" y="782320"/>
                <a:ext cx="281160" cy="245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E378118-5D4C-CC91-C84F-D553D7043ED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45480" y="771520"/>
                  <a:ext cx="3024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30B20DA-402F-BDBB-EB92-F9DFD98C57C5}"/>
                    </a:ext>
                  </a:extLst>
                </p14:cNvPr>
                <p14:cNvContentPartPr/>
                <p14:nvPr/>
              </p14:nvContentPartPr>
              <p14:xfrm>
                <a:off x="2443280" y="1136920"/>
                <a:ext cx="187200" cy="199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30B20DA-402F-BDBB-EB92-F9DFD98C57C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32480" y="1126120"/>
                  <a:ext cx="2084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63E1AD-6914-C7A1-D6A6-491CD5287D4C}"/>
                    </a:ext>
                  </a:extLst>
                </p14:cNvPr>
                <p14:cNvContentPartPr/>
                <p14:nvPr/>
              </p14:nvContentPartPr>
              <p14:xfrm>
                <a:off x="2713640" y="1124680"/>
                <a:ext cx="240840" cy="206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63E1AD-6914-C7A1-D6A6-491CD5287D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02840" y="1114240"/>
                  <a:ext cx="2620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CAF8907-3C50-4783-D464-7B6268C18324}"/>
                    </a:ext>
                  </a:extLst>
                </p14:cNvPr>
                <p14:cNvContentPartPr/>
                <p14:nvPr/>
              </p14:nvContentPartPr>
              <p14:xfrm>
                <a:off x="2397560" y="1534000"/>
                <a:ext cx="270720" cy="272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CAF8907-3C50-4783-D464-7B6268C1832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86760" y="1523200"/>
                  <a:ext cx="2919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6F24192-DCD1-8D6D-1CBB-8904F3C5884C}"/>
                    </a:ext>
                  </a:extLst>
                </p14:cNvPr>
                <p14:cNvContentPartPr/>
                <p14:nvPr/>
              </p14:nvContentPartPr>
              <p14:xfrm>
                <a:off x="1934240" y="1963480"/>
                <a:ext cx="4320" cy="223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6F24192-DCD1-8D6D-1CBB-8904F3C5884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23440" y="1952680"/>
                  <a:ext cx="255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50A0B4D-D62E-89F9-36FA-03EB756CC1ED}"/>
                    </a:ext>
                  </a:extLst>
                </p14:cNvPr>
                <p14:cNvContentPartPr/>
                <p14:nvPr/>
              </p14:nvContentPartPr>
              <p14:xfrm>
                <a:off x="2061320" y="1974640"/>
                <a:ext cx="83160" cy="195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50A0B4D-D62E-89F9-36FA-03EB756CC1E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50520" y="1964200"/>
                  <a:ext cx="1044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49FA08F-CCC6-2271-5AB4-D9174297D512}"/>
                    </a:ext>
                  </a:extLst>
                </p14:cNvPr>
                <p14:cNvContentPartPr/>
                <p14:nvPr/>
              </p14:nvContentPartPr>
              <p14:xfrm>
                <a:off x="2080400" y="1967800"/>
                <a:ext cx="199800" cy="8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49FA08F-CCC6-2271-5AB4-D9174297D51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69600" y="1957360"/>
                  <a:ext cx="2210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4F2CFDD-294F-6574-97F8-F35AE844F9DE}"/>
                    </a:ext>
                  </a:extLst>
                </p14:cNvPr>
                <p14:cNvContentPartPr/>
                <p14:nvPr/>
              </p14:nvContentPartPr>
              <p14:xfrm>
                <a:off x="2826680" y="1483600"/>
                <a:ext cx="209880" cy="241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4F2CFDD-294F-6574-97F8-F35AE844F9D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15880" y="1473160"/>
                  <a:ext cx="2311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F95B8B7-7F2D-C1E8-3CE5-34E72289045F}"/>
                    </a:ext>
                  </a:extLst>
                </p14:cNvPr>
                <p14:cNvContentPartPr/>
                <p14:nvPr/>
              </p14:nvContentPartPr>
              <p14:xfrm>
                <a:off x="3104600" y="1836760"/>
                <a:ext cx="173160" cy="318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F95B8B7-7F2D-C1E8-3CE5-34E72289045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93800" y="1825960"/>
                  <a:ext cx="1944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2DE1A8D-E72E-1A66-4E88-8A4B03C6615E}"/>
                    </a:ext>
                  </a:extLst>
                </p14:cNvPr>
                <p14:cNvContentPartPr/>
                <p14:nvPr/>
              </p14:nvContentPartPr>
              <p14:xfrm>
                <a:off x="3179480" y="2020360"/>
                <a:ext cx="266760" cy="16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2DE1A8D-E72E-1A66-4E88-8A4B03C6615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68680" y="2009920"/>
                  <a:ext cx="28800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BE9A510-A03A-68F5-68F9-82F11F87DD0A}"/>
                  </a:ext>
                </a:extLst>
              </p14:cNvPr>
              <p14:cNvContentPartPr/>
              <p14:nvPr/>
            </p14:nvContentPartPr>
            <p14:xfrm>
              <a:off x="1595480" y="209920"/>
              <a:ext cx="697320" cy="601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BE9A510-A03A-68F5-68F9-82F11F87DD0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584680" y="199120"/>
                <a:ext cx="718560" cy="62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0505946A-197B-3B81-7A77-0B86DE981AAB}"/>
              </a:ext>
            </a:extLst>
          </p:cNvPr>
          <p:cNvGrpSpPr/>
          <p:nvPr/>
        </p:nvGrpSpPr>
        <p:grpSpPr>
          <a:xfrm>
            <a:off x="627080" y="150520"/>
            <a:ext cx="704880" cy="302400"/>
            <a:chOff x="627080" y="150520"/>
            <a:chExt cx="704880" cy="30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012C0C-E0DF-37D6-A34A-76E6FA73F7FD}"/>
                    </a:ext>
                  </a:extLst>
                </p14:cNvPr>
                <p14:cNvContentPartPr/>
                <p14:nvPr/>
              </p14:nvContentPartPr>
              <p14:xfrm>
                <a:off x="627080" y="296320"/>
                <a:ext cx="119520" cy="143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012C0C-E0DF-37D6-A34A-76E6FA73F7F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6280" y="285520"/>
                  <a:ext cx="1407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0E9FA82-6B22-802E-FD09-D12E1880062D}"/>
                    </a:ext>
                  </a:extLst>
                </p14:cNvPr>
                <p14:cNvContentPartPr/>
                <p14:nvPr/>
              </p14:nvContentPartPr>
              <p14:xfrm>
                <a:off x="779720" y="321880"/>
                <a:ext cx="117720" cy="131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0E9FA82-6B22-802E-FD09-D12E1880062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68920" y="311080"/>
                  <a:ext cx="1389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2F1B97D-3741-0625-3420-58D16EC8A2DC}"/>
                    </a:ext>
                  </a:extLst>
                </p14:cNvPr>
                <p14:cNvContentPartPr/>
                <p14:nvPr/>
              </p14:nvContentPartPr>
              <p14:xfrm>
                <a:off x="961880" y="304600"/>
                <a:ext cx="141120" cy="129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2F1B97D-3741-0625-3420-58D16EC8A2D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51440" y="294160"/>
                  <a:ext cx="1623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67DAD60-9B16-6C4F-DEA9-5BA6E561130B}"/>
                    </a:ext>
                  </a:extLst>
                </p14:cNvPr>
                <p14:cNvContentPartPr/>
                <p14:nvPr/>
              </p14:nvContentPartPr>
              <p14:xfrm>
                <a:off x="1238720" y="150520"/>
                <a:ext cx="42120" cy="277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67DAD60-9B16-6C4F-DEA9-5BA6E561130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27920" y="139720"/>
                  <a:ext cx="633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C02E506-1B76-887D-C0C3-8DC75BA3AB37}"/>
                    </a:ext>
                  </a:extLst>
                </p14:cNvPr>
                <p14:cNvContentPartPr/>
                <p14:nvPr/>
              </p14:nvContentPartPr>
              <p14:xfrm>
                <a:off x="1175360" y="270400"/>
                <a:ext cx="156600" cy="1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C02E506-1B76-887D-C0C3-8DC75BA3AB3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64560" y="259960"/>
                  <a:ext cx="17784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9C7068A-FAA3-88C2-8605-E12BC25B732C}"/>
              </a:ext>
            </a:extLst>
          </p:cNvPr>
          <p:cNvGrpSpPr/>
          <p:nvPr/>
        </p:nvGrpSpPr>
        <p:grpSpPr>
          <a:xfrm>
            <a:off x="5003240" y="145840"/>
            <a:ext cx="1738080" cy="357120"/>
            <a:chOff x="5003240" y="145840"/>
            <a:chExt cx="1738080" cy="35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2260871-5DEB-98F6-FC06-FD56429D28E0}"/>
                    </a:ext>
                  </a:extLst>
                </p14:cNvPr>
                <p14:cNvContentPartPr/>
                <p14:nvPr/>
              </p14:nvContentPartPr>
              <p14:xfrm>
                <a:off x="5003240" y="270400"/>
                <a:ext cx="136080" cy="169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2260871-5DEB-98F6-FC06-FD56429D28E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92800" y="259600"/>
                  <a:ext cx="1573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55AEEF4-A780-7C3F-B631-577D78FD1646}"/>
                    </a:ext>
                  </a:extLst>
                </p14:cNvPr>
                <p14:cNvContentPartPr/>
                <p14:nvPr/>
              </p14:nvContentPartPr>
              <p14:xfrm>
                <a:off x="5155520" y="284800"/>
                <a:ext cx="108360" cy="142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55AEEF4-A780-7C3F-B631-577D78FD164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45080" y="274000"/>
                  <a:ext cx="1296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34A08FD-255B-ECEA-CF4F-1FEF986BE9C2}"/>
                    </a:ext>
                  </a:extLst>
                </p14:cNvPr>
                <p14:cNvContentPartPr/>
                <p14:nvPr/>
              </p14:nvContentPartPr>
              <p14:xfrm>
                <a:off x="5328680" y="264640"/>
                <a:ext cx="122760" cy="184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34A08FD-255B-ECEA-CF4F-1FEF986BE9C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18240" y="254200"/>
                  <a:ext cx="1440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B6C7128-DE7A-7115-67BF-1D436C63EF54}"/>
                    </a:ext>
                  </a:extLst>
                </p14:cNvPr>
                <p14:cNvContentPartPr/>
                <p14:nvPr/>
              </p14:nvContentPartPr>
              <p14:xfrm>
                <a:off x="5523080" y="231880"/>
                <a:ext cx="156960" cy="196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B6C7128-DE7A-7115-67BF-1D436C63EF5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12640" y="221080"/>
                  <a:ext cx="1782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CCBF9E4-98EE-1673-7BA3-52DCD42682AB}"/>
                    </a:ext>
                  </a:extLst>
                </p14:cNvPr>
                <p14:cNvContentPartPr/>
                <p14:nvPr/>
              </p14:nvContentPartPr>
              <p14:xfrm>
                <a:off x="5829800" y="167800"/>
                <a:ext cx="123480" cy="303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CCBF9E4-98EE-1673-7BA3-52DCD42682A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19000" y="157000"/>
                  <a:ext cx="1447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45B973D-1475-1A48-45FE-985BAD14D782}"/>
                    </a:ext>
                  </a:extLst>
                </p14:cNvPr>
                <p14:cNvContentPartPr/>
                <p14:nvPr/>
              </p14:nvContentPartPr>
              <p14:xfrm>
                <a:off x="6006200" y="227200"/>
                <a:ext cx="123120" cy="169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45B973D-1475-1A48-45FE-985BAD14D78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995760" y="216400"/>
                  <a:ext cx="1443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5B9E127-6AFB-153D-7426-D849D9F99259}"/>
                    </a:ext>
                  </a:extLst>
                </p14:cNvPr>
                <p14:cNvContentPartPr/>
                <p14:nvPr/>
              </p14:nvContentPartPr>
              <p14:xfrm>
                <a:off x="6144080" y="288040"/>
                <a:ext cx="143280" cy="128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5B9E127-6AFB-153D-7426-D849D9F9925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33280" y="277240"/>
                  <a:ext cx="1645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DCD66AC-C866-EFD9-547A-B3E0E2A07850}"/>
                    </a:ext>
                  </a:extLst>
                </p14:cNvPr>
                <p14:cNvContentPartPr/>
                <p14:nvPr/>
              </p14:nvContentPartPr>
              <p14:xfrm>
                <a:off x="6342440" y="268240"/>
                <a:ext cx="157680" cy="135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DCD66AC-C866-EFD9-547A-B3E0E2A0785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32000" y="257800"/>
                  <a:ext cx="178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4EE434F-3CDB-17C5-05EC-0FF8BBD14686}"/>
                    </a:ext>
                  </a:extLst>
                </p14:cNvPr>
                <p14:cNvContentPartPr/>
                <p14:nvPr/>
              </p14:nvContentPartPr>
              <p14:xfrm>
                <a:off x="6571040" y="145840"/>
                <a:ext cx="28440" cy="267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4EE434F-3CDB-17C5-05EC-0FF8BBD1468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60240" y="135400"/>
                  <a:ext cx="496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AB6D29D-ABBD-8B75-8333-A8FD3586CE30}"/>
                    </a:ext>
                  </a:extLst>
                </p14:cNvPr>
                <p14:cNvContentPartPr/>
                <p14:nvPr/>
              </p14:nvContentPartPr>
              <p14:xfrm>
                <a:off x="6506240" y="243400"/>
                <a:ext cx="148680" cy="3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AB6D29D-ABBD-8B75-8333-A8FD3586CE3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95440" y="232960"/>
                  <a:ext cx="1699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6BB8253-B39D-DF9D-ED97-FB4FC2434EE1}"/>
                    </a:ext>
                  </a:extLst>
                </p14:cNvPr>
                <p14:cNvContentPartPr/>
                <p14:nvPr/>
              </p14:nvContentPartPr>
              <p14:xfrm>
                <a:off x="6726920" y="359680"/>
                <a:ext cx="14400" cy="143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6BB8253-B39D-DF9D-ED97-FB4FC2434EE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16480" y="348880"/>
                  <a:ext cx="3564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9AC7284-C1A7-1C55-BD8E-56FA1421840F}"/>
              </a:ext>
            </a:extLst>
          </p:cNvPr>
          <p:cNvGrpSpPr/>
          <p:nvPr/>
        </p:nvGrpSpPr>
        <p:grpSpPr>
          <a:xfrm>
            <a:off x="4024760" y="144760"/>
            <a:ext cx="571320" cy="347040"/>
            <a:chOff x="4024760" y="144760"/>
            <a:chExt cx="57132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BCF9454-4415-4609-2C81-3E7C6496BD67}"/>
                    </a:ext>
                  </a:extLst>
                </p14:cNvPr>
                <p14:cNvContentPartPr/>
                <p14:nvPr/>
              </p14:nvContentPartPr>
              <p14:xfrm>
                <a:off x="4024760" y="319720"/>
                <a:ext cx="138600" cy="172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BCF9454-4415-4609-2C81-3E7C6496BD6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13960" y="308920"/>
                  <a:ext cx="1598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F6AD98C-3548-8C44-09F5-B49AF59510AC}"/>
                    </a:ext>
                  </a:extLst>
                </p14:cNvPr>
                <p14:cNvContentPartPr/>
                <p14:nvPr/>
              </p14:nvContentPartPr>
              <p14:xfrm>
                <a:off x="4248320" y="367960"/>
                <a:ext cx="112320" cy="121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F6AD98C-3548-8C44-09F5-B49AF59510A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37520" y="357160"/>
                  <a:ext cx="1335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7366D5C-41F3-FA6A-4E51-42DE4C7E529B}"/>
                    </a:ext>
                  </a:extLst>
                </p14:cNvPr>
                <p14:cNvContentPartPr/>
                <p14:nvPr/>
              </p14:nvContentPartPr>
              <p14:xfrm>
                <a:off x="4381520" y="382360"/>
                <a:ext cx="43560" cy="102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7366D5C-41F3-FA6A-4E51-42DE4C7E529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370720" y="371920"/>
                  <a:ext cx="64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5657DD6-5A2E-84F0-6F1F-6F48299048EC}"/>
                    </a:ext>
                  </a:extLst>
                </p14:cNvPr>
                <p14:cNvContentPartPr/>
                <p14:nvPr/>
              </p14:nvContentPartPr>
              <p14:xfrm>
                <a:off x="4386560" y="286600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5657DD6-5A2E-84F0-6F1F-6F48299048E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75760" y="2758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C2EBB48-48AB-5EFA-88A3-2C71C3B4185D}"/>
                    </a:ext>
                  </a:extLst>
                </p14:cNvPr>
                <p14:cNvContentPartPr/>
                <p14:nvPr/>
              </p14:nvContentPartPr>
              <p14:xfrm>
                <a:off x="4474760" y="144760"/>
                <a:ext cx="121320" cy="312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C2EBB48-48AB-5EFA-88A3-2C71C3B4185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64320" y="134320"/>
                  <a:ext cx="14256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823757C-6550-D87B-78FF-9BDC704BB548}"/>
              </a:ext>
            </a:extLst>
          </p:cNvPr>
          <p:cNvGrpSpPr/>
          <p:nvPr/>
        </p:nvGrpSpPr>
        <p:grpSpPr>
          <a:xfrm>
            <a:off x="6991160" y="106960"/>
            <a:ext cx="1023480" cy="317160"/>
            <a:chOff x="6991160" y="106960"/>
            <a:chExt cx="1023480" cy="31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C303B91-288A-B529-AF5A-4F0BD4257832}"/>
                    </a:ext>
                  </a:extLst>
                </p14:cNvPr>
                <p14:cNvContentPartPr/>
                <p14:nvPr/>
              </p14:nvContentPartPr>
              <p14:xfrm>
                <a:off x="6991160" y="190120"/>
                <a:ext cx="101880" cy="151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C303B91-288A-B529-AF5A-4F0BD425783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80360" y="179680"/>
                  <a:ext cx="1231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EA34A36-B773-CDC9-2CA0-97742C92F060}"/>
                    </a:ext>
                  </a:extLst>
                </p14:cNvPr>
                <p14:cNvContentPartPr/>
                <p14:nvPr/>
              </p14:nvContentPartPr>
              <p14:xfrm>
                <a:off x="7153880" y="201640"/>
                <a:ext cx="90000" cy="144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EA34A36-B773-CDC9-2CA0-97742C92F06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43440" y="190840"/>
                  <a:ext cx="111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20456C0-DFA4-5832-99A6-DFA28E81BC73}"/>
                    </a:ext>
                  </a:extLst>
                </p14:cNvPr>
                <p14:cNvContentPartPr/>
                <p14:nvPr/>
              </p14:nvContentPartPr>
              <p14:xfrm>
                <a:off x="7306880" y="205240"/>
                <a:ext cx="101880" cy="150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20456C0-DFA4-5832-99A6-DFA28E81BC7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296440" y="194800"/>
                  <a:ext cx="1231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FA33A65-30C9-3136-8383-564274449F34}"/>
                    </a:ext>
                  </a:extLst>
                </p14:cNvPr>
                <p14:cNvContentPartPr/>
                <p14:nvPr/>
              </p14:nvContentPartPr>
              <p14:xfrm>
                <a:off x="7491200" y="198400"/>
                <a:ext cx="71280" cy="135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FA33A65-30C9-3136-8383-564274449F3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80400" y="187960"/>
                  <a:ext cx="925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43C92BE-F33C-58D2-A4F3-A4BF3A48B1C9}"/>
                    </a:ext>
                  </a:extLst>
                </p14:cNvPr>
                <p14:cNvContentPartPr/>
                <p14:nvPr/>
              </p14:nvContentPartPr>
              <p14:xfrm>
                <a:off x="7667240" y="106960"/>
                <a:ext cx="19440" cy="228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43C92BE-F33C-58D2-A4F3-A4BF3A48B1C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56800" y="96520"/>
                  <a:ext cx="406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031E88E-AE87-B0C6-8D50-0A6C220C8239}"/>
                    </a:ext>
                  </a:extLst>
                </p14:cNvPr>
                <p14:cNvContentPartPr/>
                <p14:nvPr/>
              </p14:nvContentPartPr>
              <p14:xfrm>
                <a:off x="7800800" y="143680"/>
                <a:ext cx="39600" cy="180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031E88E-AE87-B0C6-8D50-0A6C220C823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90000" y="132880"/>
                  <a:ext cx="608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E2A4B9A-2ED6-9A59-36C4-99742371A794}"/>
                    </a:ext>
                  </a:extLst>
                </p14:cNvPr>
                <p14:cNvContentPartPr/>
                <p14:nvPr/>
              </p14:nvContentPartPr>
              <p14:xfrm>
                <a:off x="7759040" y="238360"/>
                <a:ext cx="133560" cy="8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E2A4B9A-2ED6-9A59-36C4-99742371A79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48240" y="227920"/>
                  <a:ext cx="1548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4C2C3E9-7143-A010-03EE-883642E2151C}"/>
                    </a:ext>
                  </a:extLst>
                </p14:cNvPr>
                <p14:cNvContentPartPr/>
                <p14:nvPr/>
              </p14:nvContentPartPr>
              <p14:xfrm>
                <a:off x="7971080" y="293440"/>
                <a:ext cx="43560" cy="130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4C2C3E9-7143-A010-03EE-883642E2151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60280" y="282640"/>
                  <a:ext cx="6480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8A89074-143A-AE0F-2B15-C90980BE9C8F}"/>
              </a:ext>
            </a:extLst>
          </p:cNvPr>
          <p:cNvGrpSpPr/>
          <p:nvPr/>
        </p:nvGrpSpPr>
        <p:grpSpPr>
          <a:xfrm>
            <a:off x="8283200" y="99040"/>
            <a:ext cx="867960" cy="354240"/>
            <a:chOff x="8283200" y="99040"/>
            <a:chExt cx="867960" cy="35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5E60104-7ACE-3654-5581-858951B56195}"/>
                    </a:ext>
                  </a:extLst>
                </p14:cNvPr>
                <p14:cNvContentPartPr/>
                <p14:nvPr/>
              </p14:nvContentPartPr>
              <p14:xfrm>
                <a:off x="8283200" y="149440"/>
                <a:ext cx="58680" cy="224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5E60104-7ACE-3654-5581-858951B5619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72400" y="138640"/>
                  <a:ext cx="799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C4EBC0D-F8B7-295F-1C1D-99F3820149C0}"/>
                    </a:ext>
                  </a:extLst>
                </p14:cNvPr>
                <p14:cNvContentPartPr/>
                <p14:nvPr/>
              </p14:nvContentPartPr>
              <p14:xfrm>
                <a:off x="8398400" y="241960"/>
                <a:ext cx="133920" cy="115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C4EBC0D-F8B7-295F-1C1D-99F3820149C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387600" y="231520"/>
                  <a:ext cx="1551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EA26B7F-0EB4-C2CB-3781-AEF0B63C7E53}"/>
                    </a:ext>
                  </a:extLst>
                </p14:cNvPr>
                <p14:cNvContentPartPr/>
                <p14:nvPr/>
              </p14:nvContentPartPr>
              <p14:xfrm>
                <a:off x="8565080" y="241960"/>
                <a:ext cx="98280" cy="211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EA26B7F-0EB4-C2CB-3781-AEF0B63C7E5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54280" y="231160"/>
                  <a:ext cx="1195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18F6D39-A068-D527-C33A-B0544867D047}"/>
                    </a:ext>
                  </a:extLst>
                </p14:cNvPr>
                <p14:cNvContentPartPr/>
                <p14:nvPr/>
              </p14:nvContentPartPr>
              <p14:xfrm>
                <a:off x="8754800" y="224680"/>
                <a:ext cx="87120" cy="127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18F6D39-A068-D527-C33A-B0544867D04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44000" y="214240"/>
                  <a:ext cx="1083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07FB66C-51F5-B3D2-9316-D10972527C9F}"/>
                    </a:ext>
                  </a:extLst>
                </p14:cNvPr>
                <p14:cNvContentPartPr/>
                <p14:nvPr/>
              </p14:nvContentPartPr>
              <p14:xfrm>
                <a:off x="8889800" y="237280"/>
                <a:ext cx="63720" cy="121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07FB66C-51F5-B3D2-9316-D10972527C9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879360" y="226840"/>
                  <a:ext cx="849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3625618-8122-2DEC-B2E8-CBEF1F4E39CC}"/>
                    </a:ext>
                  </a:extLst>
                </p14:cNvPr>
                <p14:cNvContentPartPr/>
                <p14:nvPr/>
              </p14:nvContentPartPr>
              <p14:xfrm>
                <a:off x="9034520" y="99040"/>
                <a:ext cx="116640" cy="339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3625618-8122-2DEC-B2E8-CBEF1F4E39C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24080" y="88600"/>
                  <a:ext cx="137880" cy="36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D76F05F-C4AC-86AB-11DA-E1E7212B0CBA}"/>
              </a:ext>
            </a:extLst>
          </p:cNvPr>
          <p:cNvGrpSpPr/>
          <p:nvPr/>
        </p:nvGrpSpPr>
        <p:grpSpPr>
          <a:xfrm>
            <a:off x="5398160" y="712120"/>
            <a:ext cx="367200" cy="353880"/>
            <a:chOff x="5398160" y="712120"/>
            <a:chExt cx="367200" cy="3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0E93DF3-9702-2DC1-3EE4-C570C778C446}"/>
                    </a:ext>
                  </a:extLst>
                </p14:cNvPr>
                <p14:cNvContentPartPr/>
                <p14:nvPr/>
              </p14:nvContentPartPr>
              <p14:xfrm>
                <a:off x="5398160" y="891760"/>
                <a:ext cx="38520" cy="112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0E93DF3-9702-2DC1-3EE4-C570C778C44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387360" y="881320"/>
                  <a:ext cx="597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7976496-7EC9-13B1-F6FC-6F130D298D90}"/>
                    </a:ext>
                  </a:extLst>
                </p14:cNvPr>
                <p14:cNvContentPartPr/>
                <p14:nvPr/>
              </p14:nvContentPartPr>
              <p14:xfrm>
                <a:off x="5399240" y="792400"/>
                <a:ext cx="360" cy="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7976496-7EC9-13B1-F6FC-6F130D298D9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88800" y="7819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33B6A8A-E69B-7DA1-94B1-DE81AC5DBC94}"/>
                    </a:ext>
                  </a:extLst>
                </p14:cNvPr>
                <p14:cNvContentPartPr/>
                <p14:nvPr/>
              </p14:nvContentPartPr>
              <p14:xfrm>
                <a:off x="5581760" y="712120"/>
                <a:ext cx="103320" cy="353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33B6A8A-E69B-7DA1-94B1-DE81AC5DBC9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571320" y="701680"/>
                  <a:ext cx="12456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90FCA70-9B0B-BEA8-3B67-2B7823C340E1}"/>
                    </a:ext>
                  </a:extLst>
                </p14:cNvPr>
                <p14:cNvContentPartPr/>
                <p14:nvPr/>
              </p14:nvContentPartPr>
              <p14:xfrm>
                <a:off x="5620280" y="959080"/>
                <a:ext cx="145080" cy="3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90FCA70-9B0B-BEA8-3B67-2B7823C340E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09480" y="948280"/>
                  <a:ext cx="16632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51DBFC1-4FE8-6A81-7DFA-09AC460E0654}"/>
              </a:ext>
            </a:extLst>
          </p:cNvPr>
          <p:cNvGrpSpPr/>
          <p:nvPr/>
        </p:nvGrpSpPr>
        <p:grpSpPr>
          <a:xfrm>
            <a:off x="5992160" y="747760"/>
            <a:ext cx="585720" cy="242640"/>
            <a:chOff x="5992160" y="747760"/>
            <a:chExt cx="58572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DB38641-E692-B87D-47F7-7E0A2249BDDF}"/>
                    </a:ext>
                  </a:extLst>
                </p14:cNvPr>
                <p14:cNvContentPartPr/>
                <p14:nvPr/>
              </p14:nvContentPartPr>
              <p14:xfrm>
                <a:off x="5992160" y="881680"/>
                <a:ext cx="91800" cy="101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DB38641-E692-B87D-47F7-7E0A2249BDD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981360" y="870880"/>
                  <a:ext cx="113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F686CCC-CCE8-1C23-4CEC-6B39C890C201}"/>
                    </a:ext>
                  </a:extLst>
                </p14:cNvPr>
                <p14:cNvContentPartPr/>
                <p14:nvPr/>
              </p14:nvContentPartPr>
              <p14:xfrm>
                <a:off x="6139400" y="883480"/>
                <a:ext cx="137160" cy="106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F686CCC-CCE8-1C23-4CEC-6B39C890C20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128600" y="873040"/>
                  <a:ext cx="1584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B93EA31-B69F-0C48-A385-3EB6E765B13F}"/>
                    </a:ext>
                  </a:extLst>
                </p14:cNvPr>
                <p14:cNvContentPartPr/>
                <p14:nvPr/>
              </p14:nvContentPartPr>
              <p14:xfrm>
                <a:off x="6342440" y="892840"/>
                <a:ext cx="110520" cy="91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B93EA31-B69F-0C48-A385-3EB6E765B13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331640" y="882400"/>
                  <a:ext cx="1317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77C1738-1537-C5FB-1A49-5C9AD37218BB}"/>
                    </a:ext>
                  </a:extLst>
                </p14:cNvPr>
                <p14:cNvContentPartPr/>
                <p14:nvPr/>
              </p14:nvContentPartPr>
              <p14:xfrm>
                <a:off x="6493280" y="747760"/>
                <a:ext cx="27000" cy="220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77C1738-1537-C5FB-1A49-5C9AD37218B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482840" y="737320"/>
                  <a:ext cx="482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B31BB07-AD89-FC7C-C42B-00440B9F7371}"/>
                    </a:ext>
                  </a:extLst>
                </p14:cNvPr>
                <p14:cNvContentPartPr/>
                <p14:nvPr/>
              </p14:nvContentPartPr>
              <p14:xfrm>
                <a:off x="6421280" y="846400"/>
                <a:ext cx="156600" cy="2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B31BB07-AD89-FC7C-C42B-00440B9F737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410480" y="835600"/>
                  <a:ext cx="17784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9463216-AF40-DCE9-A0EC-7943078F7C6A}"/>
              </a:ext>
            </a:extLst>
          </p:cNvPr>
          <p:cNvGrpSpPr/>
          <p:nvPr/>
        </p:nvGrpSpPr>
        <p:grpSpPr>
          <a:xfrm>
            <a:off x="6731960" y="915880"/>
            <a:ext cx="170280" cy="65520"/>
            <a:chOff x="6731960" y="915880"/>
            <a:chExt cx="170280" cy="6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93886ED-80D1-8E52-2A43-7C71E9BE2CFE}"/>
                    </a:ext>
                  </a:extLst>
                </p14:cNvPr>
                <p14:cNvContentPartPr/>
                <p14:nvPr/>
              </p14:nvContentPartPr>
              <p14:xfrm>
                <a:off x="6731960" y="968440"/>
                <a:ext cx="170280" cy="12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93886ED-80D1-8E52-2A43-7C71E9BE2CF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721520" y="957640"/>
                  <a:ext cx="191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05B3366-8FB6-2301-5FA2-FFC057C4F149}"/>
                    </a:ext>
                  </a:extLst>
                </p14:cNvPr>
                <p14:cNvContentPartPr/>
                <p14:nvPr/>
              </p14:nvContentPartPr>
              <p14:xfrm>
                <a:off x="6735920" y="915880"/>
                <a:ext cx="156600" cy="6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05B3366-8FB6-2301-5FA2-FFC057C4F14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725120" y="905080"/>
                  <a:ext cx="17784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4C137E0-3C66-4F5D-7AF7-F1DAAF554EA7}"/>
              </a:ext>
            </a:extLst>
          </p:cNvPr>
          <p:cNvGrpSpPr/>
          <p:nvPr/>
        </p:nvGrpSpPr>
        <p:grpSpPr>
          <a:xfrm>
            <a:off x="7180160" y="707800"/>
            <a:ext cx="898920" cy="347760"/>
            <a:chOff x="7180160" y="707800"/>
            <a:chExt cx="89892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C623A67-9719-84C3-0E0D-A1999C8FE69B}"/>
                    </a:ext>
                  </a:extLst>
                </p14:cNvPr>
                <p14:cNvContentPartPr/>
                <p14:nvPr/>
              </p14:nvContentPartPr>
              <p14:xfrm>
                <a:off x="7180160" y="847120"/>
                <a:ext cx="76680" cy="150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C623A67-9719-84C3-0E0D-A1999C8FE69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169360" y="836320"/>
                  <a:ext cx="979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CB129C2-8FF3-146D-3794-01D4F190B1EC}"/>
                    </a:ext>
                  </a:extLst>
                </p14:cNvPr>
                <p14:cNvContentPartPr/>
                <p14:nvPr/>
              </p14:nvContentPartPr>
              <p14:xfrm>
                <a:off x="7323800" y="877000"/>
                <a:ext cx="75240" cy="110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CB129C2-8FF3-146D-3794-01D4F190B1E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313000" y="866560"/>
                  <a:ext cx="96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3AE51FA-B28F-B4EA-E9BA-66C6F7A061FB}"/>
                    </a:ext>
                  </a:extLst>
                </p14:cNvPr>
                <p14:cNvContentPartPr/>
                <p14:nvPr/>
              </p14:nvContentPartPr>
              <p14:xfrm>
                <a:off x="7418840" y="716080"/>
                <a:ext cx="37080" cy="241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3AE51FA-B28F-B4EA-E9BA-66C6F7A061F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408040" y="705280"/>
                  <a:ext cx="583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7B79C39-7831-8D87-24D2-E06398978021}"/>
                    </a:ext>
                  </a:extLst>
                </p14:cNvPr>
                <p14:cNvContentPartPr/>
                <p14:nvPr/>
              </p14:nvContentPartPr>
              <p14:xfrm>
                <a:off x="7499840" y="722920"/>
                <a:ext cx="39600" cy="224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7B79C39-7831-8D87-24D2-E0639897802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489400" y="712120"/>
                  <a:ext cx="608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D473FFA-F4C1-1C54-CB94-DBACA0F2F650}"/>
                    </a:ext>
                  </a:extLst>
                </p14:cNvPr>
                <p14:cNvContentPartPr/>
                <p14:nvPr/>
              </p14:nvContentPartPr>
              <p14:xfrm>
                <a:off x="7637000" y="872320"/>
                <a:ext cx="24480" cy="1832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D473FFA-F4C1-1C54-CB94-DBACA0F2F65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626560" y="861880"/>
                  <a:ext cx="457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EDB59BD-026A-696B-88EB-2545994F4C44}"/>
                    </a:ext>
                  </a:extLst>
                </p14:cNvPr>
                <p14:cNvContentPartPr/>
                <p14:nvPr/>
              </p14:nvContentPartPr>
              <p14:xfrm>
                <a:off x="7633400" y="839200"/>
                <a:ext cx="105480" cy="122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EDB59BD-026A-696B-88EB-2545994F4C4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622600" y="828760"/>
                  <a:ext cx="1267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44B9216-00DD-FFFE-4282-A69FA90F4D76}"/>
                    </a:ext>
                  </a:extLst>
                </p14:cNvPr>
                <p14:cNvContentPartPr/>
                <p14:nvPr/>
              </p14:nvContentPartPr>
              <p14:xfrm>
                <a:off x="7810880" y="707800"/>
                <a:ext cx="77760" cy="236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44B9216-00DD-FFFE-4282-A69FA90F4D7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800440" y="697360"/>
                  <a:ext cx="990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F08EA2A-B867-9800-D86B-65D3A8503581}"/>
                    </a:ext>
                  </a:extLst>
                </p14:cNvPr>
                <p14:cNvContentPartPr/>
                <p14:nvPr/>
              </p14:nvContentPartPr>
              <p14:xfrm>
                <a:off x="7757600" y="816520"/>
                <a:ext cx="216000" cy="54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F08EA2A-B867-9800-D86B-65D3A850358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747160" y="805720"/>
                  <a:ext cx="237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F241F00-E5D7-6AF4-7D4E-005000CA96D0}"/>
                    </a:ext>
                  </a:extLst>
                </p14:cNvPr>
                <p14:cNvContentPartPr/>
                <p14:nvPr/>
              </p14:nvContentPartPr>
              <p14:xfrm>
                <a:off x="8013920" y="839200"/>
                <a:ext cx="65160" cy="96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F241F00-E5D7-6AF4-7D4E-005000CA96D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003480" y="828760"/>
                  <a:ext cx="8640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5FF57388-941C-A3A6-BBA6-AACC89371BE8}"/>
                  </a:ext>
                </a:extLst>
              </p14:cNvPr>
              <p14:cNvContentPartPr/>
              <p14:nvPr/>
            </p14:nvContentPartPr>
            <p14:xfrm>
              <a:off x="8210840" y="812920"/>
              <a:ext cx="360" cy="3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5FF57388-941C-A3A6-BBA6-AACC89371BE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200040" y="802480"/>
                <a:ext cx="2160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3D0AFF2-D393-E14D-8DED-0C0959EDB3F2}"/>
              </a:ext>
            </a:extLst>
          </p:cNvPr>
          <p:cNvGrpSpPr/>
          <p:nvPr/>
        </p:nvGrpSpPr>
        <p:grpSpPr>
          <a:xfrm>
            <a:off x="8489840" y="680440"/>
            <a:ext cx="1097280" cy="322920"/>
            <a:chOff x="8489840" y="680440"/>
            <a:chExt cx="1097280" cy="3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9739BF0-FD3E-C006-B713-4191B6FA34AC}"/>
                    </a:ext>
                  </a:extLst>
                </p14:cNvPr>
                <p14:cNvContentPartPr/>
                <p14:nvPr/>
              </p14:nvContentPartPr>
              <p14:xfrm>
                <a:off x="8489840" y="802120"/>
                <a:ext cx="140040" cy="160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9739BF0-FD3E-C006-B713-4191B6FA34A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79400" y="791320"/>
                  <a:ext cx="1612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B252814-C133-B1A4-1D2F-596CA160C1D3}"/>
                    </a:ext>
                  </a:extLst>
                </p14:cNvPr>
                <p14:cNvContentPartPr/>
                <p14:nvPr/>
              </p14:nvContentPartPr>
              <p14:xfrm>
                <a:off x="8718440" y="804640"/>
                <a:ext cx="75240" cy="1537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B252814-C133-B1A4-1D2F-596CA160C1D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708000" y="794200"/>
                  <a:ext cx="964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F7B5F84-8542-F018-E577-903F65732103}"/>
                    </a:ext>
                  </a:extLst>
                </p14:cNvPr>
                <p14:cNvContentPartPr/>
                <p14:nvPr/>
              </p14:nvContentPartPr>
              <p14:xfrm>
                <a:off x="8885840" y="680440"/>
                <a:ext cx="44640" cy="266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F7B5F84-8542-F018-E577-903F6573210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875400" y="670000"/>
                  <a:ext cx="658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D6EB1EE-BE0F-F4BF-29E8-A130C282C208}"/>
                    </a:ext>
                  </a:extLst>
                </p14:cNvPr>
                <p14:cNvContentPartPr/>
                <p14:nvPr/>
              </p14:nvContentPartPr>
              <p14:xfrm>
                <a:off x="8860640" y="824440"/>
                <a:ext cx="131040" cy="50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D6EB1EE-BE0F-F4BF-29E8-A130C282C20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850200" y="814000"/>
                  <a:ext cx="152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A252540-33CB-F507-014F-BF1C4221FC97}"/>
                    </a:ext>
                  </a:extLst>
                </p14:cNvPr>
                <p14:cNvContentPartPr/>
                <p14:nvPr/>
              </p14:nvContentPartPr>
              <p14:xfrm>
                <a:off x="9016880" y="824440"/>
                <a:ext cx="104400" cy="103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A252540-33CB-F507-014F-BF1C4221FC9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006080" y="814000"/>
                  <a:ext cx="1256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39325E5-8C4C-E824-0329-643AA2A1AEAA}"/>
                    </a:ext>
                  </a:extLst>
                </p14:cNvPr>
                <p14:cNvContentPartPr/>
                <p14:nvPr/>
              </p14:nvContentPartPr>
              <p14:xfrm>
                <a:off x="9154040" y="769720"/>
                <a:ext cx="119520" cy="1522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39325E5-8C4C-E824-0329-643AA2A1AEA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143240" y="758920"/>
                  <a:ext cx="1407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AF10232-D317-5949-BB05-DEFC1D572A1D}"/>
                    </a:ext>
                  </a:extLst>
                </p14:cNvPr>
                <p14:cNvContentPartPr/>
                <p14:nvPr/>
              </p14:nvContentPartPr>
              <p14:xfrm>
                <a:off x="9297320" y="791320"/>
                <a:ext cx="111960" cy="122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AF10232-D317-5949-BB05-DEFC1D572A1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286520" y="780880"/>
                  <a:ext cx="1332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EB32A04-C957-9F19-E495-CDF6751F7CA4}"/>
                    </a:ext>
                  </a:extLst>
                </p14:cNvPr>
                <p14:cNvContentPartPr/>
                <p14:nvPr/>
              </p14:nvContentPartPr>
              <p14:xfrm>
                <a:off x="9478760" y="872320"/>
                <a:ext cx="87840" cy="131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EB32A04-C957-9F19-E495-CDF6751F7CA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468320" y="861880"/>
                  <a:ext cx="1090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1F324A8-6E8A-DB1D-FF7C-9B942506F11F}"/>
                    </a:ext>
                  </a:extLst>
                </p14:cNvPr>
                <p14:cNvContentPartPr/>
                <p14:nvPr/>
              </p14:nvContentPartPr>
              <p14:xfrm>
                <a:off x="9566240" y="864400"/>
                <a:ext cx="360" cy="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1F324A8-6E8A-DB1D-FF7C-9B942506F11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55800" y="8539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4417834-9C8C-6AE6-4C6E-5868CF8F9EEA}"/>
                    </a:ext>
                  </a:extLst>
                </p14:cNvPr>
                <p14:cNvContentPartPr/>
                <p14:nvPr/>
              </p14:nvContentPartPr>
              <p14:xfrm>
                <a:off x="9586760" y="737680"/>
                <a:ext cx="360" cy="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4417834-9C8C-6AE6-4C6E-5868CF8F9EE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75960" y="7268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80BF2758-AEA8-A38D-67E9-F9538906AE51}"/>
                  </a:ext>
                </a:extLst>
              </p14:cNvPr>
              <p14:cNvContentPartPr/>
              <p14:nvPr/>
            </p14:nvContentPartPr>
            <p14:xfrm>
              <a:off x="8204360" y="914800"/>
              <a:ext cx="360" cy="3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80BF2758-AEA8-A38D-67E9-F9538906AE5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193920" y="904000"/>
                <a:ext cx="216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7A89294-69CA-EB17-3275-53FEBC1DBDA1}"/>
                  </a:ext>
                </a:extLst>
              </p14:cNvPr>
              <p14:cNvContentPartPr/>
              <p14:nvPr/>
            </p14:nvContentPartPr>
            <p14:xfrm>
              <a:off x="5395640" y="1453720"/>
              <a:ext cx="6840" cy="155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7A89294-69CA-EB17-3275-53FEBC1DBDA1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5384840" y="1443280"/>
                <a:ext cx="28080" cy="17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BE20A361-2469-A09D-05B5-706ED8F386E7}"/>
              </a:ext>
            </a:extLst>
          </p:cNvPr>
          <p:cNvGrpSpPr/>
          <p:nvPr/>
        </p:nvGrpSpPr>
        <p:grpSpPr>
          <a:xfrm>
            <a:off x="5406800" y="1260040"/>
            <a:ext cx="377640" cy="421560"/>
            <a:chOff x="5406800" y="1260040"/>
            <a:chExt cx="37764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8B6C20D-FD5D-1D1B-61D5-8819C6C77AF0}"/>
                    </a:ext>
                  </a:extLst>
                </p14:cNvPr>
                <p14:cNvContentPartPr/>
                <p14:nvPr/>
              </p14:nvContentPartPr>
              <p14:xfrm>
                <a:off x="5406800" y="1260040"/>
                <a:ext cx="85320" cy="82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8B6C20D-FD5D-1D1B-61D5-8819C6C77AF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396360" y="1249600"/>
                  <a:ext cx="1065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BD9A2BE-321E-9B7F-2D2A-5FC7AFD89276}"/>
                    </a:ext>
                  </a:extLst>
                </p14:cNvPr>
                <p14:cNvContentPartPr/>
                <p14:nvPr/>
              </p14:nvContentPartPr>
              <p14:xfrm>
                <a:off x="5632880" y="1264000"/>
                <a:ext cx="133560" cy="417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BD9A2BE-321E-9B7F-2D2A-5FC7AFD8927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622440" y="1253560"/>
                  <a:ext cx="15480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E5BC9BD-0742-07FF-4397-115F8D2FC609}"/>
                    </a:ext>
                  </a:extLst>
                </p14:cNvPr>
                <p14:cNvContentPartPr/>
                <p14:nvPr/>
              </p14:nvContentPartPr>
              <p14:xfrm>
                <a:off x="5641880" y="1549840"/>
                <a:ext cx="142560" cy="2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E5BC9BD-0742-07FF-4397-115F8D2FC60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631080" y="1539400"/>
                  <a:ext cx="16380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F7A04B8-2BD0-4F5B-4640-6D22FD1160A4}"/>
              </a:ext>
            </a:extLst>
          </p:cNvPr>
          <p:cNvGrpSpPr/>
          <p:nvPr/>
        </p:nvGrpSpPr>
        <p:grpSpPr>
          <a:xfrm>
            <a:off x="6324800" y="1272280"/>
            <a:ext cx="905040" cy="328680"/>
            <a:chOff x="6324800" y="1272280"/>
            <a:chExt cx="905040" cy="3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BE89A90-C5B2-AF74-4144-8C53807F189B}"/>
                    </a:ext>
                  </a:extLst>
                </p14:cNvPr>
                <p14:cNvContentPartPr/>
                <p14:nvPr/>
              </p14:nvContentPartPr>
              <p14:xfrm>
                <a:off x="6324800" y="1272280"/>
                <a:ext cx="57600" cy="292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BE89A90-C5B2-AF74-4144-8C53807F189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314000" y="1261480"/>
                  <a:ext cx="788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2995CDC-F05A-02A1-458C-27F2C41A2E14}"/>
                    </a:ext>
                  </a:extLst>
                </p14:cNvPr>
                <p14:cNvContentPartPr/>
                <p14:nvPr/>
              </p14:nvContentPartPr>
              <p14:xfrm>
                <a:off x="6447200" y="1374160"/>
                <a:ext cx="165960" cy="1468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2995CDC-F05A-02A1-458C-27F2C41A2E1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436760" y="1363720"/>
                  <a:ext cx="1872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861CDCF-7E6E-E6F3-D55C-0C5FF6CB1972}"/>
                    </a:ext>
                  </a:extLst>
                </p14:cNvPr>
                <p14:cNvContentPartPr/>
                <p14:nvPr/>
              </p14:nvContentPartPr>
              <p14:xfrm>
                <a:off x="6690200" y="1365880"/>
                <a:ext cx="106920" cy="235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861CDCF-7E6E-E6F3-D55C-0C5FF6CB197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679760" y="1355440"/>
                  <a:ext cx="1281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9980478-A720-DDA3-E058-9B1E8BDF7382}"/>
                    </a:ext>
                  </a:extLst>
                </p14:cNvPr>
                <p14:cNvContentPartPr/>
                <p14:nvPr/>
              </p14:nvContentPartPr>
              <p14:xfrm>
                <a:off x="6864800" y="1366240"/>
                <a:ext cx="120240" cy="1144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9980478-A720-DDA3-E058-9B1E8BDF738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854360" y="1355440"/>
                  <a:ext cx="1414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ED892B6-D5F7-D00D-E044-DF2EC1F50423}"/>
                    </a:ext>
                  </a:extLst>
                </p14:cNvPr>
                <p14:cNvContentPartPr/>
                <p14:nvPr/>
              </p14:nvContentPartPr>
              <p14:xfrm>
                <a:off x="7072160" y="1348240"/>
                <a:ext cx="157680" cy="1249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ED892B6-D5F7-D00D-E044-DF2EC1F5042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061720" y="1337440"/>
                  <a:ext cx="17892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372A86C-EF84-6DC3-9476-642E33A88200}"/>
              </a:ext>
            </a:extLst>
          </p:cNvPr>
          <p:cNvGrpSpPr/>
          <p:nvPr/>
        </p:nvGrpSpPr>
        <p:grpSpPr>
          <a:xfrm>
            <a:off x="8020400" y="1184440"/>
            <a:ext cx="850680" cy="302040"/>
            <a:chOff x="8020400" y="1184440"/>
            <a:chExt cx="850680" cy="30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009A5B2-763A-1F79-00D5-A6AEAA1F9FFC}"/>
                    </a:ext>
                  </a:extLst>
                </p14:cNvPr>
                <p14:cNvContentPartPr/>
                <p14:nvPr/>
              </p14:nvContentPartPr>
              <p14:xfrm>
                <a:off x="8020400" y="1350040"/>
                <a:ext cx="85320" cy="1364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009A5B2-763A-1F79-00D5-A6AEAA1F9FF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009960" y="1339240"/>
                  <a:ext cx="1065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AB0EC31-76BE-E719-007C-9283E0CEF5D5}"/>
                    </a:ext>
                  </a:extLst>
                </p14:cNvPr>
                <p14:cNvContentPartPr/>
                <p14:nvPr/>
              </p14:nvContentPartPr>
              <p14:xfrm>
                <a:off x="8178080" y="1340680"/>
                <a:ext cx="78120" cy="1321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AB0EC31-76BE-E719-007C-9283E0CEF5D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167640" y="1329880"/>
                  <a:ext cx="993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AD8B6A3-B7AC-3F07-030F-A2C5D0503C58}"/>
                    </a:ext>
                  </a:extLst>
                </p14:cNvPr>
                <p14:cNvContentPartPr/>
                <p14:nvPr/>
              </p14:nvContentPartPr>
              <p14:xfrm>
                <a:off x="8344040" y="1307560"/>
                <a:ext cx="88920" cy="1504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AD8B6A3-B7AC-3F07-030F-A2C5D0503C5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333600" y="1297120"/>
                  <a:ext cx="1101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1BD7F4C-69EC-0B88-E3BB-0D3A6DC75A48}"/>
                    </a:ext>
                  </a:extLst>
                </p14:cNvPr>
                <p14:cNvContentPartPr/>
                <p14:nvPr/>
              </p14:nvContentPartPr>
              <p14:xfrm>
                <a:off x="8481200" y="1340680"/>
                <a:ext cx="77760" cy="96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1BD7F4C-69EC-0B88-E3BB-0D3A6DC75A48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470400" y="1330240"/>
                  <a:ext cx="990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B152D45-AF95-EC1F-D27C-803CE333A2C4}"/>
                    </a:ext>
                  </a:extLst>
                </p14:cNvPr>
                <p14:cNvContentPartPr/>
                <p14:nvPr/>
              </p14:nvContentPartPr>
              <p14:xfrm>
                <a:off x="8655080" y="1184440"/>
                <a:ext cx="63720" cy="2714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B152D45-AF95-EC1F-D27C-803CE333A2C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644280" y="1173640"/>
                  <a:ext cx="849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86451CF-A1C8-2830-21AC-3E7D39215CA5}"/>
                    </a:ext>
                  </a:extLst>
                </p14:cNvPr>
                <p14:cNvContentPartPr/>
                <p14:nvPr/>
              </p14:nvContentPartPr>
              <p14:xfrm>
                <a:off x="8787200" y="1198120"/>
                <a:ext cx="49680" cy="2494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86451CF-A1C8-2830-21AC-3E7D39215CA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776400" y="1187320"/>
                  <a:ext cx="709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8431D52-E2AA-7C34-612E-0241CFCF413C}"/>
                    </a:ext>
                  </a:extLst>
                </p14:cNvPr>
                <p14:cNvContentPartPr/>
                <p14:nvPr/>
              </p14:nvContentPartPr>
              <p14:xfrm>
                <a:off x="8770640" y="1355800"/>
                <a:ext cx="100440" cy="61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8431D52-E2AA-7C34-612E-0241CFCF413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759840" y="1345000"/>
                  <a:ext cx="12168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FB46E4FD-A792-3931-1D17-38D5C57BEC88}"/>
                  </a:ext>
                </a:extLst>
              </p14:cNvPr>
              <p14:cNvContentPartPr/>
              <p14:nvPr/>
            </p14:nvContentPartPr>
            <p14:xfrm>
              <a:off x="9006440" y="1412680"/>
              <a:ext cx="360" cy="36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FB46E4FD-A792-3931-1D17-38D5C57BEC88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8996000" y="1402240"/>
                <a:ext cx="2160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C9F698DB-F843-C4DA-7B9A-C9AB386C8170}"/>
              </a:ext>
            </a:extLst>
          </p:cNvPr>
          <p:cNvGrpSpPr/>
          <p:nvPr/>
        </p:nvGrpSpPr>
        <p:grpSpPr>
          <a:xfrm>
            <a:off x="9156920" y="1234480"/>
            <a:ext cx="648720" cy="209520"/>
            <a:chOff x="9156920" y="1234480"/>
            <a:chExt cx="648720" cy="20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63C9590-220A-3955-F4ED-3EE7B273E69A}"/>
                    </a:ext>
                  </a:extLst>
                </p14:cNvPr>
                <p14:cNvContentPartPr/>
                <p14:nvPr/>
              </p14:nvContentPartPr>
              <p14:xfrm>
                <a:off x="9156920" y="1304320"/>
                <a:ext cx="116640" cy="132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63C9590-220A-3955-F4ED-3EE7B273E69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146120" y="1293520"/>
                  <a:ext cx="137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44A9936-6952-9563-AC26-746E331C641A}"/>
                    </a:ext>
                  </a:extLst>
                </p14:cNvPr>
                <p14:cNvContentPartPr/>
                <p14:nvPr/>
              </p14:nvContentPartPr>
              <p14:xfrm>
                <a:off x="9388760" y="1330600"/>
                <a:ext cx="15480" cy="99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44A9936-6952-9563-AC26-746E331C641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377960" y="1319800"/>
                  <a:ext cx="367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C4A60E5-D100-F0CD-DDAF-F9777528E90F}"/>
                    </a:ext>
                  </a:extLst>
                </p14:cNvPr>
                <p14:cNvContentPartPr/>
                <p14:nvPr/>
              </p14:nvContentPartPr>
              <p14:xfrm>
                <a:off x="9360680" y="1234480"/>
                <a:ext cx="360" cy="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C4A60E5-D100-F0CD-DDAF-F9777528E90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350240" y="12240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46E5810-0BA3-40F9-3C2D-5646220A529D}"/>
                    </a:ext>
                  </a:extLst>
                </p14:cNvPr>
                <p14:cNvContentPartPr/>
                <p14:nvPr/>
              </p14:nvContentPartPr>
              <p14:xfrm>
                <a:off x="9482720" y="1266880"/>
                <a:ext cx="198360" cy="1771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46E5810-0BA3-40F9-3C2D-5646220A529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471920" y="1256440"/>
                  <a:ext cx="2196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26423EA-1BA0-D63F-9B34-77DB4F19568E}"/>
                    </a:ext>
                  </a:extLst>
                </p14:cNvPr>
                <p14:cNvContentPartPr/>
                <p14:nvPr/>
              </p14:nvContentPartPr>
              <p14:xfrm>
                <a:off x="9733640" y="1242400"/>
                <a:ext cx="72000" cy="1526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26423EA-1BA0-D63F-9B34-77DB4F19568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723200" y="1231600"/>
                  <a:ext cx="9324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17BEAC2C-04B3-A8EF-F860-94C521EE87B1}"/>
              </a:ext>
            </a:extLst>
          </p:cNvPr>
          <p:cNvGrpSpPr/>
          <p:nvPr/>
        </p:nvGrpSpPr>
        <p:grpSpPr>
          <a:xfrm>
            <a:off x="9975560" y="1183000"/>
            <a:ext cx="223200" cy="295200"/>
            <a:chOff x="9975560" y="1183000"/>
            <a:chExt cx="22320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B1ADCFE-A331-FAB8-0B6D-8BDC542501E9}"/>
                    </a:ext>
                  </a:extLst>
                </p14:cNvPr>
                <p14:cNvContentPartPr/>
                <p14:nvPr/>
              </p14:nvContentPartPr>
              <p14:xfrm>
                <a:off x="9975560" y="1194520"/>
                <a:ext cx="97560" cy="270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B1ADCFE-A331-FAB8-0B6D-8BDC542501E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965120" y="1184080"/>
                  <a:ext cx="1188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9B07B27-3364-D98E-B3E9-2FF67E3AE0F5}"/>
                    </a:ext>
                  </a:extLst>
                </p14:cNvPr>
                <p14:cNvContentPartPr/>
                <p14:nvPr/>
              </p14:nvContentPartPr>
              <p14:xfrm>
                <a:off x="10121000" y="1183000"/>
                <a:ext cx="77760" cy="2952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9B07B27-3364-D98E-B3E9-2FF67E3AE0F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110560" y="1172560"/>
                  <a:ext cx="99000" cy="31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09876236-4463-DE60-CC28-EE1E7439FF9E}"/>
                  </a:ext>
                </a:extLst>
              </p14:cNvPr>
              <p14:cNvContentPartPr/>
              <p14:nvPr/>
            </p14:nvContentPartPr>
            <p14:xfrm>
              <a:off x="10379840" y="1387480"/>
              <a:ext cx="360" cy="3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09876236-4463-DE60-CC28-EE1E7439FF9E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10369400" y="1377040"/>
                <a:ext cx="216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754D7EDF-B7EA-0535-3C0A-EC2CF304F78C}"/>
                  </a:ext>
                </a:extLst>
              </p14:cNvPr>
              <p14:cNvContentPartPr/>
              <p14:nvPr/>
            </p14:nvContentPartPr>
            <p14:xfrm>
              <a:off x="10344560" y="1273360"/>
              <a:ext cx="360" cy="36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754D7EDF-B7EA-0535-3C0A-EC2CF304F78C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10333760" y="1262920"/>
                <a:ext cx="2160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AD9D5EE-8F14-9CDD-6C88-3A76F82886BD}"/>
              </a:ext>
            </a:extLst>
          </p:cNvPr>
          <p:cNvGrpSpPr/>
          <p:nvPr/>
        </p:nvGrpSpPr>
        <p:grpSpPr>
          <a:xfrm>
            <a:off x="6191240" y="1756480"/>
            <a:ext cx="1201320" cy="343440"/>
            <a:chOff x="6191240" y="1756480"/>
            <a:chExt cx="120132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F17890B-D0E8-92B2-E8C0-701D89B7E492}"/>
                    </a:ext>
                  </a:extLst>
                </p14:cNvPr>
                <p14:cNvContentPartPr/>
                <p14:nvPr/>
              </p14:nvContentPartPr>
              <p14:xfrm>
                <a:off x="6191240" y="1892560"/>
                <a:ext cx="119880" cy="207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F17890B-D0E8-92B2-E8C0-701D89B7E49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180800" y="1882120"/>
                  <a:ext cx="1411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9D17CD6-18AF-6FF4-C11A-5628DEEE6A1F}"/>
                    </a:ext>
                  </a:extLst>
                </p14:cNvPr>
                <p14:cNvContentPartPr/>
                <p14:nvPr/>
              </p14:nvContentPartPr>
              <p14:xfrm>
                <a:off x="6369080" y="1937560"/>
                <a:ext cx="63360" cy="1119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9D17CD6-18AF-6FF4-C11A-5628DEEE6A1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358640" y="1926760"/>
                  <a:ext cx="84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0116693-CEC2-25C7-4D46-BCE88729B96B}"/>
                    </a:ext>
                  </a:extLst>
                </p14:cNvPr>
                <p14:cNvContentPartPr/>
                <p14:nvPr/>
              </p14:nvContentPartPr>
              <p14:xfrm>
                <a:off x="6550520" y="1876360"/>
                <a:ext cx="154080" cy="182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0116693-CEC2-25C7-4D46-BCE88729B96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540080" y="1865920"/>
                  <a:ext cx="1753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7F3B88F-ABDD-5F8C-20F5-9E03A31C79CB}"/>
                    </a:ext>
                  </a:extLst>
                </p14:cNvPr>
                <p14:cNvContentPartPr/>
                <p14:nvPr/>
              </p14:nvContentPartPr>
              <p14:xfrm>
                <a:off x="6786320" y="1924600"/>
                <a:ext cx="93600" cy="1123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7F3B88F-ABDD-5F8C-20F5-9E03A31C79C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775520" y="1913800"/>
                  <a:ext cx="1148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0700721-877E-FD3B-6D80-2366D58B5335}"/>
                    </a:ext>
                  </a:extLst>
                </p14:cNvPr>
                <p14:cNvContentPartPr/>
                <p14:nvPr/>
              </p14:nvContentPartPr>
              <p14:xfrm>
                <a:off x="6993680" y="1773760"/>
                <a:ext cx="74160" cy="244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0700721-877E-FD3B-6D80-2366D58B533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982880" y="1762960"/>
                  <a:ext cx="954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0AD652B-82ED-28E3-548B-15CFD4AE8230}"/>
                    </a:ext>
                  </a:extLst>
                </p14:cNvPr>
                <p14:cNvContentPartPr/>
                <p14:nvPr/>
              </p14:nvContentPartPr>
              <p14:xfrm>
                <a:off x="7168640" y="1756480"/>
                <a:ext cx="7560" cy="2642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0AD652B-82ED-28E3-548B-15CFD4AE823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157840" y="1746040"/>
                  <a:ext cx="288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F03B872-CAD3-6DA3-86EE-10FD6FDF497F}"/>
                    </a:ext>
                  </a:extLst>
                </p14:cNvPr>
                <p14:cNvContentPartPr/>
                <p14:nvPr/>
              </p14:nvContentPartPr>
              <p14:xfrm>
                <a:off x="7122920" y="1921000"/>
                <a:ext cx="186840" cy="14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F03B872-CAD3-6DA3-86EE-10FD6FDF497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112480" y="1910560"/>
                  <a:ext cx="208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E75F2E4-5654-2790-63D8-52FA5D48AFA4}"/>
                    </a:ext>
                  </a:extLst>
                </p14:cNvPr>
                <p14:cNvContentPartPr/>
                <p14:nvPr/>
              </p14:nvContentPartPr>
              <p14:xfrm>
                <a:off x="7392200" y="1973560"/>
                <a:ext cx="360" cy="3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E75F2E4-5654-2790-63D8-52FA5D48AFA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381400" y="19631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7E901E9-E642-EFD5-1E7B-C156F6D39036}"/>
              </a:ext>
            </a:extLst>
          </p:cNvPr>
          <p:cNvGrpSpPr/>
          <p:nvPr/>
        </p:nvGrpSpPr>
        <p:grpSpPr>
          <a:xfrm>
            <a:off x="7530440" y="1757920"/>
            <a:ext cx="641160" cy="369720"/>
            <a:chOff x="7530440" y="1757920"/>
            <a:chExt cx="641160" cy="36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BD5AFA9-E00B-78FD-D228-4FBF45B3C70F}"/>
                    </a:ext>
                  </a:extLst>
                </p14:cNvPr>
                <p14:cNvContentPartPr/>
                <p14:nvPr/>
              </p14:nvContentPartPr>
              <p14:xfrm>
                <a:off x="7530440" y="1850080"/>
                <a:ext cx="88200" cy="2775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BD5AFA9-E00B-78FD-D228-4FBF45B3C70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520000" y="1839640"/>
                  <a:ext cx="1094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4F06FD3-E380-1495-7405-7629A67A042F}"/>
                    </a:ext>
                  </a:extLst>
                </p14:cNvPr>
                <p14:cNvContentPartPr/>
                <p14:nvPr/>
              </p14:nvContentPartPr>
              <p14:xfrm>
                <a:off x="7707560" y="1847920"/>
                <a:ext cx="91080" cy="144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4F06FD3-E380-1495-7405-7629A67A042F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697120" y="1837480"/>
                  <a:ext cx="1123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0BC8DEE-F86C-8999-B6E0-0856E619CA89}"/>
                    </a:ext>
                  </a:extLst>
                </p14:cNvPr>
                <p14:cNvContentPartPr/>
                <p14:nvPr/>
              </p14:nvContentPartPr>
              <p14:xfrm>
                <a:off x="7889360" y="1828480"/>
                <a:ext cx="98280" cy="1465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0BC8DEE-F86C-8999-B6E0-0856E619CA8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878920" y="1818040"/>
                  <a:ext cx="1195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4F02279-24DB-3F3D-72D3-ACAB1C34D1BE}"/>
                    </a:ext>
                  </a:extLst>
                </p14:cNvPr>
                <p14:cNvContentPartPr/>
                <p14:nvPr/>
              </p14:nvContentPartPr>
              <p14:xfrm>
                <a:off x="8052080" y="1757920"/>
                <a:ext cx="119520" cy="2289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4F02279-24DB-3F3D-72D3-ACAB1C34D1B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041640" y="1747120"/>
                  <a:ext cx="14076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D466C19D-7CCB-C104-7787-AD6FF6228764}"/>
              </a:ext>
            </a:extLst>
          </p:cNvPr>
          <p:cNvGrpSpPr/>
          <p:nvPr/>
        </p:nvGrpSpPr>
        <p:grpSpPr>
          <a:xfrm>
            <a:off x="7543040" y="1388920"/>
            <a:ext cx="165240" cy="57240"/>
            <a:chOff x="7543040" y="1388920"/>
            <a:chExt cx="165240" cy="5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10B4F5F-556B-F61D-0FFF-AF3E292FC897}"/>
                    </a:ext>
                  </a:extLst>
                </p14:cNvPr>
                <p14:cNvContentPartPr/>
                <p14:nvPr/>
              </p14:nvContentPartPr>
              <p14:xfrm>
                <a:off x="7564640" y="1444720"/>
                <a:ext cx="143640" cy="14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10B4F5F-556B-F61D-0FFF-AF3E292FC89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554200" y="1434280"/>
                  <a:ext cx="1648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6061AEC-C9B2-8544-A5B4-D19F1E0C942A}"/>
                    </a:ext>
                  </a:extLst>
                </p14:cNvPr>
                <p14:cNvContentPartPr/>
                <p14:nvPr/>
              </p14:nvContentPartPr>
              <p14:xfrm>
                <a:off x="7543040" y="1388920"/>
                <a:ext cx="120960" cy="39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6061AEC-C9B2-8544-A5B4-D19F1E0C942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532600" y="1378120"/>
                  <a:ext cx="142200" cy="2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240EC337-6833-9A9A-3467-94384979ACFB}"/>
                  </a:ext>
                </a:extLst>
              </p14:cNvPr>
              <p14:cNvContentPartPr/>
              <p14:nvPr/>
            </p14:nvContentPartPr>
            <p14:xfrm>
              <a:off x="8402360" y="1747480"/>
              <a:ext cx="119520" cy="3567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240EC337-6833-9A9A-3467-94384979ACFB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8391920" y="1737040"/>
                <a:ext cx="140760" cy="37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CE36EA95-71A4-D2C1-BA7D-EAB6AF4BF366}"/>
              </a:ext>
            </a:extLst>
          </p:cNvPr>
          <p:cNvGrpSpPr/>
          <p:nvPr/>
        </p:nvGrpSpPr>
        <p:grpSpPr>
          <a:xfrm>
            <a:off x="8650760" y="1663960"/>
            <a:ext cx="571680" cy="387720"/>
            <a:chOff x="8650760" y="1663960"/>
            <a:chExt cx="571680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4EF7AEB-F124-A418-1BED-34E47AC7BC93}"/>
                    </a:ext>
                  </a:extLst>
                </p14:cNvPr>
                <p14:cNvContentPartPr/>
                <p14:nvPr/>
              </p14:nvContentPartPr>
              <p14:xfrm>
                <a:off x="8650760" y="1711480"/>
                <a:ext cx="135360" cy="338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4EF7AEB-F124-A418-1BED-34E47AC7BC9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640320" y="1700680"/>
                  <a:ext cx="15660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7C2689F-4C68-F2D4-5D29-62ED2BDD1528}"/>
                    </a:ext>
                  </a:extLst>
                </p14:cNvPr>
                <p14:cNvContentPartPr/>
                <p14:nvPr/>
              </p14:nvContentPartPr>
              <p14:xfrm>
                <a:off x="8851640" y="1738480"/>
                <a:ext cx="195480" cy="294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7C2689F-4C68-F2D4-5D29-62ED2BDD152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841200" y="1727680"/>
                  <a:ext cx="2167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1BDA5C2-5371-B9C0-93AD-5096042CCB6C}"/>
                    </a:ext>
                  </a:extLst>
                </p14:cNvPr>
                <p14:cNvContentPartPr/>
                <p14:nvPr/>
              </p14:nvContentPartPr>
              <p14:xfrm>
                <a:off x="9089240" y="1663960"/>
                <a:ext cx="133200" cy="387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1BDA5C2-5371-B9C0-93AD-5096042CCB6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078440" y="1653520"/>
                  <a:ext cx="154440" cy="40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BAE62F62-2E83-A4CB-5C87-4CB6E6F332AB}"/>
              </a:ext>
            </a:extLst>
          </p:cNvPr>
          <p:cNvGrpSpPr/>
          <p:nvPr/>
        </p:nvGrpSpPr>
        <p:grpSpPr>
          <a:xfrm>
            <a:off x="5450000" y="2331040"/>
            <a:ext cx="930960" cy="325440"/>
            <a:chOff x="5450000" y="2331040"/>
            <a:chExt cx="93096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84BC040-9D4E-FB8E-2C1C-C6A1F68FFEE2}"/>
                    </a:ext>
                  </a:extLst>
                </p14:cNvPr>
                <p14:cNvContentPartPr/>
                <p14:nvPr/>
              </p14:nvContentPartPr>
              <p14:xfrm>
                <a:off x="5450000" y="2469280"/>
                <a:ext cx="105840" cy="187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84BC040-9D4E-FB8E-2C1C-C6A1F68FFEE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439560" y="2458840"/>
                  <a:ext cx="127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DAA3A29-5E5A-5BC7-57A3-1E63B5D72586}"/>
                    </a:ext>
                  </a:extLst>
                </p14:cNvPr>
                <p14:cNvContentPartPr/>
                <p14:nvPr/>
              </p14:nvContentPartPr>
              <p14:xfrm>
                <a:off x="5620640" y="2499520"/>
                <a:ext cx="73440" cy="1324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DAA3A29-5E5A-5BC7-57A3-1E63B5D7258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610200" y="2488720"/>
                  <a:ext cx="946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C2ED547-0889-7DF8-AEF7-C14B5131B2BD}"/>
                    </a:ext>
                  </a:extLst>
                </p14:cNvPr>
                <p14:cNvContentPartPr/>
                <p14:nvPr/>
              </p14:nvContentPartPr>
              <p14:xfrm>
                <a:off x="5795240" y="2468200"/>
                <a:ext cx="81720" cy="1598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C2ED547-0889-7DF8-AEF7-C14B5131B2B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784800" y="2457760"/>
                  <a:ext cx="1029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0B46A32-34F7-BEA6-C6B7-5EFAD9447438}"/>
                    </a:ext>
                  </a:extLst>
                </p14:cNvPr>
                <p14:cNvContentPartPr/>
                <p14:nvPr/>
              </p14:nvContentPartPr>
              <p14:xfrm>
                <a:off x="5959040" y="2472880"/>
                <a:ext cx="94320" cy="1051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0B46A32-34F7-BEA6-C6B7-5EFAD9447438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948600" y="2462080"/>
                  <a:ext cx="115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024D137-F384-30A8-C7F1-CFD19E23A404}"/>
                    </a:ext>
                  </a:extLst>
                </p14:cNvPr>
                <p14:cNvContentPartPr/>
                <p14:nvPr/>
              </p14:nvContentPartPr>
              <p14:xfrm>
                <a:off x="6149480" y="2340400"/>
                <a:ext cx="30960" cy="2437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024D137-F384-30A8-C7F1-CFD19E23A40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139040" y="2329600"/>
                  <a:ext cx="522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8D83E8E-631B-8A05-3AE2-C01A38B861F8}"/>
                    </a:ext>
                  </a:extLst>
                </p14:cNvPr>
                <p14:cNvContentPartPr/>
                <p14:nvPr/>
              </p14:nvContentPartPr>
              <p14:xfrm>
                <a:off x="6280160" y="2331040"/>
                <a:ext cx="36720" cy="2458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8D83E8E-631B-8A05-3AE2-C01A38B861F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269720" y="2320600"/>
                  <a:ext cx="579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08FB1B4-BB8A-63D3-B0A3-FE1DDAE76621}"/>
                    </a:ext>
                  </a:extLst>
                </p14:cNvPr>
                <p14:cNvContentPartPr/>
                <p14:nvPr/>
              </p14:nvContentPartPr>
              <p14:xfrm>
                <a:off x="6226880" y="2491240"/>
                <a:ext cx="154080" cy="36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08FB1B4-BB8A-63D3-B0A3-FE1DDAE76621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216440" y="2480440"/>
                  <a:ext cx="17532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E786A785-E7E1-D6B7-18E6-7621D18271E3}"/>
              </a:ext>
            </a:extLst>
          </p:cNvPr>
          <p:cNvGrpSpPr/>
          <p:nvPr/>
        </p:nvGrpSpPr>
        <p:grpSpPr>
          <a:xfrm>
            <a:off x="6516320" y="2362000"/>
            <a:ext cx="1138680" cy="315000"/>
            <a:chOff x="6516320" y="2362000"/>
            <a:chExt cx="1138680" cy="31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CAEE9A1-2ECF-B1C8-0B8D-38CAA280E74C}"/>
                    </a:ext>
                  </a:extLst>
                </p14:cNvPr>
                <p14:cNvContentPartPr/>
                <p14:nvPr/>
              </p14:nvContentPartPr>
              <p14:xfrm>
                <a:off x="6516320" y="2423920"/>
                <a:ext cx="148680" cy="25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CAEE9A1-2ECF-B1C8-0B8D-38CAA280E74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505880" y="2413120"/>
                  <a:ext cx="169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9FFA8F6-BE54-4443-843E-807C2A84DB32}"/>
                    </a:ext>
                  </a:extLst>
                </p14:cNvPr>
                <p14:cNvContentPartPr/>
                <p14:nvPr/>
              </p14:nvContentPartPr>
              <p14:xfrm>
                <a:off x="6533960" y="2429320"/>
                <a:ext cx="132480" cy="239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9FFA8F6-BE54-4443-843E-807C2A84DB3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523520" y="2418880"/>
                  <a:ext cx="1537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98BC77F-8ABA-58E2-F0BE-CA131AC2FD6C}"/>
                    </a:ext>
                  </a:extLst>
                </p14:cNvPr>
                <p14:cNvContentPartPr/>
                <p14:nvPr/>
              </p14:nvContentPartPr>
              <p14:xfrm>
                <a:off x="6762560" y="2362000"/>
                <a:ext cx="36000" cy="2552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98BC77F-8ABA-58E2-F0BE-CA131AC2FD6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751760" y="2351560"/>
                  <a:ext cx="572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1E4CAE0-A6D3-040D-5F10-42BAC9EFCA31}"/>
                    </a:ext>
                  </a:extLst>
                </p14:cNvPr>
                <p14:cNvContentPartPr/>
                <p14:nvPr/>
              </p14:nvContentPartPr>
              <p14:xfrm>
                <a:off x="6868040" y="2473960"/>
                <a:ext cx="134640" cy="1090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1E4CAE0-A6D3-040D-5F10-42BAC9EFCA31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857600" y="2463160"/>
                  <a:ext cx="155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62618D7-B43A-BA20-3873-7E157C6DCB0F}"/>
                    </a:ext>
                  </a:extLst>
                </p14:cNvPr>
                <p14:cNvContentPartPr/>
                <p14:nvPr/>
              </p14:nvContentPartPr>
              <p14:xfrm>
                <a:off x="7055600" y="2443000"/>
                <a:ext cx="98640" cy="2340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62618D7-B43A-BA20-3873-7E157C6DCB0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044800" y="2432560"/>
                  <a:ext cx="1198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0340975-2D38-219D-4F51-0A8F5C2BF217}"/>
                    </a:ext>
                  </a:extLst>
                </p14:cNvPr>
                <p14:cNvContentPartPr/>
                <p14:nvPr/>
              </p14:nvContentPartPr>
              <p14:xfrm>
                <a:off x="7226960" y="2448760"/>
                <a:ext cx="60120" cy="1342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0340975-2D38-219D-4F51-0A8F5C2BF21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216520" y="2437960"/>
                  <a:ext cx="813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15F9D67-484C-4791-C506-717E255BD33C}"/>
                    </a:ext>
                  </a:extLst>
                </p14:cNvPr>
                <p14:cNvContentPartPr/>
                <p14:nvPr/>
              </p14:nvContentPartPr>
              <p14:xfrm>
                <a:off x="7354040" y="2475040"/>
                <a:ext cx="81720" cy="954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15F9D67-484C-4791-C506-717E255BD33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343240" y="2464600"/>
                  <a:ext cx="1029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C44E40E4-BFE6-6CEF-D8B1-75BE1BFCEBED}"/>
                    </a:ext>
                  </a:extLst>
                </p14:cNvPr>
                <p14:cNvContentPartPr/>
                <p14:nvPr/>
              </p14:nvContentPartPr>
              <p14:xfrm>
                <a:off x="7433960" y="2386120"/>
                <a:ext cx="221040" cy="2469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C44E40E4-BFE6-6CEF-D8B1-75BE1BFCEBE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423520" y="2375320"/>
                  <a:ext cx="242280" cy="26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EA941511-719B-45B9-EDAE-E271C645B0E3}"/>
                  </a:ext>
                </a:extLst>
              </p14:cNvPr>
              <p14:cNvContentPartPr/>
              <p14:nvPr/>
            </p14:nvContentPartPr>
            <p14:xfrm>
              <a:off x="7785680" y="2542360"/>
              <a:ext cx="360" cy="36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EA941511-719B-45B9-EDAE-E271C645B0E3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7774880" y="2531920"/>
                <a:ext cx="2160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Group 220">
            <a:extLst>
              <a:ext uri="{FF2B5EF4-FFF2-40B4-BE49-F238E27FC236}">
                <a16:creationId xmlns:a16="http://schemas.microsoft.com/office/drawing/2014/main" id="{DE2AA250-96DA-0E0C-8D1C-7167DB80E711}"/>
              </a:ext>
            </a:extLst>
          </p:cNvPr>
          <p:cNvGrpSpPr/>
          <p:nvPr/>
        </p:nvGrpSpPr>
        <p:grpSpPr>
          <a:xfrm>
            <a:off x="7952000" y="2313040"/>
            <a:ext cx="620640" cy="435600"/>
            <a:chOff x="7952000" y="2313040"/>
            <a:chExt cx="62064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F0652B9-F4BE-5520-8CAC-C4C22444AEB0}"/>
                    </a:ext>
                  </a:extLst>
                </p14:cNvPr>
                <p14:cNvContentPartPr/>
                <p14:nvPr/>
              </p14:nvContentPartPr>
              <p14:xfrm>
                <a:off x="7952000" y="2443000"/>
                <a:ext cx="117720" cy="3056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F0652B9-F4BE-5520-8CAC-C4C22444AEB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941200" y="2432560"/>
                  <a:ext cx="1389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CBFCD2D-7538-C5D6-B5F7-CD971A55D91C}"/>
                    </a:ext>
                  </a:extLst>
                </p14:cNvPr>
                <p14:cNvContentPartPr/>
                <p14:nvPr/>
              </p14:nvContentPartPr>
              <p14:xfrm>
                <a:off x="8112920" y="2429320"/>
                <a:ext cx="96840" cy="1274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CBFCD2D-7538-C5D6-B5F7-CD971A55D91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102480" y="2418880"/>
                  <a:ext cx="1180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4A47955-2E58-CDBC-C780-C99BD0D2EE73}"/>
                    </a:ext>
                  </a:extLst>
                </p14:cNvPr>
                <p14:cNvContentPartPr/>
                <p14:nvPr/>
              </p14:nvContentPartPr>
              <p14:xfrm>
                <a:off x="8317400" y="2431120"/>
                <a:ext cx="75240" cy="1216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4A47955-2E58-CDBC-C780-C99BD0D2EE7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306960" y="2420320"/>
                  <a:ext cx="964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B57453F-0262-2A36-9DFC-36B59A3591F2}"/>
                    </a:ext>
                  </a:extLst>
                </p14:cNvPr>
                <p14:cNvContentPartPr/>
                <p14:nvPr/>
              </p14:nvContentPartPr>
              <p14:xfrm>
                <a:off x="8482280" y="2313040"/>
                <a:ext cx="90360" cy="2358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B57453F-0262-2A36-9DFC-36B59A3591F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471840" y="2302240"/>
                  <a:ext cx="111600" cy="25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625C6834-7DA4-331C-411C-80370A619497}"/>
                  </a:ext>
                </a:extLst>
              </p14:cNvPr>
              <p14:cNvContentPartPr/>
              <p14:nvPr/>
            </p14:nvContentPartPr>
            <p14:xfrm>
              <a:off x="8801960" y="2300440"/>
              <a:ext cx="95760" cy="33264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625C6834-7DA4-331C-411C-80370A619497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8791520" y="2289640"/>
                <a:ext cx="117000" cy="35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0EAE23AB-A989-1BEF-0DA5-9943FDFBC592}"/>
              </a:ext>
            </a:extLst>
          </p:cNvPr>
          <p:cNvGrpSpPr/>
          <p:nvPr/>
        </p:nvGrpSpPr>
        <p:grpSpPr>
          <a:xfrm>
            <a:off x="9204800" y="2278840"/>
            <a:ext cx="601920" cy="236880"/>
            <a:chOff x="9204800" y="2278840"/>
            <a:chExt cx="60192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ECC8EE3-E4B9-55F2-CFAC-48070BCAFAEB}"/>
                    </a:ext>
                  </a:extLst>
                </p14:cNvPr>
                <p14:cNvContentPartPr/>
                <p14:nvPr/>
              </p14:nvContentPartPr>
              <p14:xfrm>
                <a:off x="9204800" y="2405920"/>
                <a:ext cx="117360" cy="1022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ECC8EE3-E4B9-55F2-CFAC-48070BCAFAE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194000" y="2395480"/>
                  <a:ext cx="1386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E2B4D6B-B90F-ECCE-844D-FC166DBB3F54}"/>
                    </a:ext>
                  </a:extLst>
                </p14:cNvPr>
                <p14:cNvContentPartPr/>
                <p14:nvPr/>
              </p14:nvContentPartPr>
              <p14:xfrm>
                <a:off x="9406400" y="2400160"/>
                <a:ext cx="105120" cy="1141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E2B4D6B-B90F-ECCE-844D-FC166DBB3F5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395960" y="2389360"/>
                  <a:ext cx="1263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B24A4C2-CC6E-3F24-F225-B5A3BCEEBDA0}"/>
                    </a:ext>
                  </a:extLst>
                </p14:cNvPr>
                <p14:cNvContentPartPr/>
                <p14:nvPr/>
              </p14:nvContentPartPr>
              <p14:xfrm>
                <a:off x="9582800" y="2278840"/>
                <a:ext cx="31680" cy="2368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B24A4C2-CC6E-3F24-F225-B5A3BCEEBDA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572360" y="2268040"/>
                  <a:ext cx="529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8211CA6-E8CC-5EA9-DBA4-ADCC2C7AABDC}"/>
                    </a:ext>
                  </a:extLst>
                </p14:cNvPr>
                <p14:cNvContentPartPr/>
                <p14:nvPr/>
              </p14:nvContentPartPr>
              <p14:xfrm>
                <a:off x="9525560" y="2384320"/>
                <a:ext cx="190800" cy="68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8211CA6-E8CC-5EA9-DBA4-ADCC2C7AABD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515120" y="2373520"/>
                  <a:ext cx="212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6CBDB49-352B-EF1F-3BDB-A4FAE97A135C}"/>
                    </a:ext>
                  </a:extLst>
                </p14:cNvPr>
                <p14:cNvContentPartPr/>
                <p14:nvPr/>
              </p14:nvContentPartPr>
              <p14:xfrm>
                <a:off x="9806360" y="2485480"/>
                <a:ext cx="360" cy="3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6CBDB49-352B-EF1F-3BDB-A4FAE97A135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795560" y="24746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2F3DC7BE-4FBA-0671-37F7-6F0CA311FD4B}"/>
                  </a:ext>
                </a:extLst>
              </p14:cNvPr>
              <p14:cNvContentPartPr/>
              <p14:nvPr/>
            </p14:nvContentPartPr>
            <p14:xfrm>
              <a:off x="8974760" y="2388280"/>
              <a:ext cx="100800" cy="13860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2F3DC7BE-4FBA-0671-37F7-6F0CA311FD4B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8964320" y="2377840"/>
                <a:ext cx="122040" cy="15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7" name="Group 306">
            <a:extLst>
              <a:ext uri="{FF2B5EF4-FFF2-40B4-BE49-F238E27FC236}">
                <a16:creationId xmlns:a16="http://schemas.microsoft.com/office/drawing/2014/main" id="{9128ED6E-96BF-6D5C-5DDE-2F49A8462170}"/>
              </a:ext>
            </a:extLst>
          </p:cNvPr>
          <p:cNvGrpSpPr/>
          <p:nvPr/>
        </p:nvGrpSpPr>
        <p:grpSpPr>
          <a:xfrm>
            <a:off x="9919400" y="2170120"/>
            <a:ext cx="937800" cy="302040"/>
            <a:chOff x="9919400" y="2170120"/>
            <a:chExt cx="937800" cy="30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DFEAC3A-5CA7-9CF2-E914-D84B63A91A45}"/>
                    </a:ext>
                  </a:extLst>
                </p14:cNvPr>
                <p14:cNvContentPartPr/>
                <p14:nvPr/>
              </p14:nvContentPartPr>
              <p14:xfrm>
                <a:off x="9919400" y="2334640"/>
                <a:ext cx="99360" cy="1375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DFEAC3A-5CA7-9CF2-E914-D84B63A91A4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908600" y="2324200"/>
                  <a:ext cx="1206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52C8E5B9-10EA-2765-A224-692071CEE61C}"/>
                    </a:ext>
                  </a:extLst>
                </p14:cNvPr>
                <p14:cNvContentPartPr/>
                <p14:nvPr/>
              </p14:nvContentPartPr>
              <p14:xfrm>
                <a:off x="10132520" y="2176240"/>
                <a:ext cx="388800" cy="2804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52C8E5B9-10EA-2765-A224-692071CEE61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121720" y="2165440"/>
                  <a:ext cx="4100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737933A3-65E6-F479-CD6A-12D43EE81AE6}"/>
                    </a:ext>
                  </a:extLst>
                </p14:cNvPr>
                <p14:cNvContentPartPr/>
                <p14:nvPr/>
              </p14:nvContentPartPr>
              <p14:xfrm>
                <a:off x="10618520" y="2317720"/>
                <a:ext cx="171720" cy="961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737933A3-65E6-F479-CD6A-12D43EE81AE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608080" y="2307280"/>
                  <a:ext cx="1929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F1F3196-9118-878E-4359-D951677F692D}"/>
                    </a:ext>
                  </a:extLst>
                </p14:cNvPr>
                <p14:cNvContentPartPr/>
                <p14:nvPr/>
              </p14:nvContentPartPr>
              <p14:xfrm>
                <a:off x="10709960" y="2170120"/>
                <a:ext cx="147240" cy="30204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F1F3196-9118-878E-4359-D951677F692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699160" y="2159680"/>
                  <a:ext cx="168480" cy="32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D9A1EE1F-C57D-57C7-2679-DB70F40FF9D2}"/>
              </a:ext>
            </a:extLst>
          </p:cNvPr>
          <p:cNvGrpSpPr/>
          <p:nvPr/>
        </p:nvGrpSpPr>
        <p:grpSpPr>
          <a:xfrm>
            <a:off x="5588600" y="2923960"/>
            <a:ext cx="726480" cy="254520"/>
            <a:chOff x="5588600" y="2923960"/>
            <a:chExt cx="72648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25166B2F-A771-078D-71A8-B631848690A9}"/>
                    </a:ext>
                  </a:extLst>
                </p14:cNvPr>
                <p14:cNvContentPartPr/>
                <p14:nvPr/>
              </p14:nvContentPartPr>
              <p14:xfrm>
                <a:off x="5588600" y="2923960"/>
                <a:ext cx="186840" cy="25452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25166B2F-A771-078D-71A8-B631848690A9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577800" y="2913520"/>
                  <a:ext cx="2080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09D48DC-7E11-6F5B-D5D9-D693F515A681}"/>
                    </a:ext>
                  </a:extLst>
                </p14:cNvPr>
                <p14:cNvContentPartPr/>
                <p14:nvPr/>
              </p14:nvContentPartPr>
              <p14:xfrm>
                <a:off x="5816120" y="2976160"/>
                <a:ext cx="101520" cy="1710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09D48DC-7E11-6F5B-D5D9-D693F515A681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805320" y="2965720"/>
                  <a:ext cx="1227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0F82ABC4-2E7D-C172-5811-274C5F6FE384}"/>
                    </a:ext>
                  </a:extLst>
                </p14:cNvPr>
                <p14:cNvContentPartPr/>
                <p14:nvPr/>
              </p14:nvContentPartPr>
              <p14:xfrm>
                <a:off x="5995040" y="2979400"/>
                <a:ext cx="115560" cy="1548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0F82ABC4-2E7D-C172-5811-274C5F6FE384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5984240" y="2968600"/>
                  <a:ext cx="1368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AF1E7132-0F91-6E33-8A2C-27EE2CF8A554}"/>
                    </a:ext>
                  </a:extLst>
                </p14:cNvPr>
                <p14:cNvContentPartPr/>
                <p14:nvPr/>
              </p14:nvContentPartPr>
              <p14:xfrm>
                <a:off x="6195560" y="2932240"/>
                <a:ext cx="119520" cy="1936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AF1E7132-0F91-6E33-8A2C-27EE2CF8A554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184760" y="2921800"/>
                  <a:ext cx="140760" cy="21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F24158B5-E19A-532C-9250-4336C1CAF9F0}"/>
                  </a:ext>
                </a:extLst>
              </p14:cNvPr>
              <p14:cNvContentPartPr/>
              <p14:nvPr/>
            </p14:nvContentPartPr>
            <p14:xfrm>
              <a:off x="6583640" y="2849800"/>
              <a:ext cx="143640" cy="39780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F24158B5-E19A-532C-9250-4336C1CAF9F0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6572840" y="2839360"/>
                <a:ext cx="164880" cy="41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2" name="Group 321">
            <a:extLst>
              <a:ext uri="{FF2B5EF4-FFF2-40B4-BE49-F238E27FC236}">
                <a16:creationId xmlns:a16="http://schemas.microsoft.com/office/drawing/2014/main" id="{C8338DA4-5272-A648-169F-B087A0E3FC7B}"/>
              </a:ext>
            </a:extLst>
          </p:cNvPr>
          <p:cNvGrpSpPr/>
          <p:nvPr/>
        </p:nvGrpSpPr>
        <p:grpSpPr>
          <a:xfrm>
            <a:off x="6848960" y="2871400"/>
            <a:ext cx="671400" cy="231120"/>
            <a:chOff x="6848960" y="2871400"/>
            <a:chExt cx="671400" cy="2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9EE2822C-6C3E-319C-C4C7-887C5BF5F1A4}"/>
                    </a:ext>
                  </a:extLst>
                </p14:cNvPr>
                <p14:cNvContentPartPr/>
                <p14:nvPr/>
              </p14:nvContentPartPr>
              <p14:xfrm>
                <a:off x="6848960" y="2944480"/>
                <a:ext cx="96840" cy="1580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9EE2822C-6C3E-319C-C4C7-887C5BF5F1A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838160" y="2934040"/>
                  <a:ext cx="1180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C9425622-B1F7-7DF3-3E10-508F2C60A322}"/>
                    </a:ext>
                  </a:extLst>
                </p14:cNvPr>
                <p14:cNvContentPartPr/>
                <p14:nvPr/>
              </p14:nvContentPartPr>
              <p14:xfrm>
                <a:off x="7049480" y="2954200"/>
                <a:ext cx="114120" cy="1267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C9425622-B1F7-7DF3-3E10-508F2C60A322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038680" y="2943400"/>
                  <a:ext cx="1353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B6A9BA39-4617-7D41-9E1A-49AB83CAB7A5}"/>
                    </a:ext>
                  </a:extLst>
                </p14:cNvPr>
                <p14:cNvContentPartPr/>
                <p14:nvPr/>
              </p14:nvContentPartPr>
              <p14:xfrm>
                <a:off x="7209320" y="2965360"/>
                <a:ext cx="138960" cy="1321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B6A9BA39-4617-7D41-9E1A-49AB83CAB7A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7198520" y="2954560"/>
                  <a:ext cx="160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BEE27F9-D47E-7595-85CE-6287ED790399}"/>
                    </a:ext>
                  </a:extLst>
                </p14:cNvPr>
                <p14:cNvContentPartPr/>
                <p14:nvPr/>
              </p14:nvContentPartPr>
              <p14:xfrm>
                <a:off x="7467080" y="2871400"/>
                <a:ext cx="38880" cy="2242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BEE27F9-D47E-7595-85CE-6287ED790399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7456280" y="2860960"/>
                  <a:ext cx="601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E4494745-3835-D51A-B0C8-71B95CB0FD37}"/>
                    </a:ext>
                  </a:extLst>
                </p14:cNvPr>
                <p14:cNvContentPartPr/>
                <p14:nvPr/>
              </p14:nvContentPartPr>
              <p14:xfrm>
                <a:off x="7422440" y="2976520"/>
                <a:ext cx="97920" cy="50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E4494745-3835-D51A-B0C8-71B95CB0FD37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7412000" y="2966080"/>
                  <a:ext cx="11916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3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D14754E7-AAA9-E0F9-8A1C-D31A750A370A}"/>
                  </a:ext>
                </a:extLst>
              </p14:cNvPr>
              <p14:cNvContentPartPr/>
              <p14:nvPr/>
            </p14:nvContentPartPr>
            <p14:xfrm>
              <a:off x="7676240" y="2961760"/>
              <a:ext cx="230040" cy="13176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D14754E7-AAA9-E0F9-8A1C-D31A750A370A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7665800" y="2951320"/>
                <a:ext cx="251280" cy="15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4" name="Group 333">
            <a:extLst>
              <a:ext uri="{FF2B5EF4-FFF2-40B4-BE49-F238E27FC236}">
                <a16:creationId xmlns:a16="http://schemas.microsoft.com/office/drawing/2014/main" id="{67E12E23-AFD7-5A23-88DB-88A200B33B1B}"/>
              </a:ext>
            </a:extLst>
          </p:cNvPr>
          <p:cNvGrpSpPr/>
          <p:nvPr/>
        </p:nvGrpSpPr>
        <p:grpSpPr>
          <a:xfrm>
            <a:off x="8104280" y="2858800"/>
            <a:ext cx="166680" cy="257400"/>
            <a:chOff x="8104280" y="2858800"/>
            <a:chExt cx="166680" cy="25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623B5424-8583-1530-05C4-35CB7BA1D856}"/>
                    </a:ext>
                  </a:extLst>
                </p14:cNvPr>
                <p14:cNvContentPartPr/>
                <p14:nvPr/>
              </p14:nvContentPartPr>
              <p14:xfrm>
                <a:off x="8104280" y="2858800"/>
                <a:ext cx="60120" cy="25740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623B5424-8583-1530-05C4-35CB7BA1D856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093480" y="2848360"/>
                  <a:ext cx="813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71D36969-965A-E876-E5C3-A7344947E462}"/>
                    </a:ext>
                  </a:extLst>
                </p14:cNvPr>
                <p14:cNvContentPartPr/>
                <p14:nvPr/>
              </p14:nvContentPartPr>
              <p14:xfrm>
                <a:off x="8186720" y="2908840"/>
                <a:ext cx="84240" cy="1630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71D36969-965A-E876-E5C3-A7344947E462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175920" y="2898400"/>
                  <a:ext cx="10548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CAD9FC92-0BAA-1B68-B0A4-744333C0B2B1}"/>
              </a:ext>
            </a:extLst>
          </p:cNvPr>
          <p:cNvGrpSpPr/>
          <p:nvPr/>
        </p:nvGrpSpPr>
        <p:grpSpPr>
          <a:xfrm>
            <a:off x="8407400" y="2794360"/>
            <a:ext cx="310320" cy="347040"/>
            <a:chOff x="8407400" y="2794360"/>
            <a:chExt cx="31032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2685D96C-3FB3-AC42-63F4-E26DC591953C}"/>
                    </a:ext>
                  </a:extLst>
                </p14:cNvPr>
                <p14:cNvContentPartPr/>
                <p14:nvPr/>
              </p14:nvContentPartPr>
              <p14:xfrm>
                <a:off x="8420360" y="2794360"/>
                <a:ext cx="81720" cy="3470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2685D96C-3FB3-AC42-63F4-E26DC591953C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409560" y="2783560"/>
                  <a:ext cx="10296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2AFBBC4C-E82E-5F53-9B84-710A67B6CDA6}"/>
                    </a:ext>
                  </a:extLst>
                </p14:cNvPr>
                <p14:cNvContentPartPr/>
                <p14:nvPr/>
              </p14:nvContentPartPr>
              <p14:xfrm>
                <a:off x="8407400" y="3006400"/>
                <a:ext cx="160200" cy="770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2AFBBC4C-E82E-5F53-9B84-710A67B6CDA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396960" y="2995600"/>
                  <a:ext cx="181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DE7C169F-8001-1F01-0240-D246BB463FA4}"/>
                    </a:ext>
                  </a:extLst>
                </p14:cNvPr>
                <p14:cNvContentPartPr/>
                <p14:nvPr/>
              </p14:nvContentPartPr>
              <p14:xfrm>
                <a:off x="8653640" y="2805160"/>
                <a:ext cx="47160" cy="2689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DE7C169F-8001-1F01-0240-D246BB463FA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643200" y="2794720"/>
                  <a:ext cx="684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93FD7A4C-7235-62E1-DD2B-7D938621E44A}"/>
                    </a:ext>
                  </a:extLst>
                </p14:cNvPr>
                <p14:cNvContentPartPr/>
                <p14:nvPr/>
              </p14:nvContentPartPr>
              <p14:xfrm>
                <a:off x="8614400" y="2937640"/>
                <a:ext cx="103320" cy="460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93FD7A4C-7235-62E1-DD2B-7D938621E44A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603600" y="2927200"/>
                  <a:ext cx="124560" cy="6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7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090CF9CF-BA9B-59F5-CE98-C871E7D1DDA3}"/>
                  </a:ext>
                </a:extLst>
              </p14:cNvPr>
              <p14:cNvContentPartPr/>
              <p14:nvPr/>
            </p14:nvContentPartPr>
            <p14:xfrm>
              <a:off x="8912840" y="2961760"/>
              <a:ext cx="25560" cy="16272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090CF9CF-BA9B-59F5-CE98-C871E7D1DDA3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8902040" y="2951320"/>
                <a:ext cx="4680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5" name="Group 344">
            <a:extLst>
              <a:ext uri="{FF2B5EF4-FFF2-40B4-BE49-F238E27FC236}">
                <a16:creationId xmlns:a16="http://schemas.microsoft.com/office/drawing/2014/main" id="{CDC28A50-4721-0CB1-0A7A-D18E9C26A54C}"/>
              </a:ext>
            </a:extLst>
          </p:cNvPr>
          <p:cNvGrpSpPr/>
          <p:nvPr/>
        </p:nvGrpSpPr>
        <p:grpSpPr>
          <a:xfrm>
            <a:off x="9214880" y="2921800"/>
            <a:ext cx="378000" cy="177480"/>
            <a:chOff x="9214880" y="2921800"/>
            <a:chExt cx="378000" cy="17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5A41C29E-116A-1F74-E757-609137924315}"/>
                    </a:ext>
                  </a:extLst>
                </p14:cNvPr>
                <p14:cNvContentPartPr/>
                <p14:nvPr/>
              </p14:nvContentPartPr>
              <p14:xfrm>
                <a:off x="9214880" y="2921800"/>
                <a:ext cx="73800" cy="1710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5A41C29E-116A-1F74-E757-609137924315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204080" y="2911360"/>
                  <a:ext cx="950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EF738547-ED9B-F4CA-86C5-45B856E4A061}"/>
                    </a:ext>
                  </a:extLst>
                </p14:cNvPr>
                <p14:cNvContentPartPr/>
                <p14:nvPr/>
              </p14:nvContentPartPr>
              <p14:xfrm>
                <a:off x="9358160" y="2952400"/>
                <a:ext cx="49680" cy="1425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EF738547-ED9B-F4CA-86C5-45B856E4A06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347720" y="2941600"/>
                  <a:ext cx="709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D0977CB2-A388-E25C-FF36-82F5EBFF6554}"/>
                    </a:ext>
                  </a:extLst>
                </p14:cNvPr>
                <p14:cNvContentPartPr/>
                <p14:nvPr/>
              </p14:nvContentPartPr>
              <p14:xfrm>
                <a:off x="9498560" y="2931880"/>
                <a:ext cx="94320" cy="16740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D0977CB2-A388-E25C-FF36-82F5EBFF6554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9487760" y="2921080"/>
                  <a:ext cx="11556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D93430A7-36AE-7BC0-4EEF-5A4BB922AF4C}"/>
              </a:ext>
            </a:extLst>
          </p:cNvPr>
          <p:cNvGrpSpPr/>
          <p:nvPr/>
        </p:nvGrpSpPr>
        <p:grpSpPr>
          <a:xfrm>
            <a:off x="9730040" y="2781400"/>
            <a:ext cx="441000" cy="273960"/>
            <a:chOff x="9730040" y="2781400"/>
            <a:chExt cx="441000" cy="27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F49C5FA7-A1ED-7105-327B-09F6C03FD1C7}"/>
                    </a:ext>
                  </a:extLst>
                </p14:cNvPr>
                <p14:cNvContentPartPr/>
                <p14:nvPr/>
              </p14:nvContentPartPr>
              <p14:xfrm>
                <a:off x="9730040" y="2932240"/>
                <a:ext cx="91800" cy="957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F49C5FA7-A1ED-7105-327B-09F6C03FD1C7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719600" y="2921440"/>
                  <a:ext cx="1130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789871F7-0523-82D1-AC5C-6FE62AC674AD}"/>
                    </a:ext>
                  </a:extLst>
                </p14:cNvPr>
                <p14:cNvContentPartPr/>
                <p14:nvPr/>
              </p14:nvContentPartPr>
              <p14:xfrm>
                <a:off x="9938120" y="2781400"/>
                <a:ext cx="52200" cy="2739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789871F7-0523-82D1-AC5C-6FE62AC674AD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927680" y="2770600"/>
                  <a:ext cx="734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69291A41-5705-7778-85B4-ACD244F623AB}"/>
                    </a:ext>
                  </a:extLst>
                </p14:cNvPr>
                <p14:cNvContentPartPr/>
                <p14:nvPr/>
              </p14:nvContentPartPr>
              <p14:xfrm>
                <a:off x="10109480" y="2785720"/>
                <a:ext cx="37080" cy="2401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69291A41-5705-7778-85B4-ACD244F623AB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099040" y="2775280"/>
                  <a:ext cx="583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7446590C-4968-3E7B-52C6-C697A1416A9A}"/>
                    </a:ext>
                  </a:extLst>
                </p14:cNvPr>
                <p14:cNvContentPartPr/>
                <p14:nvPr/>
              </p14:nvContentPartPr>
              <p14:xfrm>
                <a:off x="10046120" y="2920720"/>
                <a:ext cx="124920" cy="129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7446590C-4968-3E7B-52C6-C697A1416A9A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035680" y="2909920"/>
                  <a:ext cx="14616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3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6C1B0AAC-0B00-9459-38E3-BBFE8D0FF121}"/>
                  </a:ext>
                </a:extLst>
              </p14:cNvPr>
              <p14:cNvContentPartPr/>
              <p14:nvPr/>
            </p14:nvContentPartPr>
            <p14:xfrm>
              <a:off x="10316480" y="2962840"/>
              <a:ext cx="56160" cy="140760"/>
            </p14:xfrm>
          </p:contentPart>
        </mc:Choice>
        <mc:Fallback xmlns=""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6C1B0AAC-0B00-9459-38E3-BBFE8D0FF121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10306040" y="2952400"/>
                <a:ext cx="77400" cy="16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7" name="Group 356">
            <a:extLst>
              <a:ext uri="{FF2B5EF4-FFF2-40B4-BE49-F238E27FC236}">
                <a16:creationId xmlns:a16="http://schemas.microsoft.com/office/drawing/2014/main" id="{ABFC0641-A7AE-7728-96BF-3014C8C568B3}"/>
              </a:ext>
            </a:extLst>
          </p:cNvPr>
          <p:cNvGrpSpPr/>
          <p:nvPr/>
        </p:nvGrpSpPr>
        <p:grpSpPr>
          <a:xfrm>
            <a:off x="10519520" y="2626960"/>
            <a:ext cx="1109160" cy="403560"/>
            <a:chOff x="10519520" y="2626960"/>
            <a:chExt cx="110916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5D2C66AE-10EB-06A7-1475-0D92968BEC8A}"/>
                    </a:ext>
                  </a:extLst>
                </p14:cNvPr>
                <p14:cNvContentPartPr/>
                <p14:nvPr/>
              </p14:nvContentPartPr>
              <p14:xfrm>
                <a:off x="10519520" y="2759440"/>
                <a:ext cx="19440" cy="2710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5D2C66AE-10EB-06A7-1475-0D92968BEC8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509080" y="2749000"/>
                  <a:ext cx="406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766E63C-5B49-3EAD-1179-144F291C8D11}"/>
                    </a:ext>
                  </a:extLst>
                </p14:cNvPr>
                <p14:cNvContentPartPr/>
                <p14:nvPr/>
              </p14:nvContentPartPr>
              <p14:xfrm>
                <a:off x="10602680" y="2841880"/>
                <a:ext cx="140760" cy="1375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766E63C-5B49-3EAD-1179-144F291C8D1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591880" y="2831440"/>
                  <a:ext cx="162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40B0A916-0242-7597-B5E1-6BD5008BEF12}"/>
                    </a:ext>
                  </a:extLst>
                </p14:cNvPr>
                <p14:cNvContentPartPr/>
                <p14:nvPr/>
              </p14:nvContentPartPr>
              <p14:xfrm>
                <a:off x="10793480" y="2826400"/>
                <a:ext cx="149040" cy="1983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40B0A916-0242-7597-B5E1-6BD5008BEF12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783040" y="2815960"/>
                  <a:ext cx="1702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ACDFF8FD-0641-CB14-4B5D-E05E0300CC24}"/>
                    </a:ext>
                  </a:extLst>
                </p14:cNvPr>
                <p14:cNvContentPartPr/>
                <p14:nvPr/>
              </p14:nvContentPartPr>
              <p14:xfrm>
                <a:off x="10967720" y="2799400"/>
                <a:ext cx="48600" cy="1364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ACDFF8FD-0641-CB14-4B5D-E05E0300CC24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956920" y="2788600"/>
                  <a:ext cx="698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F553BA1E-992E-219E-4E90-AB3B15079F98}"/>
                    </a:ext>
                  </a:extLst>
                </p14:cNvPr>
                <p14:cNvContentPartPr/>
                <p14:nvPr/>
              </p14:nvContentPartPr>
              <p14:xfrm>
                <a:off x="11103440" y="2796880"/>
                <a:ext cx="70200" cy="12600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F553BA1E-992E-219E-4E90-AB3B15079F98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1093000" y="2786440"/>
                  <a:ext cx="914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7861C5BD-1CEE-831E-E170-716BD2381087}"/>
                    </a:ext>
                  </a:extLst>
                </p14:cNvPr>
                <p14:cNvContentPartPr/>
                <p14:nvPr/>
              </p14:nvContentPartPr>
              <p14:xfrm>
                <a:off x="11289920" y="2792560"/>
                <a:ext cx="35640" cy="1465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7861C5BD-1CEE-831E-E170-716BD2381087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1279480" y="2782120"/>
                  <a:ext cx="56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0BE634F0-F79E-2C71-5195-E318C9510642}"/>
                    </a:ext>
                  </a:extLst>
                </p14:cNvPr>
                <p14:cNvContentPartPr/>
                <p14:nvPr/>
              </p14:nvContentPartPr>
              <p14:xfrm>
                <a:off x="11229080" y="2864560"/>
                <a:ext cx="129960" cy="4500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0BE634F0-F79E-2C71-5195-E318C9510642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218640" y="2854120"/>
                  <a:ext cx="1512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F981865A-289C-5779-C258-89E4693F835C}"/>
                    </a:ext>
                  </a:extLst>
                </p14:cNvPr>
                <p14:cNvContentPartPr/>
                <p14:nvPr/>
              </p14:nvContentPartPr>
              <p14:xfrm>
                <a:off x="11460200" y="2772040"/>
                <a:ext cx="9360" cy="13284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F981865A-289C-5779-C258-89E4693F835C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449400" y="2761600"/>
                  <a:ext cx="306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8B3880CF-C342-123B-C39D-AD746734AD5B}"/>
                    </a:ext>
                  </a:extLst>
                </p14:cNvPr>
                <p14:cNvContentPartPr/>
                <p14:nvPr/>
              </p14:nvContentPartPr>
              <p14:xfrm>
                <a:off x="11476760" y="2626960"/>
                <a:ext cx="151920" cy="39456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8B3880CF-C342-123B-C39D-AD746734AD5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1465960" y="2616520"/>
                  <a:ext cx="173160" cy="41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38741892-4753-604C-7D75-5D3E8D677564}"/>
              </a:ext>
            </a:extLst>
          </p:cNvPr>
          <p:cNvGrpSpPr/>
          <p:nvPr/>
        </p:nvGrpSpPr>
        <p:grpSpPr>
          <a:xfrm>
            <a:off x="5662040" y="3573040"/>
            <a:ext cx="383400" cy="195120"/>
            <a:chOff x="5662040" y="3573040"/>
            <a:chExt cx="38340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B2BB04E8-AA53-7C16-2BAF-47450DC632AF}"/>
                    </a:ext>
                  </a:extLst>
                </p14:cNvPr>
                <p14:cNvContentPartPr/>
                <p14:nvPr/>
              </p14:nvContentPartPr>
              <p14:xfrm>
                <a:off x="5662040" y="3573040"/>
                <a:ext cx="118440" cy="19512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B2BB04E8-AA53-7C16-2BAF-47450DC632AF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5651600" y="3562240"/>
                  <a:ext cx="1396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3EA2E881-829B-3F8B-28E9-6FBC66F8EE20}"/>
                    </a:ext>
                  </a:extLst>
                </p14:cNvPr>
                <p14:cNvContentPartPr/>
                <p14:nvPr/>
              </p14:nvContentPartPr>
              <p14:xfrm>
                <a:off x="5832320" y="3588520"/>
                <a:ext cx="109080" cy="14220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3EA2E881-829B-3F8B-28E9-6FBC66F8EE20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821880" y="3578080"/>
                  <a:ext cx="1303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D64F5AA5-A2F4-B3E1-FA60-47616204E65F}"/>
                    </a:ext>
                  </a:extLst>
                </p14:cNvPr>
                <p14:cNvContentPartPr/>
                <p14:nvPr/>
              </p14:nvContentPartPr>
              <p14:xfrm>
                <a:off x="5947520" y="3591040"/>
                <a:ext cx="97920" cy="14292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D64F5AA5-A2F4-B3E1-FA60-47616204E65F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937080" y="3580600"/>
                  <a:ext cx="119160" cy="16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F6A51CE4-0B62-D5B0-F714-F3FE32C8C535}"/>
                  </a:ext>
                </a:extLst>
              </p14:cNvPr>
              <p14:cNvContentPartPr/>
              <p14:nvPr/>
            </p14:nvContentPartPr>
            <p14:xfrm>
              <a:off x="6207800" y="3543520"/>
              <a:ext cx="85320" cy="19260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F6A51CE4-0B62-D5B0-F714-F3FE32C8C535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6197360" y="3532720"/>
                <a:ext cx="106560" cy="21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1" name="Group 380">
            <a:extLst>
              <a:ext uri="{FF2B5EF4-FFF2-40B4-BE49-F238E27FC236}">
                <a16:creationId xmlns:a16="http://schemas.microsoft.com/office/drawing/2014/main" id="{C6FAEBBB-BD6E-C40C-2F90-5ECD1C05DB63}"/>
              </a:ext>
            </a:extLst>
          </p:cNvPr>
          <p:cNvGrpSpPr/>
          <p:nvPr/>
        </p:nvGrpSpPr>
        <p:grpSpPr>
          <a:xfrm>
            <a:off x="6543320" y="3410680"/>
            <a:ext cx="906480" cy="450360"/>
            <a:chOff x="6543320" y="3410680"/>
            <a:chExt cx="906480" cy="45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9CDF3438-8CC0-E686-DC9A-22360185FC96}"/>
                    </a:ext>
                  </a:extLst>
                </p14:cNvPr>
                <p14:cNvContentPartPr/>
                <p14:nvPr/>
              </p14:nvContentPartPr>
              <p14:xfrm>
                <a:off x="6543320" y="3410680"/>
                <a:ext cx="163800" cy="4503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9CDF3438-8CC0-E686-DC9A-22360185FC96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532520" y="3400240"/>
                  <a:ext cx="18504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E15E540D-A8CA-B4D0-4087-DB7A68418163}"/>
                    </a:ext>
                  </a:extLst>
                </p14:cNvPr>
                <p14:cNvContentPartPr/>
                <p14:nvPr/>
              </p14:nvContentPartPr>
              <p14:xfrm>
                <a:off x="6758600" y="3586720"/>
                <a:ext cx="184320" cy="1522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E15E540D-A8CA-B4D0-4087-DB7A68418163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748160" y="3575920"/>
                  <a:ext cx="2055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FCF3B596-330E-800B-4FA7-A111D37D495F}"/>
                    </a:ext>
                  </a:extLst>
                </p14:cNvPr>
                <p14:cNvContentPartPr/>
                <p14:nvPr/>
              </p14:nvContentPartPr>
              <p14:xfrm>
                <a:off x="6987920" y="3631720"/>
                <a:ext cx="109800" cy="1202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FCF3B596-330E-800B-4FA7-A111D37D495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977120" y="3620920"/>
                  <a:ext cx="1310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CB6523AC-9977-F4C0-E4D0-A4FFC8D25D2C}"/>
                    </a:ext>
                  </a:extLst>
                </p14:cNvPr>
                <p14:cNvContentPartPr/>
                <p14:nvPr/>
              </p14:nvContentPartPr>
              <p14:xfrm>
                <a:off x="7160000" y="3584560"/>
                <a:ext cx="135360" cy="1497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CB6523AC-9977-F4C0-E4D0-A4FFC8D25D2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7149200" y="3574120"/>
                  <a:ext cx="1566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A5C07AD2-3AB2-800C-507D-0A81CF734A56}"/>
                    </a:ext>
                  </a:extLst>
                </p14:cNvPr>
                <p14:cNvContentPartPr/>
                <p14:nvPr/>
              </p14:nvContentPartPr>
              <p14:xfrm>
                <a:off x="7355120" y="3451720"/>
                <a:ext cx="79200" cy="27684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A5C07AD2-3AB2-800C-507D-0A81CF734A56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344680" y="3441280"/>
                  <a:ext cx="1004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31988198-7CE5-861C-5A28-42BC067CE511}"/>
                    </a:ext>
                  </a:extLst>
                </p14:cNvPr>
                <p14:cNvContentPartPr/>
                <p14:nvPr/>
              </p14:nvContentPartPr>
              <p14:xfrm>
                <a:off x="7319840" y="3592480"/>
                <a:ext cx="129960" cy="828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31988198-7CE5-861C-5A28-42BC067CE511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309040" y="3581680"/>
                  <a:ext cx="15120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26B01434-65CE-7330-EDEA-C1B1207EE0DF}"/>
                  </a:ext>
                </a:extLst>
              </p14:cNvPr>
              <p14:cNvContentPartPr/>
              <p14:nvPr/>
            </p14:nvContentPartPr>
            <p14:xfrm>
              <a:off x="7595240" y="3614440"/>
              <a:ext cx="208080" cy="11664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26B01434-65CE-7330-EDEA-C1B1207EE0DF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7584440" y="3603640"/>
                <a:ext cx="229320" cy="13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9" name="Group 378">
            <a:extLst>
              <a:ext uri="{FF2B5EF4-FFF2-40B4-BE49-F238E27FC236}">
                <a16:creationId xmlns:a16="http://schemas.microsoft.com/office/drawing/2014/main" id="{78FCC7C6-2437-58FC-34B2-55764E655170}"/>
              </a:ext>
            </a:extLst>
          </p:cNvPr>
          <p:cNvGrpSpPr/>
          <p:nvPr/>
        </p:nvGrpSpPr>
        <p:grpSpPr>
          <a:xfrm>
            <a:off x="7989800" y="3408520"/>
            <a:ext cx="842040" cy="269280"/>
            <a:chOff x="7989800" y="3408520"/>
            <a:chExt cx="84204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C08D053F-9C94-BEC6-8B6C-D36795A145F5}"/>
                    </a:ext>
                  </a:extLst>
                </p14:cNvPr>
                <p14:cNvContentPartPr/>
                <p14:nvPr/>
              </p14:nvContentPartPr>
              <p14:xfrm>
                <a:off x="7989800" y="3536320"/>
                <a:ext cx="120960" cy="13572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C08D053F-9C94-BEC6-8B6C-D36795A145F5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979360" y="3525880"/>
                  <a:ext cx="1422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6934C4E7-F1D3-BC27-4DE5-BB46446080BB}"/>
                    </a:ext>
                  </a:extLst>
                </p14:cNvPr>
                <p14:cNvContentPartPr/>
                <p14:nvPr/>
              </p14:nvContentPartPr>
              <p14:xfrm>
                <a:off x="8165120" y="3537400"/>
                <a:ext cx="47520" cy="1404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6934C4E7-F1D3-BC27-4DE5-BB46446080BB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8154320" y="3526960"/>
                  <a:ext cx="687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0C28CE7E-62D4-0AC8-2C77-DED1E94EC48F}"/>
                    </a:ext>
                  </a:extLst>
                </p14:cNvPr>
                <p14:cNvContentPartPr/>
                <p14:nvPr/>
              </p14:nvContentPartPr>
              <p14:xfrm>
                <a:off x="8167640" y="3505360"/>
                <a:ext cx="360" cy="3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0C28CE7E-62D4-0AC8-2C77-DED1E94EC48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156840" y="34949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1B977D65-28AB-E35C-F387-8BF8BF3CD602}"/>
                    </a:ext>
                  </a:extLst>
                </p14:cNvPr>
                <p14:cNvContentPartPr/>
                <p14:nvPr/>
              </p14:nvContentPartPr>
              <p14:xfrm>
                <a:off x="8296520" y="3494560"/>
                <a:ext cx="135720" cy="17100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1B977D65-28AB-E35C-F387-8BF8BF3CD602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285720" y="3484120"/>
                  <a:ext cx="1569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7081E85A-7723-27CD-2FE4-97FE19C43CD1}"/>
                    </a:ext>
                  </a:extLst>
                </p14:cNvPr>
                <p14:cNvContentPartPr/>
                <p14:nvPr/>
              </p14:nvContentPartPr>
              <p14:xfrm>
                <a:off x="8496320" y="3408520"/>
                <a:ext cx="107280" cy="2152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7081E85A-7723-27CD-2FE4-97FE19C43CD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485520" y="3397720"/>
                  <a:ext cx="1285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8F391BDF-CB72-A9CC-AB00-FE16DB7AA916}"/>
                    </a:ext>
                  </a:extLst>
                </p14:cNvPr>
                <p14:cNvContentPartPr/>
                <p14:nvPr/>
              </p14:nvContentPartPr>
              <p14:xfrm>
                <a:off x="8714840" y="3416440"/>
                <a:ext cx="41040" cy="23328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8F391BDF-CB72-A9CC-AB00-FE16DB7AA91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704040" y="3405640"/>
                  <a:ext cx="622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1FAD9E69-717D-EDBD-F145-275EEB766589}"/>
                    </a:ext>
                  </a:extLst>
                </p14:cNvPr>
                <p14:cNvContentPartPr/>
                <p14:nvPr/>
              </p14:nvContentPartPr>
              <p14:xfrm>
                <a:off x="8655080" y="3503200"/>
                <a:ext cx="176760" cy="482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1FAD9E69-717D-EDBD-F145-275EEB766589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644280" y="3492760"/>
                  <a:ext cx="198000" cy="6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96258538-8282-198C-6A52-BF66B32A1216}"/>
                  </a:ext>
                </a:extLst>
              </p14:cNvPr>
              <p14:cNvContentPartPr/>
              <p14:nvPr/>
            </p14:nvContentPartPr>
            <p14:xfrm>
              <a:off x="9006440" y="3634600"/>
              <a:ext cx="26280" cy="107640"/>
            </p14:xfrm>
          </p:contentPart>
        </mc:Choice>
        <mc:Fallback xmlns=""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96258538-8282-198C-6A52-BF66B32A1216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8996000" y="3624160"/>
                <a:ext cx="4752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9" name="Group 398">
            <a:extLst>
              <a:ext uri="{FF2B5EF4-FFF2-40B4-BE49-F238E27FC236}">
                <a16:creationId xmlns:a16="http://schemas.microsoft.com/office/drawing/2014/main" id="{BC35F2D7-6C4A-329F-AC7E-3A1D415C24DE}"/>
              </a:ext>
            </a:extLst>
          </p:cNvPr>
          <p:cNvGrpSpPr/>
          <p:nvPr/>
        </p:nvGrpSpPr>
        <p:grpSpPr>
          <a:xfrm>
            <a:off x="9327920" y="3358120"/>
            <a:ext cx="1162800" cy="334800"/>
            <a:chOff x="9327920" y="3358120"/>
            <a:chExt cx="116280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C878AE1E-24B4-F368-FA32-77F55AB71D48}"/>
                    </a:ext>
                  </a:extLst>
                </p14:cNvPr>
                <p14:cNvContentPartPr/>
                <p14:nvPr/>
              </p14:nvContentPartPr>
              <p14:xfrm>
                <a:off x="9327920" y="3538480"/>
                <a:ext cx="114480" cy="1544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C878AE1E-24B4-F368-FA32-77F55AB71D4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317120" y="3528040"/>
                  <a:ext cx="1357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1C035103-73A3-E6DB-DD5E-F659476CF1CF}"/>
                    </a:ext>
                  </a:extLst>
                </p14:cNvPr>
                <p14:cNvContentPartPr/>
                <p14:nvPr/>
              </p14:nvContentPartPr>
              <p14:xfrm>
                <a:off x="9532040" y="3534880"/>
                <a:ext cx="78480" cy="12528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1C035103-73A3-E6DB-DD5E-F659476CF1C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521600" y="3524080"/>
                  <a:ext cx="997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E2FC3A90-04C0-A44E-87C6-C0144ECC1259}"/>
                    </a:ext>
                  </a:extLst>
                </p14:cNvPr>
                <p14:cNvContentPartPr/>
                <p14:nvPr/>
              </p14:nvContentPartPr>
              <p14:xfrm>
                <a:off x="9669560" y="3524800"/>
                <a:ext cx="106560" cy="14544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E2FC3A90-04C0-A44E-87C6-C0144ECC1259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658760" y="3514360"/>
                  <a:ext cx="1278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95934353-E2F7-350A-FE2C-BBE91E43B728}"/>
                    </a:ext>
                  </a:extLst>
                </p14:cNvPr>
                <p14:cNvContentPartPr/>
                <p14:nvPr/>
              </p14:nvContentPartPr>
              <p14:xfrm>
                <a:off x="9882320" y="3510040"/>
                <a:ext cx="87840" cy="8352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95934353-E2F7-350A-FE2C-BBE91E43B72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871880" y="3499600"/>
                  <a:ext cx="1090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ADF12777-E1E9-980E-F3E0-C0E40888C902}"/>
                    </a:ext>
                  </a:extLst>
                </p14:cNvPr>
                <p14:cNvContentPartPr/>
                <p14:nvPr/>
              </p14:nvContentPartPr>
              <p14:xfrm>
                <a:off x="10070240" y="3358120"/>
                <a:ext cx="61200" cy="26208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ADF12777-E1E9-980E-F3E0-C0E40888C90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059800" y="3347680"/>
                  <a:ext cx="824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98A217C1-E71D-0E1C-374E-2ABEFC1699BF}"/>
                    </a:ext>
                  </a:extLst>
                </p14:cNvPr>
                <p14:cNvContentPartPr/>
                <p14:nvPr/>
              </p14:nvContentPartPr>
              <p14:xfrm>
                <a:off x="10220000" y="3369640"/>
                <a:ext cx="58680" cy="20844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98A217C1-E71D-0E1C-374E-2ABEFC1699B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209560" y="3358840"/>
                  <a:ext cx="799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A3CEB862-8C6A-F10E-B9AC-A18A6E2FD6F2}"/>
                    </a:ext>
                  </a:extLst>
                </p14:cNvPr>
                <p14:cNvContentPartPr/>
                <p14:nvPr/>
              </p14:nvContentPartPr>
              <p14:xfrm>
                <a:off x="10183280" y="3460000"/>
                <a:ext cx="162720" cy="2556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A3CEB862-8C6A-F10E-B9AC-A18A6E2FD6F2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0172480" y="3449200"/>
                  <a:ext cx="183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05EA357E-CD6B-4BC3-2188-DB73AEFE54D6}"/>
                    </a:ext>
                  </a:extLst>
                </p14:cNvPr>
                <p14:cNvContentPartPr/>
                <p14:nvPr/>
              </p14:nvContentPartPr>
              <p14:xfrm>
                <a:off x="10471280" y="3506800"/>
                <a:ext cx="19440" cy="10332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05EA357E-CD6B-4BC3-2188-DB73AEFE54D6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460840" y="3496000"/>
                  <a:ext cx="4068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8FFCE7FC-B38C-C66F-2568-F2E141CC2ADD}"/>
              </a:ext>
            </a:extLst>
          </p:cNvPr>
          <p:cNvGrpSpPr/>
          <p:nvPr/>
        </p:nvGrpSpPr>
        <p:grpSpPr>
          <a:xfrm>
            <a:off x="10676840" y="3191440"/>
            <a:ext cx="1188360" cy="421560"/>
            <a:chOff x="10676840" y="3191440"/>
            <a:chExt cx="1188360" cy="42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B5290F45-5D30-62FF-0FBA-E37FA05A4662}"/>
                    </a:ext>
                  </a:extLst>
                </p14:cNvPr>
                <p14:cNvContentPartPr/>
                <p14:nvPr/>
              </p14:nvContentPartPr>
              <p14:xfrm>
                <a:off x="10676840" y="3322840"/>
                <a:ext cx="72720" cy="2664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B5290F45-5D30-62FF-0FBA-E37FA05A466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666400" y="3312040"/>
                  <a:ext cx="939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8DF8E856-DA43-1204-C69D-D16FD60E9549}"/>
                    </a:ext>
                  </a:extLst>
                </p14:cNvPr>
                <p14:cNvContentPartPr/>
                <p14:nvPr/>
              </p14:nvContentPartPr>
              <p14:xfrm>
                <a:off x="10788800" y="3422200"/>
                <a:ext cx="122400" cy="1303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8DF8E856-DA43-1204-C69D-D16FD60E9549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778000" y="3411400"/>
                  <a:ext cx="1436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EC028081-4E86-795E-AD1D-4A4EF92FB038}"/>
                    </a:ext>
                  </a:extLst>
                </p14:cNvPr>
                <p14:cNvContentPartPr/>
                <p14:nvPr/>
              </p14:nvContentPartPr>
              <p14:xfrm>
                <a:off x="10956560" y="3394840"/>
                <a:ext cx="97200" cy="21816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EC028081-4E86-795E-AD1D-4A4EF92FB03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946120" y="3384040"/>
                  <a:ext cx="1184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2B1E62E7-5E0D-F4BB-FA5B-AA952FC6017E}"/>
                    </a:ext>
                  </a:extLst>
                </p14:cNvPr>
                <p14:cNvContentPartPr/>
                <p14:nvPr/>
              </p14:nvContentPartPr>
              <p14:xfrm>
                <a:off x="11114960" y="3361000"/>
                <a:ext cx="48600" cy="13464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2B1E62E7-5E0D-F4BB-FA5B-AA952FC6017E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1104160" y="3350200"/>
                  <a:ext cx="698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3F6636B9-E960-CD25-FB2B-14CE81407740}"/>
                    </a:ext>
                  </a:extLst>
                </p14:cNvPr>
                <p14:cNvContentPartPr/>
                <p14:nvPr/>
              </p14:nvContentPartPr>
              <p14:xfrm>
                <a:off x="11163200" y="3339400"/>
                <a:ext cx="198360" cy="1562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3F6636B9-E960-CD25-FB2B-14CE8140774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1152400" y="3328600"/>
                  <a:ext cx="2196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747AE065-9B6E-DC84-1165-D91590FA90A1}"/>
                    </a:ext>
                  </a:extLst>
                </p14:cNvPr>
                <p14:cNvContentPartPr/>
                <p14:nvPr/>
              </p14:nvContentPartPr>
              <p14:xfrm>
                <a:off x="11526080" y="3379720"/>
                <a:ext cx="360" cy="1123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747AE065-9B6E-DC84-1165-D91590FA90A1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1515640" y="3369280"/>
                  <a:ext cx="216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7E416D7A-4895-900D-215E-07B1ADA9073F}"/>
                    </a:ext>
                  </a:extLst>
                </p14:cNvPr>
                <p14:cNvContentPartPr/>
                <p14:nvPr/>
              </p14:nvContentPartPr>
              <p14:xfrm>
                <a:off x="11467760" y="3412840"/>
                <a:ext cx="117000" cy="1080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7E416D7A-4895-900D-215E-07B1ADA9073F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1456960" y="3402400"/>
                  <a:ext cx="138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C2157806-DD8B-9340-63E8-D36459F89707}"/>
                    </a:ext>
                  </a:extLst>
                </p14:cNvPr>
                <p14:cNvContentPartPr/>
                <p14:nvPr/>
              </p14:nvContentPartPr>
              <p14:xfrm>
                <a:off x="11659280" y="3343360"/>
                <a:ext cx="28440" cy="12132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C2157806-DD8B-9340-63E8-D36459F89707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1648840" y="3332560"/>
                  <a:ext cx="496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79D6EC35-62DE-601E-BF54-8B437198B096}"/>
                    </a:ext>
                  </a:extLst>
                </p14:cNvPr>
                <p14:cNvContentPartPr/>
                <p14:nvPr/>
              </p14:nvContentPartPr>
              <p14:xfrm>
                <a:off x="11711480" y="3191440"/>
                <a:ext cx="153720" cy="32832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79D6EC35-62DE-601E-BF54-8B437198B096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1700680" y="3180640"/>
                  <a:ext cx="174960" cy="34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D2A9F103-F6F7-C0E6-A131-AECDD05FC435}"/>
                  </a:ext>
                </a:extLst>
              </p14:cNvPr>
              <p14:cNvContentPartPr/>
              <p14:nvPr/>
            </p14:nvContentPartPr>
            <p14:xfrm>
              <a:off x="799520" y="1026760"/>
              <a:ext cx="651600" cy="560160"/>
            </p14:xfrm>
          </p:contentPart>
        </mc:Choice>
        <mc:Fallback xmlns=""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D2A9F103-F6F7-C0E6-A131-AECDD05FC435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789080" y="1015960"/>
                <a:ext cx="672840" cy="58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E24D0BB-AC8D-B953-0782-74915E343E07}"/>
              </a:ext>
            </a:extLst>
          </p:cNvPr>
          <p:cNvGrpSpPr/>
          <p:nvPr/>
        </p:nvGrpSpPr>
        <p:grpSpPr>
          <a:xfrm>
            <a:off x="239720" y="2655760"/>
            <a:ext cx="616320" cy="564480"/>
            <a:chOff x="239720" y="2655760"/>
            <a:chExt cx="616320" cy="56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951407F-E830-C16E-F789-17CCF090BFFC}"/>
                    </a:ext>
                  </a:extLst>
                </p14:cNvPr>
                <p14:cNvContentPartPr/>
                <p14:nvPr/>
              </p14:nvContentPartPr>
              <p14:xfrm>
                <a:off x="332600" y="2670520"/>
                <a:ext cx="122400" cy="218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951407F-E830-C16E-F789-17CCF090BFFC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321800" y="2660080"/>
                  <a:ext cx="1436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82B2142-80FB-EF85-29F1-BFB392CD2F80}"/>
                    </a:ext>
                  </a:extLst>
                </p14:cNvPr>
                <p14:cNvContentPartPr/>
                <p14:nvPr/>
              </p14:nvContentPartPr>
              <p14:xfrm>
                <a:off x="239720" y="2655760"/>
                <a:ext cx="230040" cy="564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82B2142-80FB-EF85-29F1-BFB392CD2F80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29280" y="2645320"/>
                  <a:ext cx="25128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958E8F7-9F6C-E5B9-720C-9008838516D6}"/>
                    </a:ext>
                  </a:extLst>
                </p14:cNvPr>
                <p14:cNvContentPartPr/>
                <p14:nvPr/>
              </p14:nvContentPartPr>
              <p14:xfrm>
                <a:off x="510080" y="2974360"/>
                <a:ext cx="144720" cy="150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958E8F7-9F6C-E5B9-720C-9008838516D6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499640" y="2963560"/>
                  <a:ext cx="165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18063BD-E81C-AB7A-AAEE-1229E2484BF5}"/>
                    </a:ext>
                  </a:extLst>
                </p14:cNvPr>
                <p14:cNvContentPartPr/>
                <p14:nvPr/>
              </p14:nvContentPartPr>
              <p14:xfrm>
                <a:off x="718160" y="2971120"/>
                <a:ext cx="137880" cy="119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18063BD-E81C-AB7A-AAEE-1229E2484BF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07720" y="2960320"/>
                  <a:ext cx="15912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03F9A68-3576-2074-8C5C-9630366395E2}"/>
              </a:ext>
            </a:extLst>
          </p:cNvPr>
          <p:cNvGrpSpPr/>
          <p:nvPr/>
        </p:nvGrpSpPr>
        <p:grpSpPr>
          <a:xfrm>
            <a:off x="1229720" y="2676280"/>
            <a:ext cx="874800" cy="433440"/>
            <a:chOff x="1229720" y="2676280"/>
            <a:chExt cx="874800" cy="43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EC41093-617C-E175-BAB8-C14B78ADCED9}"/>
                    </a:ext>
                  </a:extLst>
                </p14:cNvPr>
                <p14:cNvContentPartPr/>
                <p14:nvPr/>
              </p14:nvContentPartPr>
              <p14:xfrm>
                <a:off x="1229720" y="2939080"/>
                <a:ext cx="277560" cy="161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EC41093-617C-E175-BAB8-C14B78ADCED9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219280" y="2928280"/>
                  <a:ext cx="2988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1A852B7-052C-9872-6C56-83C897F98B80}"/>
                    </a:ext>
                  </a:extLst>
                </p14:cNvPr>
                <p14:cNvContentPartPr/>
                <p14:nvPr/>
              </p14:nvContentPartPr>
              <p14:xfrm>
                <a:off x="1559840" y="2960680"/>
                <a:ext cx="138960" cy="121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1A852B7-052C-9872-6C56-83C897F98B8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549040" y="2950240"/>
                  <a:ext cx="1602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8DCC763-EB7C-F73F-4754-8801A20B574B}"/>
                    </a:ext>
                  </a:extLst>
                </p14:cNvPr>
                <p14:cNvContentPartPr/>
                <p14:nvPr/>
              </p14:nvContentPartPr>
              <p14:xfrm>
                <a:off x="1747760" y="2683120"/>
                <a:ext cx="81720" cy="426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8DCC763-EB7C-F73F-4754-8801A20B574B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736960" y="2672680"/>
                  <a:ext cx="10296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C64DB01-C3D7-F54A-9D53-962B9A33CCC4}"/>
                    </a:ext>
                  </a:extLst>
                </p14:cNvPr>
                <p14:cNvContentPartPr/>
                <p14:nvPr/>
              </p14:nvContentPartPr>
              <p14:xfrm>
                <a:off x="1923080" y="2676280"/>
                <a:ext cx="181440" cy="378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C64DB01-C3D7-F54A-9D53-962B9A33CCC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912640" y="2665840"/>
                  <a:ext cx="202680" cy="39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1A6DDC6-6DAD-084E-D6DF-36A557551D76}"/>
              </a:ext>
            </a:extLst>
          </p:cNvPr>
          <p:cNvGrpSpPr/>
          <p:nvPr/>
        </p:nvGrpSpPr>
        <p:grpSpPr>
          <a:xfrm>
            <a:off x="2519240" y="2743960"/>
            <a:ext cx="751320" cy="323640"/>
            <a:chOff x="2519240" y="2743960"/>
            <a:chExt cx="751320" cy="3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57D3696-E43B-4EE7-916F-9F763384008F}"/>
                    </a:ext>
                  </a:extLst>
                </p14:cNvPr>
                <p14:cNvContentPartPr/>
                <p14:nvPr/>
              </p14:nvContentPartPr>
              <p14:xfrm>
                <a:off x="2519240" y="2743960"/>
                <a:ext cx="326880" cy="323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57D3696-E43B-4EE7-916F-9F763384008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2508800" y="2733520"/>
                  <a:ext cx="34812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0378777-8165-1A83-67D1-4905D84A8FB0}"/>
                    </a:ext>
                  </a:extLst>
                </p14:cNvPr>
                <p14:cNvContentPartPr/>
                <p14:nvPr/>
              </p14:nvContentPartPr>
              <p14:xfrm>
                <a:off x="2973920" y="2878600"/>
                <a:ext cx="75240" cy="1558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0378777-8165-1A83-67D1-4905D84A8FB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2963120" y="2867800"/>
                  <a:ext cx="964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58111BE-38DB-E23E-A24C-55CD6FD882D2}"/>
                    </a:ext>
                  </a:extLst>
                </p14:cNvPr>
                <p14:cNvContentPartPr/>
                <p14:nvPr/>
              </p14:nvContentPartPr>
              <p14:xfrm>
                <a:off x="3088040" y="2882560"/>
                <a:ext cx="182520" cy="110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58111BE-38DB-E23E-A24C-55CD6FD882D2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077240" y="2872120"/>
                  <a:ext cx="20376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2A39C8AF-F4B8-586A-3794-0EF80B7045DB}"/>
              </a:ext>
            </a:extLst>
          </p:cNvPr>
          <p:cNvGrpSpPr/>
          <p:nvPr/>
        </p:nvGrpSpPr>
        <p:grpSpPr>
          <a:xfrm>
            <a:off x="393440" y="3433720"/>
            <a:ext cx="585360" cy="195480"/>
            <a:chOff x="393440" y="3433720"/>
            <a:chExt cx="585360" cy="19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4A7629B-5666-EC07-676D-2BD377DEE27E}"/>
                    </a:ext>
                  </a:extLst>
                </p14:cNvPr>
                <p14:cNvContentPartPr/>
                <p14:nvPr/>
              </p14:nvContentPartPr>
              <p14:xfrm>
                <a:off x="393440" y="3433720"/>
                <a:ext cx="154080" cy="1850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4A7629B-5666-EC07-676D-2BD377DEE27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382640" y="3422920"/>
                  <a:ext cx="1753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B1DFE33-D680-BDCF-E9D6-3CC1BE7C2C8E}"/>
                    </a:ext>
                  </a:extLst>
                </p14:cNvPr>
                <p14:cNvContentPartPr/>
                <p14:nvPr/>
              </p14:nvContentPartPr>
              <p14:xfrm>
                <a:off x="691880" y="3443800"/>
                <a:ext cx="96480" cy="178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B1DFE33-D680-BDCF-E9D6-3CC1BE7C2C8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81080" y="3433360"/>
                  <a:ext cx="1177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8BCDDC8-CABD-8948-7548-FE3FDDBB4A9B}"/>
                    </a:ext>
                  </a:extLst>
                </p14:cNvPr>
                <p14:cNvContentPartPr/>
                <p14:nvPr/>
              </p14:nvContentPartPr>
              <p14:xfrm>
                <a:off x="875480" y="3456040"/>
                <a:ext cx="103320" cy="173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8BCDDC8-CABD-8948-7548-FE3FDDBB4A9B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64680" y="3445600"/>
                  <a:ext cx="124560" cy="19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B0009669-1B7B-DB82-1A44-32B4BF3FAFAF}"/>
                  </a:ext>
                </a:extLst>
              </p14:cNvPr>
              <p14:cNvContentPartPr/>
              <p14:nvPr/>
            </p14:nvContentPartPr>
            <p14:xfrm>
              <a:off x="1428800" y="3403840"/>
              <a:ext cx="225000" cy="2221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B0009669-1B7B-DB82-1A44-32B4BF3FAFAF}"/>
                  </a:ext>
                </a:extLst>
              </p:cNvPr>
              <p:cNvPicPr/>
              <p:nvPr/>
            </p:nvPicPr>
            <p:blipFill>
              <a:blip r:embed="rId475"/>
              <a:stretch>
                <a:fillRect/>
              </a:stretch>
            </p:blipFill>
            <p:spPr>
              <a:xfrm>
                <a:off x="1418360" y="3393400"/>
                <a:ext cx="246240" cy="24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FEFF617-2EFA-0078-B3C7-0959F658F21E}"/>
              </a:ext>
            </a:extLst>
          </p:cNvPr>
          <p:cNvGrpSpPr/>
          <p:nvPr/>
        </p:nvGrpSpPr>
        <p:grpSpPr>
          <a:xfrm>
            <a:off x="2061680" y="3448120"/>
            <a:ext cx="627840" cy="339840"/>
            <a:chOff x="2061680" y="3448120"/>
            <a:chExt cx="62784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2942049-79C6-7AD3-732F-7D505F7EBA04}"/>
                    </a:ext>
                  </a:extLst>
                </p14:cNvPr>
                <p14:cNvContentPartPr/>
                <p14:nvPr/>
              </p14:nvContentPartPr>
              <p14:xfrm>
                <a:off x="2061680" y="3448120"/>
                <a:ext cx="191520" cy="3398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2942049-79C6-7AD3-732F-7D505F7EBA0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050880" y="3437680"/>
                  <a:ext cx="2127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D728529-CB28-F64D-BB85-193BAD762E45}"/>
                    </a:ext>
                  </a:extLst>
                </p14:cNvPr>
                <p14:cNvContentPartPr/>
                <p14:nvPr/>
              </p14:nvContentPartPr>
              <p14:xfrm>
                <a:off x="2147360" y="3492040"/>
                <a:ext cx="355680" cy="258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D728529-CB28-F64D-BB85-193BAD762E45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136920" y="3481240"/>
                  <a:ext cx="3769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B6204FF-C72A-CA7B-D6BE-47C7ADD350D4}"/>
                    </a:ext>
                  </a:extLst>
                </p14:cNvPr>
                <p14:cNvContentPartPr/>
                <p14:nvPr/>
              </p14:nvContentPartPr>
              <p14:xfrm>
                <a:off x="2588000" y="3456760"/>
                <a:ext cx="101520" cy="155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B6204FF-C72A-CA7B-D6BE-47C7ADD350D4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577200" y="3446320"/>
                  <a:ext cx="12276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B5830D60-9957-AD19-170A-F10C8D211151}"/>
              </a:ext>
            </a:extLst>
          </p:cNvPr>
          <p:cNvGrpSpPr/>
          <p:nvPr/>
        </p:nvGrpSpPr>
        <p:grpSpPr>
          <a:xfrm>
            <a:off x="2851880" y="3403840"/>
            <a:ext cx="267840" cy="191880"/>
            <a:chOff x="2851880" y="3403840"/>
            <a:chExt cx="26784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98D2C05-28C1-10A1-B648-B38B31262720}"/>
                    </a:ext>
                  </a:extLst>
                </p14:cNvPr>
                <p14:cNvContentPartPr/>
                <p14:nvPr/>
              </p14:nvContentPartPr>
              <p14:xfrm>
                <a:off x="2851880" y="3403840"/>
                <a:ext cx="126000" cy="191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98D2C05-28C1-10A1-B648-B38B31262720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841440" y="3393400"/>
                  <a:ext cx="147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B431015-3E63-D2F7-D176-98F9CF6747AB}"/>
                    </a:ext>
                  </a:extLst>
                </p14:cNvPr>
                <p14:cNvContentPartPr/>
                <p14:nvPr/>
              </p14:nvContentPartPr>
              <p14:xfrm>
                <a:off x="3037280" y="3411040"/>
                <a:ext cx="82440" cy="156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B431015-3E63-D2F7-D176-98F9CF6747AB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026480" y="3400240"/>
                  <a:ext cx="10368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2D83A9C-F80C-EB4D-0D44-4BAAE4012D79}"/>
              </a:ext>
            </a:extLst>
          </p:cNvPr>
          <p:cNvGrpSpPr/>
          <p:nvPr/>
        </p:nvGrpSpPr>
        <p:grpSpPr>
          <a:xfrm>
            <a:off x="3463880" y="3246160"/>
            <a:ext cx="594360" cy="432000"/>
            <a:chOff x="3463880" y="3246160"/>
            <a:chExt cx="594360" cy="43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4525AE0-D278-5743-06A0-478B4E055577}"/>
                    </a:ext>
                  </a:extLst>
                </p14:cNvPr>
                <p14:cNvContentPartPr/>
                <p14:nvPr/>
              </p14:nvContentPartPr>
              <p14:xfrm>
                <a:off x="3463880" y="3246160"/>
                <a:ext cx="360720" cy="4320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4525AE0-D278-5743-06A0-478B4E05557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453080" y="3235720"/>
                  <a:ext cx="38196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CD2AC74-39CF-97AE-FD3C-72B238750A85}"/>
                    </a:ext>
                  </a:extLst>
                </p14:cNvPr>
                <p14:cNvContentPartPr/>
                <p14:nvPr/>
              </p14:nvContentPartPr>
              <p14:xfrm>
                <a:off x="3877520" y="3415720"/>
                <a:ext cx="180720" cy="138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CD2AC74-39CF-97AE-FD3C-72B238750A85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866720" y="3404920"/>
                  <a:ext cx="20196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CF8A9EA9-5EFB-A895-90CF-0BA146521C3B}"/>
              </a:ext>
            </a:extLst>
          </p:cNvPr>
          <p:cNvGrpSpPr/>
          <p:nvPr/>
        </p:nvGrpSpPr>
        <p:grpSpPr>
          <a:xfrm>
            <a:off x="316040" y="3999640"/>
            <a:ext cx="736560" cy="323280"/>
            <a:chOff x="316040" y="3999640"/>
            <a:chExt cx="73656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54CD3FA-3B09-EF18-1AFA-C03B4975737A}"/>
                    </a:ext>
                  </a:extLst>
                </p14:cNvPr>
                <p14:cNvContentPartPr/>
                <p14:nvPr/>
              </p14:nvContentPartPr>
              <p14:xfrm>
                <a:off x="380840" y="4018720"/>
                <a:ext cx="24480" cy="2505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54CD3FA-3B09-EF18-1AFA-C03B4975737A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70040" y="4007920"/>
                  <a:ext cx="457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6622D9B-7DE2-B29E-B365-1A7A652B1D14}"/>
                    </a:ext>
                  </a:extLst>
                </p14:cNvPr>
                <p14:cNvContentPartPr/>
                <p14:nvPr/>
              </p14:nvContentPartPr>
              <p14:xfrm>
                <a:off x="316040" y="4012240"/>
                <a:ext cx="196560" cy="3106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6622D9B-7DE2-B29E-B365-1A7A652B1D14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05240" y="4001440"/>
                  <a:ext cx="2178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30B12ED-AB54-4A97-D6BB-E9DEABC023F4}"/>
                    </a:ext>
                  </a:extLst>
                </p14:cNvPr>
                <p14:cNvContentPartPr/>
                <p14:nvPr/>
              </p14:nvContentPartPr>
              <p14:xfrm>
                <a:off x="653720" y="3999640"/>
                <a:ext cx="193320" cy="2934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30B12ED-AB54-4A97-D6BB-E9DEABC023F4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42920" y="3989200"/>
                  <a:ext cx="2145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9456499-E4F6-68D2-C210-EB09D805277B}"/>
                    </a:ext>
                  </a:extLst>
                </p14:cNvPr>
                <p14:cNvContentPartPr/>
                <p14:nvPr/>
              </p14:nvContentPartPr>
              <p14:xfrm>
                <a:off x="635720" y="4180720"/>
                <a:ext cx="132480" cy="5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9456499-E4F6-68D2-C210-EB09D805277B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25280" y="4170280"/>
                  <a:ext cx="153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9C812E8-9211-B23D-4CE0-CA15DD01EC54}"/>
                    </a:ext>
                  </a:extLst>
                </p14:cNvPr>
                <p14:cNvContentPartPr/>
                <p14:nvPr/>
              </p14:nvContentPartPr>
              <p14:xfrm>
                <a:off x="916880" y="4028800"/>
                <a:ext cx="135720" cy="245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9C812E8-9211-B23D-4CE0-CA15DD01EC54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906080" y="4018360"/>
                  <a:ext cx="15696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304CD2DE-8CF3-6086-7D59-AC2DD67F6AE5}"/>
              </a:ext>
            </a:extLst>
          </p:cNvPr>
          <p:cNvGrpSpPr/>
          <p:nvPr/>
        </p:nvGrpSpPr>
        <p:grpSpPr>
          <a:xfrm>
            <a:off x="1394240" y="3967240"/>
            <a:ext cx="542880" cy="339120"/>
            <a:chOff x="1394240" y="3967240"/>
            <a:chExt cx="54288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9130542-5DDD-54FB-D7D5-E726D7D23932}"/>
                    </a:ext>
                  </a:extLst>
                </p14:cNvPr>
                <p14:cNvContentPartPr/>
                <p14:nvPr/>
              </p14:nvContentPartPr>
              <p14:xfrm>
                <a:off x="1394240" y="4131760"/>
                <a:ext cx="361440" cy="1746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9130542-5DDD-54FB-D7D5-E726D7D23932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383440" y="4120960"/>
                  <a:ext cx="382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BE41EC9-7C62-A9B6-9189-A2AB2802B694}"/>
                    </a:ext>
                  </a:extLst>
                </p14:cNvPr>
                <p14:cNvContentPartPr/>
                <p14:nvPr/>
              </p14:nvContentPartPr>
              <p14:xfrm>
                <a:off x="1771520" y="3967240"/>
                <a:ext cx="165600" cy="3034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BE41EC9-7C62-A9B6-9189-A2AB2802B694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760720" y="3956440"/>
                  <a:ext cx="18684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AB47265C-A9E3-43C6-17B6-A5D0C1F67E15}"/>
              </a:ext>
            </a:extLst>
          </p:cNvPr>
          <p:cNvGrpSpPr/>
          <p:nvPr/>
        </p:nvGrpSpPr>
        <p:grpSpPr>
          <a:xfrm>
            <a:off x="2427440" y="3903160"/>
            <a:ext cx="810720" cy="370800"/>
            <a:chOff x="2427440" y="3903160"/>
            <a:chExt cx="810720" cy="3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A3E4DE99-E0EE-C87E-524D-5861B8A17741}"/>
                    </a:ext>
                  </a:extLst>
                </p14:cNvPr>
                <p14:cNvContentPartPr/>
                <p14:nvPr/>
              </p14:nvContentPartPr>
              <p14:xfrm>
                <a:off x="2427440" y="4114480"/>
                <a:ext cx="62640" cy="1537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A3E4DE99-E0EE-C87E-524D-5861B8A17741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2417000" y="4104040"/>
                  <a:ext cx="838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BBD3DB0-D530-D76F-13EF-A58E75EC8700}"/>
                    </a:ext>
                  </a:extLst>
                </p14:cNvPr>
                <p14:cNvContentPartPr/>
                <p14:nvPr/>
              </p14:nvContentPartPr>
              <p14:xfrm>
                <a:off x="2651360" y="3903160"/>
                <a:ext cx="42120" cy="3708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BBD3DB0-D530-D76F-13EF-A58E75EC8700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2640920" y="3892720"/>
                  <a:ext cx="633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CC4DB88-F34B-D33C-B50A-E576D9E713F0}"/>
                    </a:ext>
                  </a:extLst>
                </p14:cNvPr>
                <p14:cNvContentPartPr/>
                <p14:nvPr/>
              </p14:nvContentPartPr>
              <p14:xfrm>
                <a:off x="2613200" y="4135360"/>
                <a:ext cx="291600" cy="874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CC4DB88-F34B-D33C-B50A-E576D9E713F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2602760" y="4124560"/>
                  <a:ext cx="3128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8BB3472-F8C2-DD59-FC65-21D7E2381A38}"/>
                    </a:ext>
                  </a:extLst>
                </p14:cNvPr>
                <p14:cNvContentPartPr/>
                <p14:nvPr/>
              </p14:nvContentPartPr>
              <p14:xfrm>
                <a:off x="2984000" y="4067680"/>
                <a:ext cx="171720" cy="1602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8BB3472-F8C2-DD59-FC65-21D7E2381A38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2973200" y="4056880"/>
                  <a:ext cx="192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256EC17-63D4-7D97-2C18-F2267746D809}"/>
                    </a:ext>
                  </a:extLst>
                </p14:cNvPr>
                <p14:cNvContentPartPr/>
                <p14:nvPr/>
              </p14:nvContentPartPr>
              <p14:xfrm>
                <a:off x="3150320" y="4083520"/>
                <a:ext cx="87840" cy="1364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256EC17-63D4-7D97-2C18-F2267746D809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3139520" y="4073080"/>
                  <a:ext cx="109080" cy="15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7F2084EC-83D6-37E9-001E-FD8A4D401B98}"/>
                  </a:ext>
                </a:extLst>
              </p14:cNvPr>
              <p14:cNvContentPartPr/>
              <p14:nvPr/>
            </p14:nvContentPartPr>
            <p14:xfrm>
              <a:off x="3570800" y="4073800"/>
              <a:ext cx="267840" cy="15876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7F2084EC-83D6-37E9-001E-FD8A4D401B98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3560000" y="4063000"/>
                <a:ext cx="289080" cy="18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9" name="Group 238">
            <a:extLst>
              <a:ext uri="{FF2B5EF4-FFF2-40B4-BE49-F238E27FC236}">
                <a16:creationId xmlns:a16="http://schemas.microsoft.com/office/drawing/2014/main" id="{F380D294-B593-2492-B8EF-BB7B2458AC41}"/>
              </a:ext>
            </a:extLst>
          </p:cNvPr>
          <p:cNvGrpSpPr/>
          <p:nvPr/>
        </p:nvGrpSpPr>
        <p:grpSpPr>
          <a:xfrm>
            <a:off x="271400" y="4662040"/>
            <a:ext cx="829440" cy="397800"/>
            <a:chOff x="271400" y="4662040"/>
            <a:chExt cx="829440" cy="39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E59AAED-FEA6-C2A4-CEB4-FCCA0FE7A4EA}"/>
                    </a:ext>
                  </a:extLst>
                </p14:cNvPr>
                <p14:cNvContentPartPr/>
                <p14:nvPr/>
              </p14:nvContentPartPr>
              <p14:xfrm>
                <a:off x="271400" y="4729000"/>
                <a:ext cx="65160" cy="3308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E59AAED-FEA6-C2A4-CEB4-FCCA0FE7A4EA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260960" y="4718560"/>
                  <a:ext cx="8640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DF952FE-5E92-C248-77FD-6B5592540832}"/>
                    </a:ext>
                  </a:extLst>
                </p14:cNvPr>
                <p14:cNvContentPartPr/>
                <p14:nvPr/>
              </p14:nvContentPartPr>
              <p14:xfrm>
                <a:off x="316400" y="4717120"/>
                <a:ext cx="114480" cy="1645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DF952FE-5E92-C248-77FD-6B5592540832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05600" y="4706320"/>
                  <a:ext cx="1357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7E61EE4-F9DB-9011-E08A-028CDE5AA142}"/>
                    </a:ext>
                  </a:extLst>
                </p14:cNvPr>
                <p14:cNvContentPartPr/>
                <p14:nvPr/>
              </p14:nvContentPartPr>
              <p14:xfrm>
                <a:off x="488480" y="4749520"/>
                <a:ext cx="329040" cy="1753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7E61EE4-F9DB-9011-E08A-028CDE5AA142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478040" y="4739080"/>
                  <a:ext cx="3502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41E772F-B5FA-1BB1-6875-1BF6FCE92C03}"/>
                    </a:ext>
                  </a:extLst>
                </p14:cNvPr>
                <p14:cNvContentPartPr/>
                <p14:nvPr/>
              </p14:nvContentPartPr>
              <p14:xfrm>
                <a:off x="775400" y="4662040"/>
                <a:ext cx="83520" cy="525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41E772F-B5FA-1BB1-6875-1BF6FCE92C03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764960" y="4651600"/>
                  <a:ext cx="104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88C9838-3882-C57D-CE1C-247A4589AA10}"/>
                    </a:ext>
                  </a:extLst>
                </p14:cNvPr>
                <p14:cNvContentPartPr/>
                <p14:nvPr/>
              </p14:nvContentPartPr>
              <p14:xfrm>
                <a:off x="969800" y="4702720"/>
                <a:ext cx="131040" cy="1638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88C9838-3882-C57D-CE1C-247A4589AA1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59000" y="4692280"/>
                  <a:ext cx="15228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B9ED0817-B106-E1C8-C326-44BDCBFE4275}"/>
              </a:ext>
            </a:extLst>
          </p:cNvPr>
          <p:cNvGrpSpPr/>
          <p:nvPr/>
        </p:nvGrpSpPr>
        <p:grpSpPr>
          <a:xfrm>
            <a:off x="1634720" y="4496080"/>
            <a:ext cx="807840" cy="362160"/>
            <a:chOff x="1634720" y="4496080"/>
            <a:chExt cx="80784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AECDFCD-46F4-E941-2FB2-17C7775A2240}"/>
                    </a:ext>
                  </a:extLst>
                </p14:cNvPr>
                <p14:cNvContentPartPr/>
                <p14:nvPr/>
              </p14:nvContentPartPr>
              <p14:xfrm>
                <a:off x="1634720" y="4682200"/>
                <a:ext cx="218160" cy="1760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AECDFCD-46F4-E941-2FB2-17C7775A2240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623920" y="4671760"/>
                  <a:ext cx="2394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B9C5FC3C-FDBC-5436-778D-A547C292E7B6}"/>
                    </a:ext>
                  </a:extLst>
                </p14:cNvPr>
                <p14:cNvContentPartPr/>
                <p14:nvPr/>
              </p14:nvContentPartPr>
              <p14:xfrm>
                <a:off x="1931720" y="4764640"/>
                <a:ext cx="33480" cy="928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B9C5FC3C-FDBC-5436-778D-A547C292E7B6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921280" y="4753840"/>
                  <a:ext cx="54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611C72A-1510-9FE2-A94B-38E14F1BACB8}"/>
                    </a:ext>
                  </a:extLst>
                </p14:cNvPr>
                <p14:cNvContentPartPr/>
                <p14:nvPr/>
              </p14:nvContentPartPr>
              <p14:xfrm>
                <a:off x="1990040" y="4615960"/>
                <a:ext cx="360" cy="3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611C72A-1510-9FE2-A94B-38E14F1BACB8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979600" y="46055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8538CEF-21BB-44EA-E519-F6FC332669C0}"/>
                    </a:ext>
                  </a:extLst>
                </p14:cNvPr>
                <p14:cNvContentPartPr/>
                <p14:nvPr/>
              </p14:nvContentPartPr>
              <p14:xfrm>
                <a:off x="1990040" y="4615960"/>
                <a:ext cx="128160" cy="2163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8538CEF-21BB-44EA-E519-F6FC332669C0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979600" y="4605520"/>
                  <a:ext cx="1494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A413689-7C66-0DD8-AC81-2C00687FBA99}"/>
                    </a:ext>
                  </a:extLst>
                </p14:cNvPr>
                <p14:cNvContentPartPr/>
                <p14:nvPr/>
              </p14:nvContentPartPr>
              <p14:xfrm>
                <a:off x="2071400" y="4683280"/>
                <a:ext cx="194400" cy="633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A413689-7C66-0DD8-AC81-2C00687FBA99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060600" y="4672840"/>
                  <a:ext cx="2156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9E7E0A7-1AB6-036B-52B9-6AF26CBB71F4}"/>
                    </a:ext>
                  </a:extLst>
                </p14:cNvPr>
                <p14:cNvContentPartPr/>
                <p14:nvPr/>
              </p14:nvContentPartPr>
              <p14:xfrm>
                <a:off x="2280920" y="4496080"/>
                <a:ext cx="161640" cy="2815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9E7E0A7-1AB6-036B-52B9-6AF26CBB71F4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270120" y="4485280"/>
                  <a:ext cx="182880" cy="30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804B7098-F649-396E-4C59-AD1BE9459CD2}"/>
              </a:ext>
            </a:extLst>
          </p:cNvPr>
          <p:cNvGrpSpPr/>
          <p:nvPr/>
        </p:nvGrpSpPr>
        <p:grpSpPr>
          <a:xfrm>
            <a:off x="2650280" y="4530280"/>
            <a:ext cx="511920" cy="279000"/>
            <a:chOff x="2650280" y="4530280"/>
            <a:chExt cx="5119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9FF722A-EB56-701A-5D8E-D5C4D0044CE3}"/>
                    </a:ext>
                  </a:extLst>
                </p14:cNvPr>
                <p14:cNvContentPartPr/>
                <p14:nvPr/>
              </p14:nvContentPartPr>
              <p14:xfrm>
                <a:off x="2693120" y="4531360"/>
                <a:ext cx="131400" cy="2754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9FF722A-EB56-701A-5D8E-D5C4D0044CE3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682320" y="4520920"/>
                  <a:ext cx="1526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C307011-B3FE-6EBA-9AB5-D63E06037EE3}"/>
                    </a:ext>
                  </a:extLst>
                </p14:cNvPr>
                <p14:cNvContentPartPr/>
                <p14:nvPr/>
              </p14:nvContentPartPr>
              <p14:xfrm>
                <a:off x="2650280" y="4670680"/>
                <a:ext cx="166680" cy="208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C307011-B3FE-6EBA-9AB5-D63E06037EE3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639480" y="4660240"/>
                  <a:ext cx="1879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4B7974B-DF66-7E2F-D641-446BD4F14C12}"/>
                    </a:ext>
                  </a:extLst>
                </p14:cNvPr>
                <p14:cNvContentPartPr/>
                <p14:nvPr/>
              </p14:nvContentPartPr>
              <p14:xfrm>
                <a:off x="2879600" y="4530280"/>
                <a:ext cx="170640" cy="2790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4B7974B-DF66-7E2F-D641-446BD4F14C12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869160" y="4519840"/>
                  <a:ext cx="1918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F8E3CCC-4AE6-3F59-3CF8-AEF86ED10D12}"/>
                    </a:ext>
                  </a:extLst>
                </p14:cNvPr>
                <p14:cNvContentPartPr/>
                <p14:nvPr/>
              </p14:nvContentPartPr>
              <p14:xfrm>
                <a:off x="3104600" y="4646200"/>
                <a:ext cx="57600" cy="1357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F8E3CCC-4AE6-3F59-3CF8-AEF86ED10D12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093800" y="4635760"/>
                  <a:ext cx="7884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21E0EB23-2C9A-B3B1-F099-BFEDAA38A438}"/>
              </a:ext>
            </a:extLst>
          </p:cNvPr>
          <p:cNvGrpSpPr/>
          <p:nvPr/>
        </p:nvGrpSpPr>
        <p:grpSpPr>
          <a:xfrm>
            <a:off x="3702200" y="4428760"/>
            <a:ext cx="1578240" cy="298440"/>
            <a:chOff x="3702200" y="4428760"/>
            <a:chExt cx="157824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4CB3805-EAEC-F1ED-8554-4F735D1E491F}"/>
                    </a:ext>
                  </a:extLst>
                </p14:cNvPr>
                <p14:cNvContentPartPr/>
                <p14:nvPr/>
              </p14:nvContentPartPr>
              <p14:xfrm>
                <a:off x="3772040" y="4476640"/>
                <a:ext cx="18360" cy="2505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4CB3805-EAEC-F1ED-8554-4F735D1E491F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3761240" y="4465840"/>
                  <a:ext cx="396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C7659E71-3ABE-39A3-7EF0-CAFD61493356}"/>
                    </a:ext>
                  </a:extLst>
                </p14:cNvPr>
                <p14:cNvContentPartPr/>
                <p14:nvPr/>
              </p14:nvContentPartPr>
              <p14:xfrm>
                <a:off x="3702200" y="4465120"/>
                <a:ext cx="185760" cy="655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C7659E71-3ABE-39A3-7EF0-CAFD61493356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3691760" y="4454680"/>
                  <a:ext cx="207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3B93A5EE-B81C-3DD0-B23C-A8E612FB5E51}"/>
                    </a:ext>
                  </a:extLst>
                </p14:cNvPr>
                <p14:cNvContentPartPr/>
                <p14:nvPr/>
              </p14:nvContentPartPr>
              <p14:xfrm>
                <a:off x="3938000" y="4524880"/>
                <a:ext cx="173160" cy="1544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3B93A5EE-B81C-3DD0-B23C-A8E612FB5E51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3927560" y="4514080"/>
                  <a:ext cx="1944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8AE5BCDB-34EE-1195-3447-4B9BCB55F787}"/>
                    </a:ext>
                  </a:extLst>
                </p14:cNvPr>
                <p14:cNvContentPartPr/>
                <p14:nvPr/>
              </p14:nvContentPartPr>
              <p14:xfrm>
                <a:off x="4112240" y="4515880"/>
                <a:ext cx="124920" cy="1634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8AE5BCDB-34EE-1195-3447-4B9BCB55F787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101800" y="4505080"/>
                  <a:ext cx="1461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E1D5CB8-8A32-6DA0-253C-77726BC5762F}"/>
                    </a:ext>
                  </a:extLst>
                </p14:cNvPr>
                <p14:cNvContentPartPr/>
                <p14:nvPr/>
              </p14:nvContentPartPr>
              <p14:xfrm>
                <a:off x="4351640" y="4534600"/>
                <a:ext cx="81000" cy="1479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E1D5CB8-8A32-6DA0-253C-77726BC5762F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4340840" y="4524160"/>
                  <a:ext cx="1022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0FD3258-6638-0949-6F74-CD2655B4B7DD}"/>
                    </a:ext>
                  </a:extLst>
                </p14:cNvPr>
                <p14:cNvContentPartPr/>
                <p14:nvPr/>
              </p14:nvContentPartPr>
              <p14:xfrm>
                <a:off x="4545680" y="4428760"/>
                <a:ext cx="205560" cy="2372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0FD3258-6638-0949-6F74-CD2655B4B7DD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4535240" y="4417960"/>
                  <a:ext cx="2268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8E2BA57A-4EBF-5BCB-A686-109518523D40}"/>
                    </a:ext>
                  </a:extLst>
                </p14:cNvPr>
                <p14:cNvContentPartPr/>
                <p14:nvPr/>
              </p14:nvContentPartPr>
              <p14:xfrm>
                <a:off x="4835840" y="4576360"/>
                <a:ext cx="115560" cy="1119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8E2BA57A-4EBF-5BCB-A686-109518523D40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4825040" y="4565920"/>
                  <a:ext cx="1368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1FDF467A-307A-E3C0-9197-AFC3E4BB1B50}"/>
                    </a:ext>
                  </a:extLst>
                </p14:cNvPr>
                <p14:cNvContentPartPr/>
                <p14:nvPr/>
              </p14:nvContentPartPr>
              <p14:xfrm>
                <a:off x="4993520" y="4464040"/>
                <a:ext cx="125640" cy="2502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1FDF467A-307A-E3C0-9197-AFC3E4BB1B50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4983080" y="4453600"/>
                  <a:ext cx="1468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C8F1B476-3DA1-0368-4863-56D31E3D1DFD}"/>
                    </a:ext>
                  </a:extLst>
                </p14:cNvPr>
                <p14:cNvContentPartPr/>
                <p14:nvPr/>
              </p14:nvContentPartPr>
              <p14:xfrm>
                <a:off x="5182880" y="4529920"/>
                <a:ext cx="97560" cy="1641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C8F1B476-3DA1-0368-4863-56D31E3D1DFD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5172440" y="4519120"/>
                  <a:ext cx="118800" cy="18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CBD60EFF-2834-411E-D8AB-3615A513C857}"/>
              </a:ext>
            </a:extLst>
          </p:cNvPr>
          <p:cNvGrpSpPr/>
          <p:nvPr/>
        </p:nvGrpSpPr>
        <p:grpSpPr>
          <a:xfrm>
            <a:off x="291560" y="5176840"/>
            <a:ext cx="1356480" cy="495000"/>
            <a:chOff x="291560" y="5176840"/>
            <a:chExt cx="1356480" cy="49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DBA083B7-E8C7-38BF-9BE5-6902D7A3FB36}"/>
                    </a:ext>
                  </a:extLst>
                </p14:cNvPr>
                <p14:cNvContentPartPr/>
                <p14:nvPr/>
              </p14:nvContentPartPr>
              <p14:xfrm>
                <a:off x="291560" y="5383480"/>
                <a:ext cx="21960" cy="2883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DBA083B7-E8C7-38BF-9BE5-6902D7A3FB36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81120" y="5373040"/>
                  <a:ext cx="432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6D6486F-DF33-F9BC-CAEF-EB19B144E552}"/>
                    </a:ext>
                  </a:extLst>
                </p14:cNvPr>
                <p14:cNvContentPartPr/>
                <p14:nvPr/>
              </p14:nvContentPartPr>
              <p14:xfrm>
                <a:off x="330080" y="5389240"/>
                <a:ext cx="101520" cy="1339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6D6486F-DF33-F9BC-CAEF-EB19B144E552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319280" y="5378440"/>
                  <a:ext cx="1227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FCB5DD0-1840-4BC4-7D00-545B1F933F00}"/>
                    </a:ext>
                  </a:extLst>
                </p14:cNvPr>
                <p14:cNvContentPartPr/>
                <p14:nvPr/>
              </p14:nvContentPartPr>
              <p14:xfrm>
                <a:off x="520160" y="5406160"/>
                <a:ext cx="133560" cy="1216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FCB5DD0-1840-4BC4-7D00-545B1F933F00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509720" y="5395720"/>
                  <a:ext cx="1548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4F56FD4-63C0-D922-E1F1-8823C59994D3}"/>
                    </a:ext>
                  </a:extLst>
                </p14:cNvPr>
                <p14:cNvContentPartPr/>
                <p14:nvPr/>
              </p14:nvContentPartPr>
              <p14:xfrm>
                <a:off x="744800" y="5383480"/>
                <a:ext cx="20520" cy="1335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4F56FD4-63C0-D922-E1F1-8823C59994D3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734360" y="5373040"/>
                  <a:ext cx="417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3BEBA19-0CE8-A30E-22F4-BF26B91FF075}"/>
                    </a:ext>
                  </a:extLst>
                </p14:cNvPr>
                <p14:cNvContentPartPr/>
                <p14:nvPr/>
              </p14:nvContentPartPr>
              <p14:xfrm>
                <a:off x="768920" y="5321920"/>
                <a:ext cx="360" cy="3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3BEBA19-0CE8-A30E-22F4-BF26B91FF075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758480" y="53114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BB3C7EF3-16FA-C1A5-B597-507E1CF84BD9}"/>
                    </a:ext>
                  </a:extLst>
                </p14:cNvPr>
                <p14:cNvContentPartPr/>
                <p14:nvPr/>
              </p14:nvContentPartPr>
              <p14:xfrm>
                <a:off x="857840" y="5344600"/>
                <a:ext cx="131040" cy="1486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BB3C7EF3-16FA-C1A5-B597-507E1CF84BD9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847400" y="5334160"/>
                  <a:ext cx="1522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3C4C82E-6AF5-B649-C0CA-38AADDBB2637}"/>
                    </a:ext>
                  </a:extLst>
                </p14:cNvPr>
                <p14:cNvContentPartPr/>
                <p14:nvPr/>
              </p14:nvContentPartPr>
              <p14:xfrm>
                <a:off x="1132160" y="5176840"/>
                <a:ext cx="19440" cy="3236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3C4C82E-6AF5-B649-C0CA-38AADDBB2637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1121360" y="5166400"/>
                  <a:ext cx="406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73B6C33-92A4-1C7E-3872-E8F80AC43C75}"/>
                    </a:ext>
                  </a:extLst>
                </p14:cNvPr>
                <p14:cNvContentPartPr/>
                <p14:nvPr/>
              </p14:nvContentPartPr>
              <p14:xfrm>
                <a:off x="1094000" y="5362960"/>
                <a:ext cx="184320" cy="244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73B6C33-92A4-1C7E-3872-E8F80AC43C75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1083560" y="5352520"/>
                  <a:ext cx="205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2A22F04-69CE-09EC-4447-B1A6870C5C5E}"/>
                    </a:ext>
                  </a:extLst>
                </p14:cNvPr>
                <p14:cNvContentPartPr/>
                <p14:nvPr/>
              </p14:nvContentPartPr>
              <p14:xfrm>
                <a:off x="1269320" y="5310760"/>
                <a:ext cx="80640" cy="1292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2A22F04-69CE-09EC-4447-B1A6870C5C5E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258520" y="5300320"/>
                  <a:ext cx="1018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27F370AC-D4D3-5FDD-077C-A66E6E1FC10C}"/>
                    </a:ext>
                  </a:extLst>
                </p14:cNvPr>
                <p14:cNvContentPartPr/>
                <p14:nvPr/>
              </p14:nvContentPartPr>
              <p14:xfrm>
                <a:off x="1486400" y="5292040"/>
                <a:ext cx="161640" cy="1717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27F370AC-D4D3-5FDD-077C-A66E6E1FC10C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475600" y="5281240"/>
                  <a:ext cx="18288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23A14A4B-B619-C6D7-D21C-59B6AA3B4448}"/>
              </a:ext>
            </a:extLst>
          </p:cNvPr>
          <p:cNvGrpSpPr/>
          <p:nvPr/>
        </p:nvGrpSpPr>
        <p:grpSpPr>
          <a:xfrm>
            <a:off x="1909040" y="5093680"/>
            <a:ext cx="515520" cy="349920"/>
            <a:chOff x="1909040" y="5093680"/>
            <a:chExt cx="51552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AFCA802B-7029-3791-B5C6-166CC6ACBE0D}"/>
                    </a:ext>
                  </a:extLst>
                </p14:cNvPr>
                <p14:cNvContentPartPr/>
                <p14:nvPr/>
              </p14:nvContentPartPr>
              <p14:xfrm>
                <a:off x="1909040" y="5268640"/>
                <a:ext cx="347040" cy="1749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AFCA802B-7029-3791-B5C6-166CC6ACBE0D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898240" y="5257840"/>
                  <a:ext cx="3682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2CBBA6B-CEC2-EC0B-2612-0E5B51872310}"/>
                    </a:ext>
                  </a:extLst>
                </p14:cNvPr>
                <p14:cNvContentPartPr/>
                <p14:nvPr/>
              </p14:nvContentPartPr>
              <p14:xfrm>
                <a:off x="2271200" y="5093680"/>
                <a:ext cx="153360" cy="3362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2CBBA6B-CEC2-EC0B-2612-0E5B51872310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2260400" y="5082880"/>
                  <a:ext cx="174600" cy="35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CFCDC83D-AFA7-CC7E-F97B-DCD39FB46420}"/>
              </a:ext>
            </a:extLst>
          </p:cNvPr>
          <p:cNvGrpSpPr/>
          <p:nvPr/>
        </p:nvGrpSpPr>
        <p:grpSpPr>
          <a:xfrm>
            <a:off x="3029720" y="5064880"/>
            <a:ext cx="467640" cy="362520"/>
            <a:chOff x="3029720" y="5064880"/>
            <a:chExt cx="467640" cy="36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6215A17-19C4-BAB5-865B-B493B434C69A}"/>
                    </a:ext>
                  </a:extLst>
                </p14:cNvPr>
                <p14:cNvContentPartPr/>
                <p14:nvPr/>
              </p14:nvContentPartPr>
              <p14:xfrm>
                <a:off x="3032240" y="5302480"/>
                <a:ext cx="11880" cy="838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6215A17-19C4-BAB5-865B-B493B434C69A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3021440" y="5292040"/>
                  <a:ext cx="331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EB8A8EB-3E5A-8272-BA00-39ECD117D7BD}"/>
                    </a:ext>
                  </a:extLst>
                </p14:cNvPr>
                <p14:cNvContentPartPr/>
                <p14:nvPr/>
              </p14:nvContentPartPr>
              <p14:xfrm>
                <a:off x="3029720" y="5126800"/>
                <a:ext cx="96120" cy="594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EB8A8EB-3E5A-8272-BA00-39ECD117D7BD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3018920" y="5116360"/>
                  <a:ext cx="1173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AF1EDEC0-393D-63F3-09AB-9BBF976848C2}"/>
                    </a:ext>
                  </a:extLst>
                </p14:cNvPr>
                <p14:cNvContentPartPr/>
                <p14:nvPr/>
              </p14:nvContentPartPr>
              <p14:xfrm>
                <a:off x="3220160" y="5064880"/>
                <a:ext cx="20520" cy="3625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AF1EDEC0-393D-63F3-09AB-9BBF976848C2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3209360" y="5054440"/>
                  <a:ext cx="4176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3B625EB-B97E-3B08-DCC8-1F7FE9C3DD96}"/>
                    </a:ext>
                  </a:extLst>
                </p14:cNvPr>
                <p14:cNvContentPartPr/>
                <p14:nvPr/>
              </p14:nvContentPartPr>
              <p14:xfrm>
                <a:off x="3211160" y="5310400"/>
                <a:ext cx="169200" cy="82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3B625EB-B97E-3B08-DCC8-1F7FE9C3DD96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3200360" y="5299960"/>
                  <a:ext cx="1904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C1555D14-DB03-EEBD-30ED-708EDA4056A4}"/>
                    </a:ext>
                  </a:extLst>
                </p14:cNvPr>
                <p14:cNvContentPartPr/>
                <p14:nvPr/>
              </p14:nvContentPartPr>
              <p14:xfrm>
                <a:off x="3395480" y="5184760"/>
                <a:ext cx="101880" cy="2239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C1555D14-DB03-EEBD-30ED-708EDA4056A4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3384680" y="5174320"/>
                  <a:ext cx="12312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F46F613C-759B-8370-A18A-91A241677FDE}"/>
              </a:ext>
            </a:extLst>
          </p:cNvPr>
          <p:cNvGrpSpPr/>
          <p:nvPr/>
        </p:nvGrpSpPr>
        <p:grpSpPr>
          <a:xfrm>
            <a:off x="3860960" y="5068480"/>
            <a:ext cx="844560" cy="449280"/>
            <a:chOff x="3860960" y="5068480"/>
            <a:chExt cx="844560" cy="44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04626300-EDCE-3510-B4A2-656C35CD471D}"/>
                    </a:ext>
                  </a:extLst>
                </p14:cNvPr>
                <p14:cNvContentPartPr/>
                <p14:nvPr/>
              </p14:nvContentPartPr>
              <p14:xfrm>
                <a:off x="3860960" y="5068480"/>
                <a:ext cx="18000" cy="3420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04626300-EDCE-3510-B4A2-656C35CD471D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3850520" y="5057680"/>
                  <a:ext cx="3924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39D99845-640F-1151-4ECD-475252947A8B}"/>
                    </a:ext>
                  </a:extLst>
                </p14:cNvPr>
                <p14:cNvContentPartPr/>
                <p14:nvPr/>
              </p14:nvContentPartPr>
              <p14:xfrm>
                <a:off x="3928280" y="5198800"/>
                <a:ext cx="145080" cy="1810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39D99845-640F-1151-4ECD-475252947A8B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3917480" y="5188000"/>
                  <a:ext cx="1663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4299C68-54BA-BA0B-28A2-AE056C76EADE}"/>
                    </a:ext>
                  </a:extLst>
                </p14:cNvPr>
                <p14:cNvContentPartPr/>
                <p14:nvPr/>
              </p14:nvContentPartPr>
              <p14:xfrm>
                <a:off x="4119800" y="5231920"/>
                <a:ext cx="171360" cy="2858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4299C68-54BA-BA0B-28A2-AE056C76EADE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4109360" y="5221120"/>
                  <a:ext cx="1926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747DF8E9-0E90-3648-3F95-ACA825C9438D}"/>
                    </a:ext>
                  </a:extLst>
                </p14:cNvPr>
                <p14:cNvContentPartPr/>
                <p14:nvPr/>
              </p14:nvContentPartPr>
              <p14:xfrm>
                <a:off x="4425800" y="5213920"/>
                <a:ext cx="95400" cy="1573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747DF8E9-0E90-3648-3F95-ACA825C9438D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4415360" y="5203480"/>
                  <a:ext cx="1166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9C18752-1488-957E-3AE6-BAA5122FD137}"/>
                    </a:ext>
                  </a:extLst>
                </p14:cNvPr>
                <p14:cNvContentPartPr/>
                <p14:nvPr/>
              </p14:nvContentPartPr>
              <p14:xfrm>
                <a:off x="4591760" y="5208880"/>
                <a:ext cx="113760" cy="1659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9C18752-1488-957E-3AE6-BAA5122FD137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4581320" y="5198440"/>
                  <a:ext cx="135000" cy="18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7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BAD0384F-160B-7E17-0789-653DBD8FC948}"/>
                  </a:ext>
                </a:extLst>
              </p14:cNvPr>
              <p14:cNvContentPartPr/>
              <p14:nvPr/>
            </p14:nvContentPartPr>
            <p14:xfrm>
              <a:off x="4974080" y="5078560"/>
              <a:ext cx="11880" cy="22644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BAD0384F-160B-7E17-0789-653DBD8FC948}"/>
                  </a:ext>
                </a:extLst>
              </p:cNvPr>
              <p:cNvPicPr/>
              <p:nvPr/>
            </p:nvPicPr>
            <p:blipFill>
              <a:blip r:embed="rId608"/>
              <a:stretch>
                <a:fillRect/>
              </a:stretch>
            </p:blipFill>
            <p:spPr>
              <a:xfrm>
                <a:off x="4963640" y="5068120"/>
                <a:ext cx="3312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9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4909A02C-26E0-72F1-F57B-FA87D5587F43}"/>
                  </a:ext>
                </a:extLst>
              </p14:cNvPr>
              <p14:cNvContentPartPr/>
              <p14:nvPr/>
            </p14:nvContentPartPr>
            <p14:xfrm>
              <a:off x="4947440" y="5463760"/>
              <a:ext cx="360" cy="36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4909A02C-26E0-72F1-F57B-FA87D5587F43}"/>
                  </a:ext>
                </a:extLst>
              </p:cNvPr>
              <p:cNvPicPr/>
              <p:nvPr/>
            </p:nvPicPr>
            <p:blipFill>
              <a:blip r:embed="rId531"/>
              <a:stretch>
                <a:fillRect/>
              </a:stretch>
            </p:blipFill>
            <p:spPr>
              <a:xfrm>
                <a:off x="4937000" y="5452960"/>
                <a:ext cx="21600" cy="2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9128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572D4-2D05-6FF7-3B38-3B963C2CF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51A604A-A80F-F66E-A796-74B4EF8A52BC}"/>
              </a:ext>
            </a:extLst>
          </p:cNvPr>
          <p:cNvGrpSpPr/>
          <p:nvPr/>
        </p:nvGrpSpPr>
        <p:grpSpPr>
          <a:xfrm>
            <a:off x="2095520" y="697720"/>
            <a:ext cx="1653480" cy="1539000"/>
            <a:chOff x="2095520" y="697720"/>
            <a:chExt cx="1653480" cy="153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9681C4F-F2E0-5A02-9680-57AEC539A2EB}"/>
                    </a:ext>
                  </a:extLst>
                </p14:cNvPr>
                <p14:cNvContentPartPr/>
                <p14:nvPr/>
              </p14:nvContentPartPr>
              <p14:xfrm>
                <a:off x="2095520" y="697720"/>
                <a:ext cx="706680" cy="712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9681C4F-F2E0-5A02-9680-57AEC539A2E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84720" y="686920"/>
                  <a:ext cx="72792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C7B2EB8-8E9B-AABC-2370-EB8C757BB954}"/>
                    </a:ext>
                  </a:extLst>
                </p14:cNvPr>
                <p14:cNvContentPartPr/>
                <p14:nvPr/>
              </p14:nvContentPartPr>
              <p14:xfrm>
                <a:off x="3189200" y="1616080"/>
                <a:ext cx="559800" cy="620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C7B2EB8-8E9B-AABC-2370-EB8C757BB95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78400" y="1605640"/>
                  <a:ext cx="581040" cy="64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81431A1-0B26-DCBD-AD19-268EEE655987}"/>
                  </a:ext>
                </a:extLst>
              </p14:cNvPr>
              <p14:cNvContentPartPr/>
              <p14:nvPr/>
            </p14:nvContentPartPr>
            <p14:xfrm>
              <a:off x="2586920" y="2848720"/>
              <a:ext cx="505440" cy="644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81431A1-0B26-DCBD-AD19-268EEE6559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76120" y="2838280"/>
                <a:ext cx="526680" cy="66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075F8CA-EBB0-71CB-256E-F4770AF174F0}"/>
                  </a:ext>
                </a:extLst>
              </p14:cNvPr>
              <p14:cNvContentPartPr/>
              <p14:nvPr/>
            </p14:nvContentPartPr>
            <p14:xfrm>
              <a:off x="4141400" y="2830720"/>
              <a:ext cx="648360" cy="538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075F8CA-EBB0-71CB-256E-F4770AF174F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30960" y="2819920"/>
                <a:ext cx="669600" cy="56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36C85CE3-85A8-8026-DA5E-5CE45A53E530}"/>
              </a:ext>
            </a:extLst>
          </p:cNvPr>
          <p:cNvGrpSpPr/>
          <p:nvPr/>
        </p:nvGrpSpPr>
        <p:grpSpPr>
          <a:xfrm>
            <a:off x="251240" y="2776720"/>
            <a:ext cx="491760" cy="563760"/>
            <a:chOff x="251240" y="2776720"/>
            <a:chExt cx="491760" cy="56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98B69B8-F433-FC48-DE0F-6145010B351B}"/>
                    </a:ext>
                  </a:extLst>
                </p14:cNvPr>
                <p14:cNvContentPartPr/>
                <p14:nvPr/>
              </p14:nvContentPartPr>
              <p14:xfrm>
                <a:off x="251240" y="3013600"/>
                <a:ext cx="120960" cy="326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98B69B8-F433-FC48-DE0F-6145010B351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0440" y="3002800"/>
                  <a:ext cx="1422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46D043A-0F22-7256-8618-76AC7097725E}"/>
                    </a:ext>
                  </a:extLst>
                </p14:cNvPr>
                <p14:cNvContentPartPr/>
                <p14:nvPr/>
              </p14:nvContentPartPr>
              <p14:xfrm>
                <a:off x="447800" y="3138880"/>
                <a:ext cx="105120" cy="146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46D043A-0F22-7256-8618-76AC7097725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7360" y="3128440"/>
                  <a:ext cx="1263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E03DDED-E4EE-30BB-3A73-788C88F37FA2}"/>
                    </a:ext>
                  </a:extLst>
                </p14:cNvPr>
                <p14:cNvContentPartPr/>
                <p14:nvPr/>
              </p14:nvContentPartPr>
              <p14:xfrm>
                <a:off x="596480" y="2954920"/>
                <a:ext cx="60120" cy="344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E03DDED-E4EE-30BB-3A73-788C88F37FA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5680" y="2944480"/>
                  <a:ext cx="813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D0AB6BF-72AA-3D55-C659-C42C528E8D78}"/>
                    </a:ext>
                  </a:extLst>
                </p14:cNvPr>
                <p14:cNvContentPartPr/>
                <p14:nvPr/>
              </p14:nvContentPartPr>
              <p14:xfrm>
                <a:off x="730400" y="2776720"/>
                <a:ext cx="12600" cy="529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D0AB6BF-72AA-3D55-C659-C42C528E8D7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9600" y="2766280"/>
                  <a:ext cx="33840" cy="55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65F654-FA2F-84E2-5C15-5CF5B0B526B9}"/>
              </a:ext>
            </a:extLst>
          </p:cNvPr>
          <p:cNvGrpSpPr/>
          <p:nvPr/>
        </p:nvGrpSpPr>
        <p:grpSpPr>
          <a:xfrm>
            <a:off x="1379480" y="2869240"/>
            <a:ext cx="579240" cy="494280"/>
            <a:chOff x="1379480" y="2869240"/>
            <a:chExt cx="579240" cy="49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B6965B2-DE09-13EB-7950-39218B156395}"/>
                    </a:ext>
                  </a:extLst>
                </p14:cNvPr>
                <p14:cNvContentPartPr/>
                <p14:nvPr/>
              </p14:nvContentPartPr>
              <p14:xfrm>
                <a:off x="1379480" y="3056440"/>
                <a:ext cx="113400" cy="259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B6965B2-DE09-13EB-7950-39218B15639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69040" y="3045640"/>
                  <a:ext cx="1346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41CF387-A7FF-89A5-866C-E68567451BD4}"/>
                    </a:ext>
                  </a:extLst>
                </p14:cNvPr>
                <p14:cNvContentPartPr/>
                <p14:nvPr/>
              </p14:nvContentPartPr>
              <p14:xfrm>
                <a:off x="1572080" y="3145720"/>
                <a:ext cx="112680" cy="198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41CF387-A7FF-89A5-866C-E68567451BD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61280" y="3135280"/>
                  <a:ext cx="1339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C582BD6-1B8F-4A0F-7146-DC1E08AE13A0}"/>
                    </a:ext>
                  </a:extLst>
                </p14:cNvPr>
                <p14:cNvContentPartPr/>
                <p14:nvPr/>
              </p14:nvContentPartPr>
              <p14:xfrm>
                <a:off x="1732280" y="2869240"/>
                <a:ext cx="87840" cy="403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C582BD6-1B8F-4A0F-7146-DC1E08AE13A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21840" y="2858800"/>
                  <a:ext cx="10908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E7A4CF9-9BCF-2B63-C8AC-982B9EC520E5}"/>
                    </a:ext>
                  </a:extLst>
                </p14:cNvPr>
                <p14:cNvContentPartPr/>
                <p14:nvPr/>
              </p14:nvContentPartPr>
              <p14:xfrm>
                <a:off x="1874840" y="2910640"/>
                <a:ext cx="83880" cy="452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E7A4CF9-9BCF-2B63-C8AC-982B9EC520E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64040" y="2899840"/>
                  <a:ext cx="105120" cy="47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2C2F333-BF08-9931-8B8D-0790E1968DBB}"/>
                  </a:ext>
                </a:extLst>
              </p14:cNvPr>
              <p14:cNvContentPartPr/>
              <p14:nvPr/>
            </p14:nvContentPartPr>
            <p14:xfrm>
              <a:off x="628160" y="2439760"/>
              <a:ext cx="285840" cy="2984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2C2F333-BF08-9931-8B8D-0790E1968DB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17720" y="2429320"/>
                <a:ext cx="30708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AD66AF1-31C2-8F0D-B47F-5DCE08152CAA}"/>
                  </a:ext>
                </a:extLst>
              </p14:cNvPr>
              <p14:cNvContentPartPr/>
              <p14:nvPr/>
            </p14:nvContentPartPr>
            <p14:xfrm>
              <a:off x="1450760" y="2545960"/>
              <a:ext cx="249120" cy="2070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AD66AF1-31C2-8F0D-B47F-5DCE08152CA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39960" y="2535520"/>
                <a:ext cx="27036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F88A4EA-249E-CCE0-89BA-1D10817904B5}"/>
                  </a:ext>
                </a:extLst>
              </p14:cNvPr>
              <p14:cNvContentPartPr/>
              <p14:nvPr/>
            </p14:nvContentPartPr>
            <p14:xfrm>
              <a:off x="3020720" y="2435440"/>
              <a:ext cx="284760" cy="330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F88A4EA-249E-CCE0-89BA-1D10817904B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010280" y="2424640"/>
                <a:ext cx="30600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FF6B4E3-40C6-EC34-FC73-B85E8B9B4F77}"/>
                  </a:ext>
                </a:extLst>
              </p14:cNvPr>
              <p14:cNvContentPartPr/>
              <p14:nvPr/>
            </p14:nvContentPartPr>
            <p14:xfrm>
              <a:off x="3713720" y="2446600"/>
              <a:ext cx="544680" cy="2995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FF6B4E3-40C6-EC34-FC73-B85E8B9B4F7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703280" y="2436160"/>
                <a:ext cx="56592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C6C5550-1146-2B0E-CA5F-A392C1826559}"/>
                  </a:ext>
                </a:extLst>
              </p14:cNvPr>
              <p14:cNvContentPartPr/>
              <p14:nvPr/>
            </p14:nvContentPartPr>
            <p14:xfrm>
              <a:off x="2800040" y="1599160"/>
              <a:ext cx="363240" cy="1364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C6C5550-1146-2B0E-CA5F-A392C182655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789240" y="1588360"/>
                <a:ext cx="384480" cy="15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9BAC068F-36E2-6B46-503B-F8E7C8548F0A}"/>
              </a:ext>
            </a:extLst>
          </p:cNvPr>
          <p:cNvGrpSpPr/>
          <p:nvPr/>
        </p:nvGrpSpPr>
        <p:grpSpPr>
          <a:xfrm>
            <a:off x="2320160" y="1017760"/>
            <a:ext cx="311400" cy="207000"/>
            <a:chOff x="2320160" y="1017760"/>
            <a:chExt cx="31140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C6ADDA3-AEB0-6738-16AB-8C85E60178FD}"/>
                    </a:ext>
                  </a:extLst>
                </p14:cNvPr>
                <p14:cNvContentPartPr/>
                <p14:nvPr/>
              </p14:nvContentPartPr>
              <p14:xfrm>
                <a:off x="2320160" y="1017760"/>
                <a:ext cx="21960" cy="207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C6ADDA3-AEB0-6738-16AB-8C85E60178F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09360" y="1006960"/>
                  <a:ext cx="432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9084900-96C6-A5FB-9A96-4D9E7ED930E9}"/>
                    </a:ext>
                  </a:extLst>
                </p14:cNvPr>
                <p14:cNvContentPartPr/>
                <p14:nvPr/>
              </p14:nvContentPartPr>
              <p14:xfrm>
                <a:off x="2429240" y="1025680"/>
                <a:ext cx="202320" cy="137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9084900-96C6-A5FB-9A96-4D9E7ED930E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18800" y="1015240"/>
                  <a:ext cx="223560" cy="15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372CA18-2826-239B-E172-D0540180CFCC}"/>
                  </a:ext>
                </a:extLst>
              </p14:cNvPr>
              <p14:cNvContentPartPr/>
              <p14:nvPr/>
            </p14:nvContentPartPr>
            <p14:xfrm>
              <a:off x="1722200" y="1563520"/>
              <a:ext cx="299880" cy="2095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372CA18-2826-239B-E172-D0540180CFC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711760" y="1553080"/>
                <a:ext cx="321120" cy="23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C4BA487F-5BF0-C576-2CB7-0B62A7D0EB3C}"/>
              </a:ext>
            </a:extLst>
          </p:cNvPr>
          <p:cNvGrpSpPr/>
          <p:nvPr/>
        </p:nvGrpSpPr>
        <p:grpSpPr>
          <a:xfrm>
            <a:off x="3354440" y="1867360"/>
            <a:ext cx="301680" cy="196200"/>
            <a:chOff x="3354440" y="1867360"/>
            <a:chExt cx="30168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6D3B7B6-2461-2D1E-E7D5-E9FD1713B47D}"/>
                    </a:ext>
                  </a:extLst>
                </p14:cNvPr>
                <p14:cNvContentPartPr/>
                <p14:nvPr/>
              </p14:nvContentPartPr>
              <p14:xfrm>
                <a:off x="3354440" y="1867360"/>
                <a:ext cx="103320" cy="196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6D3B7B6-2461-2D1E-E7D5-E9FD1713B47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44000" y="1856920"/>
                  <a:ext cx="1245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69CDCBB-0244-79BB-E78A-62840BED71F5}"/>
                    </a:ext>
                  </a:extLst>
                </p14:cNvPr>
                <p14:cNvContentPartPr/>
                <p14:nvPr/>
              </p14:nvContentPartPr>
              <p14:xfrm>
                <a:off x="3500600" y="1881400"/>
                <a:ext cx="155520" cy="117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69CDCBB-0244-79BB-E78A-62840BED71F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89800" y="1870600"/>
                  <a:ext cx="17676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C3F1C82-CB99-1021-2BE5-7283115BF6C4}"/>
              </a:ext>
            </a:extLst>
          </p:cNvPr>
          <p:cNvGrpSpPr/>
          <p:nvPr/>
        </p:nvGrpSpPr>
        <p:grpSpPr>
          <a:xfrm>
            <a:off x="2698520" y="3112600"/>
            <a:ext cx="231480" cy="256320"/>
            <a:chOff x="2698520" y="3112600"/>
            <a:chExt cx="231480" cy="2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FE83CA7-D5AC-4DE3-8F59-99DE43938C7D}"/>
                    </a:ext>
                  </a:extLst>
                </p14:cNvPr>
                <p14:cNvContentPartPr/>
                <p14:nvPr/>
              </p14:nvContentPartPr>
              <p14:xfrm>
                <a:off x="2698520" y="3142480"/>
                <a:ext cx="14040" cy="226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FE83CA7-D5AC-4DE3-8F59-99DE43938C7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87720" y="3131680"/>
                  <a:ext cx="352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F380FBC-596D-87EC-4ED0-D234ACD0E1B9}"/>
                    </a:ext>
                  </a:extLst>
                </p14:cNvPr>
                <p14:cNvContentPartPr/>
                <p14:nvPr/>
              </p14:nvContentPartPr>
              <p14:xfrm>
                <a:off x="2821640" y="3164080"/>
                <a:ext cx="46440" cy="150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F380FBC-596D-87EC-4ED0-D234ACD0E1B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10840" y="3153640"/>
                  <a:ext cx="676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586153C-1FE9-3E36-BC55-7566379D6445}"/>
                    </a:ext>
                  </a:extLst>
                </p14:cNvPr>
                <p14:cNvContentPartPr/>
                <p14:nvPr/>
              </p14:nvContentPartPr>
              <p14:xfrm>
                <a:off x="2824160" y="3112600"/>
                <a:ext cx="105840" cy="40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586153C-1FE9-3E36-BC55-7566379D644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13360" y="3102160"/>
                  <a:ext cx="12708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0C8A6E6-0C6A-0AA7-7FA9-28F315164F5B}"/>
              </a:ext>
            </a:extLst>
          </p:cNvPr>
          <p:cNvGrpSpPr/>
          <p:nvPr/>
        </p:nvGrpSpPr>
        <p:grpSpPr>
          <a:xfrm>
            <a:off x="4296200" y="3014320"/>
            <a:ext cx="382680" cy="223560"/>
            <a:chOff x="4296200" y="3014320"/>
            <a:chExt cx="38268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EDB5F18-2764-2230-F028-8A0C79F19830}"/>
                    </a:ext>
                  </a:extLst>
                </p14:cNvPr>
                <p14:cNvContentPartPr/>
                <p14:nvPr/>
              </p14:nvContentPartPr>
              <p14:xfrm>
                <a:off x="4296200" y="3014320"/>
                <a:ext cx="178200" cy="223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EDB5F18-2764-2230-F028-8A0C79F1983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285760" y="3003880"/>
                  <a:ext cx="1994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762E1EF-CBAA-D993-2658-C49FD51060AA}"/>
                    </a:ext>
                  </a:extLst>
                </p14:cNvPr>
                <p14:cNvContentPartPr/>
                <p14:nvPr/>
              </p14:nvContentPartPr>
              <p14:xfrm>
                <a:off x="4560440" y="3077320"/>
                <a:ext cx="39600" cy="109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762E1EF-CBAA-D993-2658-C49FD51060A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49640" y="3066520"/>
                  <a:ext cx="60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45BE7BB-B0D7-AB3C-A695-159C2CDADE58}"/>
                    </a:ext>
                  </a:extLst>
                </p14:cNvPr>
                <p14:cNvContentPartPr/>
                <p14:nvPr/>
              </p14:nvContentPartPr>
              <p14:xfrm>
                <a:off x="4560440" y="3056800"/>
                <a:ext cx="118440" cy="20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45BE7BB-B0D7-AB3C-A695-159C2CDADE5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49640" y="3046000"/>
                  <a:ext cx="13968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7F28CA7C-FB55-54D8-E7AC-92FDD61CD878}"/>
                  </a:ext>
                </a:extLst>
              </p14:cNvPr>
              <p14:cNvContentPartPr/>
              <p14:nvPr/>
            </p14:nvContentPartPr>
            <p14:xfrm>
              <a:off x="9708080" y="557320"/>
              <a:ext cx="6840" cy="1296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7F28CA7C-FB55-54D8-E7AC-92FDD61CD87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697640" y="546520"/>
                <a:ext cx="28080" cy="15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65A60B15-E448-819C-ED8F-14E83F15683F}"/>
              </a:ext>
            </a:extLst>
          </p:cNvPr>
          <p:cNvGrpSpPr/>
          <p:nvPr/>
        </p:nvGrpSpPr>
        <p:grpSpPr>
          <a:xfrm>
            <a:off x="9852080" y="517360"/>
            <a:ext cx="176400" cy="174240"/>
            <a:chOff x="9852080" y="517360"/>
            <a:chExt cx="176400" cy="1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FC73784-1290-3CBC-F532-477CA5020A4D}"/>
                    </a:ext>
                  </a:extLst>
                </p14:cNvPr>
                <p14:cNvContentPartPr/>
                <p14:nvPr/>
              </p14:nvContentPartPr>
              <p14:xfrm>
                <a:off x="9852080" y="540040"/>
                <a:ext cx="63720" cy="151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FC73784-1290-3CBC-F532-477CA5020A4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841280" y="529600"/>
                  <a:ext cx="84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9D04FBA-CF3E-96F1-2F41-A5D8881DFCCB}"/>
                    </a:ext>
                  </a:extLst>
                </p14:cNvPr>
                <p14:cNvContentPartPr/>
                <p14:nvPr/>
              </p14:nvContentPartPr>
              <p14:xfrm>
                <a:off x="9865760" y="517360"/>
                <a:ext cx="162720" cy="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9D04FBA-CF3E-96F1-2F41-A5D8881DFCC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855320" y="506560"/>
                  <a:ext cx="18396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1A70A359-5769-03E1-9892-6E1D8E528AFB}"/>
                  </a:ext>
                </a:extLst>
              </p14:cNvPr>
              <p14:cNvContentPartPr/>
              <p14:nvPr/>
            </p14:nvContentPartPr>
            <p14:xfrm>
              <a:off x="10183280" y="665680"/>
              <a:ext cx="6840" cy="882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1A70A359-5769-03E1-9892-6E1D8E528AF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172480" y="655240"/>
                <a:ext cx="28080" cy="10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853F4311-8C1A-F42E-F98D-3AEA7806549A}"/>
              </a:ext>
            </a:extLst>
          </p:cNvPr>
          <p:cNvGrpSpPr/>
          <p:nvPr/>
        </p:nvGrpSpPr>
        <p:grpSpPr>
          <a:xfrm>
            <a:off x="10333040" y="496840"/>
            <a:ext cx="573840" cy="236880"/>
            <a:chOff x="10333040" y="496840"/>
            <a:chExt cx="57384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77CC67F-2E43-B44B-4A5E-8CCEE00B19FC}"/>
                    </a:ext>
                  </a:extLst>
                </p14:cNvPr>
                <p14:cNvContentPartPr/>
                <p14:nvPr/>
              </p14:nvContentPartPr>
              <p14:xfrm>
                <a:off x="10333040" y="535720"/>
                <a:ext cx="213480" cy="198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77CC67F-2E43-B44B-4A5E-8CCEE00B19F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322240" y="524920"/>
                  <a:ext cx="234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6E00470-949C-85AE-D300-21D37BF5E375}"/>
                    </a:ext>
                  </a:extLst>
                </p14:cNvPr>
                <p14:cNvContentPartPr/>
                <p14:nvPr/>
              </p14:nvContentPartPr>
              <p14:xfrm>
                <a:off x="10652720" y="541120"/>
                <a:ext cx="70920" cy="152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6E00470-949C-85AE-D300-21D37BF5E37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642280" y="530680"/>
                  <a:ext cx="921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B278A22-75FC-8911-B6E7-C3E615C052DB}"/>
                    </a:ext>
                  </a:extLst>
                </p14:cNvPr>
                <p14:cNvContentPartPr/>
                <p14:nvPr/>
              </p14:nvContentPartPr>
              <p14:xfrm>
                <a:off x="10700960" y="496840"/>
                <a:ext cx="205920" cy="23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B278A22-75FC-8911-B6E7-C3E615C052D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690520" y="486040"/>
                  <a:ext cx="22716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F3967E5B-2478-0A80-B524-99DE6337A9E0}"/>
              </a:ext>
            </a:extLst>
          </p:cNvPr>
          <p:cNvGrpSpPr/>
          <p:nvPr/>
        </p:nvGrpSpPr>
        <p:grpSpPr>
          <a:xfrm>
            <a:off x="5808200" y="434920"/>
            <a:ext cx="3599640" cy="416520"/>
            <a:chOff x="5808200" y="434920"/>
            <a:chExt cx="3599640" cy="41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BB20E4B-0EEE-18D7-412F-DD82CA2F22E7}"/>
                    </a:ext>
                  </a:extLst>
                </p14:cNvPr>
                <p14:cNvContentPartPr/>
                <p14:nvPr/>
              </p14:nvContentPartPr>
              <p14:xfrm>
                <a:off x="7801160" y="607360"/>
                <a:ext cx="91440" cy="169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BB20E4B-0EEE-18D7-412F-DD82CA2F22E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790360" y="596560"/>
                  <a:ext cx="1126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4CB9852-D68E-4767-2E59-3F53B32F45C8}"/>
                    </a:ext>
                  </a:extLst>
                </p14:cNvPr>
                <p14:cNvContentPartPr/>
                <p14:nvPr/>
              </p14:nvContentPartPr>
              <p14:xfrm>
                <a:off x="7992320" y="629320"/>
                <a:ext cx="101880" cy="108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4CB9852-D68E-4767-2E59-3F53B32F45C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81880" y="618520"/>
                  <a:ext cx="1231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6F56039-00CC-10BF-CF86-D56AB584961D}"/>
                    </a:ext>
                  </a:extLst>
                </p14:cNvPr>
                <p14:cNvContentPartPr/>
                <p14:nvPr/>
              </p14:nvContentPartPr>
              <p14:xfrm>
                <a:off x="8177720" y="464800"/>
                <a:ext cx="42120" cy="306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6F56039-00CC-10BF-CF86-D56AB584961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67280" y="454000"/>
                  <a:ext cx="6336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580B07F-8A42-3DAE-93D7-6899BDF38C7C}"/>
                    </a:ext>
                  </a:extLst>
                </p14:cNvPr>
                <p14:cNvContentPartPr/>
                <p14:nvPr/>
              </p14:nvContentPartPr>
              <p14:xfrm>
                <a:off x="8308400" y="479560"/>
                <a:ext cx="7920" cy="309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580B07F-8A42-3DAE-93D7-6899BDF38C7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97960" y="469120"/>
                  <a:ext cx="291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F1501C3-9425-392A-7774-C798DA67463F}"/>
                    </a:ext>
                  </a:extLst>
                </p14:cNvPr>
                <p14:cNvContentPartPr/>
                <p14:nvPr/>
              </p14:nvContentPartPr>
              <p14:xfrm>
                <a:off x="8506400" y="679360"/>
                <a:ext cx="7920" cy="127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F1501C3-9425-392A-7774-C798DA67463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95960" y="668920"/>
                  <a:ext cx="291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95CDF68-7BA5-75F2-0768-06867C1189F2}"/>
                    </a:ext>
                  </a:extLst>
                </p14:cNvPr>
                <p14:cNvContentPartPr/>
                <p14:nvPr/>
              </p14:nvContentPartPr>
              <p14:xfrm>
                <a:off x="8680280" y="557680"/>
                <a:ext cx="135000" cy="163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95CDF68-7BA5-75F2-0768-06867C1189F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669840" y="547240"/>
                  <a:ext cx="1562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30DB2F4-A252-D71E-831A-66927FD0A6EE}"/>
                    </a:ext>
                  </a:extLst>
                </p14:cNvPr>
                <p14:cNvContentPartPr/>
                <p14:nvPr/>
              </p14:nvContentPartPr>
              <p14:xfrm>
                <a:off x="8879720" y="610960"/>
                <a:ext cx="113400" cy="90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30DB2F4-A252-D71E-831A-66927FD0A6E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868920" y="600520"/>
                  <a:ext cx="134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B6DEE09-F9CD-7AE7-4813-18F460044452}"/>
                    </a:ext>
                  </a:extLst>
                </p14:cNvPr>
                <p14:cNvContentPartPr/>
                <p14:nvPr/>
              </p14:nvContentPartPr>
              <p14:xfrm>
                <a:off x="9052160" y="434920"/>
                <a:ext cx="79200" cy="307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B6DEE09-F9CD-7AE7-4813-18F46004445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041720" y="424480"/>
                  <a:ext cx="10044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2A50FD2-B79E-D82D-09EE-164317223D7D}"/>
                    </a:ext>
                  </a:extLst>
                </p14:cNvPr>
                <p14:cNvContentPartPr/>
                <p14:nvPr/>
              </p14:nvContentPartPr>
              <p14:xfrm>
                <a:off x="9195800" y="434920"/>
                <a:ext cx="51120" cy="303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2A50FD2-B79E-D82D-09EE-164317223D7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185000" y="424480"/>
                  <a:ext cx="723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9E47B9F-6C91-94B2-FE00-9DB2F308DF65}"/>
                    </a:ext>
                  </a:extLst>
                </p14:cNvPr>
                <p14:cNvContentPartPr/>
                <p14:nvPr/>
              </p14:nvContentPartPr>
              <p14:xfrm>
                <a:off x="9394880" y="636160"/>
                <a:ext cx="12960" cy="110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9E47B9F-6C91-94B2-FE00-9DB2F308DF6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384440" y="625360"/>
                  <a:ext cx="342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E69E904-B778-4AA1-837C-2CA5022117D9}"/>
                    </a:ext>
                  </a:extLst>
                </p14:cNvPr>
                <p14:cNvContentPartPr/>
                <p14:nvPr/>
              </p14:nvContentPartPr>
              <p14:xfrm>
                <a:off x="5808200" y="573160"/>
                <a:ext cx="2880" cy="191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E69E904-B778-4AA1-837C-2CA5022117D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97400" y="562720"/>
                  <a:ext cx="241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79D1398-F9D1-378B-0C19-28228FFD774B}"/>
                    </a:ext>
                  </a:extLst>
                </p14:cNvPr>
                <p14:cNvContentPartPr/>
                <p14:nvPr/>
              </p14:nvContentPartPr>
              <p14:xfrm>
                <a:off x="5915480" y="591880"/>
                <a:ext cx="150840" cy="138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79D1398-F9D1-378B-0C19-28228FFD774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04680" y="581080"/>
                  <a:ext cx="1720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84E9178-ADC1-27E9-7105-5226619660B0}"/>
                    </a:ext>
                  </a:extLst>
                </p14:cNvPr>
                <p14:cNvContentPartPr/>
                <p14:nvPr/>
              </p14:nvContentPartPr>
              <p14:xfrm>
                <a:off x="6280160" y="708160"/>
                <a:ext cx="28440" cy="110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84E9178-ADC1-27E9-7105-5226619660B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269720" y="697360"/>
                  <a:ext cx="49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07C765D-7005-4526-8B2A-0EF8830AD405}"/>
                    </a:ext>
                  </a:extLst>
                </p14:cNvPr>
                <p14:cNvContentPartPr/>
                <p14:nvPr/>
              </p14:nvContentPartPr>
              <p14:xfrm>
                <a:off x="6833480" y="698800"/>
                <a:ext cx="11880" cy="117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07C765D-7005-4526-8B2A-0EF8830AD40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23040" y="688360"/>
                  <a:ext cx="331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E7E9D72-C10E-E38D-2818-B659CEC0D8F6}"/>
                    </a:ext>
                  </a:extLst>
                </p14:cNvPr>
                <p14:cNvContentPartPr/>
                <p14:nvPr/>
              </p14:nvContentPartPr>
              <p14:xfrm>
                <a:off x="6942920" y="547960"/>
                <a:ext cx="274320" cy="219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E7E9D72-C10E-E38D-2818-B659CEC0D8F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32120" y="537160"/>
                  <a:ext cx="2955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A1B43E8-932A-761C-469D-98CA9679F1A1}"/>
                    </a:ext>
                  </a:extLst>
                </p14:cNvPr>
                <p14:cNvContentPartPr/>
                <p14:nvPr/>
              </p14:nvContentPartPr>
              <p14:xfrm>
                <a:off x="7260800" y="563080"/>
                <a:ext cx="152640" cy="127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A1B43E8-932A-761C-469D-98CA9679F1A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50360" y="552640"/>
                  <a:ext cx="1738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A138D7F-5A1E-CC19-B0CF-06506F6B430F}"/>
                    </a:ext>
                  </a:extLst>
                </p14:cNvPr>
                <p14:cNvContentPartPr/>
                <p14:nvPr/>
              </p14:nvContentPartPr>
              <p14:xfrm>
                <a:off x="7503800" y="688720"/>
                <a:ext cx="38520" cy="162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A138D7F-5A1E-CC19-B0CF-06506F6B430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493360" y="677920"/>
                  <a:ext cx="5976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874C44F-3714-F852-335C-9EABACD601E9}"/>
              </a:ext>
            </a:extLst>
          </p:cNvPr>
          <p:cNvGrpSpPr/>
          <p:nvPr/>
        </p:nvGrpSpPr>
        <p:grpSpPr>
          <a:xfrm>
            <a:off x="858920" y="1840000"/>
            <a:ext cx="564480" cy="424080"/>
            <a:chOff x="858920" y="1840000"/>
            <a:chExt cx="564480" cy="42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FA215AA-4648-3787-2788-E2554260294B}"/>
                    </a:ext>
                  </a:extLst>
                </p14:cNvPr>
                <p14:cNvContentPartPr/>
                <p14:nvPr/>
              </p14:nvContentPartPr>
              <p14:xfrm>
                <a:off x="858920" y="2019640"/>
                <a:ext cx="119880" cy="234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FA215AA-4648-3787-2788-E2554260294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8480" y="2009200"/>
                  <a:ext cx="1411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AEE4704-D30B-AC78-FD3C-AEA758E72ADC}"/>
                    </a:ext>
                  </a:extLst>
                </p14:cNvPr>
                <p14:cNvContentPartPr/>
                <p14:nvPr/>
              </p14:nvContentPartPr>
              <p14:xfrm>
                <a:off x="1092560" y="2053840"/>
                <a:ext cx="131040" cy="153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AEE4704-D30B-AC78-FD3C-AEA758E72AD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82120" y="2043040"/>
                  <a:ext cx="152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2E4C8A4-96DB-5006-CD2A-72B634744B3E}"/>
                    </a:ext>
                  </a:extLst>
                </p14:cNvPr>
                <p14:cNvContentPartPr/>
                <p14:nvPr/>
              </p14:nvContentPartPr>
              <p14:xfrm>
                <a:off x="1304600" y="1840000"/>
                <a:ext cx="6840" cy="420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2E4C8A4-96DB-5006-CD2A-72B634744B3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93800" y="1829560"/>
                  <a:ext cx="2808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6DA11A1-CC33-032A-3A74-7E927A9765D3}"/>
                    </a:ext>
                  </a:extLst>
                </p14:cNvPr>
                <p14:cNvContentPartPr/>
                <p14:nvPr/>
              </p14:nvContentPartPr>
              <p14:xfrm>
                <a:off x="1419080" y="1853680"/>
                <a:ext cx="4320" cy="410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6DA11A1-CC33-032A-3A74-7E927A9765D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408280" y="1843240"/>
                  <a:ext cx="25560" cy="43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56387E1-BDE3-58B0-827B-E783DA32BC85}"/>
              </a:ext>
            </a:extLst>
          </p:cNvPr>
          <p:cNvGrpSpPr/>
          <p:nvPr/>
        </p:nvGrpSpPr>
        <p:grpSpPr>
          <a:xfrm>
            <a:off x="6242000" y="259240"/>
            <a:ext cx="364680" cy="361080"/>
            <a:chOff x="6242000" y="259240"/>
            <a:chExt cx="36468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680F688-28BC-3F56-69FE-44B5C7B49A9B}"/>
                    </a:ext>
                  </a:extLst>
                </p14:cNvPr>
                <p14:cNvContentPartPr/>
                <p14:nvPr/>
              </p14:nvContentPartPr>
              <p14:xfrm>
                <a:off x="6242000" y="424120"/>
                <a:ext cx="79200" cy="192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680F688-28BC-3F56-69FE-44B5C7B49A9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231560" y="413680"/>
                  <a:ext cx="100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5FE2B8C-2BC0-E734-86E0-38521A43BBD8}"/>
                    </a:ext>
                  </a:extLst>
                </p14:cNvPr>
                <p14:cNvContentPartPr/>
                <p14:nvPr/>
              </p14:nvContentPartPr>
              <p14:xfrm>
                <a:off x="6397160" y="455440"/>
                <a:ext cx="104400" cy="164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5FE2B8C-2BC0-E734-86E0-38521A43BBD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86360" y="445000"/>
                  <a:ext cx="1256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2E25FA1-C5FC-AE63-37EB-EBC725D11D66}"/>
                    </a:ext>
                  </a:extLst>
                </p14:cNvPr>
                <p14:cNvContentPartPr/>
                <p14:nvPr/>
              </p14:nvContentPartPr>
              <p14:xfrm>
                <a:off x="6579680" y="259240"/>
                <a:ext cx="27000" cy="346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2E25FA1-C5FC-AE63-37EB-EBC725D11D6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569240" y="248440"/>
                  <a:ext cx="48240" cy="36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4B689CE2-ED0E-CDDF-18FA-535E4479980E}"/>
                  </a:ext>
                </a:extLst>
              </p14:cNvPr>
              <p14:cNvContentPartPr/>
              <p14:nvPr/>
            </p14:nvContentPartPr>
            <p14:xfrm>
              <a:off x="6785240" y="230440"/>
              <a:ext cx="7920" cy="3099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4B689CE2-ED0E-CDDF-18FA-535E4479980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774800" y="220000"/>
                <a:ext cx="29160" cy="33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608C9CC-604A-8021-AEB3-4322BEDC85EE}"/>
              </a:ext>
            </a:extLst>
          </p:cNvPr>
          <p:cNvGrpSpPr/>
          <p:nvPr/>
        </p:nvGrpSpPr>
        <p:grpSpPr>
          <a:xfrm>
            <a:off x="6061280" y="856480"/>
            <a:ext cx="986040" cy="429840"/>
            <a:chOff x="6061280" y="856480"/>
            <a:chExt cx="986040" cy="42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71B17C6-0975-FF6D-53A0-11989AC866A5}"/>
                    </a:ext>
                  </a:extLst>
                </p14:cNvPr>
                <p14:cNvContentPartPr/>
                <p14:nvPr/>
              </p14:nvContentPartPr>
              <p14:xfrm>
                <a:off x="6061280" y="856480"/>
                <a:ext cx="451800" cy="4291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71B17C6-0975-FF6D-53A0-11989AC866A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050480" y="846040"/>
                  <a:ext cx="47304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1CBBD69-8536-3730-B41C-D4879762D2C0}"/>
                    </a:ext>
                  </a:extLst>
                </p14:cNvPr>
                <p14:cNvContentPartPr/>
                <p14:nvPr/>
              </p14:nvContentPartPr>
              <p14:xfrm>
                <a:off x="6485000" y="985720"/>
                <a:ext cx="562320" cy="300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1CBBD69-8536-3730-B41C-D4879762D2C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74200" y="974920"/>
                  <a:ext cx="583560" cy="321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0703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BB9B72-416E-6301-1055-DC6B5F836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D6F55308-0548-3584-15D8-87282A93ACD7}"/>
              </a:ext>
            </a:extLst>
          </p:cNvPr>
          <p:cNvGrpSpPr/>
          <p:nvPr/>
        </p:nvGrpSpPr>
        <p:grpSpPr>
          <a:xfrm>
            <a:off x="210560" y="313960"/>
            <a:ext cx="1284840" cy="464400"/>
            <a:chOff x="210560" y="313960"/>
            <a:chExt cx="1284840" cy="46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ED7408D-A89F-51DE-1E06-88595ECC8C7B}"/>
                    </a:ext>
                  </a:extLst>
                </p14:cNvPr>
                <p14:cNvContentPartPr/>
                <p14:nvPr/>
              </p14:nvContentPartPr>
              <p14:xfrm>
                <a:off x="210560" y="313960"/>
                <a:ext cx="317880" cy="464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ED7408D-A89F-51DE-1E06-88595ECC8C7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9760" y="303160"/>
                  <a:ext cx="33912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D30B90D-66B9-6820-26D7-9014B3D5C649}"/>
                    </a:ext>
                  </a:extLst>
                </p14:cNvPr>
                <p14:cNvContentPartPr/>
                <p14:nvPr/>
              </p14:nvContentPartPr>
              <p14:xfrm>
                <a:off x="484520" y="468400"/>
                <a:ext cx="174240" cy="187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D30B90D-66B9-6820-26D7-9014B3D5C6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3720" y="457600"/>
                  <a:ext cx="1954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17B9390-9E81-9949-3B5D-E75D0EBDC216}"/>
                    </a:ext>
                  </a:extLst>
                </p14:cNvPr>
                <p14:cNvContentPartPr/>
                <p14:nvPr/>
              </p14:nvContentPartPr>
              <p14:xfrm>
                <a:off x="717080" y="450040"/>
                <a:ext cx="262080" cy="203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17B9390-9E81-9949-3B5D-E75D0EBDC21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6280" y="439240"/>
                  <a:ext cx="2833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760C72C-7950-3A88-A0F6-98BF9B9FA731}"/>
                    </a:ext>
                  </a:extLst>
                </p14:cNvPr>
                <p14:cNvContentPartPr/>
                <p14:nvPr/>
              </p14:nvContentPartPr>
              <p14:xfrm>
                <a:off x="1066280" y="465520"/>
                <a:ext cx="117000" cy="187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760C72C-7950-3A88-A0F6-98BF9B9FA73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5480" y="454720"/>
                  <a:ext cx="1382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34FA36-8A92-4656-A586-E102B19DC04B}"/>
                    </a:ext>
                  </a:extLst>
                </p14:cNvPr>
                <p14:cNvContentPartPr/>
                <p14:nvPr/>
              </p14:nvContentPartPr>
              <p14:xfrm>
                <a:off x="1191200" y="484240"/>
                <a:ext cx="164520" cy="174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34FA36-8A92-4656-A586-E102B19DC04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80400" y="473440"/>
                  <a:ext cx="1857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C2B876D-915C-49EF-A104-2392A77CBD6F}"/>
                    </a:ext>
                  </a:extLst>
                </p14:cNvPr>
                <p14:cNvContentPartPr/>
                <p14:nvPr/>
              </p14:nvContentPartPr>
              <p14:xfrm>
                <a:off x="1383440" y="320800"/>
                <a:ext cx="46080" cy="305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C2B876D-915C-49EF-A104-2392A77CBD6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72640" y="310360"/>
                  <a:ext cx="673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D3C0C41-F8D4-70C8-651F-063858584DF1}"/>
                    </a:ext>
                  </a:extLst>
                </p14:cNvPr>
                <p14:cNvContentPartPr/>
                <p14:nvPr/>
              </p14:nvContentPartPr>
              <p14:xfrm>
                <a:off x="1355360" y="505840"/>
                <a:ext cx="140040" cy="7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D3C0C41-F8D4-70C8-651F-063858584D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44920" y="495400"/>
                  <a:ext cx="16128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B703404-5F46-937B-A9F8-D09AC8F79D0B}"/>
              </a:ext>
            </a:extLst>
          </p:cNvPr>
          <p:cNvGrpSpPr/>
          <p:nvPr/>
        </p:nvGrpSpPr>
        <p:grpSpPr>
          <a:xfrm>
            <a:off x="1920560" y="295600"/>
            <a:ext cx="1594440" cy="340920"/>
            <a:chOff x="1920560" y="295600"/>
            <a:chExt cx="1594440" cy="34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CFF9CAF-0603-3680-22A0-90456752F70D}"/>
                    </a:ext>
                  </a:extLst>
                </p14:cNvPr>
                <p14:cNvContentPartPr/>
                <p14:nvPr/>
              </p14:nvContentPartPr>
              <p14:xfrm>
                <a:off x="1920560" y="295600"/>
                <a:ext cx="836640" cy="340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CFF9CAF-0603-3680-22A0-90456752F70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10120" y="285160"/>
                  <a:ext cx="8578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0271FC1-30A5-97A2-A4F8-B686B6AF81B7}"/>
                    </a:ext>
                  </a:extLst>
                </p14:cNvPr>
                <p14:cNvContentPartPr/>
                <p14:nvPr/>
              </p14:nvContentPartPr>
              <p14:xfrm>
                <a:off x="2791040" y="356440"/>
                <a:ext cx="370800" cy="148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0271FC1-30A5-97A2-A4F8-B686B6AF81B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80240" y="346000"/>
                  <a:ext cx="3920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4094582-A61A-8866-85FC-14BAA245078A}"/>
                    </a:ext>
                  </a:extLst>
                </p14:cNvPr>
                <p14:cNvContentPartPr/>
                <p14:nvPr/>
              </p14:nvContentPartPr>
              <p14:xfrm>
                <a:off x="3164360" y="349240"/>
                <a:ext cx="350640" cy="182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4094582-A61A-8866-85FC-14BAA24507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53560" y="338800"/>
                  <a:ext cx="37188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52F32D3-BBD7-6398-1CA5-0E4B3573B4A4}"/>
              </a:ext>
            </a:extLst>
          </p:cNvPr>
          <p:cNvGrpSpPr/>
          <p:nvPr/>
        </p:nvGrpSpPr>
        <p:grpSpPr>
          <a:xfrm>
            <a:off x="4217000" y="219280"/>
            <a:ext cx="1727280" cy="398880"/>
            <a:chOff x="4217000" y="219280"/>
            <a:chExt cx="1727280" cy="39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BFCBE2D-8178-3436-9C67-4C927F515F49}"/>
                    </a:ext>
                  </a:extLst>
                </p14:cNvPr>
                <p14:cNvContentPartPr/>
                <p14:nvPr/>
              </p14:nvContentPartPr>
              <p14:xfrm>
                <a:off x="4217000" y="300280"/>
                <a:ext cx="213120" cy="303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BFCBE2D-8178-3436-9C67-4C927F515F4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06200" y="289480"/>
                  <a:ext cx="2343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8C599FB-AB26-2681-E411-A7C49EBBB713}"/>
                    </a:ext>
                  </a:extLst>
                </p14:cNvPr>
                <p14:cNvContentPartPr/>
                <p14:nvPr/>
              </p14:nvContentPartPr>
              <p14:xfrm>
                <a:off x="4249400" y="506920"/>
                <a:ext cx="210960" cy="6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8C599FB-AB26-2681-E411-A7C49EBBB71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38960" y="496480"/>
                  <a:ext cx="2322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44FB9A1-E6CB-639B-5B10-5FAE73A22B46}"/>
                    </a:ext>
                  </a:extLst>
                </p14:cNvPr>
                <p14:cNvContentPartPr/>
                <p14:nvPr/>
              </p14:nvContentPartPr>
              <p14:xfrm>
                <a:off x="4527320" y="416560"/>
                <a:ext cx="149040" cy="156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44FB9A1-E6CB-639B-5B10-5FAE73A22B4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16520" y="405760"/>
                  <a:ext cx="170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002339C-8D94-DAE6-E777-D53C90A87EF1}"/>
                    </a:ext>
                  </a:extLst>
                </p14:cNvPr>
                <p14:cNvContentPartPr/>
                <p14:nvPr/>
              </p14:nvContentPartPr>
              <p14:xfrm>
                <a:off x="4722440" y="415120"/>
                <a:ext cx="236880" cy="189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002339C-8D94-DAE6-E777-D53C90A87EF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11640" y="404680"/>
                  <a:ext cx="2581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7C24321-747E-C05B-9699-C217F44BECAF}"/>
                    </a:ext>
                  </a:extLst>
                </p14:cNvPr>
                <p14:cNvContentPartPr/>
                <p14:nvPr/>
              </p14:nvContentPartPr>
              <p14:xfrm>
                <a:off x="4884080" y="401080"/>
                <a:ext cx="123480" cy="133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7C24321-747E-C05B-9699-C217F44BECA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73640" y="390280"/>
                  <a:ext cx="1447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809E870-0032-7CD3-A529-57CAF7093744}"/>
                    </a:ext>
                  </a:extLst>
                </p14:cNvPr>
                <p14:cNvContentPartPr/>
                <p14:nvPr/>
              </p14:nvContentPartPr>
              <p14:xfrm>
                <a:off x="5390600" y="219280"/>
                <a:ext cx="68760" cy="398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809E870-0032-7CD3-A529-57CAF709374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79800" y="208480"/>
                  <a:ext cx="9000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DFB2097-C4BB-1A7F-03B1-98C5D551C4E2}"/>
                    </a:ext>
                  </a:extLst>
                </p14:cNvPr>
                <p14:cNvContentPartPr/>
                <p14:nvPr/>
              </p14:nvContentPartPr>
              <p14:xfrm>
                <a:off x="5326880" y="397480"/>
                <a:ext cx="191880" cy="31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DFB2097-C4BB-1A7F-03B1-98C5D551C4E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16440" y="386680"/>
                  <a:ext cx="213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FD3BD54-5594-2DB8-F749-66E695BAA433}"/>
                    </a:ext>
                  </a:extLst>
                </p14:cNvPr>
                <p14:cNvContentPartPr/>
                <p14:nvPr/>
              </p14:nvContentPartPr>
              <p14:xfrm>
                <a:off x="5566280" y="390640"/>
                <a:ext cx="137520" cy="158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FD3BD54-5594-2DB8-F749-66E695BAA43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55480" y="380200"/>
                  <a:ext cx="1587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9CE0B4C-B58F-C272-0CC2-35AF7769068D}"/>
                    </a:ext>
                  </a:extLst>
                </p14:cNvPr>
                <p14:cNvContentPartPr/>
                <p14:nvPr/>
              </p14:nvContentPartPr>
              <p14:xfrm>
                <a:off x="5799200" y="326560"/>
                <a:ext cx="145080" cy="186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9CE0B4C-B58F-C272-0CC2-35AF7769068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88400" y="315760"/>
                  <a:ext cx="1663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4EE2666-8654-574D-5D41-E7A5E8B528AA}"/>
                    </a:ext>
                  </a:extLst>
                </p14:cNvPr>
                <p14:cNvContentPartPr/>
                <p14:nvPr/>
              </p14:nvContentPartPr>
              <p14:xfrm>
                <a:off x="5093240" y="412240"/>
                <a:ext cx="122040" cy="155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4EE2666-8654-574D-5D41-E7A5E8B528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82800" y="401440"/>
                  <a:ext cx="14328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4D42DA6-3B9E-0EF6-7731-80973667E03C}"/>
              </a:ext>
            </a:extLst>
          </p:cNvPr>
          <p:cNvGrpSpPr/>
          <p:nvPr/>
        </p:nvGrpSpPr>
        <p:grpSpPr>
          <a:xfrm>
            <a:off x="6384200" y="257440"/>
            <a:ext cx="355680" cy="510480"/>
            <a:chOff x="6384200" y="257440"/>
            <a:chExt cx="355680" cy="51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B1F2DA1-ECDF-6011-BAD4-F4709CAFD2D0}"/>
                    </a:ext>
                  </a:extLst>
                </p14:cNvPr>
                <p14:cNvContentPartPr/>
                <p14:nvPr/>
              </p14:nvContentPartPr>
              <p14:xfrm>
                <a:off x="6384200" y="257440"/>
                <a:ext cx="333000" cy="510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B1F2DA1-ECDF-6011-BAD4-F4709CAFD2D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73400" y="246640"/>
                  <a:ext cx="35424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CAF6C1-B060-5292-2C2A-FDB6A760AC4F}"/>
                    </a:ext>
                  </a:extLst>
                </p14:cNvPr>
                <p14:cNvContentPartPr/>
                <p14:nvPr/>
              </p14:nvContentPartPr>
              <p14:xfrm>
                <a:off x="6584720" y="623560"/>
                <a:ext cx="155160" cy="27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CAF6C1-B060-5292-2C2A-FDB6A760AC4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74280" y="612760"/>
                  <a:ext cx="176400" cy="4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C6F8919-5AB1-680F-945E-59AB279A9662}"/>
                  </a:ext>
                </a:extLst>
              </p14:cNvPr>
              <p14:cNvContentPartPr/>
              <p14:nvPr/>
            </p14:nvContentPartPr>
            <p14:xfrm>
              <a:off x="7248920" y="349960"/>
              <a:ext cx="222120" cy="2386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C6F8919-5AB1-680F-945E-59AB279A966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238480" y="339160"/>
                <a:ext cx="243360" cy="25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77B0EE44-85E1-9A1D-A9A8-B3947F866468}"/>
              </a:ext>
            </a:extLst>
          </p:cNvPr>
          <p:cNvGrpSpPr/>
          <p:nvPr/>
        </p:nvGrpSpPr>
        <p:grpSpPr>
          <a:xfrm>
            <a:off x="7925360" y="217120"/>
            <a:ext cx="1569240" cy="332640"/>
            <a:chOff x="7925360" y="217120"/>
            <a:chExt cx="156924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6B65BE7-6047-9B57-E0C7-87CE0B5DF9C2}"/>
                    </a:ext>
                  </a:extLst>
                </p14:cNvPr>
                <p14:cNvContentPartPr/>
                <p14:nvPr/>
              </p14:nvContentPartPr>
              <p14:xfrm>
                <a:off x="8070080" y="260320"/>
                <a:ext cx="41040" cy="191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6B65BE7-6047-9B57-E0C7-87CE0B5DF9C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59280" y="249520"/>
                  <a:ext cx="622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21E6663-ABEE-D4BD-413D-A795E16C4E79}"/>
                    </a:ext>
                  </a:extLst>
                </p14:cNvPr>
                <p14:cNvContentPartPr/>
                <p14:nvPr/>
              </p14:nvContentPartPr>
              <p14:xfrm>
                <a:off x="7925360" y="217120"/>
                <a:ext cx="420120" cy="288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21E6663-ABEE-D4BD-413D-A795E16C4E7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14560" y="206320"/>
                  <a:ext cx="4413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CF8EF0F-A97B-1337-286E-05596CBF18F5}"/>
                    </a:ext>
                  </a:extLst>
                </p14:cNvPr>
                <p14:cNvContentPartPr/>
                <p14:nvPr/>
              </p14:nvContentPartPr>
              <p14:xfrm>
                <a:off x="8471120" y="349240"/>
                <a:ext cx="35640" cy="132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CF8EF0F-A97B-1337-286E-05596CBF18F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60680" y="338800"/>
                  <a:ext cx="568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487AAB2-AEC2-EA95-9ECE-CA7023317259}"/>
                    </a:ext>
                  </a:extLst>
                </p14:cNvPr>
                <p14:cNvContentPartPr/>
                <p14:nvPr/>
              </p14:nvContentPartPr>
              <p14:xfrm>
                <a:off x="8389760" y="234760"/>
                <a:ext cx="83160" cy="42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487AAB2-AEC2-EA95-9ECE-CA702331725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79320" y="224320"/>
                  <a:ext cx="104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7BE45FB-ED66-58B5-FC9F-D280CB1150F1}"/>
                    </a:ext>
                  </a:extLst>
                </p14:cNvPr>
                <p14:cNvContentPartPr/>
                <p14:nvPr/>
              </p14:nvContentPartPr>
              <p14:xfrm>
                <a:off x="8615120" y="268960"/>
                <a:ext cx="216720" cy="194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7BE45FB-ED66-58B5-FC9F-D280CB1150F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04680" y="258520"/>
                  <a:ext cx="237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29AE500-EE2F-F0FC-DEE8-0DF93BBC7DDD}"/>
                    </a:ext>
                  </a:extLst>
                </p14:cNvPr>
                <p14:cNvContentPartPr/>
                <p14:nvPr/>
              </p14:nvContentPartPr>
              <p14:xfrm>
                <a:off x="8858480" y="302800"/>
                <a:ext cx="213480" cy="155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29AE500-EE2F-F0FC-DEE8-0DF93BBC7DD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47680" y="292360"/>
                  <a:ext cx="234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033C49A-DE29-5734-B211-87C4C24F96FE}"/>
                    </a:ext>
                  </a:extLst>
                </p14:cNvPr>
                <p14:cNvContentPartPr/>
                <p14:nvPr/>
              </p14:nvContentPartPr>
              <p14:xfrm>
                <a:off x="9150800" y="295240"/>
                <a:ext cx="98640" cy="139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033C49A-DE29-5734-B211-87C4C24F96F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140000" y="284440"/>
                  <a:ext cx="1198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7D94DE9-72B2-BD93-011D-8E27409FC489}"/>
                    </a:ext>
                  </a:extLst>
                </p14:cNvPr>
                <p14:cNvContentPartPr/>
                <p14:nvPr/>
              </p14:nvContentPartPr>
              <p14:xfrm>
                <a:off x="9349160" y="287680"/>
                <a:ext cx="145440" cy="262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7D94DE9-72B2-BD93-011D-8E27409FC48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38360" y="276880"/>
                  <a:ext cx="16668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BAB7645-C507-69EF-4F8B-CCDC2E27CF2F}"/>
              </a:ext>
            </a:extLst>
          </p:cNvPr>
          <p:cNvGrpSpPr/>
          <p:nvPr/>
        </p:nvGrpSpPr>
        <p:grpSpPr>
          <a:xfrm>
            <a:off x="9798800" y="193000"/>
            <a:ext cx="825120" cy="252720"/>
            <a:chOff x="9798800" y="193000"/>
            <a:chExt cx="82512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78E0E70-A716-6CF8-7250-3372BACB05B0}"/>
                    </a:ext>
                  </a:extLst>
                </p14:cNvPr>
                <p14:cNvContentPartPr/>
                <p14:nvPr/>
              </p14:nvContentPartPr>
              <p14:xfrm>
                <a:off x="9959720" y="193000"/>
                <a:ext cx="5040" cy="241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78E0E70-A716-6CF8-7250-3372BACB05B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949280" y="182200"/>
                  <a:ext cx="262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7F74A06-D81D-4C6D-A313-F8071AA8ED0E}"/>
                    </a:ext>
                  </a:extLst>
                </p14:cNvPr>
                <p14:cNvContentPartPr/>
                <p14:nvPr/>
              </p14:nvContentPartPr>
              <p14:xfrm>
                <a:off x="9798800" y="214600"/>
                <a:ext cx="285840" cy="47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7F74A06-D81D-4C6D-A313-F8071AA8ED0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788000" y="203800"/>
                  <a:ext cx="3070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40C5030-4820-23EB-5005-1652B022BEE3}"/>
                    </a:ext>
                  </a:extLst>
                </p14:cNvPr>
                <p14:cNvContentPartPr/>
                <p14:nvPr/>
              </p14:nvContentPartPr>
              <p14:xfrm>
                <a:off x="10128560" y="276160"/>
                <a:ext cx="101880" cy="158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40C5030-4820-23EB-5005-1652B022BEE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18120" y="265720"/>
                  <a:ext cx="123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DCF6B06-708D-602C-45D2-7E57C8D1D7EA}"/>
                    </a:ext>
                  </a:extLst>
                </p14:cNvPr>
                <p14:cNvContentPartPr/>
                <p14:nvPr/>
              </p14:nvContentPartPr>
              <p14:xfrm>
                <a:off x="10335560" y="267520"/>
                <a:ext cx="100800" cy="178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DCF6B06-708D-602C-45D2-7E57C8D1D7E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324760" y="256720"/>
                  <a:ext cx="1220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D2FD200-9DB5-F428-FA4D-8307227DBBFB}"/>
                    </a:ext>
                  </a:extLst>
                </p14:cNvPr>
                <p14:cNvContentPartPr/>
                <p14:nvPr/>
              </p14:nvContentPartPr>
              <p14:xfrm>
                <a:off x="10520240" y="262840"/>
                <a:ext cx="103680" cy="161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D2FD200-9DB5-F428-FA4D-8307227DBBF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509800" y="252040"/>
                  <a:ext cx="12492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5FD4404-8AA5-6F41-0779-2454135BB2FB}"/>
              </a:ext>
            </a:extLst>
          </p:cNvPr>
          <p:cNvGrpSpPr/>
          <p:nvPr/>
        </p:nvGrpSpPr>
        <p:grpSpPr>
          <a:xfrm>
            <a:off x="10838480" y="221080"/>
            <a:ext cx="144720" cy="275400"/>
            <a:chOff x="10838480" y="221080"/>
            <a:chExt cx="144720" cy="27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B781F5F-3919-2B37-D4F1-617D492960D0}"/>
                    </a:ext>
                  </a:extLst>
                </p14:cNvPr>
                <p14:cNvContentPartPr/>
                <p14:nvPr/>
              </p14:nvContentPartPr>
              <p14:xfrm>
                <a:off x="10840640" y="391720"/>
                <a:ext cx="142560" cy="104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B781F5F-3919-2B37-D4F1-617D492960D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30200" y="381280"/>
                  <a:ext cx="1638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FE84984-B518-8C5D-AAA3-F45D64AA305E}"/>
                    </a:ext>
                  </a:extLst>
                </p14:cNvPr>
                <p14:cNvContentPartPr/>
                <p14:nvPr/>
              </p14:nvContentPartPr>
              <p14:xfrm>
                <a:off x="10838480" y="221080"/>
                <a:ext cx="102600" cy="82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FE84984-B518-8C5D-AAA3-F45D64AA305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828040" y="210640"/>
                  <a:ext cx="12384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7396152-C56A-F481-3F56-01369B39CA92}"/>
              </a:ext>
            </a:extLst>
          </p:cNvPr>
          <p:cNvGrpSpPr/>
          <p:nvPr/>
        </p:nvGrpSpPr>
        <p:grpSpPr>
          <a:xfrm>
            <a:off x="266720" y="1035760"/>
            <a:ext cx="1153800" cy="482760"/>
            <a:chOff x="266720" y="1035760"/>
            <a:chExt cx="1153800" cy="48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E04881C-6C2F-4C55-5430-56E255CFB5EE}"/>
                    </a:ext>
                  </a:extLst>
                </p14:cNvPr>
                <p14:cNvContentPartPr/>
                <p14:nvPr/>
              </p14:nvContentPartPr>
              <p14:xfrm>
                <a:off x="539240" y="1035760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E04881C-6C2F-4C55-5430-56E255CFB5E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3120" y="10296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C1A2372-1F44-461B-468E-A5A89524D4E5}"/>
                    </a:ext>
                  </a:extLst>
                </p14:cNvPr>
                <p14:cNvContentPartPr/>
                <p14:nvPr/>
              </p14:nvContentPartPr>
              <p14:xfrm>
                <a:off x="266720" y="1035760"/>
                <a:ext cx="385920" cy="482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C1A2372-1F44-461B-468E-A5A89524D4E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56280" y="1025320"/>
                  <a:ext cx="40716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7097BD8-E651-7402-F14F-69B6622755A6}"/>
                    </a:ext>
                  </a:extLst>
                </p14:cNvPr>
                <p14:cNvContentPartPr/>
                <p14:nvPr/>
              </p14:nvContentPartPr>
              <p14:xfrm>
                <a:off x="724640" y="1287400"/>
                <a:ext cx="34560" cy="163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7097BD8-E651-7402-F14F-69B6622755A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4200" y="1276600"/>
                  <a:ext cx="558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4908519-8FCD-9126-AE9E-26431A95477D}"/>
                    </a:ext>
                  </a:extLst>
                </p14:cNvPr>
                <p14:cNvContentPartPr/>
                <p14:nvPr/>
              </p14:nvContentPartPr>
              <p14:xfrm>
                <a:off x="683960" y="1166440"/>
                <a:ext cx="110520" cy="67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4908519-8FCD-9126-AE9E-26431A95477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73520" y="1156000"/>
                  <a:ext cx="131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13C11FE-BBB6-226A-26FA-D47D0B129A72}"/>
                    </a:ext>
                  </a:extLst>
                </p14:cNvPr>
                <p14:cNvContentPartPr/>
                <p14:nvPr/>
              </p14:nvContentPartPr>
              <p14:xfrm>
                <a:off x="897440" y="1231240"/>
                <a:ext cx="99360" cy="1778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13C11FE-BBB6-226A-26FA-D47D0B129A7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6640" y="1220800"/>
                  <a:ext cx="1206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FEB85A6-1BBB-4C8E-DFD8-7047B1D3E10A}"/>
                    </a:ext>
                  </a:extLst>
                </p14:cNvPr>
                <p14:cNvContentPartPr/>
                <p14:nvPr/>
              </p14:nvContentPartPr>
              <p14:xfrm>
                <a:off x="1074920" y="1230160"/>
                <a:ext cx="84240" cy="141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FEB85A6-1BBB-4C8E-DFD8-7047B1D3E10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64480" y="1219720"/>
                  <a:ext cx="1054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1DD97C1-B177-7B52-5202-343B4D5F5ED0}"/>
                    </a:ext>
                  </a:extLst>
                </p14:cNvPr>
                <p14:cNvContentPartPr/>
                <p14:nvPr/>
              </p14:nvContentPartPr>
              <p14:xfrm>
                <a:off x="1262840" y="1200640"/>
                <a:ext cx="157680" cy="207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1DD97C1-B177-7B52-5202-343B4D5F5ED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252400" y="1190200"/>
                  <a:ext cx="17892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3F7E823-44D8-1B48-F27C-47DB94323201}"/>
                  </a:ext>
                </a:extLst>
              </p14:cNvPr>
              <p14:cNvContentPartPr/>
              <p14:nvPr/>
            </p14:nvContentPartPr>
            <p14:xfrm>
              <a:off x="1700960" y="1218640"/>
              <a:ext cx="252720" cy="2217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3F7E823-44D8-1B48-F27C-47DB9432320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690520" y="1208200"/>
                <a:ext cx="273960" cy="24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93EA8AF0-02BA-E122-2B42-AAAFA8424659}"/>
              </a:ext>
            </a:extLst>
          </p:cNvPr>
          <p:cNvGrpSpPr/>
          <p:nvPr/>
        </p:nvGrpSpPr>
        <p:grpSpPr>
          <a:xfrm>
            <a:off x="2250680" y="1064560"/>
            <a:ext cx="1162440" cy="418680"/>
            <a:chOff x="2250680" y="1064560"/>
            <a:chExt cx="1162440" cy="41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5FEC466-EF83-E9A0-05E4-B150B5A82548}"/>
                    </a:ext>
                  </a:extLst>
                </p14:cNvPr>
                <p14:cNvContentPartPr/>
                <p14:nvPr/>
              </p14:nvContentPartPr>
              <p14:xfrm>
                <a:off x="2250680" y="1064560"/>
                <a:ext cx="198720" cy="278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5FEC466-EF83-E9A0-05E4-B150B5A8254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240240" y="1053760"/>
                  <a:ext cx="2199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4E31EE9-1F9D-B66F-7C68-56E44893EE21}"/>
                    </a:ext>
                  </a:extLst>
                </p14:cNvPr>
                <p14:cNvContentPartPr/>
                <p14:nvPr/>
              </p14:nvContentPartPr>
              <p14:xfrm>
                <a:off x="2552360" y="1192360"/>
                <a:ext cx="12960" cy="178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4E31EE9-1F9D-B66F-7C68-56E44893EE2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541920" y="1181920"/>
                  <a:ext cx="342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F537927-624E-D57F-FCEC-06899BF6BFD5}"/>
                    </a:ext>
                  </a:extLst>
                </p14:cNvPr>
                <p14:cNvContentPartPr/>
                <p14:nvPr/>
              </p14:nvContentPartPr>
              <p14:xfrm>
                <a:off x="2508080" y="1087600"/>
                <a:ext cx="86760" cy="68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F537927-624E-D57F-FCEC-06899BF6BFD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97280" y="1077160"/>
                  <a:ext cx="1080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B646B84-79E5-60EC-F8B6-7FDD28F206FE}"/>
                    </a:ext>
                  </a:extLst>
                </p14:cNvPr>
                <p14:cNvContentPartPr/>
                <p14:nvPr/>
              </p14:nvContentPartPr>
              <p14:xfrm>
                <a:off x="2681600" y="1144120"/>
                <a:ext cx="132840" cy="181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B646B84-79E5-60EC-F8B6-7FDD28F206F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70800" y="1133680"/>
                  <a:ext cx="154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2CD7F39-D921-EFB0-FD18-6F590C9B7169}"/>
                    </a:ext>
                  </a:extLst>
                </p14:cNvPr>
                <p14:cNvContentPartPr/>
                <p14:nvPr/>
              </p14:nvContentPartPr>
              <p14:xfrm>
                <a:off x="2829920" y="1121440"/>
                <a:ext cx="173160" cy="209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2CD7F39-D921-EFB0-FD18-6F590C9B716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19480" y="1111000"/>
                  <a:ext cx="1944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7C507CF-973A-9376-F2A8-059E5992EE1B}"/>
                    </a:ext>
                  </a:extLst>
                </p14:cNvPr>
                <p14:cNvContentPartPr/>
                <p14:nvPr/>
              </p14:nvContentPartPr>
              <p14:xfrm>
                <a:off x="3063920" y="1138720"/>
                <a:ext cx="96840" cy="167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7C507CF-973A-9376-F2A8-059E5992EE1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53120" y="1128280"/>
                  <a:ext cx="1180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B422142-9E6C-2D18-26DD-FD38A24CC5FF}"/>
                    </a:ext>
                  </a:extLst>
                </p14:cNvPr>
                <p14:cNvContentPartPr/>
                <p14:nvPr/>
              </p14:nvContentPartPr>
              <p14:xfrm>
                <a:off x="3239240" y="1118200"/>
                <a:ext cx="173880" cy="365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B422142-9E6C-2D18-26DD-FD38A24CC5F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228440" y="1107400"/>
                  <a:ext cx="195120" cy="38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9CFE238-E555-B8FF-F7D0-B5A1CA6DEC31}"/>
              </a:ext>
            </a:extLst>
          </p:cNvPr>
          <p:cNvGrpSpPr/>
          <p:nvPr/>
        </p:nvGrpSpPr>
        <p:grpSpPr>
          <a:xfrm>
            <a:off x="3800120" y="990040"/>
            <a:ext cx="911880" cy="374040"/>
            <a:chOff x="3800120" y="990040"/>
            <a:chExt cx="91188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45A0EF2-87E2-2674-D36C-32CBE4BF4FFD}"/>
                    </a:ext>
                  </a:extLst>
                </p14:cNvPr>
                <p14:cNvContentPartPr/>
                <p14:nvPr/>
              </p14:nvContentPartPr>
              <p14:xfrm>
                <a:off x="3878960" y="990040"/>
                <a:ext cx="51120" cy="374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45A0EF2-87E2-2674-D36C-32CBE4BF4FF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68160" y="979600"/>
                  <a:ext cx="7236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476B070-DDED-5A88-BEA0-C0D09669DDE9}"/>
                    </a:ext>
                  </a:extLst>
                </p14:cNvPr>
                <p14:cNvContentPartPr/>
                <p14:nvPr/>
              </p14:nvContentPartPr>
              <p14:xfrm>
                <a:off x="3800120" y="1169680"/>
                <a:ext cx="265680" cy="59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476B070-DDED-5A88-BEA0-C0D09669DDE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89320" y="1158880"/>
                  <a:ext cx="2869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33E920D-C3AD-CEE9-D66D-FA7AF01AC4FA}"/>
                    </a:ext>
                  </a:extLst>
                </p14:cNvPr>
                <p14:cNvContentPartPr/>
                <p14:nvPr/>
              </p14:nvContentPartPr>
              <p14:xfrm>
                <a:off x="4138880" y="1115320"/>
                <a:ext cx="188280" cy="157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33E920D-C3AD-CEE9-D66D-FA7AF01AC4F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128440" y="1104880"/>
                  <a:ext cx="209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039D45A-FDFC-6F7D-38A9-CD42C91143B8}"/>
                    </a:ext>
                  </a:extLst>
                </p14:cNvPr>
                <p14:cNvContentPartPr/>
                <p14:nvPr/>
              </p14:nvContentPartPr>
              <p14:xfrm>
                <a:off x="4350200" y="1132240"/>
                <a:ext cx="120240" cy="166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039D45A-FDFC-6F7D-38A9-CD42C91143B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339760" y="1121800"/>
                  <a:ext cx="1414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F946F8F-D3F3-5760-61B5-B0EB5CA09C3B}"/>
                    </a:ext>
                  </a:extLst>
                </p14:cNvPr>
                <p14:cNvContentPartPr/>
                <p14:nvPr/>
              </p14:nvContentPartPr>
              <p14:xfrm>
                <a:off x="4505000" y="1126840"/>
                <a:ext cx="207000" cy="157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F946F8F-D3F3-5760-61B5-B0EB5CA09C3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494200" y="1116040"/>
                  <a:ext cx="228240" cy="17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E077F1C4-CFBB-81F1-13EC-27D75384EAA0}"/>
                  </a:ext>
                </a:extLst>
              </p14:cNvPr>
              <p14:cNvContentPartPr/>
              <p14:nvPr/>
            </p14:nvContentPartPr>
            <p14:xfrm>
              <a:off x="4923320" y="1250680"/>
              <a:ext cx="11880" cy="1432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E077F1C4-CFBB-81F1-13EC-27D75384EAA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912880" y="1240240"/>
                <a:ext cx="33120" cy="16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93FFB27-07AC-DC74-D0F2-ADC066E8EB0E}"/>
              </a:ext>
            </a:extLst>
          </p:cNvPr>
          <p:cNvGrpSpPr/>
          <p:nvPr/>
        </p:nvGrpSpPr>
        <p:grpSpPr>
          <a:xfrm>
            <a:off x="5205200" y="928840"/>
            <a:ext cx="734400" cy="486360"/>
            <a:chOff x="5205200" y="928840"/>
            <a:chExt cx="734400" cy="48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9980F40-516A-2C6C-139E-BF01D2C4BC3B}"/>
                    </a:ext>
                  </a:extLst>
                </p14:cNvPr>
                <p14:cNvContentPartPr/>
                <p14:nvPr/>
              </p14:nvContentPartPr>
              <p14:xfrm>
                <a:off x="5205200" y="928840"/>
                <a:ext cx="180000" cy="486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9980F40-516A-2C6C-139E-BF01D2C4BC3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194400" y="918040"/>
                  <a:ext cx="20124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7310D5E-3BAB-0BD1-2669-C5CC4311B930}"/>
                    </a:ext>
                  </a:extLst>
                </p14:cNvPr>
                <p14:cNvContentPartPr/>
                <p14:nvPr/>
              </p14:nvContentPartPr>
              <p14:xfrm>
                <a:off x="5272520" y="1185520"/>
                <a:ext cx="255600" cy="120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7310D5E-3BAB-0BD1-2669-C5CC4311B93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261720" y="1174720"/>
                  <a:ext cx="2768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10060AA-3291-3FCD-208E-14EC63A2099A}"/>
                    </a:ext>
                  </a:extLst>
                </p14:cNvPr>
                <p14:cNvContentPartPr/>
                <p14:nvPr/>
              </p14:nvContentPartPr>
              <p14:xfrm>
                <a:off x="5455040" y="1054480"/>
                <a:ext cx="86760" cy="87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10060AA-3291-3FCD-208E-14EC63A2099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444600" y="1043680"/>
                  <a:ext cx="1080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3D4F80F-1060-9FC0-E5F1-5937BE61E38D}"/>
                    </a:ext>
                  </a:extLst>
                </p14:cNvPr>
                <p14:cNvContentPartPr/>
                <p14:nvPr/>
              </p14:nvContentPartPr>
              <p14:xfrm>
                <a:off x="5628920" y="1131160"/>
                <a:ext cx="129960" cy="156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3D4F80F-1060-9FC0-E5F1-5937BE61E38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618480" y="1120360"/>
                  <a:ext cx="151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33C2EF7-7948-18CB-73FD-D773F4FD3C13}"/>
                    </a:ext>
                  </a:extLst>
                </p14:cNvPr>
                <p14:cNvContentPartPr/>
                <p14:nvPr/>
              </p14:nvContentPartPr>
              <p14:xfrm>
                <a:off x="5820080" y="962680"/>
                <a:ext cx="119520" cy="306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33C2EF7-7948-18CB-73FD-D773F4FD3C1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09280" y="952240"/>
                  <a:ext cx="14076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AC6C103-EA9B-4ABA-0416-6B569F0DFA67}"/>
              </a:ext>
            </a:extLst>
          </p:cNvPr>
          <p:cNvGrpSpPr/>
          <p:nvPr/>
        </p:nvGrpSpPr>
        <p:grpSpPr>
          <a:xfrm>
            <a:off x="6187640" y="976360"/>
            <a:ext cx="454680" cy="292320"/>
            <a:chOff x="6187640" y="976360"/>
            <a:chExt cx="45468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DC4C032-C8F2-3F7E-04E6-DEBD31BC1D67}"/>
                    </a:ext>
                  </a:extLst>
                </p14:cNvPr>
                <p14:cNvContentPartPr/>
                <p14:nvPr/>
              </p14:nvContentPartPr>
              <p14:xfrm>
                <a:off x="6234440" y="976360"/>
                <a:ext cx="135720" cy="292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DC4C032-C8F2-3F7E-04E6-DEBD31BC1D6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224000" y="965920"/>
                  <a:ext cx="1569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734F86A-0792-F1EC-999F-820548D12522}"/>
                    </a:ext>
                  </a:extLst>
                </p14:cNvPr>
                <p14:cNvContentPartPr/>
                <p14:nvPr/>
              </p14:nvContentPartPr>
              <p14:xfrm>
                <a:off x="6187640" y="1104520"/>
                <a:ext cx="213480" cy="40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734F86A-0792-F1EC-999F-820548D1252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76840" y="1093720"/>
                  <a:ext cx="2347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4F88D56-70D3-E86D-AEC7-22483B3D74A0}"/>
                    </a:ext>
                  </a:extLst>
                </p14:cNvPr>
                <p14:cNvContentPartPr/>
                <p14:nvPr/>
              </p14:nvContentPartPr>
              <p14:xfrm>
                <a:off x="6411200" y="984640"/>
                <a:ext cx="178920" cy="234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4F88D56-70D3-E86D-AEC7-22483B3D74A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400760" y="973840"/>
                  <a:ext cx="2001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861E3F3-7443-D704-3251-5F1E42B7D99E}"/>
                    </a:ext>
                  </a:extLst>
                </p14:cNvPr>
                <p14:cNvContentPartPr/>
                <p14:nvPr/>
              </p14:nvContentPartPr>
              <p14:xfrm>
                <a:off x="6584720" y="1049800"/>
                <a:ext cx="57600" cy="162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861E3F3-7443-D704-3251-5F1E42B7D99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574280" y="1039000"/>
                  <a:ext cx="7884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E8FAC95-E5FE-F6E3-5A6F-EE4EB8FDD825}"/>
              </a:ext>
            </a:extLst>
          </p:cNvPr>
          <p:cNvGrpSpPr/>
          <p:nvPr/>
        </p:nvGrpSpPr>
        <p:grpSpPr>
          <a:xfrm>
            <a:off x="6940400" y="919480"/>
            <a:ext cx="239040" cy="275760"/>
            <a:chOff x="6940400" y="919480"/>
            <a:chExt cx="239040" cy="27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B2469D3-CAB5-F0E8-0419-E77678D13BBD}"/>
                    </a:ext>
                  </a:extLst>
                </p14:cNvPr>
                <p14:cNvContentPartPr/>
                <p14:nvPr/>
              </p14:nvContentPartPr>
              <p14:xfrm>
                <a:off x="6940400" y="919480"/>
                <a:ext cx="47880" cy="2757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B2469D3-CAB5-F0E8-0419-E77678D13BB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929600" y="908680"/>
                  <a:ext cx="691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F673C5B-27EF-FDC9-5C5A-E6DF690F9530}"/>
                    </a:ext>
                  </a:extLst>
                </p14:cNvPr>
                <p14:cNvContentPartPr/>
                <p14:nvPr/>
              </p14:nvContentPartPr>
              <p14:xfrm>
                <a:off x="7048760" y="1051240"/>
                <a:ext cx="130680" cy="1195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F673C5B-27EF-FDC9-5C5A-E6DF690F953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037960" y="1040800"/>
                  <a:ext cx="15192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6B83C5D-46DA-ECC5-1965-BE6C7949D3FF}"/>
              </a:ext>
            </a:extLst>
          </p:cNvPr>
          <p:cNvGrpSpPr/>
          <p:nvPr/>
        </p:nvGrpSpPr>
        <p:grpSpPr>
          <a:xfrm>
            <a:off x="7294280" y="862240"/>
            <a:ext cx="812880" cy="335160"/>
            <a:chOff x="7294280" y="862240"/>
            <a:chExt cx="812880" cy="3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8335DCF-D73B-7958-759C-A337AE5056E1}"/>
                    </a:ext>
                  </a:extLst>
                </p14:cNvPr>
                <p14:cNvContentPartPr/>
                <p14:nvPr/>
              </p14:nvContentPartPr>
              <p14:xfrm>
                <a:off x="7294280" y="1048360"/>
                <a:ext cx="171720" cy="1490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8335DCF-D73B-7958-759C-A337AE5056E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283840" y="1037920"/>
                  <a:ext cx="1929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80BD121-74C7-7FA8-0DA6-677469B95AC9}"/>
                    </a:ext>
                  </a:extLst>
                </p14:cNvPr>
                <p14:cNvContentPartPr/>
                <p14:nvPr/>
              </p14:nvContentPartPr>
              <p14:xfrm>
                <a:off x="7588760" y="1017400"/>
                <a:ext cx="103680" cy="159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80BD121-74C7-7FA8-0DA6-677469B95AC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578320" y="1006600"/>
                  <a:ext cx="1249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CB86EC1-661C-65D9-FF2F-5FFDF67B339B}"/>
                    </a:ext>
                  </a:extLst>
                </p14:cNvPr>
                <p14:cNvContentPartPr/>
                <p14:nvPr/>
              </p14:nvContentPartPr>
              <p14:xfrm>
                <a:off x="7781720" y="1014520"/>
                <a:ext cx="133200" cy="152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CB86EC1-661C-65D9-FF2F-5FFDF67B339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70920" y="1003720"/>
                  <a:ext cx="1544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D72F3BE-4C9E-8D7E-7D1B-C4444D79B1F9}"/>
                    </a:ext>
                  </a:extLst>
                </p14:cNvPr>
                <p14:cNvContentPartPr/>
                <p14:nvPr/>
              </p14:nvContentPartPr>
              <p14:xfrm>
                <a:off x="8002760" y="862240"/>
                <a:ext cx="76680" cy="293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D72F3BE-4C9E-8D7E-7D1B-C4444D79B1F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991960" y="851800"/>
                  <a:ext cx="9792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69FB7F2-4866-6733-5E8A-7B8C4B696861}"/>
                    </a:ext>
                  </a:extLst>
                </p14:cNvPr>
                <p14:cNvContentPartPr/>
                <p14:nvPr/>
              </p14:nvContentPartPr>
              <p14:xfrm>
                <a:off x="7954520" y="954760"/>
                <a:ext cx="152640" cy="151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69FB7F2-4866-6733-5E8A-7B8C4B69686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943720" y="944320"/>
                  <a:ext cx="17388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DEFDBF4-6512-77B1-71F8-DBDAAFA46EA6}"/>
              </a:ext>
            </a:extLst>
          </p:cNvPr>
          <p:cNvGrpSpPr/>
          <p:nvPr/>
        </p:nvGrpSpPr>
        <p:grpSpPr>
          <a:xfrm>
            <a:off x="8386520" y="944320"/>
            <a:ext cx="1336320" cy="272160"/>
            <a:chOff x="8386520" y="944320"/>
            <a:chExt cx="133632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570BB0D-8300-5E04-A435-28675EBF4A1D}"/>
                    </a:ext>
                  </a:extLst>
                </p14:cNvPr>
                <p14:cNvContentPartPr/>
                <p14:nvPr/>
              </p14:nvContentPartPr>
              <p14:xfrm>
                <a:off x="8386520" y="1024600"/>
                <a:ext cx="602640" cy="191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570BB0D-8300-5E04-A435-28675EBF4A1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75720" y="1013800"/>
                  <a:ext cx="623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C87783E-9AAF-3F45-43FC-6FA680FB67C0}"/>
                    </a:ext>
                  </a:extLst>
                </p14:cNvPr>
                <p14:cNvContentPartPr/>
                <p14:nvPr/>
              </p14:nvContentPartPr>
              <p14:xfrm>
                <a:off x="9042080" y="944320"/>
                <a:ext cx="329040" cy="193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C87783E-9AAF-3F45-43FC-6FA680FB67C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031640" y="933520"/>
                  <a:ext cx="3502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E2157EA-6596-CC13-1483-B95B590CDAB5}"/>
                    </a:ext>
                  </a:extLst>
                </p14:cNvPr>
                <p14:cNvContentPartPr/>
                <p14:nvPr/>
              </p14:nvContentPartPr>
              <p14:xfrm>
                <a:off x="9397040" y="978520"/>
                <a:ext cx="325800" cy="1497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E2157EA-6596-CC13-1483-B95B590CDAB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386600" y="967720"/>
                  <a:ext cx="34704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67B243B-5FF8-7523-C101-A3DD1EFF0F93}"/>
              </a:ext>
            </a:extLst>
          </p:cNvPr>
          <p:cNvGrpSpPr/>
          <p:nvPr/>
        </p:nvGrpSpPr>
        <p:grpSpPr>
          <a:xfrm>
            <a:off x="9991760" y="830200"/>
            <a:ext cx="1383480" cy="322200"/>
            <a:chOff x="9991760" y="830200"/>
            <a:chExt cx="138348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642CA1B-3627-367D-14F1-91E9D89EFA65}"/>
                    </a:ext>
                  </a:extLst>
                </p14:cNvPr>
                <p14:cNvContentPartPr/>
                <p14:nvPr/>
              </p14:nvContentPartPr>
              <p14:xfrm>
                <a:off x="9991760" y="961600"/>
                <a:ext cx="365760" cy="190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642CA1B-3627-367D-14F1-91E9D89EFA6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981320" y="951160"/>
                  <a:ext cx="3870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B72059B-6A00-A8A6-85E4-9DE71A4DC1EF}"/>
                    </a:ext>
                  </a:extLst>
                </p14:cNvPr>
                <p14:cNvContentPartPr/>
                <p14:nvPr/>
              </p14:nvContentPartPr>
              <p14:xfrm>
                <a:off x="10393160" y="977800"/>
                <a:ext cx="169920" cy="1638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B72059B-6A00-A8A6-85E4-9DE71A4DC1E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382360" y="967000"/>
                  <a:ext cx="1911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215FEC4-E875-F7FF-9D00-4C8E93DD3C0F}"/>
                    </a:ext>
                  </a:extLst>
                </p14:cNvPr>
                <p14:cNvContentPartPr/>
                <p14:nvPr/>
              </p14:nvContentPartPr>
              <p14:xfrm>
                <a:off x="10583960" y="960160"/>
                <a:ext cx="90720" cy="1173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215FEC4-E875-F7FF-9D00-4C8E93DD3C0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573520" y="949360"/>
                  <a:ext cx="1119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F606325-AD5E-FE4D-ECE8-737DDCE5A64F}"/>
                    </a:ext>
                  </a:extLst>
                </p14:cNvPr>
                <p14:cNvContentPartPr/>
                <p14:nvPr/>
              </p14:nvContentPartPr>
              <p14:xfrm>
                <a:off x="10756400" y="923440"/>
                <a:ext cx="145080" cy="146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F606325-AD5E-FE4D-ECE8-737DDCE5A64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745960" y="913000"/>
                  <a:ext cx="1663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53C3B67-7D66-83B5-C3A5-A8E8EE8098BF}"/>
                    </a:ext>
                  </a:extLst>
                </p14:cNvPr>
                <p14:cNvContentPartPr/>
                <p14:nvPr/>
              </p14:nvContentPartPr>
              <p14:xfrm>
                <a:off x="10972760" y="830200"/>
                <a:ext cx="14400" cy="266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53C3B67-7D66-83B5-C3A5-A8E8EE8098B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961960" y="819760"/>
                  <a:ext cx="356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3B7CE43-3430-434E-D149-7C8E6E541042}"/>
                    </a:ext>
                  </a:extLst>
                </p14:cNvPr>
                <p14:cNvContentPartPr/>
                <p14:nvPr/>
              </p14:nvContentPartPr>
              <p14:xfrm>
                <a:off x="10920560" y="969520"/>
                <a:ext cx="117000" cy="93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3B7CE43-3430-434E-D149-7C8E6E54104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910120" y="959080"/>
                  <a:ext cx="1382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E64544B-6099-9D95-FA2F-94ED0BF68E2F}"/>
                    </a:ext>
                  </a:extLst>
                </p14:cNvPr>
                <p14:cNvContentPartPr/>
                <p14:nvPr/>
              </p14:nvContentPartPr>
              <p14:xfrm>
                <a:off x="11081840" y="952960"/>
                <a:ext cx="143280" cy="123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E64544B-6099-9D95-FA2F-94ED0BF68E2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071400" y="942160"/>
                  <a:ext cx="1645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14AC48A-DD6A-C60E-EB8A-E0236036CCE4}"/>
                    </a:ext>
                  </a:extLst>
                </p14:cNvPr>
                <p14:cNvContentPartPr/>
                <p14:nvPr/>
              </p14:nvContentPartPr>
              <p14:xfrm>
                <a:off x="11265800" y="893200"/>
                <a:ext cx="109440" cy="1677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14AC48A-DD6A-C60E-EB8A-E0236036CCE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255360" y="882400"/>
                  <a:ext cx="13068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7C347646-CDB6-E369-5D9F-262F4779DC51}"/>
              </a:ext>
            </a:extLst>
          </p:cNvPr>
          <p:cNvGrpSpPr/>
          <p:nvPr/>
        </p:nvGrpSpPr>
        <p:grpSpPr>
          <a:xfrm>
            <a:off x="401000" y="1837840"/>
            <a:ext cx="994320" cy="418320"/>
            <a:chOff x="401000" y="1837840"/>
            <a:chExt cx="99432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F3D2E04-67EE-3272-85BD-FA8B846AF664}"/>
                    </a:ext>
                  </a:extLst>
                </p14:cNvPr>
                <p14:cNvContentPartPr/>
                <p14:nvPr/>
              </p14:nvContentPartPr>
              <p14:xfrm>
                <a:off x="401000" y="1837840"/>
                <a:ext cx="163080" cy="4183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F3D2E04-67EE-3272-85BD-FA8B846AF66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90200" y="1827400"/>
                  <a:ext cx="18432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D4436D1-3C5F-3CCD-39CE-5F3669447550}"/>
                    </a:ext>
                  </a:extLst>
                </p14:cNvPr>
                <p14:cNvContentPartPr/>
                <p14:nvPr/>
              </p14:nvContentPartPr>
              <p14:xfrm>
                <a:off x="581360" y="1925680"/>
                <a:ext cx="176760" cy="2811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D4436D1-3C5F-3CCD-39CE-5F366944755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70560" y="1915240"/>
                  <a:ext cx="1980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ED2509E-8148-7BDD-F7A5-72E01C003719}"/>
                    </a:ext>
                  </a:extLst>
                </p14:cNvPr>
                <p14:cNvContentPartPr/>
                <p14:nvPr/>
              </p14:nvContentPartPr>
              <p14:xfrm>
                <a:off x="815360" y="1946920"/>
                <a:ext cx="194040" cy="2415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ED2509E-8148-7BDD-F7A5-72E01C00371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04560" y="1936480"/>
                  <a:ext cx="2152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D1C4812-3D75-CFF5-F2E4-78E3A7287985}"/>
                    </a:ext>
                  </a:extLst>
                </p14:cNvPr>
                <p14:cNvContentPartPr/>
                <p14:nvPr/>
              </p14:nvContentPartPr>
              <p14:xfrm>
                <a:off x="1078880" y="1939000"/>
                <a:ext cx="176040" cy="238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D1C4812-3D75-CFF5-F2E4-78E3A728798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68080" y="1928560"/>
                  <a:ext cx="1972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83FD998-6BDC-7B6B-8565-CA60CC53342A}"/>
                    </a:ext>
                  </a:extLst>
                </p14:cNvPr>
                <p14:cNvContentPartPr/>
                <p14:nvPr/>
              </p14:nvContentPartPr>
              <p14:xfrm>
                <a:off x="1097960" y="2098480"/>
                <a:ext cx="131040" cy="298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83FD998-6BDC-7B6B-8565-CA60CC53342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87160" y="2087680"/>
                  <a:ext cx="152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63AAFAC-50C6-4F2F-6C7B-F03850DD5C77}"/>
                    </a:ext>
                  </a:extLst>
                </p14:cNvPr>
                <p14:cNvContentPartPr/>
                <p14:nvPr/>
              </p14:nvContentPartPr>
              <p14:xfrm>
                <a:off x="1236200" y="1838920"/>
                <a:ext cx="159120" cy="4093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63AAFAC-50C6-4F2F-6C7B-F03850DD5C7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25400" y="1828480"/>
                  <a:ext cx="180360" cy="43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09402B21-4645-7372-7829-34AD393AAA08}"/>
              </a:ext>
            </a:extLst>
          </p:cNvPr>
          <p:cNvGrpSpPr/>
          <p:nvPr/>
        </p:nvGrpSpPr>
        <p:grpSpPr>
          <a:xfrm>
            <a:off x="1749920" y="1790680"/>
            <a:ext cx="329400" cy="503280"/>
            <a:chOff x="1749920" y="1790680"/>
            <a:chExt cx="329400" cy="50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D68C668-2E08-5CFA-EFA8-2E1510CD83FD}"/>
                    </a:ext>
                  </a:extLst>
                </p14:cNvPr>
                <p14:cNvContentPartPr/>
                <p14:nvPr/>
              </p14:nvContentPartPr>
              <p14:xfrm>
                <a:off x="1749920" y="1790680"/>
                <a:ext cx="251640" cy="503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D68C668-2E08-5CFA-EFA8-2E1510CD83F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739480" y="1779880"/>
                  <a:ext cx="27288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5259A61-050E-C94C-C4E0-E42B868F7BD9}"/>
                    </a:ext>
                  </a:extLst>
                </p14:cNvPr>
                <p14:cNvContentPartPr/>
                <p14:nvPr/>
              </p14:nvContentPartPr>
              <p14:xfrm>
                <a:off x="1924160" y="2142760"/>
                <a:ext cx="155160" cy="50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5259A61-050E-C94C-C4E0-E42B868F7BD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913360" y="2132320"/>
                  <a:ext cx="1764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0905447E-AB81-1FEF-74CA-CF2B72DC1C27}"/>
              </a:ext>
            </a:extLst>
          </p:cNvPr>
          <p:cNvGrpSpPr/>
          <p:nvPr/>
        </p:nvGrpSpPr>
        <p:grpSpPr>
          <a:xfrm>
            <a:off x="2445800" y="1784200"/>
            <a:ext cx="666720" cy="315720"/>
            <a:chOff x="2445800" y="1784200"/>
            <a:chExt cx="66672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A879EA5-65C2-CCB7-E31F-CCD4B78C8B94}"/>
                    </a:ext>
                  </a:extLst>
                </p14:cNvPr>
                <p14:cNvContentPartPr/>
                <p14:nvPr/>
              </p14:nvContentPartPr>
              <p14:xfrm>
                <a:off x="2463440" y="1784200"/>
                <a:ext cx="68760" cy="315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A879EA5-65C2-CCB7-E31F-CCD4B78C8B9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453000" y="1773400"/>
                  <a:ext cx="900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B5D142D-4CDE-88EE-DEED-A3C5726DB055}"/>
                    </a:ext>
                  </a:extLst>
                </p14:cNvPr>
                <p14:cNvContentPartPr/>
                <p14:nvPr/>
              </p14:nvContentPartPr>
              <p14:xfrm>
                <a:off x="2445800" y="1929280"/>
                <a:ext cx="162720" cy="230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B5D142D-4CDE-88EE-DEED-A3C5726DB05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435000" y="1918480"/>
                  <a:ext cx="1839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C20364C-4F13-ACA2-23E6-AEA381E5A5CB}"/>
                    </a:ext>
                  </a:extLst>
                </p14:cNvPr>
                <p14:cNvContentPartPr/>
                <p14:nvPr/>
              </p14:nvContentPartPr>
              <p14:xfrm>
                <a:off x="2641280" y="1891480"/>
                <a:ext cx="195840" cy="170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C20364C-4F13-ACA2-23E6-AEA381E5A5C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630480" y="1881040"/>
                  <a:ext cx="2170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0C4E885-4265-EE71-3E77-7E83CE8D1B15}"/>
                    </a:ext>
                  </a:extLst>
                </p14:cNvPr>
                <p14:cNvContentPartPr/>
                <p14:nvPr/>
              </p14:nvContentPartPr>
              <p14:xfrm>
                <a:off x="2977520" y="1985080"/>
                <a:ext cx="135000" cy="1018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0C4E885-4265-EE71-3E77-7E83CE8D1B1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967080" y="1974280"/>
                  <a:ext cx="15624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AAF6750F-2ADD-8B0C-1755-DD8BB481A9C0}"/>
              </a:ext>
            </a:extLst>
          </p:cNvPr>
          <p:cNvGrpSpPr/>
          <p:nvPr/>
        </p:nvGrpSpPr>
        <p:grpSpPr>
          <a:xfrm>
            <a:off x="3546680" y="1804720"/>
            <a:ext cx="907560" cy="352800"/>
            <a:chOff x="3546680" y="1804720"/>
            <a:chExt cx="907560" cy="3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D872423-7F1A-17C6-7622-6A9ECACE6927}"/>
                    </a:ext>
                  </a:extLst>
                </p14:cNvPr>
                <p14:cNvContentPartPr/>
                <p14:nvPr/>
              </p14:nvContentPartPr>
              <p14:xfrm>
                <a:off x="3546680" y="1852600"/>
                <a:ext cx="149400" cy="304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D872423-7F1A-17C6-7622-6A9ECACE692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535880" y="1841800"/>
                  <a:ext cx="1706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FF835DA-7BBF-D5FA-72FC-920973DDEC3F}"/>
                    </a:ext>
                  </a:extLst>
                </p14:cNvPr>
                <p14:cNvContentPartPr/>
                <p14:nvPr/>
              </p14:nvContentPartPr>
              <p14:xfrm>
                <a:off x="3821720" y="1905160"/>
                <a:ext cx="11880" cy="1180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FF835DA-7BBF-D5FA-72FC-920973DDEC3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810920" y="1894720"/>
                  <a:ext cx="331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A9441CC-A9DE-418D-6D93-84D84FC2B4A6}"/>
                    </a:ext>
                  </a:extLst>
                </p14:cNvPr>
                <p14:cNvContentPartPr/>
                <p14:nvPr/>
              </p14:nvContentPartPr>
              <p14:xfrm>
                <a:off x="3810200" y="1822000"/>
                <a:ext cx="360" cy="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A9441CC-A9DE-418D-6D93-84D84FC2B4A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799760" y="18112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20DEA37-FE17-F540-491F-56F0C1712357}"/>
                    </a:ext>
                  </a:extLst>
                </p14:cNvPr>
                <p14:cNvContentPartPr/>
                <p14:nvPr/>
              </p14:nvContentPartPr>
              <p14:xfrm>
                <a:off x="3950960" y="1828840"/>
                <a:ext cx="110880" cy="2091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20DEA37-FE17-F540-491F-56F0C171235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940520" y="1818040"/>
                  <a:ext cx="1321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41F8631-911C-7537-442B-35B6BFA15D8A}"/>
                    </a:ext>
                  </a:extLst>
                </p14:cNvPr>
                <p14:cNvContentPartPr/>
                <p14:nvPr/>
              </p14:nvContentPartPr>
              <p14:xfrm>
                <a:off x="4201160" y="1804720"/>
                <a:ext cx="74160" cy="178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41F8631-911C-7537-442B-35B6BFA15D8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190720" y="1794280"/>
                  <a:ext cx="954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18BD8EA-FADB-A3FF-54C9-B791C23140B5}"/>
                    </a:ext>
                  </a:extLst>
                </p14:cNvPr>
                <p14:cNvContentPartPr/>
                <p14:nvPr/>
              </p14:nvContentPartPr>
              <p14:xfrm>
                <a:off x="4248320" y="1805080"/>
                <a:ext cx="205920" cy="1792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18BD8EA-FADB-A3FF-54C9-B791C23140B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237520" y="1794640"/>
                  <a:ext cx="22716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787E4FC-F9B6-55B3-4A97-995B4FC73FED}"/>
              </a:ext>
            </a:extLst>
          </p:cNvPr>
          <p:cNvGrpSpPr/>
          <p:nvPr/>
        </p:nvGrpSpPr>
        <p:grpSpPr>
          <a:xfrm>
            <a:off x="5085680" y="1626520"/>
            <a:ext cx="947520" cy="376200"/>
            <a:chOff x="5085680" y="1626520"/>
            <a:chExt cx="947520" cy="37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8D1FE71-160C-8238-0149-7EFC6CC9606A}"/>
                    </a:ext>
                  </a:extLst>
                </p14:cNvPr>
                <p14:cNvContentPartPr/>
                <p14:nvPr/>
              </p14:nvContentPartPr>
              <p14:xfrm>
                <a:off x="5085680" y="1787080"/>
                <a:ext cx="120960" cy="2156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8D1FE71-160C-8238-0149-7EFC6CC9606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075240" y="1776640"/>
                  <a:ext cx="1422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6356984-0903-AC3A-6865-9B0FBE23C600}"/>
                    </a:ext>
                  </a:extLst>
                </p14:cNvPr>
                <p14:cNvContentPartPr/>
                <p14:nvPr/>
              </p14:nvContentPartPr>
              <p14:xfrm>
                <a:off x="5301680" y="1810480"/>
                <a:ext cx="123480" cy="152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6356984-0903-AC3A-6865-9B0FBE23C60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290880" y="1799680"/>
                  <a:ext cx="1447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B9E277B-9522-D10F-568B-37C8271804CC}"/>
                    </a:ext>
                  </a:extLst>
                </p14:cNvPr>
                <p14:cNvContentPartPr/>
                <p14:nvPr/>
              </p14:nvContentPartPr>
              <p14:xfrm>
                <a:off x="5484560" y="1626520"/>
                <a:ext cx="166680" cy="3366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B9E277B-9522-D10F-568B-37C8271804C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473760" y="1615720"/>
                  <a:ext cx="187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A1BF9D5-89CB-11DD-BD2C-5CD936DCB66B}"/>
                    </a:ext>
                  </a:extLst>
                </p14:cNvPr>
                <p14:cNvContentPartPr/>
                <p14:nvPr/>
              </p14:nvContentPartPr>
              <p14:xfrm>
                <a:off x="5766440" y="1660000"/>
                <a:ext cx="73440" cy="2606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A1BF9D5-89CB-11DD-BD2C-5CD936DCB66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756000" y="1649200"/>
                  <a:ext cx="946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82948E4-6495-4F29-0786-408223ED9C2F}"/>
                    </a:ext>
                  </a:extLst>
                </p14:cNvPr>
                <p14:cNvContentPartPr/>
                <p14:nvPr/>
              </p14:nvContentPartPr>
              <p14:xfrm>
                <a:off x="5903600" y="1734880"/>
                <a:ext cx="129600" cy="1875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82948E4-6495-4F29-0786-408223ED9C2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892800" y="1724440"/>
                  <a:ext cx="15084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2A887A9-4BF2-9407-64D2-1C75A7157124}"/>
              </a:ext>
            </a:extLst>
          </p:cNvPr>
          <p:cNvGrpSpPr/>
          <p:nvPr/>
        </p:nvGrpSpPr>
        <p:grpSpPr>
          <a:xfrm>
            <a:off x="6419840" y="1632640"/>
            <a:ext cx="298800" cy="322200"/>
            <a:chOff x="6419840" y="1632640"/>
            <a:chExt cx="29880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3BDE59C-3FD5-9776-E859-0447EE2CECC5}"/>
                    </a:ext>
                  </a:extLst>
                </p14:cNvPr>
                <p14:cNvContentPartPr/>
                <p14:nvPr/>
              </p14:nvContentPartPr>
              <p14:xfrm>
                <a:off x="6468080" y="1796800"/>
                <a:ext cx="14400" cy="1580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3BDE59C-3FD5-9776-E859-0447EE2CECC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457640" y="1786000"/>
                  <a:ext cx="356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E32B842-BDED-B012-E641-17F3CB0925B9}"/>
                    </a:ext>
                  </a:extLst>
                </p14:cNvPr>
                <p14:cNvContentPartPr/>
                <p14:nvPr/>
              </p14:nvContentPartPr>
              <p14:xfrm>
                <a:off x="6419840" y="1632640"/>
                <a:ext cx="94680" cy="810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E32B842-BDED-B012-E641-17F3CB0925B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409400" y="1621840"/>
                  <a:ext cx="115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31CF0A6-0ABE-2644-F83C-BFB12E9AC148}"/>
                    </a:ext>
                  </a:extLst>
                </p14:cNvPr>
                <p14:cNvContentPartPr/>
                <p14:nvPr/>
              </p14:nvContentPartPr>
              <p14:xfrm>
                <a:off x="6614600" y="1701400"/>
                <a:ext cx="104040" cy="243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31CF0A6-0ABE-2644-F83C-BFB12E9AC14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604160" y="1690960"/>
                  <a:ext cx="12528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CECA029E-52BE-9DFD-D98D-14FDE91D5FA2}"/>
              </a:ext>
            </a:extLst>
          </p:cNvPr>
          <p:cNvGrpSpPr/>
          <p:nvPr/>
        </p:nvGrpSpPr>
        <p:grpSpPr>
          <a:xfrm>
            <a:off x="7073600" y="1610680"/>
            <a:ext cx="529560" cy="324360"/>
            <a:chOff x="7073600" y="1610680"/>
            <a:chExt cx="529560" cy="32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B521CC6-ABA3-A048-F28E-1F6F60BD3EC9}"/>
                    </a:ext>
                  </a:extLst>
                </p14:cNvPr>
                <p14:cNvContentPartPr/>
                <p14:nvPr/>
              </p14:nvContentPartPr>
              <p14:xfrm>
                <a:off x="7129400" y="1617520"/>
                <a:ext cx="199800" cy="3175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B521CC6-ABA3-A048-F28E-1F6F60BD3EC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118600" y="1606720"/>
                  <a:ext cx="2210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BF034A8-0E44-42C5-9577-35FDC084981E}"/>
                    </a:ext>
                  </a:extLst>
                </p14:cNvPr>
                <p14:cNvContentPartPr/>
                <p14:nvPr/>
              </p14:nvContentPartPr>
              <p14:xfrm>
                <a:off x="7073600" y="1793200"/>
                <a:ext cx="181800" cy="18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BF034A8-0E44-42C5-9577-35FDC084981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062800" y="1782760"/>
                  <a:ext cx="2030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9208462-4B32-9463-7A90-E1F9F34865A3}"/>
                    </a:ext>
                  </a:extLst>
                </p14:cNvPr>
                <p14:cNvContentPartPr/>
                <p14:nvPr/>
              </p14:nvContentPartPr>
              <p14:xfrm>
                <a:off x="7295720" y="1610680"/>
                <a:ext cx="221400" cy="2844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9208462-4B32-9463-7A90-E1F9F34865A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284920" y="1599880"/>
                  <a:ext cx="2426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56AB13F-19EF-30A8-612D-F27A7F3FE7E9}"/>
                    </a:ext>
                  </a:extLst>
                </p14:cNvPr>
                <p14:cNvContentPartPr/>
                <p14:nvPr/>
              </p14:nvContentPartPr>
              <p14:xfrm>
                <a:off x="7528280" y="1707880"/>
                <a:ext cx="74880" cy="212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56AB13F-19EF-30A8-612D-F27A7F3FE7E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517840" y="1697080"/>
                  <a:ext cx="96120" cy="23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740CB3C7-32B6-9837-B0A6-A5E7047659C9}"/>
              </a:ext>
            </a:extLst>
          </p:cNvPr>
          <p:cNvGrpSpPr/>
          <p:nvPr/>
        </p:nvGrpSpPr>
        <p:grpSpPr>
          <a:xfrm>
            <a:off x="7868120" y="1588720"/>
            <a:ext cx="826560" cy="298440"/>
            <a:chOff x="7868120" y="1588720"/>
            <a:chExt cx="82656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1462C75-A466-EBEB-443D-BB212B77F449}"/>
                    </a:ext>
                  </a:extLst>
                </p14:cNvPr>
                <p14:cNvContentPartPr/>
                <p14:nvPr/>
              </p14:nvContentPartPr>
              <p14:xfrm>
                <a:off x="7952000" y="1588720"/>
                <a:ext cx="57600" cy="2984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1462C75-A466-EBEB-443D-BB212B77F44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941200" y="1578280"/>
                  <a:ext cx="788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DD5DDF8-07CC-CB72-02F3-7183B230E2AA}"/>
                    </a:ext>
                  </a:extLst>
                </p14:cNvPr>
                <p14:cNvContentPartPr/>
                <p14:nvPr/>
              </p14:nvContentPartPr>
              <p14:xfrm>
                <a:off x="7868120" y="1753240"/>
                <a:ext cx="205920" cy="219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DD5DDF8-07CC-CB72-02F3-7183B230E2A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857320" y="1742800"/>
                  <a:ext cx="2271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DA70B56-DE16-B733-550E-F3931753BA98}"/>
                    </a:ext>
                  </a:extLst>
                </p14:cNvPr>
                <p14:cNvContentPartPr/>
                <p14:nvPr/>
              </p14:nvContentPartPr>
              <p14:xfrm>
                <a:off x="8181320" y="1700680"/>
                <a:ext cx="84240" cy="1692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DA70B56-DE16-B733-550E-F3931753BA9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170880" y="1690240"/>
                  <a:ext cx="1054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48A03FF-4BD1-AA45-C12A-DA2ED173F746}"/>
                    </a:ext>
                  </a:extLst>
                </p14:cNvPr>
                <p14:cNvContentPartPr/>
                <p14:nvPr/>
              </p14:nvContentPartPr>
              <p14:xfrm>
                <a:off x="8383280" y="1680160"/>
                <a:ext cx="98280" cy="2012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48A03FF-4BD1-AA45-C12A-DA2ED173F74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372840" y="1669720"/>
                  <a:ext cx="1195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CF528F2-37FA-5045-27AD-805C78D575B6}"/>
                    </a:ext>
                  </a:extLst>
                </p14:cNvPr>
                <p14:cNvContentPartPr/>
                <p14:nvPr/>
              </p14:nvContentPartPr>
              <p14:xfrm>
                <a:off x="8510720" y="1674400"/>
                <a:ext cx="183960" cy="1652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CF528F2-37FA-5045-27AD-805C78D575B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499920" y="1663600"/>
                  <a:ext cx="205200" cy="18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0C9936DA-7117-4965-592D-51CD227AD808}"/>
                  </a:ext>
                </a:extLst>
              </p14:cNvPr>
              <p14:cNvContentPartPr/>
              <p14:nvPr/>
            </p14:nvContentPartPr>
            <p14:xfrm>
              <a:off x="8916440" y="1870960"/>
              <a:ext cx="360" cy="3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0C9936DA-7117-4965-592D-51CD227AD808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906000" y="1860520"/>
                <a:ext cx="2160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Group 205">
            <a:extLst>
              <a:ext uri="{FF2B5EF4-FFF2-40B4-BE49-F238E27FC236}">
                <a16:creationId xmlns:a16="http://schemas.microsoft.com/office/drawing/2014/main" id="{D6749F82-FCE5-E666-A3C4-2E0B2EC50044}"/>
              </a:ext>
            </a:extLst>
          </p:cNvPr>
          <p:cNvGrpSpPr/>
          <p:nvPr/>
        </p:nvGrpSpPr>
        <p:grpSpPr>
          <a:xfrm>
            <a:off x="330440" y="2754400"/>
            <a:ext cx="1798920" cy="436320"/>
            <a:chOff x="330440" y="2754400"/>
            <a:chExt cx="1798920" cy="43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E97A0BB-69B0-5518-360B-88628CA45D93}"/>
                    </a:ext>
                  </a:extLst>
                </p14:cNvPr>
                <p14:cNvContentPartPr/>
                <p14:nvPr/>
              </p14:nvContentPartPr>
              <p14:xfrm>
                <a:off x="330440" y="2754400"/>
                <a:ext cx="293040" cy="4363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E97A0BB-69B0-5518-360B-88628CA45D9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20000" y="2743960"/>
                  <a:ext cx="31428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4A7F176-F9D1-CC38-5332-C417199F3135}"/>
                    </a:ext>
                  </a:extLst>
                </p14:cNvPr>
                <p14:cNvContentPartPr/>
                <p14:nvPr/>
              </p14:nvContentPartPr>
              <p14:xfrm>
                <a:off x="407480" y="2997400"/>
                <a:ext cx="199800" cy="370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4A7F176-F9D1-CC38-5332-C417199F3135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96680" y="2986600"/>
                  <a:ext cx="2210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3786289-F6BD-6360-4B34-30C11C72E9A3}"/>
                    </a:ext>
                  </a:extLst>
                </p14:cNvPr>
                <p14:cNvContentPartPr/>
                <p14:nvPr/>
              </p14:nvContentPartPr>
              <p14:xfrm>
                <a:off x="757400" y="2931160"/>
                <a:ext cx="116280" cy="2358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3786289-F6BD-6360-4B34-30C11C72E9A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46600" y="2920360"/>
                  <a:ext cx="1375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1646C68-361E-224B-C918-0D7F2A3A4530}"/>
                    </a:ext>
                  </a:extLst>
                </p14:cNvPr>
                <p14:cNvContentPartPr/>
                <p14:nvPr/>
              </p14:nvContentPartPr>
              <p14:xfrm>
                <a:off x="885560" y="2925400"/>
                <a:ext cx="250920" cy="2084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1646C68-361E-224B-C918-0D7F2A3A453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75120" y="2914600"/>
                  <a:ext cx="2721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09DB43B-C3FA-62ED-AD02-8585509C4087}"/>
                    </a:ext>
                  </a:extLst>
                </p14:cNvPr>
                <p14:cNvContentPartPr/>
                <p14:nvPr/>
              </p14:nvContentPartPr>
              <p14:xfrm>
                <a:off x="1186520" y="2957440"/>
                <a:ext cx="117000" cy="156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09DB43B-C3FA-62ED-AD02-8585509C408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76080" y="2946640"/>
                  <a:ext cx="138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D5DFE37-B825-1AED-4553-5948C7826270}"/>
                    </a:ext>
                  </a:extLst>
                </p14:cNvPr>
                <p14:cNvContentPartPr/>
                <p14:nvPr/>
              </p14:nvContentPartPr>
              <p14:xfrm>
                <a:off x="1401080" y="2759080"/>
                <a:ext cx="274680" cy="2988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D5DFE37-B825-1AED-4553-5948C7826270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390640" y="2748640"/>
                  <a:ext cx="2959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F406AEE-C18D-8742-0872-8FFA2E79FB3C}"/>
                    </a:ext>
                  </a:extLst>
                </p14:cNvPr>
                <p14:cNvContentPartPr/>
                <p14:nvPr/>
              </p14:nvContentPartPr>
              <p14:xfrm>
                <a:off x="1622120" y="2863840"/>
                <a:ext cx="360" cy="3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F406AEE-C18D-8742-0872-8FFA2E79FB3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611320" y="28530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2E48E42-C96C-2DE4-2147-0752FEDDFB7F}"/>
                    </a:ext>
                  </a:extLst>
                </p14:cNvPr>
                <p14:cNvContentPartPr/>
                <p14:nvPr/>
              </p14:nvContentPartPr>
              <p14:xfrm>
                <a:off x="1771880" y="2860960"/>
                <a:ext cx="152640" cy="166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2E48E42-C96C-2DE4-2147-0752FEDDFB7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761080" y="2850520"/>
                  <a:ext cx="173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598E16F-9A4D-32E7-A642-0F56831EC8AA}"/>
                    </a:ext>
                  </a:extLst>
                </p14:cNvPr>
                <p14:cNvContentPartPr/>
                <p14:nvPr/>
              </p14:nvContentPartPr>
              <p14:xfrm>
                <a:off x="1932800" y="2831800"/>
                <a:ext cx="196560" cy="2692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598E16F-9A4D-32E7-A642-0F56831EC8A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922360" y="2821360"/>
                  <a:ext cx="217800" cy="29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69D67793-F34A-C414-6D68-92762F2C4203}"/>
              </a:ext>
            </a:extLst>
          </p:cNvPr>
          <p:cNvGrpSpPr/>
          <p:nvPr/>
        </p:nvGrpSpPr>
        <p:grpSpPr>
          <a:xfrm>
            <a:off x="2788520" y="2578000"/>
            <a:ext cx="367560" cy="423720"/>
            <a:chOff x="2788520" y="2578000"/>
            <a:chExt cx="367560" cy="42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D7C356A-9EAE-5884-F5A9-ACF785739B39}"/>
                    </a:ext>
                  </a:extLst>
                </p14:cNvPr>
                <p14:cNvContentPartPr/>
                <p14:nvPr/>
              </p14:nvContentPartPr>
              <p14:xfrm>
                <a:off x="2820200" y="2578000"/>
                <a:ext cx="86760" cy="4237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D7C356A-9EAE-5884-F5A9-ACF785739B3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809760" y="2567560"/>
                  <a:ext cx="10800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36687B3-8B1D-1E5F-0829-6C5275683299}"/>
                    </a:ext>
                  </a:extLst>
                </p14:cNvPr>
                <p14:cNvContentPartPr/>
                <p14:nvPr/>
              </p14:nvContentPartPr>
              <p14:xfrm>
                <a:off x="2788520" y="2837560"/>
                <a:ext cx="367560" cy="1162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36687B3-8B1D-1E5F-0829-6C527568329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777720" y="2826760"/>
                  <a:ext cx="38880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CD608802-F41D-BC9D-FC03-CB2CDD71A16E}"/>
              </a:ext>
            </a:extLst>
          </p:cNvPr>
          <p:cNvGrpSpPr/>
          <p:nvPr/>
        </p:nvGrpSpPr>
        <p:grpSpPr>
          <a:xfrm>
            <a:off x="3522200" y="2594200"/>
            <a:ext cx="653040" cy="379800"/>
            <a:chOff x="3522200" y="2594200"/>
            <a:chExt cx="653040" cy="37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7ACEC2E-FE43-122C-2633-4FC4DC082F9F}"/>
                    </a:ext>
                  </a:extLst>
                </p14:cNvPr>
                <p14:cNvContentPartPr/>
                <p14:nvPr/>
              </p14:nvContentPartPr>
              <p14:xfrm>
                <a:off x="3599600" y="2594200"/>
                <a:ext cx="184320" cy="3798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7ACEC2E-FE43-122C-2633-4FC4DC082F9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588800" y="2583400"/>
                  <a:ext cx="20556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D8C8ABB-C780-A059-0856-60A6440DB646}"/>
                    </a:ext>
                  </a:extLst>
                </p14:cNvPr>
                <p14:cNvContentPartPr/>
                <p14:nvPr/>
              </p14:nvContentPartPr>
              <p14:xfrm>
                <a:off x="3522200" y="2841880"/>
                <a:ext cx="227520" cy="57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D8C8ABB-C780-A059-0856-60A6440DB64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511400" y="2831440"/>
                  <a:ext cx="2487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AAB8D72-8E46-9F9D-7AC3-E2D8D9EA04A8}"/>
                    </a:ext>
                  </a:extLst>
                </p14:cNvPr>
                <p14:cNvContentPartPr/>
                <p14:nvPr/>
              </p14:nvContentPartPr>
              <p14:xfrm>
                <a:off x="3814160" y="2608960"/>
                <a:ext cx="361080" cy="3261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AAB8D72-8E46-9F9D-7AC3-E2D8D9EA04A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803360" y="2598160"/>
                  <a:ext cx="38232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519CCAA9-22B7-CF4F-3DA6-CE84E504C7B4}"/>
              </a:ext>
            </a:extLst>
          </p:cNvPr>
          <p:cNvGrpSpPr/>
          <p:nvPr/>
        </p:nvGrpSpPr>
        <p:grpSpPr>
          <a:xfrm>
            <a:off x="4585640" y="2431840"/>
            <a:ext cx="1502280" cy="541440"/>
            <a:chOff x="4585640" y="2431840"/>
            <a:chExt cx="1502280" cy="54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BC0A4A2-F144-D864-4AAE-E9B55C2A1618}"/>
                    </a:ext>
                  </a:extLst>
                </p14:cNvPr>
                <p14:cNvContentPartPr/>
                <p14:nvPr/>
              </p14:nvContentPartPr>
              <p14:xfrm>
                <a:off x="4585640" y="2501680"/>
                <a:ext cx="188280" cy="3571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BC0A4A2-F144-D864-4AAE-E9B55C2A161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575200" y="2490880"/>
                  <a:ext cx="2095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A7DC84B1-0299-5FAB-3C6F-7ED167637168}"/>
                    </a:ext>
                  </a:extLst>
                </p14:cNvPr>
                <p14:cNvContentPartPr/>
                <p14:nvPr/>
              </p14:nvContentPartPr>
              <p14:xfrm>
                <a:off x="4919720" y="2693560"/>
                <a:ext cx="70200" cy="1897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A7DC84B1-0299-5FAB-3C6F-7ED16763716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908920" y="2683120"/>
                  <a:ext cx="91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38FEC3B-FE8E-2153-C871-9050FB5C7D44}"/>
                    </a:ext>
                  </a:extLst>
                </p14:cNvPr>
                <p14:cNvContentPartPr/>
                <p14:nvPr/>
              </p14:nvContentPartPr>
              <p14:xfrm>
                <a:off x="4979120" y="2451280"/>
                <a:ext cx="222480" cy="5220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38FEC3B-FE8E-2153-C871-9050FB5C7D4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968680" y="2440480"/>
                  <a:ext cx="24372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41E9308-330A-0BC4-28EE-0B7076CC5E56}"/>
                    </a:ext>
                  </a:extLst>
                </p14:cNvPr>
                <p14:cNvContentPartPr/>
                <p14:nvPr/>
              </p14:nvContentPartPr>
              <p14:xfrm>
                <a:off x="5163080" y="2682040"/>
                <a:ext cx="360" cy="3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41E9308-330A-0BC4-28EE-0B7076CC5E5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152640" y="26712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9539D10-6951-43A0-AF60-368B2BFAAC18}"/>
                    </a:ext>
                  </a:extLst>
                </p14:cNvPr>
                <p14:cNvContentPartPr/>
                <p14:nvPr/>
              </p14:nvContentPartPr>
              <p14:xfrm>
                <a:off x="5285120" y="2674840"/>
                <a:ext cx="68760" cy="1537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9539D10-6951-43A0-AF60-368B2BFAAC1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274680" y="2664040"/>
                  <a:ext cx="900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12080E9-7DFC-924A-B9F4-34D2622124FB}"/>
                    </a:ext>
                  </a:extLst>
                </p14:cNvPr>
                <p14:cNvContentPartPr/>
                <p14:nvPr/>
              </p14:nvContentPartPr>
              <p14:xfrm>
                <a:off x="5427320" y="2718760"/>
                <a:ext cx="16200" cy="1342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12080E9-7DFC-924A-B9F4-34D2622124F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416520" y="2707960"/>
                  <a:ext cx="374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F68E8D7-6E4B-CD65-1E67-68A52436BBD0}"/>
                    </a:ext>
                  </a:extLst>
                </p14:cNvPr>
                <p14:cNvContentPartPr/>
                <p14:nvPr/>
              </p14:nvContentPartPr>
              <p14:xfrm>
                <a:off x="5409680" y="2625880"/>
                <a:ext cx="360" cy="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F68E8D7-6E4B-CD65-1E67-68A52436BBD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398880" y="26154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12E2CCC-BD21-FD06-2092-062DC932C59F}"/>
                    </a:ext>
                  </a:extLst>
                </p14:cNvPr>
                <p14:cNvContentPartPr/>
                <p14:nvPr/>
              </p14:nvContentPartPr>
              <p14:xfrm>
                <a:off x="5508680" y="2431840"/>
                <a:ext cx="74160" cy="4528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12E2CCC-BD21-FD06-2092-062DC932C59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497880" y="2421400"/>
                  <a:ext cx="9540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9C6DECA-60ED-D433-103B-ACBCBC6BC58A}"/>
                    </a:ext>
                  </a:extLst>
                </p14:cNvPr>
                <p14:cNvContentPartPr/>
                <p14:nvPr/>
              </p14:nvContentPartPr>
              <p14:xfrm>
                <a:off x="5559440" y="2653240"/>
                <a:ext cx="223920" cy="1710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9C6DECA-60ED-D433-103B-ACBCBC6BC58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548640" y="2642440"/>
                  <a:ext cx="245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22410ED-641E-56D8-5D6D-C308C7BA5FC6}"/>
                    </a:ext>
                  </a:extLst>
                </p14:cNvPr>
                <p14:cNvContentPartPr/>
                <p14:nvPr/>
              </p14:nvContentPartPr>
              <p14:xfrm>
                <a:off x="5738360" y="2580520"/>
                <a:ext cx="360" cy="3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22410ED-641E-56D8-5D6D-C308C7BA5FC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727560" y="25697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BAC6B5A-C733-7BF8-ACBC-622DE0216860}"/>
                    </a:ext>
                  </a:extLst>
                </p14:cNvPr>
                <p14:cNvContentPartPr/>
                <p14:nvPr/>
              </p14:nvContentPartPr>
              <p14:xfrm>
                <a:off x="5805680" y="2640280"/>
                <a:ext cx="282240" cy="1976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BAC6B5A-C733-7BF8-ACBC-622DE021686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794880" y="2629480"/>
                  <a:ext cx="30348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4A8B9F5-EFCF-AFFA-692E-F3CFF6B8CB13}"/>
              </a:ext>
            </a:extLst>
          </p:cNvPr>
          <p:cNvGrpSpPr/>
          <p:nvPr/>
        </p:nvGrpSpPr>
        <p:grpSpPr>
          <a:xfrm>
            <a:off x="6470600" y="2495560"/>
            <a:ext cx="339120" cy="511200"/>
            <a:chOff x="6470600" y="2495560"/>
            <a:chExt cx="339120" cy="51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A20A24C-1E95-087A-769B-8D43F2F3E731}"/>
                    </a:ext>
                  </a:extLst>
                </p14:cNvPr>
                <p14:cNvContentPartPr/>
                <p14:nvPr/>
              </p14:nvContentPartPr>
              <p14:xfrm>
                <a:off x="6470600" y="2495560"/>
                <a:ext cx="306360" cy="5112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A20A24C-1E95-087A-769B-8D43F2F3E731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6459800" y="2485120"/>
                  <a:ext cx="32760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1C27A5B-2407-E4D3-56BE-6FE66EEF9AD5}"/>
                    </a:ext>
                  </a:extLst>
                </p14:cNvPr>
                <p14:cNvContentPartPr/>
                <p14:nvPr/>
              </p14:nvContentPartPr>
              <p14:xfrm>
                <a:off x="6716840" y="2908120"/>
                <a:ext cx="92880" cy="266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1C27A5B-2407-E4D3-56BE-6FE66EEF9AD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706400" y="2897680"/>
                  <a:ext cx="11412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488CAC3A-F1D3-7B91-0F6D-957BD53EC573}"/>
              </a:ext>
            </a:extLst>
          </p:cNvPr>
          <p:cNvGrpSpPr/>
          <p:nvPr/>
        </p:nvGrpSpPr>
        <p:grpSpPr>
          <a:xfrm>
            <a:off x="7234880" y="2449840"/>
            <a:ext cx="711000" cy="351000"/>
            <a:chOff x="7234880" y="2449840"/>
            <a:chExt cx="711000" cy="35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B9A977E-503A-C077-7ED8-E4A2329054C9}"/>
                    </a:ext>
                  </a:extLst>
                </p14:cNvPr>
                <p14:cNvContentPartPr/>
                <p14:nvPr/>
              </p14:nvContentPartPr>
              <p14:xfrm>
                <a:off x="7234880" y="2514280"/>
                <a:ext cx="225000" cy="2865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B9A977E-503A-C077-7ED8-E4A2329054C9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224080" y="2503480"/>
                  <a:ext cx="2462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E3E47BB-CA18-BC3E-A9FE-5551FF4F3EDF}"/>
                    </a:ext>
                  </a:extLst>
                </p14:cNvPr>
                <p14:cNvContentPartPr/>
                <p14:nvPr/>
              </p14:nvContentPartPr>
              <p14:xfrm>
                <a:off x="7485800" y="2449840"/>
                <a:ext cx="232920" cy="2764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E3E47BB-CA18-BC3E-A9FE-5551FF4F3ED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475000" y="2439400"/>
                  <a:ext cx="2541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8A5D30A-5F82-513B-D093-1F42C755F9C6}"/>
                    </a:ext>
                  </a:extLst>
                </p14:cNvPr>
                <p14:cNvContentPartPr/>
                <p14:nvPr/>
              </p14:nvContentPartPr>
              <p14:xfrm>
                <a:off x="7780640" y="2458480"/>
                <a:ext cx="165240" cy="2800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8A5D30A-5F82-513B-D093-1F42C755F9C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769840" y="2447680"/>
                  <a:ext cx="1864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11FDDAF-0C45-4900-8791-DBA3079A00A5}"/>
                    </a:ext>
                  </a:extLst>
                </p14:cNvPr>
                <p14:cNvContentPartPr/>
                <p14:nvPr/>
              </p14:nvContentPartPr>
              <p14:xfrm>
                <a:off x="7750040" y="2631640"/>
                <a:ext cx="178200" cy="187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11FDDAF-0C45-4900-8791-DBA3079A00A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739600" y="2621200"/>
                  <a:ext cx="199440" cy="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38368E48-E0A5-605D-CD93-176935670F51}"/>
                  </a:ext>
                </a:extLst>
              </p14:cNvPr>
              <p14:cNvContentPartPr/>
              <p14:nvPr/>
            </p14:nvContentPartPr>
            <p14:xfrm>
              <a:off x="8307320" y="2489080"/>
              <a:ext cx="335520" cy="23760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38368E48-E0A5-605D-CD93-176935670F51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8296520" y="2478640"/>
                <a:ext cx="356760" cy="25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3" name="Group 252">
            <a:extLst>
              <a:ext uri="{FF2B5EF4-FFF2-40B4-BE49-F238E27FC236}">
                <a16:creationId xmlns:a16="http://schemas.microsoft.com/office/drawing/2014/main" id="{04748121-9C1C-569D-8068-3DAAEE543713}"/>
              </a:ext>
            </a:extLst>
          </p:cNvPr>
          <p:cNvGrpSpPr/>
          <p:nvPr/>
        </p:nvGrpSpPr>
        <p:grpSpPr>
          <a:xfrm>
            <a:off x="9007880" y="2326360"/>
            <a:ext cx="2001960" cy="438480"/>
            <a:chOff x="9007880" y="2326360"/>
            <a:chExt cx="2001960" cy="43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29C1FA2-82E8-728B-F608-51EFFD4ADD91}"/>
                    </a:ext>
                  </a:extLst>
                </p14:cNvPr>
                <p14:cNvContentPartPr/>
                <p14:nvPr/>
              </p14:nvContentPartPr>
              <p14:xfrm>
                <a:off x="9007880" y="2407720"/>
                <a:ext cx="284760" cy="3250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29C1FA2-82E8-728B-F608-51EFFD4ADD91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997440" y="2397280"/>
                  <a:ext cx="3060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B21054A-F1AA-675C-89AF-12882E89E3F3}"/>
                    </a:ext>
                  </a:extLst>
                </p14:cNvPr>
                <p14:cNvContentPartPr/>
                <p14:nvPr/>
              </p14:nvContentPartPr>
              <p14:xfrm>
                <a:off x="9445640" y="2539120"/>
                <a:ext cx="23040" cy="1594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B21054A-F1AA-675C-89AF-12882E89E3F3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435200" y="2528680"/>
                  <a:ext cx="442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BB2CF9E-8A95-AA6E-9F0D-37C57C83B649}"/>
                    </a:ext>
                  </a:extLst>
                </p14:cNvPr>
                <p14:cNvContentPartPr/>
                <p14:nvPr/>
              </p14:nvContentPartPr>
              <p14:xfrm>
                <a:off x="9463640" y="2466040"/>
                <a:ext cx="360" cy="3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BB2CF9E-8A95-AA6E-9F0D-37C57C83B64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452840" y="24556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C5DFCC3-50DA-B468-448B-7D4FCBAED6BF}"/>
                    </a:ext>
                  </a:extLst>
                </p14:cNvPr>
                <p14:cNvContentPartPr/>
                <p14:nvPr/>
              </p14:nvContentPartPr>
              <p14:xfrm>
                <a:off x="9597920" y="2405560"/>
                <a:ext cx="180720" cy="2682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C5DFCC3-50DA-B468-448B-7D4FCBAED6B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587480" y="2395120"/>
                  <a:ext cx="20196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588FC52-7614-28FB-117B-CEFBEAD93D93}"/>
                    </a:ext>
                  </a:extLst>
                </p14:cNvPr>
                <p14:cNvContentPartPr/>
                <p14:nvPr/>
              </p14:nvContentPartPr>
              <p14:xfrm>
                <a:off x="9683240" y="2567920"/>
                <a:ext cx="193320" cy="101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588FC52-7614-28FB-117B-CEFBEAD93D9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672440" y="2557120"/>
                  <a:ext cx="2145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79A4642-C887-253E-EC44-B119A6D6314A}"/>
                    </a:ext>
                  </a:extLst>
                </p14:cNvPr>
                <p14:cNvContentPartPr/>
                <p14:nvPr/>
              </p14:nvContentPartPr>
              <p14:xfrm>
                <a:off x="9996800" y="2509600"/>
                <a:ext cx="24480" cy="2552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79A4642-C887-253E-EC44-B119A6D6314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986000" y="2498800"/>
                  <a:ext cx="457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1686176-4877-37CF-F65F-E71012988CA8}"/>
                    </a:ext>
                  </a:extLst>
                </p14:cNvPr>
                <p14:cNvContentPartPr/>
                <p14:nvPr/>
              </p14:nvContentPartPr>
              <p14:xfrm>
                <a:off x="10011920" y="2444080"/>
                <a:ext cx="101160" cy="1141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1686176-4877-37CF-F65F-E71012988CA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001120" y="2433640"/>
                  <a:ext cx="122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6F6B713-5BE5-E99A-03FC-52DE380CDBCD}"/>
                    </a:ext>
                  </a:extLst>
                </p14:cNvPr>
                <p14:cNvContentPartPr/>
                <p14:nvPr/>
              </p14:nvContentPartPr>
              <p14:xfrm>
                <a:off x="10164560" y="2436520"/>
                <a:ext cx="100080" cy="1098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6F6B713-5BE5-E99A-03FC-52DE380CDBC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153760" y="2426080"/>
                  <a:ext cx="1213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D94C3B7-311D-9542-746E-586DFF5BEA70}"/>
                    </a:ext>
                  </a:extLst>
                </p14:cNvPr>
                <p14:cNvContentPartPr/>
                <p14:nvPr/>
              </p14:nvContentPartPr>
              <p14:xfrm>
                <a:off x="10320800" y="2338600"/>
                <a:ext cx="299520" cy="2757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D94C3B7-311D-9542-746E-586DFF5BEA7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310000" y="2327800"/>
                  <a:ext cx="3207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BB901E6-32CB-D86F-F2E0-D4CD68C3E203}"/>
                    </a:ext>
                  </a:extLst>
                </p14:cNvPr>
                <p14:cNvContentPartPr/>
                <p14:nvPr/>
              </p14:nvContentPartPr>
              <p14:xfrm>
                <a:off x="10570280" y="2430760"/>
                <a:ext cx="360" cy="3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BB901E6-32CB-D86F-F2E0-D4CD68C3E20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559840" y="24199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F7B3BF7-E7A1-B315-710E-E70B87E50366}"/>
                    </a:ext>
                  </a:extLst>
                </p14:cNvPr>
                <p14:cNvContentPartPr/>
                <p14:nvPr/>
              </p14:nvContentPartPr>
              <p14:xfrm>
                <a:off x="10713200" y="2442640"/>
                <a:ext cx="296640" cy="1620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F7B3BF7-E7A1-B315-710E-E70B87E50366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702760" y="2431840"/>
                  <a:ext cx="3178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AA3E0AD-ABA1-5FDC-D1E9-997B20E4AF44}"/>
                    </a:ext>
                  </a:extLst>
                </p14:cNvPr>
                <p14:cNvContentPartPr/>
                <p14:nvPr/>
              </p14:nvContentPartPr>
              <p14:xfrm>
                <a:off x="9853160" y="2471800"/>
                <a:ext cx="36000" cy="1522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AA3E0AD-ABA1-5FDC-D1E9-997B20E4AF44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842720" y="2461360"/>
                  <a:ext cx="57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631CC6D-B2E4-D666-B463-94A028222AC1}"/>
                    </a:ext>
                  </a:extLst>
                </p14:cNvPr>
                <p14:cNvContentPartPr/>
                <p14:nvPr/>
              </p14:nvContentPartPr>
              <p14:xfrm>
                <a:off x="9865760" y="2326360"/>
                <a:ext cx="76680" cy="716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631CC6D-B2E4-D666-B463-94A028222AC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855320" y="2315920"/>
                  <a:ext cx="9792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67D887A1-309F-A475-0E02-EB4E1CF13C38}"/>
                  </a:ext>
                </a:extLst>
              </p14:cNvPr>
              <p14:cNvContentPartPr/>
              <p14:nvPr/>
            </p14:nvContentPartPr>
            <p14:xfrm>
              <a:off x="11184800" y="2611120"/>
              <a:ext cx="360" cy="36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67D887A1-309F-A475-0E02-EB4E1CF13C38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1174000" y="2600680"/>
                <a:ext cx="216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9D783328-8174-A8CE-EBBA-556715B5A258}"/>
                  </a:ext>
                </a:extLst>
              </p14:cNvPr>
              <p14:cNvContentPartPr/>
              <p14:nvPr/>
            </p14:nvContentPartPr>
            <p14:xfrm>
              <a:off x="11090840" y="2476480"/>
              <a:ext cx="360" cy="36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9D783328-8174-A8CE-EBBA-556715B5A258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1080040" y="2465680"/>
                <a:ext cx="2160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8E31C68C-7447-95E0-85BA-F90C0DC5DF0E}"/>
              </a:ext>
            </a:extLst>
          </p:cNvPr>
          <p:cNvGrpSpPr/>
          <p:nvPr/>
        </p:nvGrpSpPr>
        <p:grpSpPr>
          <a:xfrm>
            <a:off x="392000" y="3585640"/>
            <a:ext cx="455040" cy="337320"/>
            <a:chOff x="392000" y="3585640"/>
            <a:chExt cx="455040" cy="33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4768DE4-2ADD-F12E-EE9F-6C2A6C02977E}"/>
                    </a:ext>
                  </a:extLst>
                </p14:cNvPr>
                <p14:cNvContentPartPr/>
                <p14:nvPr/>
              </p14:nvContentPartPr>
              <p14:xfrm>
                <a:off x="392000" y="3585640"/>
                <a:ext cx="66240" cy="1659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4768DE4-2ADD-F12E-EE9F-6C2A6C02977E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81560" y="3574840"/>
                  <a:ext cx="874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FEEBBDC-D008-612E-71A8-45F05EC3BA95}"/>
                    </a:ext>
                  </a:extLst>
                </p14:cNvPr>
                <p14:cNvContentPartPr/>
                <p14:nvPr/>
              </p14:nvContentPartPr>
              <p14:xfrm>
                <a:off x="500000" y="3611920"/>
                <a:ext cx="73800" cy="1159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FEEBBDC-D008-612E-71A8-45F05EC3BA95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89200" y="3601120"/>
                  <a:ext cx="950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F24699B3-CFA6-A5E9-8F96-CCFB86E4E6BE}"/>
                    </a:ext>
                  </a:extLst>
                </p14:cNvPr>
                <p14:cNvContentPartPr/>
                <p14:nvPr/>
              </p14:nvContentPartPr>
              <p14:xfrm>
                <a:off x="733640" y="3638200"/>
                <a:ext cx="20520" cy="2847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F24699B3-CFA6-A5E9-8F96-CCFB86E4E6BE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22840" y="3627400"/>
                  <a:ext cx="417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F5FF1B3-A19E-7D78-2E7C-DAEA6DB99F5D}"/>
                    </a:ext>
                  </a:extLst>
                </p14:cNvPr>
                <p14:cNvContentPartPr/>
                <p14:nvPr/>
              </p14:nvContentPartPr>
              <p14:xfrm>
                <a:off x="642200" y="3630280"/>
                <a:ext cx="204840" cy="745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F5FF1B3-A19E-7D78-2E7C-DAEA6DB99F5D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31400" y="3619480"/>
                  <a:ext cx="22608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34CE6C81-85DE-D531-22D7-C67BBE5CC783}"/>
              </a:ext>
            </a:extLst>
          </p:cNvPr>
          <p:cNvGrpSpPr/>
          <p:nvPr/>
        </p:nvGrpSpPr>
        <p:grpSpPr>
          <a:xfrm>
            <a:off x="963320" y="3620920"/>
            <a:ext cx="316800" cy="315720"/>
            <a:chOff x="963320" y="3620920"/>
            <a:chExt cx="31680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15386DC-C4D8-4534-58D8-C0760F1F750B}"/>
                    </a:ext>
                  </a:extLst>
                </p14:cNvPr>
                <p14:cNvContentPartPr/>
                <p14:nvPr/>
              </p14:nvContentPartPr>
              <p14:xfrm>
                <a:off x="963320" y="3620920"/>
                <a:ext cx="146160" cy="3157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15386DC-C4D8-4534-58D8-C0760F1F750B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52520" y="3610480"/>
                  <a:ext cx="1674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0C951A1F-05ED-97D9-0273-9AAD45BF99A3}"/>
                    </a:ext>
                  </a:extLst>
                </p14:cNvPr>
                <p14:cNvContentPartPr/>
                <p14:nvPr/>
              </p14:nvContentPartPr>
              <p14:xfrm>
                <a:off x="1182560" y="3704080"/>
                <a:ext cx="97560" cy="1803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0C951A1F-05ED-97D9-0273-9AAD45BF99A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172120" y="3693280"/>
                  <a:ext cx="11880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59F0EB13-3B56-E536-8D25-7424F19DB64B}"/>
              </a:ext>
            </a:extLst>
          </p:cNvPr>
          <p:cNvGrpSpPr/>
          <p:nvPr/>
        </p:nvGrpSpPr>
        <p:grpSpPr>
          <a:xfrm>
            <a:off x="1662080" y="3550360"/>
            <a:ext cx="615240" cy="319680"/>
            <a:chOff x="1662080" y="3550360"/>
            <a:chExt cx="615240" cy="3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C93ADA38-6982-1DB8-3788-54F105A5E066}"/>
                    </a:ext>
                  </a:extLst>
                </p14:cNvPr>
                <p14:cNvContentPartPr/>
                <p14:nvPr/>
              </p14:nvContentPartPr>
              <p14:xfrm>
                <a:off x="1662080" y="3553600"/>
                <a:ext cx="167040" cy="3164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C93ADA38-6982-1DB8-3788-54F105A5E066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651640" y="3543160"/>
                  <a:ext cx="1882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92DAF85-C2D6-411D-60B9-F674A8C7F9CA}"/>
                    </a:ext>
                  </a:extLst>
                </p14:cNvPr>
                <p14:cNvContentPartPr/>
                <p14:nvPr/>
              </p14:nvContentPartPr>
              <p14:xfrm>
                <a:off x="1791320" y="3611920"/>
                <a:ext cx="177480" cy="2354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92DAF85-C2D6-411D-60B9-F674A8C7F9C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780880" y="3601120"/>
                  <a:ext cx="1987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C38D0A2F-3CCC-CF27-B007-ABD537C16A1F}"/>
                    </a:ext>
                  </a:extLst>
                </p14:cNvPr>
                <p14:cNvContentPartPr/>
                <p14:nvPr/>
              </p14:nvContentPartPr>
              <p14:xfrm>
                <a:off x="2049800" y="3550360"/>
                <a:ext cx="184680" cy="2584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C38D0A2F-3CCC-CF27-B007-ABD537C16A1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039000" y="3539560"/>
                  <a:ext cx="2059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58E2F8B-5540-779C-AE3B-AC35206DFABF}"/>
                    </a:ext>
                  </a:extLst>
                </p14:cNvPr>
                <p14:cNvContentPartPr/>
                <p14:nvPr/>
              </p14:nvContentPartPr>
              <p14:xfrm>
                <a:off x="2093000" y="3727120"/>
                <a:ext cx="184320" cy="118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58E2F8B-5540-779C-AE3B-AC35206DFAB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2082200" y="3716680"/>
                  <a:ext cx="2055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F95184C7-D12C-F4D1-2222-654D346ABF7C}"/>
              </a:ext>
            </a:extLst>
          </p:cNvPr>
          <p:cNvGrpSpPr/>
          <p:nvPr/>
        </p:nvGrpSpPr>
        <p:grpSpPr>
          <a:xfrm>
            <a:off x="2468480" y="3548920"/>
            <a:ext cx="333360" cy="227160"/>
            <a:chOff x="2468480" y="3548920"/>
            <a:chExt cx="333360" cy="22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0FDFC609-7E1A-13FD-6B20-FDFBEE961073}"/>
                    </a:ext>
                  </a:extLst>
                </p14:cNvPr>
                <p14:cNvContentPartPr/>
                <p14:nvPr/>
              </p14:nvContentPartPr>
              <p14:xfrm>
                <a:off x="2542280" y="3672400"/>
                <a:ext cx="6840" cy="1036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0FDFC609-7E1A-13FD-6B20-FDFBEE961073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2531480" y="3661960"/>
                  <a:ext cx="280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C402AFC-9D64-79F9-E27A-7252C0963592}"/>
                    </a:ext>
                  </a:extLst>
                </p14:cNvPr>
                <p14:cNvContentPartPr/>
                <p14:nvPr/>
              </p14:nvContentPartPr>
              <p14:xfrm>
                <a:off x="2468480" y="3548920"/>
                <a:ext cx="360" cy="3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C402AFC-9D64-79F9-E27A-7252C096359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458040" y="35384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440B364-65D1-25B8-9538-9A68A3D8D524}"/>
                    </a:ext>
                  </a:extLst>
                </p14:cNvPr>
                <p14:cNvContentPartPr/>
                <p14:nvPr/>
              </p14:nvContentPartPr>
              <p14:xfrm>
                <a:off x="2680880" y="3605440"/>
                <a:ext cx="120960" cy="1519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440B364-65D1-25B8-9538-9A68A3D8D52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670080" y="3595000"/>
                  <a:ext cx="14220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8DB6E327-82C9-79E8-44D0-A50DDF037D24}"/>
              </a:ext>
            </a:extLst>
          </p:cNvPr>
          <p:cNvGrpSpPr/>
          <p:nvPr/>
        </p:nvGrpSpPr>
        <p:grpSpPr>
          <a:xfrm>
            <a:off x="3185240" y="3311320"/>
            <a:ext cx="1178640" cy="449640"/>
            <a:chOff x="3185240" y="3311320"/>
            <a:chExt cx="1178640" cy="44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B35860E-810A-722E-3F04-AD26EC224E90}"/>
                    </a:ext>
                  </a:extLst>
                </p14:cNvPr>
                <p14:cNvContentPartPr/>
                <p14:nvPr/>
              </p14:nvContentPartPr>
              <p14:xfrm>
                <a:off x="3185240" y="3463240"/>
                <a:ext cx="202680" cy="2689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B35860E-810A-722E-3F04-AD26EC224E9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174440" y="3452800"/>
                  <a:ext cx="2239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0B316F5-FB72-E763-A0E9-B4B930C42C7E}"/>
                    </a:ext>
                  </a:extLst>
                </p14:cNvPr>
                <p14:cNvContentPartPr/>
                <p14:nvPr/>
              </p14:nvContentPartPr>
              <p14:xfrm>
                <a:off x="3420680" y="3543880"/>
                <a:ext cx="82800" cy="1656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0B316F5-FB72-E763-A0E9-B4B930C42C7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409880" y="3533080"/>
                  <a:ext cx="1040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03B4995-5739-44E1-025F-09D1D8601B55}"/>
                    </a:ext>
                  </a:extLst>
                </p14:cNvPr>
                <p14:cNvContentPartPr/>
                <p14:nvPr/>
              </p14:nvContentPartPr>
              <p14:xfrm>
                <a:off x="3547400" y="3325000"/>
                <a:ext cx="209880" cy="4359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F03B4995-5739-44E1-025F-09D1D8601B5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536600" y="3314560"/>
                  <a:ext cx="23112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D02DC44-24B0-27F7-B48C-BCDF8E309436}"/>
                    </a:ext>
                  </a:extLst>
                </p14:cNvPr>
                <p14:cNvContentPartPr/>
                <p14:nvPr/>
              </p14:nvContentPartPr>
              <p14:xfrm>
                <a:off x="3722720" y="3465760"/>
                <a:ext cx="1440" cy="712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D02DC44-24B0-27F7-B48C-BCDF8E30943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711920" y="3454960"/>
                  <a:ext cx="226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498E766-7DDD-95B1-9692-518F838E03FB}"/>
                    </a:ext>
                  </a:extLst>
                </p14:cNvPr>
                <p14:cNvContentPartPr/>
                <p14:nvPr/>
              </p14:nvContentPartPr>
              <p14:xfrm>
                <a:off x="3888320" y="3501400"/>
                <a:ext cx="159840" cy="13572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498E766-7DDD-95B1-9692-518F838E03F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877520" y="3490960"/>
                  <a:ext cx="1810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D918594-FC0D-7D83-EB49-C8F9DAB0C8D0}"/>
                    </a:ext>
                  </a:extLst>
                </p14:cNvPr>
                <p14:cNvContentPartPr/>
                <p14:nvPr/>
              </p14:nvContentPartPr>
              <p14:xfrm>
                <a:off x="4047440" y="3463240"/>
                <a:ext cx="94320" cy="1789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D918594-FC0D-7D83-EB49-C8F9DAB0C8D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037000" y="3452440"/>
                  <a:ext cx="115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DD8219C-AB22-C6B5-CA19-1011D6470395}"/>
                    </a:ext>
                  </a:extLst>
                </p14:cNvPr>
                <p14:cNvContentPartPr/>
                <p14:nvPr/>
              </p14:nvContentPartPr>
              <p14:xfrm>
                <a:off x="4204040" y="3311320"/>
                <a:ext cx="159840" cy="3117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DD8219C-AB22-C6B5-CA19-1011D647039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193240" y="3300880"/>
                  <a:ext cx="181080" cy="33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05835574-886D-B562-46F4-E49FCC5297B3}"/>
              </a:ext>
            </a:extLst>
          </p:cNvPr>
          <p:cNvGrpSpPr/>
          <p:nvPr/>
        </p:nvGrpSpPr>
        <p:grpSpPr>
          <a:xfrm>
            <a:off x="4744400" y="3373240"/>
            <a:ext cx="1386720" cy="307440"/>
            <a:chOff x="4744400" y="3373240"/>
            <a:chExt cx="138672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8177FFE-636C-5A88-5D73-B27B580CC8D5}"/>
                    </a:ext>
                  </a:extLst>
                </p14:cNvPr>
                <p14:cNvContentPartPr/>
                <p14:nvPr/>
              </p14:nvContentPartPr>
              <p14:xfrm>
                <a:off x="4744400" y="3376480"/>
                <a:ext cx="212760" cy="2516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8177FFE-636C-5A88-5D73-B27B580CC8D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733960" y="3366040"/>
                  <a:ext cx="2340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89465F7-6B87-3064-4908-6F65C7F5E3CE}"/>
                    </a:ext>
                  </a:extLst>
                </p14:cNvPr>
                <p14:cNvContentPartPr/>
                <p14:nvPr/>
              </p14:nvContentPartPr>
              <p14:xfrm>
                <a:off x="5033480" y="3443440"/>
                <a:ext cx="107640" cy="1861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89465F7-6B87-3064-4908-6F65C7F5E3C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023040" y="3432640"/>
                  <a:ext cx="1288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E02A3A7-9E53-27A1-4FD9-B1A1C8137E7F}"/>
                    </a:ext>
                  </a:extLst>
                </p14:cNvPr>
                <p14:cNvContentPartPr/>
                <p14:nvPr/>
              </p14:nvContentPartPr>
              <p14:xfrm>
                <a:off x="5239400" y="3501040"/>
                <a:ext cx="126000" cy="151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E02A3A7-9E53-27A1-4FD9-B1A1C8137E7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228960" y="3490600"/>
                  <a:ext cx="1472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04E3198-6D26-2C0A-67F8-AF911646549B}"/>
                    </a:ext>
                  </a:extLst>
                </p14:cNvPr>
                <p14:cNvContentPartPr/>
                <p14:nvPr/>
              </p14:nvContentPartPr>
              <p14:xfrm>
                <a:off x="5290880" y="3373240"/>
                <a:ext cx="37800" cy="3074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04E3198-6D26-2C0A-67F8-AF911646549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280080" y="3362440"/>
                  <a:ext cx="5904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5D41B119-41D1-8755-27CA-726353833727}"/>
                    </a:ext>
                  </a:extLst>
                </p14:cNvPr>
                <p14:cNvContentPartPr/>
                <p14:nvPr/>
              </p14:nvContentPartPr>
              <p14:xfrm>
                <a:off x="5464040" y="3418960"/>
                <a:ext cx="184320" cy="1695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5D41B119-41D1-8755-27CA-72635383372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453600" y="3408160"/>
                  <a:ext cx="2055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387B32BB-957E-4364-1347-93FD1CA4CF76}"/>
                    </a:ext>
                  </a:extLst>
                </p14:cNvPr>
                <p14:cNvContentPartPr/>
                <p14:nvPr/>
              </p14:nvContentPartPr>
              <p14:xfrm>
                <a:off x="5676080" y="3419680"/>
                <a:ext cx="79200" cy="12744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387B32BB-957E-4364-1347-93FD1CA4CF76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665280" y="3409240"/>
                  <a:ext cx="100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88CDF08-C2A5-1270-B0D8-D67405469DDD}"/>
                    </a:ext>
                  </a:extLst>
                </p14:cNvPr>
                <p14:cNvContentPartPr/>
                <p14:nvPr/>
              </p14:nvContentPartPr>
              <p14:xfrm>
                <a:off x="5843840" y="3390520"/>
                <a:ext cx="56160" cy="1807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88CDF08-C2A5-1270-B0D8-D67405469DDD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833040" y="3380080"/>
                  <a:ext cx="774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8FE5E01D-A916-D5D0-A87C-9A0B5A8F8440}"/>
                    </a:ext>
                  </a:extLst>
                </p14:cNvPr>
                <p14:cNvContentPartPr/>
                <p14:nvPr/>
              </p14:nvContentPartPr>
              <p14:xfrm>
                <a:off x="6022040" y="3406000"/>
                <a:ext cx="109080" cy="1526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8FE5E01D-A916-D5D0-A87C-9A0B5A8F8440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011240" y="3395200"/>
                  <a:ext cx="13032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542888CF-9B2E-BE29-850F-FA88622A63B0}"/>
              </a:ext>
            </a:extLst>
          </p:cNvPr>
          <p:cNvGrpSpPr/>
          <p:nvPr/>
        </p:nvGrpSpPr>
        <p:grpSpPr>
          <a:xfrm>
            <a:off x="6539000" y="3245080"/>
            <a:ext cx="687960" cy="336960"/>
            <a:chOff x="6539000" y="3245080"/>
            <a:chExt cx="68796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DDF1C0F-6813-56FC-A90E-E1E9CE261752}"/>
                    </a:ext>
                  </a:extLst>
                </p14:cNvPr>
                <p14:cNvContentPartPr/>
                <p14:nvPr/>
              </p14:nvContentPartPr>
              <p14:xfrm>
                <a:off x="6554480" y="3245080"/>
                <a:ext cx="69840" cy="3042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DDF1C0F-6813-56FC-A90E-E1E9CE26175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543680" y="3234640"/>
                  <a:ext cx="910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539D394-B3E6-87F0-EADB-8F0B5EEEEEBD}"/>
                    </a:ext>
                  </a:extLst>
                </p14:cNvPr>
                <p14:cNvContentPartPr/>
                <p14:nvPr/>
              </p14:nvContentPartPr>
              <p14:xfrm>
                <a:off x="6539000" y="3401680"/>
                <a:ext cx="203400" cy="381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539D394-B3E6-87F0-EADB-8F0B5EEEEEB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528560" y="3391240"/>
                  <a:ext cx="2246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ED16AD4-2059-9988-3A34-F7A34022FBB8}"/>
                    </a:ext>
                  </a:extLst>
                </p14:cNvPr>
                <p14:cNvContentPartPr/>
                <p14:nvPr/>
              </p14:nvContentPartPr>
              <p14:xfrm>
                <a:off x="6831320" y="3369640"/>
                <a:ext cx="174240" cy="2124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ED16AD4-2059-9988-3A34-F7A34022FBB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820880" y="3359200"/>
                  <a:ext cx="1954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CD57D444-0E95-E571-0ADF-CFD94C1FE7BD}"/>
                    </a:ext>
                  </a:extLst>
                </p14:cNvPr>
                <p14:cNvContentPartPr/>
                <p14:nvPr/>
              </p14:nvContentPartPr>
              <p14:xfrm>
                <a:off x="7088720" y="3406000"/>
                <a:ext cx="138240" cy="1440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CD57D444-0E95-E571-0ADF-CFD94C1FE7B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078280" y="3395560"/>
                  <a:ext cx="15948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4F1EF56A-368C-F052-862B-440B1C4A6798}"/>
              </a:ext>
            </a:extLst>
          </p:cNvPr>
          <p:cNvGrpSpPr/>
          <p:nvPr/>
        </p:nvGrpSpPr>
        <p:grpSpPr>
          <a:xfrm>
            <a:off x="7523960" y="3208720"/>
            <a:ext cx="960120" cy="286920"/>
            <a:chOff x="7523960" y="3208720"/>
            <a:chExt cx="960120" cy="2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69E6CFF-90A7-96BD-F014-078A22C47B2F}"/>
                    </a:ext>
                  </a:extLst>
                </p14:cNvPr>
                <p14:cNvContentPartPr/>
                <p14:nvPr/>
              </p14:nvContentPartPr>
              <p14:xfrm>
                <a:off x="7523960" y="3343360"/>
                <a:ext cx="166680" cy="1522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69E6CFF-90A7-96BD-F014-078A22C47B2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513520" y="3332560"/>
                  <a:ext cx="187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E37C66CF-D026-2BA6-3FA1-4EA7F77E44E3}"/>
                    </a:ext>
                  </a:extLst>
                </p14:cNvPr>
                <p14:cNvContentPartPr/>
                <p14:nvPr/>
              </p14:nvContentPartPr>
              <p14:xfrm>
                <a:off x="7765880" y="3359560"/>
                <a:ext cx="138960" cy="1281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E37C66CF-D026-2BA6-3FA1-4EA7F77E44E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755440" y="3348760"/>
                  <a:ext cx="1602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BC665636-CE27-76BE-D169-AB114DE35553}"/>
                    </a:ext>
                  </a:extLst>
                </p14:cNvPr>
                <p14:cNvContentPartPr/>
                <p14:nvPr/>
              </p14:nvContentPartPr>
              <p14:xfrm>
                <a:off x="7928960" y="3208720"/>
                <a:ext cx="181800" cy="2422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BC665636-CE27-76BE-D169-AB114DE3555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918520" y="3197920"/>
                  <a:ext cx="2030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6603166F-3D5D-85EA-DC4E-6819C0EF2132}"/>
                    </a:ext>
                  </a:extLst>
                </p14:cNvPr>
                <p14:cNvContentPartPr/>
                <p14:nvPr/>
              </p14:nvContentPartPr>
              <p14:xfrm>
                <a:off x="8229200" y="3243280"/>
                <a:ext cx="50400" cy="1278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6603166F-3D5D-85EA-DC4E-6819C0EF2132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218400" y="3232840"/>
                  <a:ext cx="716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A481BAF4-F70A-B5E9-FEE3-A1EA08DBEF8C}"/>
                    </a:ext>
                  </a:extLst>
                </p14:cNvPr>
                <p14:cNvContentPartPr/>
                <p14:nvPr/>
              </p14:nvContentPartPr>
              <p14:xfrm>
                <a:off x="8379680" y="3253360"/>
                <a:ext cx="104400" cy="1576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A481BAF4-F70A-B5E9-FEE3-A1EA08DBEF8C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369240" y="3242920"/>
                  <a:ext cx="12564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793067D7-E9FF-CC96-CF70-75CB1243921C}"/>
              </a:ext>
            </a:extLst>
          </p:cNvPr>
          <p:cNvGrpSpPr/>
          <p:nvPr/>
        </p:nvGrpSpPr>
        <p:grpSpPr>
          <a:xfrm>
            <a:off x="8875760" y="3277480"/>
            <a:ext cx="195120" cy="263880"/>
            <a:chOff x="8875760" y="3277480"/>
            <a:chExt cx="19512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63B0C9F7-EC5D-1E4E-2771-010D6E2A2153}"/>
                    </a:ext>
                  </a:extLst>
                </p14:cNvPr>
                <p14:cNvContentPartPr/>
                <p14:nvPr/>
              </p14:nvContentPartPr>
              <p14:xfrm>
                <a:off x="8897360" y="3290800"/>
                <a:ext cx="28440" cy="2505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63B0C9F7-EC5D-1E4E-2771-010D6E2A2153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886920" y="3280360"/>
                  <a:ext cx="496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930111F-CF96-AAF8-9F2D-FB9BD8232DD5}"/>
                    </a:ext>
                  </a:extLst>
                </p14:cNvPr>
                <p14:cNvContentPartPr/>
                <p14:nvPr/>
              </p14:nvContentPartPr>
              <p14:xfrm>
                <a:off x="8875760" y="3277480"/>
                <a:ext cx="195120" cy="1461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930111F-CF96-AAF8-9F2D-FB9BD8232DD5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865320" y="3266680"/>
                  <a:ext cx="21636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A79BBBB0-B608-9722-DB4A-445B5E6CE171}"/>
              </a:ext>
            </a:extLst>
          </p:cNvPr>
          <p:cNvGrpSpPr/>
          <p:nvPr/>
        </p:nvGrpSpPr>
        <p:grpSpPr>
          <a:xfrm>
            <a:off x="9415040" y="3108280"/>
            <a:ext cx="476640" cy="334800"/>
            <a:chOff x="9415040" y="3108280"/>
            <a:chExt cx="47664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DC225052-9352-BBAB-FDF8-6CD387B1C61A}"/>
                    </a:ext>
                  </a:extLst>
                </p14:cNvPr>
                <p14:cNvContentPartPr/>
                <p14:nvPr/>
              </p14:nvContentPartPr>
              <p14:xfrm>
                <a:off x="9415040" y="3294040"/>
                <a:ext cx="320400" cy="1490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DC225052-9352-BBAB-FDF8-6CD387B1C61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404600" y="3283240"/>
                  <a:ext cx="3416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BDFB0A17-F7AB-ABCB-93DB-C7602F8E68DB}"/>
                    </a:ext>
                  </a:extLst>
                </p14:cNvPr>
                <p14:cNvContentPartPr/>
                <p14:nvPr/>
              </p14:nvContentPartPr>
              <p14:xfrm>
                <a:off x="9739400" y="3108280"/>
                <a:ext cx="152280" cy="26100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BDFB0A17-F7AB-ABCB-93DB-C7602F8E68D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728960" y="3097480"/>
                  <a:ext cx="17352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BEAACA23-742E-CC4D-38E6-58A30C23D501}"/>
              </a:ext>
            </a:extLst>
          </p:cNvPr>
          <p:cNvGrpSpPr/>
          <p:nvPr/>
        </p:nvGrpSpPr>
        <p:grpSpPr>
          <a:xfrm>
            <a:off x="10200560" y="3152920"/>
            <a:ext cx="170640" cy="334800"/>
            <a:chOff x="10200560" y="3152920"/>
            <a:chExt cx="17064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B008477-A850-0013-B4A4-BC4431C0BA87}"/>
                    </a:ext>
                  </a:extLst>
                </p14:cNvPr>
                <p14:cNvContentPartPr/>
                <p14:nvPr/>
              </p14:nvContentPartPr>
              <p14:xfrm>
                <a:off x="10200560" y="3152920"/>
                <a:ext cx="128160" cy="3348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B008477-A850-0013-B4A4-BC4431C0BA8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190120" y="3142480"/>
                  <a:ext cx="14940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C19F0D1-9D03-ED80-EA6C-659DC65113CD}"/>
                    </a:ext>
                  </a:extLst>
                </p14:cNvPr>
                <p14:cNvContentPartPr/>
                <p14:nvPr/>
              </p14:nvContentPartPr>
              <p14:xfrm>
                <a:off x="10237640" y="3386920"/>
                <a:ext cx="133560" cy="493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C19F0D1-9D03-ED80-EA6C-659DC65113CD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227200" y="3376120"/>
                  <a:ext cx="15480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F7BA8738-F6A7-4344-21DA-43CF96B4F869}"/>
              </a:ext>
            </a:extLst>
          </p:cNvPr>
          <p:cNvGrpSpPr/>
          <p:nvPr/>
        </p:nvGrpSpPr>
        <p:grpSpPr>
          <a:xfrm>
            <a:off x="10662440" y="3201880"/>
            <a:ext cx="394560" cy="208080"/>
            <a:chOff x="10662440" y="3201880"/>
            <a:chExt cx="39456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BC57D11E-144B-522E-501C-9E79BAE2FD26}"/>
                    </a:ext>
                  </a:extLst>
                </p14:cNvPr>
                <p14:cNvContentPartPr/>
                <p14:nvPr/>
              </p14:nvContentPartPr>
              <p14:xfrm>
                <a:off x="10662440" y="3201880"/>
                <a:ext cx="177480" cy="1825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BC57D11E-144B-522E-501C-9E79BAE2FD26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651640" y="3191080"/>
                  <a:ext cx="1987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B03CE690-9054-C75B-54B2-3A76EF8122D8}"/>
                    </a:ext>
                  </a:extLst>
                </p14:cNvPr>
                <p14:cNvContentPartPr/>
                <p14:nvPr/>
              </p14:nvContentPartPr>
              <p14:xfrm>
                <a:off x="10912640" y="3216640"/>
                <a:ext cx="144360" cy="1933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B03CE690-9054-C75B-54B2-3A76EF8122D8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901840" y="3206200"/>
                  <a:ext cx="165600" cy="21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6693732E-4017-4C94-C2F0-45527FDBB28B}"/>
              </a:ext>
            </a:extLst>
          </p:cNvPr>
          <p:cNvGrpSpPr/>
          <p:nvPr/>
        </p:nvGrpSpPr>
        <p:grpSpPr>
          <a:xfrm>
            <a:off x="11258240" y="3083080"/>
            <a:ext cx="423360" cy="315720"/>
            <a:chOff x="11258240" y="3083080"/>
            <a:chExt cx="42336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21E6EA77-D67F-609A-470F-0532F25D41A5}"/>
                    </a:ext>
                  </a:extLst>
                </p14:cNvPr>
                <p14:cNvContentPartPr/>
                <p14:nvPr/>
              </p14:nvContentPartPr>
              <p14:xfrm>
                <a:off x="11325560" y="3083080"/>
                <a:ext cx="18720" cy="31572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21E6EA77-D67F-609A-470F-0532F25D41A5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1315120" y="3072280"/>
                  <a:ext cx="399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1C570675-84CC-4E8A-A72E-65C35C322C7D}"/>
                    </a:ext>
                  </a:extLst>
                </p14:cNvPr>
                <p14:cNvContentPartPr/>
                <p14:nvPr/>
              </p14:nvContentPartPr>
              <p14:xfrm>
                <a:off x="11258240" y="3255520"/>
                <a:ext cx="159120" cy="219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1C570675-84CC-4E8A-A72E-65C35C322C7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1247800" y="3244720"/>
                  <a:ext cx="1803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F522888-9FAD-E788-40F1-FF7D5C97EFAD}"/>
                    </a:ext>
                  </a:extLst>
                </p14:cNvPr>
                <p14:cNvContentPartPr/>
                <p14:nvPr/>
              </p14:nvContentPartPr>
              <p14:xfrm>
                <a:off x="11462720" y="3102520"/>
                <a:ext cx="218880" cy="25236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F522888-9FAD-E788-40F1-FF7D5C97EFA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1451920" y="3091720"/>
                  <a:ext cx="24012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AEF3E6A0-40E6-52A5-6877-09CB9DD3F540}"/>
              </a:ext>
            </a:extLst>
          </p:cNvPr>
          <p:cNvGrpSpPr/>
          <p:nvPr/>
        </p:nvGrpSpPr>
        <p:grpSpPr>
          <a:xfrm>
            <a:off x="349160" y="4373680"/>
            <a:ext cx="817560" cy="289440"/>
            <a:chOff x="349160" y="4373680"/>
            <a:chExt cx="81756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B58AB94E-9259-967F-AF04-D67BA4549AD4}"/>
                    </a:ext>
                  </a:extLst>
                </p14:cNvPr>
                <p14:cNvContentPartPr/>
                <p14:nvPr/>
              </p14:nvContentPartPr>
              <p14:xfrm>
                <a:off x="349160" y="4373680"/>
                <a:ext cx="23040" cy="28944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B58AB94E-9259-967F-AF04-D67BA4549AD4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338720" y="4363240"/>
                  <a:ext cx="442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0E576D92-87C8-E213-A441-404B186282FC}"/>
                    </a:ext>
                  </a:extLst>
                </p14:cNvPr>
                <p14:cNvContentPartPr/>
                <p14:nvPr/>
              </p14:nvContentPartPr>
              <p14:xfrm>
                <a:off x="442760" y="4517680"/>
                <a:ext cx="133200" cy="1173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0E576D92-87C8-E213-A441-404B186282F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432320" y="4507240"/>
                  <a:ext cx="154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30450663-B31E-3110-135B-705574563046}"/>
                    </a:ext>
                  </a:extLst>
                </p14:cNvPr>
                <p14:cNvContentPartPr/>
                <p14:nvPr/>
              </p14:nvContentPartPr>
              <p14:xfrm>
                <a:off x="674960" y="4467640"/>
                <a:ext cx="148320" cy="16668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30450663-B31E-3110-135B-705574563046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64520" y="4456840"/>
                  <a:ext cx="1695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2C8F81CF-3503-CCB8-EB49-1288C9B3416A}"/>
                    </a:ext>
                  </a:extLst>
                </p14:cNvPr>
                <p14:cNvContentPartPr/>
                <p14:nvPr/>
              </p14:nvContentPartPr>
              <p14:xfrm>
                <a:off x="911120" y="4440280"/>
                <a:ext cx="89280" cy="18432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2C8F81CF-3503-CCB8-EB49-1288C9B3416A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00680" y="4429480"/>
                  <a:ext cx="1105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05063B03-A4BD-0514-EB66-E5CF6913FEFF}"/>
                    </a:ext>
                  </a:extLst>
                </p14:cNvPr>
                <p14:cNvContentPartPr/>
                <p14:nvPr/>
              </p14:nvContentPartPr>
              <p14:xfrm>
                <a:off x="1054400" y="4451440"/>
                <a:ext cx="112320" cy="1922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05063B03-A4BD-0514-EB66-E5CF6913FEF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43600" y="4441000"/>
                  <a:ext cx="13356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D56F5AAA-A170-C66B-CE64-8BEFBDB3D324}"/>
              </a:ext>
            </a:extLst>
          </p:cNvPr>
          <p:cNvGrpSpPr/>
          <p:nvPr/>
        </p:nvGrpSpPr>
        <p:grpSpPr>
          <a:xfrm>
            <a:off x="1538240" y="4256320"/>
            <a:ext cx="748080" cy="314280"/>
            <a:chOff x="1538240" y="4256320"/>
            <a:chExt cx="74808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2AEC771B-D4C6-F721-793E-3A1A0EF247E9}"/>
                    </a:ext>
                  </a:extLst>
                </p14:cNvPr>
                <p14:cNvContentPartPr/>
                <p14:nvPr/>
              </p14:nvContentPartPr>
              <p14:xfrm>
                <a:off x="1538240" y="4359280"/>
                <a:ext cx="193320" cy="2113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2AEC771B-D4C6-F721-793E-3A1A0EF247E9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527440" y="4348480"/>
                  <a:ext cx="2145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74B783AC-C3ED-B5F0-2733-84883E0F1223}"/>
                    </a:ext>
                  </a:extLst>
                </p14:cNvPr>
                <p14:cNvContentPartPr/>
                <p14:nvPr/>
              </p14:nvContentPartPr>
              <p14:xfrm>
                <a:off x="1767920" y="4357120"/>
                <a:ext cx="120240" cy="1170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74B783AC-C3ED-B5F0-2733-84883E0F1223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757480" y="4346320"/>
                  <a:ext cx="1414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D606BC37-6DC6-1D2B-D16E-6B5F82C1DE65}"/>
                    </a:ext>
                  </a:extLst>
                </p14:cNvPr>
                <p14:cNvContentPartPr/>
                <p14:nvPr/>
              </p14:nvContentPartPr>
              <p14:xfrm>
                <a:off x="1940720" y="4256320"/>
                <a:ext cx="190080" cy="2332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D606BC37-6DC6-1D2B-D16E-6B5F82C1DE65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930280" y="4245520"/>
                  <a:ext cx="211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431DF742-E7BE-59FA-7882-5ED43A0CC6CE}"/>
                    </a:ext>
                  </a:extLst>
                </p14:cNvPr>
                <p14:cNvContentPartPr/>
                <p14:nvPr/>
              </p14:nvContentPartPr>
              <p14:xfrm>
                <a:off x="2214320" y="4314640"/>
                <a:ext cx="72000" cy="1213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431DF742-E7BE-59FA-7882-5ED43A0CC6C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203880" y="4304200"/>
                  <a:ext cx="9324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8ABD4389-D73B-B3D6-DB4E-54CB428ACC09}"/>
              </a:ext>
            </a:extLst>
          </p:cNvPr>
          <p:cNvGrpSpPr/>
          <p:nvPr/>
        </p:nvGrpSpPr>
        <p:grpSpPr>
          <a:xfrm>
            <a:off x="2689520" y="4163080"/>
            <a:ext cx="321480" cy="298800"/>
            <a:chOff x="2689520" y="4163080"/>
            <a:chExt cx="321480" cy="29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312932F0-726E-FF78-DE82-9D57A5FF36C3}"/>
                    </a:ext>
                  </a:extLst>
                </p14:cNvPr>
                <p14:cNvContentPartPr/>
                <p14:nvPr/>
              </p14:nvContentPartPr>
              <p14:xfrm>
                <a:off x="2727680" y="4308880"/>
                <a:ext cx="36000" cy="1465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312932F0-726E-FF78-DE82-9D57A5FF36C3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716880" y="4298080"/>
                  <a:ext cx="572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2D481599-C66D-D23D-662C-7EA06539E801}"/>
                    </a:ext>
                  </a:extLst>
                </p14:cNvPr>
                <p14:cNvContentPartPr/>
                <p14:nvPr/>
              </p14:nvContentPartPr>
              <p14:xfrm>
                <a:off x="2689520" y="4163080"/>
                <a:ext cx="114480" cy="9108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2D481599-C66D-D23D-662C-7EA06539E80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678720" y="4152640"/>
                  <a:ext cx="1357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2DCC12B5-DCB2-C092-27DC-7DA88F07E493}"/>
                    </a:ext>
                  </a:extLst>
                </p14:cNvPr>
                <p14:cNvContentPartPr/>
                <p14:nvPr/>
              </p14:nvContentPartPr>
              <p14:xfrm>
                <a:off x="2902640" y="4209520"/>
                <a:ext cx="108360" cy="25236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2DCC12B5-DCB2-C092-27DC-7DA88F07E493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892200" y="4199080"/>
                  <a:ext cx="12960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5911DB44-5FBB-0DE0-C599-56A48143A478}"/>
              </a:ext>
            </a:extLst>
          </p:cNvPr>
          <p:cNvGrpSpPr/>
          <p:nvPr/>
        </p:nvGrpSpPr>
        <p:grpSpPr>
          <a:xfrm>
            <a:off x="3310160" y="4116640"/>
            <a:ext cx="282240" cy="328320"/>
            <a:chOff x="3310160" y="4116640"/>
            <a:chExt cx="28224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79C81AE6-9460-75DE-4519-0DE087CFE8C9}"/>
                    </a:ext>
                  </a:extLst>
                </p14:cNvPr>
                <p14:cNvContentPartPr/>
                <p14:nvPr/>
              </p14:nvContentPartPr>
              <p14:xfrm>
                <a:off x="3458480" y="4123480"/>
                <a:ext cx="14400" cy="32148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79C81AE6-9460-75DE-4519-0DE087CFE8C9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448040" y="4113040"/>
                  <a:ext cx="356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9EF88DB7-0651-0E1A-68FD-7660F0D4032C}"/>
                    </a:ext>
                  </a:extLst>
                </p14:cNvPr>
                <p14:cNvContentPartPr/>
                <p14:nvPr/>
              </p14:nvContentPartPr>
              <p14:xfrm>
                <a:off x="3310160" y="4116640"/>
                <a:ext cx="282240" cy="3024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9EF88DB7-0651-0E1A-68FD-7660F0D4032C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299720" y="4106200"/>
                  <a:ext cx="30348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0DAFD77C-B9D2-D87A-3D45-DF4F1BEFCD5B}"/>
              </a:ext>
            </a:extLst>
          </p:cNvPr>
          <p:cNvGrpSpPr/>
          <p:nvPr/>
        </p:nvGrpSpPr>
        <p:grpSpPr>
          <a:xfrm>
            <a:off x="3863480" y="4035640"/>
            <a:ext cx="786240" cy="387720"/>
            <a:chOff x="3863480" y="4035640"/>
            <a:chExt cx="786240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B531E20E-7955-156B-7483-3AF6F7E4044A}"/>
                    </a:ext>
                  </a:extLst>
                </p14:cNvPr>
                <p14:cNvContentPartPr/>
                <p14:nvPr/>
              </p14:nvContentPartPr>
              <p14:xfrm>
                <a:off x="3919280" y="4097560"/>
                <a:ext cx="57600" cy="3258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B531E20E-7955-156B-7483-3AF6F7E4044A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908840" y="4086760"/>
                  <a:ext cx="788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391A6A5E-B908-B32E-D8AF-6B6D969F621A}"/>
                    </a:ext>
                  </a:extLst>
                </p14:cNvPr>
                <p14:cNvContentPartPr/>
                <p14:nvPr/>
              </p14:nvContentPartPr>
              <p14:xfrm>
                <a:off x="3863480" y="4311040"/>
                <a:ext cx="228960" cy="4500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391A6A5E-B908-B32E-D8AF-6B6D969F621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853040" y="4300240"/>
                  <a:ext cx="2502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912E1656-7AEE-61C4-F4EB-E82FEF5DC7BA}"/>
                    </a:ext>
                  </a:extLst>
                </p14:cNvPr>
                <p14:cNvContentPartPr/>
                <p14:nvPr/>
              </p14:nvContentPartPr>
              <p14:xfrm>
                <a:off x="4141400" y="4100800"/>
                <a:ext cx="200880" cy="30096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912E1656-7AEE-61C4-F4EB-E82FEF5DC7B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4130960" y="4090360"/>
                  <a:ext cx="2221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177B327F-6C27-2853-0FBD-7C8A138F7161}"/>
                    </a:ext>
                  </a:extLst>
                </p14:cNvPr>
                <p14:cNvContentPartPr/>
                <p14:nvPr/>
              </p14:nvContentPartPr>
              <p14:xfrm>
                <a:off x="4342640" y="4202320"/>
                <a:ext cx="167400" cy="1677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177B327F-6C27-2853-0FBD-7C8A138F7161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4331840" y="4191880"/>
                  <a:ext cx="1886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12493F5C-ABDE-C6F9-0C0D-237160C700F3}"/>
                    </a:ext>
                  </a:extLst>
                </p14:cNvPr>
                <p14:cNvContentPartPr/>
                <p14:nvPr/>
              </p14:nvContentPartPr>
              <p14:xfrm>
                <a:off x="4546400" y="4035640"/>
                <a:ext cx="68760" cy="38088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12493F5C-ABDE-C6F9-0C0D-237160C700F3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4535960" y="4025200"/>
                  <a:ext cx="900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2C021332-F7BB-D475-8008-166BDB6619A3}"/>
                    </a:ext>
                  </a:extLst>
                </p14:cNvPr>
                <p14:cNvContentPartPr/>
                <p14:nvPr/>
              </p14:nvContentPartPr>
              <p14:xfrm>
                <a:off x="4550360" y="4193320"/>
                <a:ext cx="99360" cy="2772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2C021332-F7BB-D475-8008-166BDB6619A3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4539560" y="4182880"/>
                  <a:ext cx="12060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1ABFECEA-EC8D-48A4-B2AB-1FB7CA7C3249}"/>
              </a:ext>
            </a:extLst>
          </p:cNvPr>
          <p:cNvGrpSpPr/>
          <p:nvPr/>
        </p:nvGrpSpPr>
        <p:grpSpPr>
          <a:xfrm>
            <a:off x="4904240" y="4015120"/>
            <a:ext cx="570240" cy="385920"/>
            <a:chOff x="4904240" y="4015120"/>
            <a:chExt cx="570240" cy="38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B30DB161-0652-1112-B443-CB8E357D52DB}"/>
                    </a:ext>
                  </a:extLst>
                </p14:cNvPr>
                <p14:cNvContentPartPr/>
                <p14:nvPr/>
              </p14:nvContentPartPr>
              <p14:xfrm>
                <a:off x="4904240" y="4015120"/>
                <a:ext cx="180720" cy="3852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B30DB161-0652-1112-B443-CB8E357D52DB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4893800" y="4004680"/>
                  <a:ext cx="20196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4B6D5617-29B3-0D11-92E7-4684A1A85BAF}"/>
                    </a:ext>
                  </a:extLst>
                </p14:cNvPr>
                <p14:cNvContentPartPr/>
                <p14:nvPr/>
              </p14:nvContentPartPr>
              <p14:xfrm>
                <a:off x="5115560" y="4178560"/>
                <a:ext cx="149760" cy="2224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4B6D5617-29B3-0D11-92E7-4684A1A85BAF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5104760" y="4167760"/>
                  <a:ext cx="171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F8544A59-C385-7277-5AC2-CF0B6D4CCC37}"/>
                    </a:ext>
                  </a:extLst>
                </p14:cNvPr>
                <p14:cNvContentPartPr/>
                <p14:nvPr/>
              </p14:nvContentPartPr>
              <p14:xfrm>
                <a:off x="5357480" y="4199080"/>
                <a:ext cx="117000" cy="1746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F8544A59-C385-7277-5AC2-CF0B6D4CCC37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5346680" y="4188280"/>
                  <a:ext cx="13824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C2AEEE7B-01BE-124D-D3B7-93D7192E7593}"/>
              </a:ext>
            </a:extLst>
          </p:cNvPr>
          <p:cNvGrpSpPr/>
          <p:nvPr/>
        </p:nvGrpSpPr>
        <p:grpSpPr>
          <a:xfrm>
            <a:off x="5862200" y="3961480"/>
            <a:ext cx="794160" cy="363600"/>
            <a:chOff x="5862200" y="3961480"/>
            <a:chExt cx="794160" cy="36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C015B41E-C81E-238A-BC5A-0B69CDA21CEF}"/>
                    </a:ext>
                  </a:extLst>
                </p14:cNvPr>
                <p14:cNvContentPartPr/>
                <p14:nvPr/>
              </p14:nvContentPartPr>
              <p14:xfrm>
                <a:off x="5862200" y="3976240"/>
                <a:ext cx="133200" cy="3438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C015B41E-C81E-238A-BC5A-0B69CDA21CEF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5851760" y="3965800"/>
                  <a:ext cx="1544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D3B0783B-1348-28C5-26D2-B95A4EDCC529}"/>
                    </a:ext>
                  </a:extLst>
                </p14:cNvPr>
                <p14:cNvContentPartPr/>
                <p14:nvPr/>
              </p14:nvContentPartPr>
              <p14:xfrm>
                <a:off x="6053000" y="4219960"/>
                <a:ext cx="155160" cy="925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D3B0783B-1348-28C5-26D2-B95A4EDCC529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6042560" y="4209520"/>
                  <a:ext cx="1764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1BC7707A-9FBD-F869-E06A-59BBD2D2FB50}"/>
                    </a:ext>
                  </a:extLst>
                </p14:cNvPr>
                <p14:cNvContentPartPr/>
                <p14:nvPr/>
              </p14:nvContentPartPr>
              <p14:xfrm>
                <a:off x="6335600" y="3961480"/>
                <a:ext cx="24840" cy="3636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1BC7707A-9FBD-F869-E06A-59BBD2D2FB50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6325160" y="3950680"/>
                  <a:ext cx="460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5BC9D23C-7A54-11DF-4597-B686F26A4143}"/>
                    </a:ext>
                  </a:extLst>
                </p14:cNvPr>
                <p14:cNvContentPartPr/>
                <p14:nvPr/>
              </p14:nvContentPartPr>
              <p14:xfrm>
                <a:off x="6316880" y="4173880"/>
                <a:ext cx="124920" cy="450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5BC9D23C-7A54-11DF-4597-B686F26A4143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306440" y="4163440"/>
                  <a:ext cx="1461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EE357CF7-D651-7589-2B23-97E73AA50315}"/>
                    </a:ext>
                  </a:extLst>
                </p14:cNvPr>
                <p14:cNvContentPartPr/>
                <p14:nvPr/>
              </p14:nvContentPartPr>
              <p14:xfrm>
                <a:off x="6492200" y="3996760"/>
                <a:ext cx="164160" cy="32580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EE357CF7-D651-7589-2B23-97E73AA5031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6481400" y="3986320"/>
                  <a:ext cx="185400" cy="34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C53E8127-C5C1-369A-ACA0-A1CB550AF4EF}"/>
              </a:ext>
            </a:extLst>
          </p:cNvPr>
          <p:cNvGrpSpPr/>
          <p:nvPr/>
        </p:nvGrpSpPr>
        <p:grpSpPr>
          <a:xfrm>
            <a:off x="7054520" y="4124200"/>
            <a:ext cx="223200" cy="270360"/>
            <a:chOff x="7054520" y="4124200"/>
            <a:chExt cx="22320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688CCDD3-D0CF-A946-3E6F-B111A6625BEF}"/>
                    </a:ext>
                  </a:extLst>
                </p14:cNvPr>
                <p14:cNvContentPartPr/>
                <p14:nvPr/>
              </p14:nvContentPartPr>
              <p14:xfrm>
                <a:off x="7112840" y="4129240"/>
                <a:ext cx="16920" cy="2653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688CCDD3-D0CF-A946-3E6F-B111A6625BEF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102040" y="4118800"/>
                  <a:ext cx="381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C50C601B-067D-15B1-57BA-3A417D69704D}"/>
                    </a:ext>
                  </a:extLst>
                </p14:cNvPr>
                <p14:cNvContentPartPr/>
                <p14:nvPr/>
              </p14:nvContentPartPr>
              <p14:xfrm>
                <a:off x="7054520" y="4124200"/>
                <a:ext cx="223200" cy="1695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C50C601B-067D-15B1-57BA-3A417D69704D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043720" y="4113400"/>
                  <a:ext cx="24444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1DD86779-B217-5514-300F-21A4BC32F1E6}"/>
              </a:ext>
            </a:extLst>
          </p:cNvPr>
          <p:cNvGrpSpPr/>
          <p:nvPr/>
        </p:nvGrpSpPr>
        <p:grpSpPr>
          <a:xfrm>
            <a:off x="7624400" y="3877960"/>
            <a:ext cx="676440" cy="383760"/>
            <a:chOff x="7624400" y="3877960"/>
            <a:chExt cx="676440" cy="3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A2824439-EC6B-4B58-E202-3E60FCFE3CF8}"/>
                    </a:ext>
                  </a:extLst>
                </p14:cNvPr>
                <p14:cNvContentPartPr/>
                <p14:nvPr/>
              </p14:nvContentPartPr>
              <p14:xfrm>
                <a:off x="7624400" y="4066240"/>
                <a:ext cx="400320" cy="1954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A2824439-EC6B-4B58-E202-3E60FCFE3CF8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613600" y="4055800"/>
                  <a:ext cx="4215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E981D5F3-DF5C-586B-A166-47460E09EB4B}"/>
                    </a:ext>
                  </a:extLst>
                </p14:cNvPr>
                <p14:cNvContentPartPr/>
                <p14:nvPr/>
              </p14:nvContentPartPr>
              <p14:xfrm>
                <a:off x="8103200" y="3877960"/>
                <a:ext cx="197640" cy="36396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E981D5F3-DF5C-586B-A166-47460E09EB4B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092760" y="3867520"/>
                  <a:ext cx="218880" cy="38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26032EC8-433A-19C7-9D65-BF1D7C84CC32}"/>
              </a:ext>
            </a:extLst>
          </p:cNvPr>
          <p:cNvGrpSpPr/>
          <p:nvPr/>
        </p:nvGrpSpPr>
        <p:grpSpPr>
          <a:xfrm>
            <a:off x="8716280" y="3960400"/>
            <a:ext cx="256320" cy="380520"/>
            <a:chOff x="8716280" y="3960400"/>
            <a:chExt cx="256320" cy="38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32C102B3-07B3-F146-71B6-B7F686FF1D2B}"/>
                    </a:ext>
                  </a:extLst>
                </p14:cNvPr>
                <p14:cNvContentPartPr/>
                <p14:nvPr/>
              </p14:nvContentPartPr>
              <p14:xfrm>
                <a:off x="8716280" y="3960400"/>
                <a:ext cx="180000" cy="38052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32C102B3-07B3-F146-71B6-B7F686FF1D2B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705840" y="3949960"/>
                  <a:ext cx="2012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8D9EDF5E-E489-D10B-B0C2-18068D388F5C}"/>
                    </a:ext>
                  </a:extLst>
                </p14:cNvPr>
                <p14:cNvContentPartPr/>
                <p14:nvPr/>
              </p14:nvContentPartPr>
              <p14:xfrm>
                <a:off x="8795840" y="4239040"/>
                <a:ext cx="176760" cy="5868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8D9EDF5E-E489-D10B-B0C2-18068D388F5C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785400" y="4228600"/>
                  <a:ext cx="19800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71BA9A22-7EB3-5754-2127-F0B282208835}"/>
              </a:ext>
            </a:extLst>
          </p:cNvPr>
          <p:cNvGrpSpPr/>
          <p:nvPr/>
        </p:nvGrpSpPr>
        <p:grpSpPr>
          <a:xfrm>
            <a:off x="9388760" y="4027720"/>
            <a:ext cx="384840" cy="199440"/>
            <a:chOff x="9388760" y="4027720"/>
            <a:chExt cx="384840" cy="19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0C486E88-096C-893F-6E17-694B7D0B2951}"/>
                    </a:ext>
                  </a:extLst>
                </p14:cNvPr>
                <p14:cNvContentPartPr/>
                <p14:nvPr/>
              </p14:nvContentPartPr>
              <p14:xfrm>
                <a:off x="9388760" y="4027720"/>
                <a:ext cx="208440" cy="1994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0C486E88-096C-893F-6E17-694B7D0B2951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9377960" y="4016920"/>
                  <a:ext cx="2296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1ECB8495-2E0C-126E-DE7B-EA98F9E9D39E}"/>
                    </a:ext>
                  </a:extLst>
                </p14:cNvPr>
                <p14:cNvContentPartPr/>
                <p14:nvPr/>
              </p14:nvContentPartPr>
              <p14:xfrm>
                <a:off x="9666320" y="4033480"/>
                <a:ext cx="107280" cy="17604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1ECB8495-2E0C-126E-DE7B-EA98F9E9D39E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9655520" y="4022680"/>
                  <a:ext cx="12852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211674FA-4F08-BA04-65D2-1FC3D3C519ED}"/>
              </a:ext>
            </a:extLst>
          </p:cNvPr>
          <p:cNvGrpSpPr/>
          <p:nvPr/>
        </p:nvGrpSpPr>
        <p:grpSpPr>
          <a:xfrm>
            <a:off x="10076000" y="3757000"/>
            <a:ext cx="1801800" cy="442440"/>
            <a:chOff x="10076000" y="3757000"/>
            <a:chExt cx="1801800" cy="44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456F0C43-B6E8-4E32-CFD9-5D9414E65317}"/>
                    </a:ext>
                  </a:extLst>
                </p14:cNvPr>
                <p14:cNvContentPartPr/>
                <p14:nvPr/>
              </p14:nvContentPartPr>
              <p14:xfrm>
                <a:off x="10076000" y="3943120"/>
                <a:ext cx="156960" cy="25632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456F0C43-B6E8-4E32-CFD9-5D9414E65317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065560" y="3932680"/>
                  <a:ext cx="1782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43F4F808-1F74-94FA-0E7D-BB765521C6BD}"/>
                    </a:ext>
                  </a:extLst>
                </p14:cNvPr>
                <p14:cNvContentPartPr/>
                <p14:nvPr/>
              </p14:nvContentPartPr>
              <p14:xfrm>
                <a:off x="10322960" y="3993520"/>
                <a:ext cx="84240" cy="15444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43F4F808-1F74-94FA-0E7D-BB765521C6BD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0312160" y="3982720"/>
                  <a:ext cx="1054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55B90298-47B3-ECAA-2127-1A575243BE61}"/>
                    </a:ext>
                  </a:extLst>
                </p14:cNvPr>
                <p14:cNvContentPartPr/>
                <p14:nvPr/>
              </p14:nvContentPartPr>
              <p14:xfrm>
                <a:off x="10449680" y="4007920"/>
                <a:ext cx="138600" cy="1684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55B90298-47B3-ECAA-2127-1A575243BE61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0439240" y="3997480"/>
                  <a:ext cx="1598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B2AD4936-C103-3EFC-3351-BF1A8B6EC394}"/>
                    </a:ext>
                  </a:extLst>
                </p14:cNvPr>
                <p14:cNvContentPartPr/>
                <p14:nvPr/>
              </p14:nvContentPartPr>
              <p14:xfrm>
                <a:off x="10648760" y="3996760"/>
                <a:ext cx="113760" cy="14652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B2AD4936-C103-3EFC-3351-BF1A8B6EC394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637960" y="3986320"/>
                  <a:ext cx="1350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A2E750CB-A11E-6AEE-E550-6C66E4A8C4FB}"/>
                    </a:ext>
                  </a:extLst>
                </p14:cNvPr>
                <p14:cNvContentPartPr/>
                <p14:nvPr/>
              </p14:nvContentPartPr>
              <p14:xfrm>
                <a:off x="10774760" y="3968320"/>
                <a:ext cx="67680" cy="17532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A2E750CB-A11E-6AEE-E550-6C66E4A8C4F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763960" y="3957520"/>
                  <a:ext cx="889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13219165-0805-51F4-1E12-0E308406A223}"/>
                    </a:ext>
                  </a:extLst>
                </p14:cNvPr>
                <p14:cNvContentPartPr/>
                <p14:nvPr/>
              </p14:nvContentPartPr>
              <p14:xfrm>
                <a:off x="10920200" y="3966520"/>
                <a:ext cx="117720" cy="1324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13219165-0805-51F4-1E12-0E308406A223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0909760" y="3956080"/>
                  <a:ext cx="138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911FFF1-DFF4-BEF8-93A1-EA9D6E80F265}"/>
                    </a:ext>
                  </a:extLst>
                </p14:cNvPr>
                <p14:cNvContentPartPr/>
                <p14:nvPr/>
              </p14:nvContentPartPr>
              <p14:xfrm>
                <a:off x="11143760" y="3886240"/>
                <a:ext cx="123480" cy="2606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911FFF1-DFF4-BEF8-93A1-EA9D6E80F265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1133320" y="3875440"/>
                  <a:ext cx="1447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6161975A-2D4F-DDCD-13D9-E86EF1E5F26B}"/>
                    </a:ext>
                  </a:extLst>
                </p14:cNvPr>
                <p14:cNvContentPartPr/>
                <p14:nvPr/>
              </p14:nvContentPartPr>
              <p14:xfrm>
                <a:off x="11332040" y="3933040"/>
                <a:ext cx="204840" cy="1663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6161975A-2D4F-DDCD-13D9-E86EF1E5F26B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1321240" y="3922600"/>
                  <a:ext cx="2260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68D99484-CC1E-DC60-61FC-2FC47B2805CC}"/>
                    </a:ext>
                  </a:extLst>
                </p14:cNvPr>
                <p14:cNvContentPartPr/>
                <p14:nvPr/>
              </p14:nvContentPartPr>
              <p14:xfrm>
                <a:off x="11579720" y="3757000"/>
                <a:ext cx="60840" cy="27900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68D99484-CC1E-DC60-61FC-2FC47B2805CC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1569280" y="3746200"/>
                  <a:ext cx="820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829A2915-9ABB-53EA-8956-130EA51CA4FF}"/>
                    </a:ext>
                  </a:extLst>
                </p14:cNvPr>
                <p14:cNvContentPartPr/>
                <p14:nvPr/>
              </p14:nvContentPartPr>
              <p14:xfrm>
                <a:off x="11543720" y="3896320"/>
                <a:ext cx="126000" cy="118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829A2915-9ABB-53EA-8956-130EA51CA4FF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1533280" y="3885880"/>
                  <a:ext cx="147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91FC18DC-9C5C-113E-8FE1-742147B203A4}"/>
                    </a:ext>
                  </a:extLst>
                </p14:cNvPr>
                <p14:cNvContentPartPr/>
                <p14:nvPr/>
              </p14:nvContentPartPr>
              <p14:xfrm>
                <a:off x="11795000" y="3913960"/>
                <a:ext cx="82800" cy="15300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91FC18DC-9C5C-113E-8FE1-742147B203A4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1784560" y="3903520"/>
                  <a:ext cx="10404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15375833-2183-82AF-E927-8BC7403754A6}"/>
              </a:ext>
            </a:extLst>
          </p:cNvPr>
          <p:cNvGrpSpPr/>
          <p:nvPr/>
        </p:nvGrpSpPr>
        <p:grpSpPr>
          <a:xfrm>
            <a:off x="305600" y="4901440"/>
            <a:ext cx="1054080" cy="473400"/>
            <a:chOff x="305600" y="4901440"/>
            <a:chExt cx="1054080" cy="47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74E9F8D3-C40E-BE47-30F4-B0FD204B9192}"/>
                    </a:ext>
                  </a:extLst>
                </p14:cNvPr>
                <p14:cNvContentPartPr/>
                <p14:nvPr/>
              </p14:nvContentPartPr>
              <p14:xfrm>
                <a:off x="305600" y="4940320"/>
                <a:ext cx="128880" cy="43452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74E9F8D3-C40E-BE47-30F4-B0FD204B9192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94800" y="4929880"/>
                  <a:ext cx="15012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E020F575-96BF-E8C8-7566-C7089D6E994D}"/>
                    </a:ext>
                  </a:extLst>
                </p14:cNvPr>
                <p14:cNvContentPartPr/>
                <p14:nvPr/>
              </p14:nvContentPartPr>
              <p14:xfrm>
                <a:off x="489200" y="5114200"/>
                <a:ext cx="190080" cy="18396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E020F575-96BF-E8C8-7566-C7089D6E994D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478400" y="5103400"/>
                  <a:ext cx="2113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4E25D13E-3755-1949-6582-5FCA7D27415B}"/>
                    </a:ext>
                  </a:extLst>
                </p14:cNvPr>
                <p14:cNvContentPartPr/>
                <p14:nvPr/>
              </p14:nvContentPartPr>
              <p14:xfrm>
                <a:off x="768920" y="4901440"/>
                <a:ext cx="145080" cy="41256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4E25D13E-3755-1949-6582-5FCA7D27415B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758480" y="4891000"/>
                  <a:ext cx="16632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E4B9B6B8-8361-8FC9-4BDD-DFB4A55ACA84}"/>
                    </a:ext>
                  </a:extLst>
                </p14:cNvPr>
                <p14:cNvContentPartPr/>
                <p14:nvPr/>
              </p14:nvContentPartPr>
              <p14:xfrm>
                <a:off x="937040" y="5051200"/>
                <a:ext cx="42840" cy="1731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E4B9B6B8-8361-8FC9-4BDD-DFB4A55ACA84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926600" y="5040400"/>
                  <a:ext cx="640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BA130708-880A-EB8D-8FF2-50BDD3EF71A2}"/>
                    </a:ext>
                  </a:extLst>
                </p14:cNvPr>
                <p14:cNvContentPartPr/>
                <p14:nvPr/>
              </p14:nvContentPartPr>
              <p14:xfrm>
                <a:off x="1087880" y="5038600"/>
                <a:ext cx="108000" cy="19692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BA130708-880A-EB8D-8FF2-50BDD3EF71A2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077440" y="5028160"/>
                  <a:ext cx="1292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2CE71030-2E94-9BAD-4A6E-AA2A0260AE7D}"/>
                    </a:ext>
                  </a:extLst>
                </p14:cNvPr>
                <p14:cNvContentPartPr/>
                <p14:nvPr/>
              </p14:nvContentPartPr>
              <p14:xfrm>
                <a:off x="1260680" y="5043640"/>
                <a:ext cx="99000" cy="18288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2CE71030-2E94-9BAD-4A6E-AA2A0260AE7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250240" y="5032840"/>
                  <a:ext cx="12024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9" name="Group 428">
            <a:extLst>
              <a:ext uri="{FF2B5EF4-FFF2-40B4-BE49-F238E27FC236}">
                <a16:creationId xmlns:a16="http://schemas.microsoft.com/office/drawing/2014/main" id="{A4B9F415-1761-DE0A-18F6-34E09392A62E}"/>
              </a:ext>
            </a:extLst>
          </p:cNvPr>
          <p:cNvGrpSpPr/>
          <p:nvPr/>
        </p:nvGrpSpPr>
        <p:grpSpPr>
          <a:xfrm>
            <a:off x="1589720" y="4993240"/>
            <a:ext cx="332280" cy="216000"/>
            <a:chOff x="1589720" y="4993240"/>
            <a:chExt cx="33228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718E8B42-0BDC-ED1C-D47E-54DF85C01A59}"/>
                    </a:ext>
                  </a:extLst>
                </p14:cNvPr>
                <p14:cNvContentPartPr/>
                <p14:nvPr/>
              </p14:nvContentPartPr>
              <p14:xfrm>
                <a:off x="1589720" y="5053360"/>
                <a:ext cx="180000" cy="15588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718E8B42-0BDC-ED1C-D47E-54DF85C01A59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578920" y="5042920"/>
                  <a:ext cx="2012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19539D1D-900B-F8EE-1B8B-714DD9FC3331}"/>
                    </a:ext>
                  </a:extLst>
                </p14:cNvPr>
                <p14:cNvContentPartPr/>
                <p14:nvPr/>
              </p14:nvContentPartPr>
              <p14:xfrm>
                <a:off x="1855760" y="4993240"/>
                <a:ext cx="66240" cy="16920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19539D1D-900B-F8EE-1B8B-714DD9FC333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844960" y="4982440"/>
                  <a:ext cx="8748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0BE26235-9032-393C-228B-A0B9B094F013}"/>
              </a:ext>
            </a:extLst>
          </p:cNvPr>
          <p:cNvGrpSpPr/>
          <p:nvPr/>
        </p:nvGrpSpPr>
        <p:grpSpPr>
          <a:xfrm>
            <a:off x="2130080" y="4811080"/>
            <a:ext cx="1015560" cy="314640"/>
            <a:chOff x="2130080" y="4811080"/>
            <a:chExt cx="101556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7B5746EE-DBF6-5F9C-2786-3E022EC3FA8E}"/>
                    </a:ext>
                  </a:extLst>
                </p14:cNvPr>
                <p14:cNvContentPartPr/>
                <p14:nvPr/>
              </p14:nvContentPartPr>
              <p14:xfrm>
                <a:off x="2130080" y="4811080"/>
                <a:ext cx="460800" cy="29520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7B5746EE-DBF6-5F9C-2786-3E022EC3FA8E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119280" y="4800640"/>
                  <a:ext cx="4820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D491FFD8-D762-CBAE-76E6-C393A5F653CD}"/>
                    </a:ext>
                  </a:extLst>
                </p14:cNvPr>
                <p14:cNvContentPartPr/>
                <p14:nvPr/>
              </p14:nvContentPartPr>
              <p14:xfrm>
                <a:off x="2671520" y="4959400"/>
                <a:ext cx="137160" cy="11736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D491FFD8-D762-CBAE-76E6-C393A5F653CD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661080" y="4948960"/>
                  <a:ext cx="1584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80C2BE65-D52D-8EB4-620B-E293738A0677}"/>
                    </a:ext>
                  </a:extLst>
                </p14:cNvPr>
                <p14:cNvContentPartPr/>
                <p14:nvPr/>
              </p14:nvContentPartPr>
              <p14:xfrm>
                <a:off x="2879960" y="4884520"/>
                <a:ext cx="265680" cy="24120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80C2BE65-D52D-8EB4-620B-E293738A0677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869160" y="4873720"/>
                  <a:ext cx="286920" cy="26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2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8CBFD19E-CD5B-D78F-BAAE-31D4F779263B}"/>
                  </a:ext>
                </a:extLst>
              </p14:cNvPr>
              <p14:cNvContentPartPr/>
              <p14:nvPr/>
            </p14:nvContentPartPr>
            <p14:xfrm>
              <a:off x="3532640" y="4939240"/>
              <a:ext cx="205560" cy="208440"/>
            </p14:xfrm>
          </p:contentPart>
        </mc:Choice>
        <mc:Fallback xmlns=""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8CBFD19E-CD5B-D78F-BAAE-31D4F779263B}"/>
                  </a:ext>
                </a:extLst>
              </p:cNvPr>
              <p:cNvPicPr/>
              <p:nvPr/>
            </p:nvPicPr>
            <p:blipFill>
              <a:blip r:embed="rId543"/>
              <a:stretch>
                <a:fillRect/>
              </a:stretch>
            </p:blipFill>
            <p:spPr>
              <a:xfrm>
                <a:off x="3522200" y="4928800"/>
                <a:ext cx="226800" cy="22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9" name="Group 448">
            <a:extLst>
              <a:ext uri="{FF2B5EF4-FFF2-40B4-BE49-F238E27FC236}">
                <a16:creationId xmlns:a16="http://schemas.microsoft.com/office/drawing/2014/main" id="{15348A8C-1F0D-E058-2702-E0F7A1BF5F24}"/>
              </a:ext>
            </a:extLst>
          </p:cNvPr>
          <p:cNvGrpSpPr/>
          <p:nvPr/>
        </p:nvGrpSpPr>
        <p:grpSpPr>
          <a:xfrm>
            <a:off x="4093160" y="4741600"/>
            <a:ext cx="738000" cy="330480"/>
            <a:chOff x="4093160" y="4741600"/>
            <a:chExt cx="738000" cy="33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0544DB2D-26EC-EB09-EF00-4EC5870EF432}"/>
                    </a:ext>
                  </a:extLst>
                </p14:cNvPr>
                <p14:cNvContentPartPr/>
                <p14:nvPr/>
              </p14:nvContentPartPr>
              <p14:xfrm>
                <a:off x="4093160" y="4910080"/>
                <a:ext cx="106920" cy="16200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0544DB2D-26EC-EB09-EF00-4EC5870EF432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4082720" y="4899640"/>
                  <a:ext cx="1281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D101B703-7ED5-ADA5-81E2-57F26C2E1323}"/>
                    </a:ext>
                  </a:extLst>
                </p14:cNvPr>
                <p14:cNvContentPartPr/>
                <p14:nvPr/>
              </p14:nvContentPartPr>
              <p14:xfrm>
                <a:off x="4264880" y="4920520"/>
                <a:ext cx="133560" cy="12996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D101B703-7ED5-ADA5-81E2-57F26C2E1323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4254080" y="4910080"/>
                  <a:ext cx="1548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62DB5B7E-8862-2E42-1F1A-B02B3032C682}"/>
                    </a:ext>
                  </a:extLst>
                </p14:cNvPr>
                <p14:cNvContentPartPr/>
                <p14:nvPr/>
              </p14:nvContentPartPr>
              <p14:xfrm>
                <a:off x="4502480" y="4741600"/>
                <a:ext cx="149760" cy="27792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62DB5B7E-8862-2E42-1F1A-B02B3032C682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4491680" y="4731160"/>
                  <a:ext cx="1710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BB7CBBC6-9012-B9E5-8B3F-28494078A021}"/>
                    </a:ext>
                  </a:extLst>
                </p14:cNvPr>
                <p14:cNvContentPartPr/>
                <p14:nvPr/>
              </p14:nvContentPartPr>
              <p14:xfrm>
                <a:off x="4746200" y="4784440"/>
                <a:ext cx="84960" cy="19152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BB7CBBC6-9012-B9E5-8B3F-28494078A021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735400" y="4774000"/>
                  <a:ext cx="10620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062D2BAB-F3E6-2D82-C1F3-E9C1F7A685D9}"/>
              </a:ext>
            </a:extLst>
          </p:cNvPr>
          <p:cNvGrpSpPr/>
          <p:nvPr/>
        </p:nvGrpSpPr>
        <p:grpSpPr>
          <a:xfrm>
            <a:off x="5181080" y="4715320"/>
            <a:ext cx="310320" cy="275760"/>
            <a:chOff x="5181080" y="4715320"/>
            <a:chExt cx="310320" cy="27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8653F077-3A50-8352-CE94-79831836B094}"/>
                    </a:ext>
                  </a:extLst>
                </p14:cNvPr>
                <p14:cNvContentPartPr/>
                <p14:nvPr/>
              </p14:nvContentPartPr>
              <p14:xfrm>
                <a:off x="5200160" y="4715320"/>
                <a:ext cx="53640" cy="27576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8653F077-3A50-8352-CE94-79831836B094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189360" y="4704880"/>
                  <a:ext cx="748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E9479717-196C-0ADB-E6EF-3404372E39AF}"/>
                    </a:ext>
                  </a:extLst>
                </p14:cNvPr>
                <p14:cNvContentPartPr/>
                <p14:nvPr/>
              </p14:nvContentPartPr>
              <p14:xfrm>
                <a:off x="5181080" y="4816120"/>
                <a:ext cx="310320" cy="12024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E9479717-196C-0ADB-E6EF-3404372E39AF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5170280" y="4805680"/>
                  <a:ext cx="33156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02059AE7-572F-AEA3-FBCB-B959134A9456}"/>
              </a:ext>
            </a:extLst>
          </p:cNvPr>
          <p:cNvGrpSpPr/>
          <p:nvPr/>
        </p:nvGrpSpPr>
        <p:grpSpPr>
          <a:xfrm>
            <a:off x="5797760" y="4649080"/>
            <a:ext cx="325440" cy="298800"/>
            <a:chOff x="5797760" y="4649080"/>
            <a:chExt cx="325440" cy="29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B4A476AC-AD14-4751-D3B9-223B53830BA3}"/>
                    </a:ext>
                  </a:extLst>
                </p14:cNvPr>
                <p14:cNvContentPartPr/>
                <p14:nvPr/>
              </p14:nvContentPartPr>
              <p14:xfrm>
                <a:off x="5797760" y="4649080"/>
                <a:ext cx="141120" cy="29880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B4A476AC-AD14-4751-D3B9-223B53830BA3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787320" y="4638640"/>
                  <a:ext cx="1623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28A8C323-D650-FE48-E27B-52436D5F5FC2}"/>
                    </a:ext>
                  </a:extLst>
                </p14:cNvPr>
                <p14:cNvContentPartPr/>
                <p14:nvPr/>
              </p14:nvContentPartPr>
              <p14:xfrm>
                <a:off x="5977400" y="4768600"/>
                <a:ext cx="145800" cy="17676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28A8C323-D650-FE48-E27B-52436D5F5FC2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5966600" y="4757800"/>
                  <a:ext cx="167040" cy="19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0">
            <p14:nvContentPartPr>
              <p14:cNvPr id="450" name="Ink 449">
                <a:extLst>
                  <a:ext uri="{FF2B5EF4-FFF2-40B4-BE49-F238E27FC236}">
                    <a16:creationId xmlns:a16="http://schemas.microsoft.com/office/drawing/2014/main" id="{14B9E207-8B0D-2ABC-0CC0-E7E746CEF4F1}"/>
                  </a:ext>
                </a:extLst>
              </p14:cNvPr>
              <p14:cNvContentPartPr/>
              <p14:nvPr/>
            </p14:nvContentPartPr>
            <p14:xfrm>
              <a:off x="6638360" y="4795240"/>
              <a:ext cx="178920" cy="193320"/>
            </p14:xfrm>
          </p:contentPart>
        </mc:Choice>
        <mc:Fallback xmlns="">
          <p:pic>
            <p:nvPicPr>
              <p:cNvPr id="450" name="Ink 449">
                <a:extLst>
                  <a:ext uri="{FF2B5EF4-FFF2-40B4-BE49-F238E27FC236}">
                    <a16:creationId xmlns:a16="http://schemas.microsoft.com/office/drawing/2014/main" id="{14B9E207-8B0D-2ABC-0CC0-E7E746CEF4F1}"/>
                  </a:ext>
                </a:extLst>
              </p:cNvPr>
              <p:cNvPicPr/>
              <p:nvPr/>
            </p:nvPicPr>
            <p:blipFill>
              <a:blip r:embed="rId561"/>
              <a:stretch>
                <a:fillRect/>
              </a:stretch>
            </p:blipFill>
            <p:spPr>
              <a:xfrm>
                <a:off x="6627920" y="4784800"/>
                <a:ext cx="200160" cy="21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3" name="Group 462">
            <a:extLst>
              <a:ext uri="{FF2B5EF4-FFF2-40B4-BE49-F238E27FC236}">
                <a16:creationId xmlns:a16="http://schemas.microsoft.com/office/drawing/2014/main" id="{6CE4B778-BA39-6B22-3A91-7CD6B5037A81}"/>
              </a:ext>
            </a:extLst>
          </p:cNvPr>
          <p:cNvGrpSpPr/>
          <p:nvPr/>
        </p:nvGrpSpPr>
        <p:grpSpPr>
          <a:xfrm>
            <a:off x="7182320" y="4563760"/>
            <a:ext cx="1287720" cy="386640"/>
            <a:chOff x="7182320" y="4563760"/>
            <a:chExt cx="128772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AA52B464-2C73-6EB5-36B0-7C48C62492BF}"/>
                    </a:ext>
                  </a:extLst>
                </p14:cNvPr>
                <p14:cNvContentPartPr/>
                <p14:nvPr/>
              </p14:nvContentPartPr>
              <p14:xfrm>
                <a:off x="7182320" y="4708120"/>
                <a:ext cx="153720" cy="24228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AA52B464-2C73-6EB5-36B0-7C48C62492BF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7171520" y="4697320"/>
                  <a:ext cx="1749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B468D811-9DED-1538-5D59-ED72ADE6BEDB}"/>
                    </a:ext>
                  </a:extLst>
                </p14:cNvPr>
                <p14:cNvContentPartPr/>
                <p14:nvPr/>
              </p14:nvContentPartPr>
              <p14:xfrm>
                <a:off x="7441520" y="4713160"/>
                <a:ext cx="56160" cy="20016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B468D811-9DED-1538-5D59-ED72ADE6BED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7431080" y="4702360"/>
                  <a:ext cx="774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98CDA1A0-9683-12A0-18E2-4D7FB57AC5AE}"/>
                    </a:ext>
                  </a:extLst>
                </p14:cNvPr>
                <p14:cNvContentPartPr/>
                <p14:nvPr/>
              </p14:nvContentPartPr>
              <p14:xfrm>
                <a:off x="7588400" y="4747360"/>
                <a:ext cx="113760" cy="14544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98CDA1A0-9683-12A0-18E2-4D7FB57AC5AE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7577960" y="4736560"/>
                  <a:ext cx="1350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567FCCB2-5E21-BD5B-A0C1-D06F60BA3BF0}"/>
                    </a:ext>
                  </a:extLst>
                </p14:cNvPr>
                <p14:cNvContentPartPr/>
                <p14:nvPr/>
              </p14:nvContentPartPr>
              <p14:xfrm>
                <a:off x="7770560" y="4734760"/>
                <a:ext cx="170280" cy="14832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567FCCB2-5E21-BD5B-A0C1-D06F60BA3BF0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7760120" y="4724320"/>
                  <a:ext cx="1915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66664109-91AA-8B2F-7DBB-5E4E3F35E7D1}"/>
                    </a:ext>
                  </a:extLst>
                </p14:cNvPr>
                <p14:cNvContentPartPr/>
                <p14:nvPr/>
              </p14:nvContentPartPr>
              <p14:xfrm>
                <a:off x="7970720" y="4693000"/>
                <a:ext cx="51120" cy="1803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66664109-91AA-8B2F-7DBB-5E4E3F35E7D1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7960280" y="4682200"/>
                  <a:ext cx="72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127595D6-A56F-E569-D7E4-D0DF4D4915EE}"/>
                    </a:ext>
                  </a:extLst>
                </p14:cNvPr>
                <p14:cNvContentPartPr/>
                <p14:nvPr/>
              </p14:nvContentPartPr>
              <p14:xfrm>
                <a:off x="8123360" y="4730080"/>
                <a:ext cx="154080" cy="8172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127595D6-A56F-E569-D7E4-D0DF4D4915EE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8112560" y="4719280"/>
                  <a:ext cx="1753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1FF304E5-456E-0ACA-4D33-FBF77CF51D99}"/>
                    </a:ext>
                  </a:extLst>
                </p14:cNvPr>
                <p14:cNvContentPartPr/>
                <p14:nvPr/>
              </p14:nvContentPartPr>
              <p14:xfrm>
                <a:off x="8326760" y="4563760"/>
                <a:ext cx="143280" cy="28152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1FF304E5-456E-0ACA-4D33-FBF77CF51D99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8315960" y="4553320"/>
                  <a:ext cx="164520" cy="30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C4E2D373-6B92-6714-CDC5-8F196237BD44}"/>
              </a:ext>
            </a:extLst>
          </p:cNvPr>
          <p:cNvGrpSpPr/>
          <p:nvPr/>
        </p:nvGrpSpPr>
        <p:grpSpPr>
          <a:xfrm>
            <a:off x="8594600" y="4581760"/>
            <a:ext cx="532800" cy="277560"/>
            <a:chOff x="8594600" y="4581760"/>
            <a:chExt cx="532800" cy="2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98BCC862-5330-6AF1-08FE-76019412F52D}"/>
                    </a:ext>
                  </a:extLst>
                </p14:cNvPr>
                <p14:cNvContentPartPr/>
                <p14:nvPr/>
              </p14:nvContentPartPr>
              <p14:xfrm>
                <a:off x="8594600" y="4698400"/>
                <a:ext cx="359280" cy="16092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98BCC862-5330-6AF1-08FE-76019412F52D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8583800" y="4687600"/>
                  <a:ext cx="3805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FEA57BE6-799D-670B-9A46-63C3B2211378}"/>
                    </a:ext>
                  </a:extLst>
                </p14:cNvPr>
                <p14:cNvContentPartPr/>
                <p14:nvPr/>
              </p14:nvContentPartPr>
              <p14:xfrm>
                <a:off x="9020480" y="4581760"/>
                <a:ext cx="65160" cy="24264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FEA57BE6-799D-670B-9A46-63C3B2211378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9010040" y="4570960"/>
                  <a:ext cx="864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D9C8101A-D23C-D033-6C1E-EF7514B6D751}"/>
                    </a:ext>
                  </a:extLst>
                </p14:cNvPr>
                <p14:cNvContentPartPr/>
                <p14:nvPr/>
              </p14:nvContentPartPr>
              <p14:xfrm>
                <a:off x="8948120" y="4687960"/>
                <a:ext cx="179280" cy="1080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D9C8101A-D23C-D033-6C1E-EF7514B6D751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8937680" y="4677520"/>
                  <a:ext cx="20052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2" name="Group 471">
            <a:extLst>
              <a:ext uri="{FF2B5EF4-FFF2-40B4-BE49-F238E27FC236}">
                <a16:creationId xmlns:a16="http://schemas.microsoft.com/office/drawing/2014/main" id="{ABD85C34-AB34-2812-0548-0479DCDB0516}"/>
              </a:ext>
            </a:extLst>
          </p:cNvPr>
          <p:cNvGrpSpPr/>
          <p:nvPr/>
        </p:nvGrpSpPr>
        <p:grpSpPr>
          <a:xfrm>
            <a:off x="9467240" y="4482400"/>
            <a:ext cx="326880" cy="483480"/>
            <a:chOff x="9467240" y="4482400"/>
            <a:chExt cx="326880" cy="48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AFED214F-575F-77AE-0D06-5238B4C85C7D}"/>
                    </a:ext>
                  </a:extLst>
                </p14:cNvPr>
                <p14:cNvContentPartPr/>
                <p14:nvPr/>
              </p14:nvContentPartPr>
              <p14:xfrm>
                <a:off x="9467240" y="4482400"/>
                <a:ext cx="271800" cy="48348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AFED214F-575F-77AE-0D06-5238B4C85C7D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9456800" y="4471600"/>
                  <a:ext cx="29304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B804E8BD-3F20-C605-EEE5-C4F8F7DCECFB}"/>
                    </a:ext>
                  </a:extLst>
                </p14:cNvPr>
                <p14:cNvContentPartPr/>
                <p14:nvPr/>
              </p14:nvContentPartPr>
              <p14:xfrm>
                <a:off x="9608360" y="4835200"/>
                <a:ext cx="185760" cy="8136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B804E8BD-3F20-C605-EEE5-C4F8F7DCECFB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9597560" y="4824760"/>
                  <a:ext cx="20700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5" name="Group 484">
            <a:extLst>
              <a:ext uri="{FF2B5EF4-FFF2-40B4-BE49-F238E27FC236}">
                <a16:creationId xmlns:a16="http://schemas.microsoft.com/office/drawing/2014/main" id="{366EDF21-3BC9-6DE7-E022-6E186BF3B408}"/>
              </a:ext>
            </a:extLst>
          </p:cNvPr>
          <p:cNvGrpSpPr/>
          <p:nvPr/>
        </p:nvGrpSpPr>
        <p:grpSpPr>
          <a:xfrm>
            <a:off x="10081760" y="4435600"/>
            <a:ext cx="935640" cy="390960"/>
            <a:chOff x="10081760" y="4435600"/>
            <a:chExt cx="935640" cy="39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1F2BF01C-E78F-DB03-353F-09A848C48A94}"/>
                    </a:ext>
                  </a:extLst>
                </p14:cNvPr>
                <p14:cNvContentPartPr/>
                <p14:nvPr/>
              </p14:nvContentPartPr>
              <p14:xfrm>
                <a:off x="10140080" y="4717840"/>
                <a:ext cx="28440" cy="10872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1F2BF01C-E78F-DB03-353F-09A848C48A94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0129280" y="4707040"/>
                  <a:ext cx="496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F2819F0A-3D45-750B-22D6-D5A6FD71268B}"/>
                    </a:ext>
                  </a:extLst>
                </p14:cNvPr>
                <p14:cNvContentPartPr/>
                <p14:nvPr/>
              </p14:nvContentPartPr>
              <p14:xfrm>
                <a:off x="10081760" y="4570240"/>
                <a:ext cx="78840" cy="6336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F2819F0A-3D45-750B-22D6-D5A6FD71268B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0070960" y="4559440"/>
                  <a:ext cx="100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5E0BFFED-1D12-B47C-646B-47190DF73946}"/>
                    </a:ext>
                  </a:extLst>
                </p14:cNvPr>
                <p14:cNvContentPartPr/>
                <p14:nvPr/>
              </p14:nvContentPartPr>
              <p14:xfrm>
                <a:off x="10289840" y="4460800"/>
                <a:ext cx="67680" cy="35352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5E0BFFED-1D12-B47C-646B-47190DF73946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0279400" y="4450000"/>
                  <a:ext cx="889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DE3AD032-09A9-20C0-06E4-A1CE51C8182B}"/>
                    </a:ext>
                  </a:extLst>
                </p14:cNvPr>
                <p14:cNvContentPartPr/>
                <p14:nvPr/>
              </p14:nvContentPartPr>
              <p14:xfrm>
                <a:off x="10275800" y="4708480"/>
                <a:ext cx="96840" cy="828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DE3AD032-09A9-20C0-06E4-A1CE51C8182B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0265360" y="4698040"/>
                  <a:ext cx="1180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79F75AB4-4AF5-7F55-63FB-63C577184A66}"/>
                    </a:ext>
                  </a:extLst>
                </p14:cNvPr>
                <p14:cNvContentPartPr/>
                <p14:nvPr/>
              </p14:nvContentPartPr>
              <p14:xfrm>
                <a:off x="10540760" y="4601200"/>
                <a:ext cx="97200" cy="19260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79F75AB4-4AF5-7F55-63FB-63C577184A66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0529960" y="4590400"/>
                  <a:ext cx="1184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64E41951-A4D0-B89E-D446-32B506B9DDC3}"/>
                    </a:ext>
                  </a:extLst>
                </p14:cNvPr>
                <p14:cNvContentPartPr/>
                <p14:nvPr/>
              </p14:nvContentPartPr>
              <p14:xfrm>
                <a:off x="10786280" y="4557280"/>
                <a:ext cx="82080" cy="20196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64E41951-A4D0-B89E-D446-32B506B9DDC3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0775840" y="4546840"/>
                  <a:ext cx="1033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7B585879-8984-A60A-58DD-D9F8EB2E3FF5}"/>
                    </a:ext>
                  </a:extLst>
                </p14:cNvPr>
                <p14:cNvContentPartPr/>
                <p14:nvPr/>
              </p14:nvContentPartPr>
              <p14:xfrm>
                <a:off x="10983920" y="4435600"/>
                <a:ext cx="33480" cy="31896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7B585879-8984-A60A-58DD-D9F8EB2E3FF5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0973480" y="4424800"/>
                  <a:ext cx="54720" cy="34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C82DA3B0-FF2D-51CC-F6E8-6C001BA20DE9}"/>
              </a:ext>
            </a:extLst>
          </p:cNvPr>
          <p:cNvGrpSpPr/>
          <p:nvPr/>
        </p:nvGrpSpPr>
        <p:grpSpPr>
          <a:xfrm>
            <a:off x="11208920" y="4365760"/>
            <a:ext cx="490320" cy="468000"/>
            <a:chOff x="11208920" y="4365760"/>
            <a:chExt cx="490320" cy="46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DE92040C-124D-E329-C911-EB52EB2BBB6C}"/>
                    </a:ext>
                  </a:extLst>
                </p14:cNvPr>
                <p14:cNvContentPartPr/>
                <p14:nvPr/>
              </p14:nvContentPartPr>
              <p14:xfrm>
                <a:off x="11211080" y="4430200"/>
                <a:ext cx="103320" cy="40356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DE92040C-124D-E329-C911-EB52EB2BBB6C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1200640" y="4419400"/>
                  <a:ext cx="12456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01A96EF4-B68D-B501-2857-88769FEA042B}"/>
                    </a:ext>
                  </a:extLst>
                </p14:cNvPr>
                <p14:cNvContentPartPr/>
                <p14:nvPr/>
              </p14:nvContentPartPr>
              <p14:xfrm>
                <a:off x="11208920" y="4695880"/>
                <a:ext cx="160200" cy="2448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01A96EF4-B68D-B501-2857-88769FEA042B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1198120" y="4685440"/>
                  <a:ext cx="181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980E3353-785C-F34F-4D2C-53B3BB90E0BE}"/>
                    </a:ext>
                  </a:extLst>
                </p14:cNvPr>
                <p14:cNvContentPartPr/>
                <p14:nvPr/>
              </p14:nvContentPartPr>
              <p14:xfrm>
                <a:off x="11467760" y="4365760"/>
                <a:ext cx="102600" cy="43596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980E3353-785C-F34F-4D2C-53B3BB90E0BE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1456960" y="4355320"/>
                  <a:ext cx="12384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E79C6B1D-FB28-CEF6-7FCA-0D774F72CD10}"/>
                    </a:ext>
                  </a:extLst>
                </p14:cNvPr>
                <p14:cNvContentPartPr/>
                <p14:nvPr/>
              </p14:nvContentPartPr>
              <p14:xfrm>
                <a:off x="11698880" y="4680040"/>
                <a:ext cx="360" cy="36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E79C6B1D-FB28-CEF6-7FCA-0D774F72CD1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688080" y="46692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96FD8847-116C-1F6D-FC1D-63C846A9CEE2}"/>
              </a:ext>
            </a:extLst>
          </p:cNvPr>
          <p:cNvGrpSpPr/>
          <p:nvPr/>
        </p:nvGrpSpPr>
        <p:grpSpPr>
          <a:xfrm>
            <a:off x="1446080" y="5494360"/>
            <a:ext cx="1863360" cy="1272600"/>
            <a:chOff x="1446080" y="5494360"/>
            <a:chExt cx="1863360" cy="12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0B393390-4AC1-B304-CCA6-104189D591AA}"/>
                    </a:ext>
                  </a:extLst>
                </p14:cNvPr>
                <p14:cNvContentPartPr/>
                <p14:nvPr/>
              </p14:nvContentPartPr>
              <p14:xfrm>
                <a:off x="2120720" y="5494360"/>
                <a:ext cx="74160" cy="22644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0B393390-4AC1-B304-CCA6-104189D591AA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2110280" y="5483920"/>
                  <a:ext cx="954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1F4091CF-7671-1865-9F9C-50363668E33E}"/>
                    </a:ext>
                  </a:extLst>
                </p14:cNvPr>
                <p14:cNvContentPartPr/>
                <p14:nvPr/>
              </p14:nvContentPartPr>
              <p14:xfrm>
                <a:off x="2300000" y="5504800"/>
                <a:ext cx="155520" cy="14976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1F4091CF-7671-1865-9F9C-50363668E33E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2289200" y="5494360"/>
                  <a:ext cx="176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DBC8787A-D051-1EBB-2AE8-2AE423555653}"/>
                    </a:ext>
                  </a:extLst>
                </p14:cNvPr>
                <p14:cNvContentPartPr/>
                <p14:nvPr/>
              </p14:nvContentPartPr>
              <p14:xfrm>
                <a:off x="2033240" y="5722960"/>
                <a:ext cx="99360" cy="16812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DBC8787A-D051-1EBB-2AE8-2AE423555653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2022800" y="5712160"/>
                  <a:ext cx="1206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7DBE47C1-4C2A-E817-DEFD-DED284C0CBBE}"/>
                    </a:ext>
                  </a:extLst>
                </p14:cNvPr>
                <p14:cNvContentPartPr/>
                <p14:nvPr/>
              </p14:nvContentPartPr>
              <p14:xfrm>
                <a:off x="1754600" y="6013120"/>
                <a:ext cx="121680" cy="18756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7DBE47C1-4C2A-E817-DEFD-DED284C0CBBE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1743800" y="6002320"/>
                  <a:ext cx="1429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7E84E4DA-3A6C-DA25-37D6-472B16984775}"/>
                    </a:ext>
                  </a:extLst>
                </p14:cNvPr>
                <p14:cNvContentPartPr/>
                <p14:nvPr/>
              </p14:nvContentPartPr>
              <p14:xfrm>
                <a:off x="1742720" y="5990440"/>
                <a:ext cx="208440" cy="1872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7E84E4DA-3A6C-DA25-37D6-472B16984775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1731920" y="5979640"/>
                  <a:ext cx="229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57F0F460-57E7-0178-0EEC-953DB94DBD2B}"/>
                    </a:ext>
                  </a:extLst>
                </p14:cNvPr>
                <p14:cNvContentPartPr/>
                <p14:nvPr/>
              </p14:nvContentPartPr>
              <p14:xfrm>
                <a:off x="2452280" y="5799640"/>
                <a:ext cx="131040" cy="17388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57F0F460-57E7-0178-0EEC-953DB94DBD2B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2441480" y="5788840"/>
                  <a:ext cx="1522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E1CE50F6-F80E-3909-B1AF-BECBBB034A62}"/>
                    </a:ext>
                  </a:extLst>
                </p14:cNvPr>
                <p14:cNvContentPartPr/>
                <p14:nvPr/>
              </p14:nvContentPartPr>
              <p14:xfrm>
                <a:off x="2730920" y="5917360"/>
                <a:ext cx="212760" cy="2491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E1CE50F6-F80E-3909-B1AF-BECBBB034A62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2720480" y="5906920"/>
                  <a:ext cx="2340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E4EEF259-C240-8032-B95E-C0A460102908}"/>
                    </a:ext>
                  </a:extLst>
                </p14:cNvPr>
                <p14:cNvContentPartPr/>
                <p14:nvPr/>
              </p14:nvContentPartPr>
              <p14:xfrm>
                <a:off x="3001640" y="5968480"/>
                <a:ext cx="247680" cy="15120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E4EEF259-C240-8032-B95E-C0A460102908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2991200" y="5957680"/>
                  <a:ext cx="2689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906BEB7D-D8C0-DC08-C7F5-F6897D720DAD}"/>
                    </a:ext>
                  </a:extLst>
                </p14:cNvPr>
                <p14:cNvContentPartPr/>
                <p14:nvPr/>
              </p14:nvContentPartPr>
              <p14:xfrm>
                <a:off x="1653800" y="6305440"/>
                <a:ext cx="135000" cy="11232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906BEB7D-D8C0-DC08-C7F5-F6897D720DAD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1643000" y="6295000"/>
                  <a:ext cx="1562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46F3AD97-B59E-B2AD-64E4-538154D62969}"/>
                    </a:ext>
                  </a:extLst>
                </p14:cNvPr>
                <p14:cNvContentPartPr/>
                <p14:nvPr/>
              </p14:nvContentPartPr>
              <p14:xfrm>
                <a:off x="1446080" y="6537280"/>
                <a:ext cx="236160" cy="18612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46F3AD97-B59E-B2AD-64E4-538154D62969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1435280" y="6526840"/>
                  <a:ext cx="2574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CC70F659-1823-40C5-441A-096F76ABE7D6}"/>
                    </a:ext>
                  </a:extLst>
                </p14:cNvPr>
                <p14:cNvContentPartPr/>
                <p14:nvPr/>
              </p14:nvContentPartPr>
              <p14:xfrm>
                <a:off x="2730200" y="6330640"/>
                <a:ext cx="165240" cy="21744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CC70F659-1823-40C5-441A-096F76ABE7D6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2719400" y="6320200"/>
                  <a:ext cx="1864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B5D21F34-B43D-75B7-CEAE-7FD6AC24B44F}"/>
                    </a:ext>
                  </a:extLst>
                </p14:cNvPr>
                <p14:cNvContentPartPr/>
                <p14:nvPr/>
              </p14:nvContentPartPr>
              <p14:xfrm>
                <a:off x="2533280" y="6570400"/>
                <a:ext cx="23040" cy="16704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B5D21F34-B43D-75B7-CEAE-7FD6AC24B44F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2522840" y="6559960"/>
                  <a:ext cx="44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A21B2EC3-58D3-8FE9-BA3A-57DFF3D8F13C}"/>
                    </a:ext>
                  </a:extLst>
                </p14:cNvPr>
                <p14:cNvContentPartPr/>
                <p14:nvPr/>
              </p14:nvContentPartPr>
              <p14:xfrm>
                <a:off x="2639840" y="6575440"/>
                <a:ext cx="128520" cy="19152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A21B2EC3-58D3-8FE9-BA3A-57DFF3D8F13C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2629400" y="6565000"/>
                  <a:ext cx="1497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469526DF-D951-B334-5D6C-835C7F46543B}"/>
                    </a:ext>
                  </a:extLst>
                </p14:cNvPr>
                <p14:cNvContentPartPr/>
                <p14:nvPr/>
              </p14:nvContentPartPr>
              <p14:xfrm>
                <a:off x="3022160" y="6329560"/>
                <a:ext cx="287280" cy="15012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469526DF-D951-B334-5D6C-835C7F46543B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3011360" y="6318760"/>
                  <a:ext cx="30852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8" name="Group 517">
            <a:extLst>
              <a:ext uri="{FF2B5EF4-FFF2-40B4-BE49-F238E27FC236}">
                <a16:creationId xmlns:a16="http://schemas.microsoft.com/office/drawing/2014/main" id="{C67A782C-3E53-07F7-E0D6-FCCF2FF10D3F}"/>
              </a:ext>
            </a:extLst>
          </p:cNvPr>
          <p:cNvGrpSpPr/>
          <p:nvPr/>
        </p:nvGrpSpPr>
        <p:grpSpPr>
          <a:xfrm>
            <a:off x="3493040" y="6463120"/>
            <a:ext cx="389880" cy="217440"/>
            <a:chOff x="3493040" y="6463120"/>
            <a:chExt cx="389880" cy="21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8AB0D31B-082E-ED08-5543-9C445055147A}"/>
                    </a:ext>
                  </a:extLst>
                </p14:cNvPr>
                <p14:cNvContentPartPr/>
                <p14:nvPr/>
              </p14:nvContentPartPr>
              <p14:xfrm>
                <a:off x="3493040" y="6487600"/>
                <a:ext cx="139680" cy="15696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8AB0D31B-082E-ED08-5543-9C445055147A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3482240" y="6477160"/>
                  <a:ext cx="1609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8C0B7B07-9362-987D-1F60-BAE43EBA3848}"/>
                    </a:ext>
                  </a:extLst>
                </p14:cNvPr>
                <p14:cNvContentPartPr/>
                <p14:nvPr/>
              </p14:nvContentPartPr>
              <p14:xfrm>
                <a:off x="3713720" y="6505600"/>
                <a:ext cx="107280" cy="17496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8C0B7B07-9362-987D-1F60-BAE43EBA3848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3703280" y="6494800"/>
                  <a:ext cx="1285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59D4BA7A-7704-8E7F-50D5-5631BFEA77A9}"/>
                    </a:ext>
                  </a:extLst>
                </p14:cNvPr>
                <p14:cNvContentPartPr/>
                <p14:nvPr/>
              </p14:nvContentPartPr>
              <p14:xfrm>
                <a:off x="3694640" y="6463120"/>
                <a:ext cx="188280" cy="4500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59D4BA7A-7704-8E7F-50D5-5631BFEA77A9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3684200" y="6452680"/>
                  <a:ext cx="20952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44801515-60B0-ACB7-0B72-2AF7EC04EE19}"/>
              </a:ext>
            </a:extLst>
          </p:cNvPr>
          <p:cNvGrpSpPr/>
          <p:nvPr/>
        </p:nvGrpSpPr>
        <p:grpSpPr>
          <a:xfrm>
            <a:off x="4716680" y="5407600"/>
            <a:ext cx="1567800" cy="297360"/>
            <a:chOff x="4716680" y="5407600"/>
            <a:chExt cx="156780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68E48F98-BCEF-3400-5247-0667ABB791C3}"/>
                    </a:ext>
                  </a:extLst>
                </p14:cNvPr>
                <p14:cNvContentPartPr/>
                <p14:nvPr/>
              </p14:nvContentPartPr>
              <p14:xfrm>
                <a:off x="4716680" y="5558800"/>
                <a:ext cx="280440" cy="14616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68E48F98-BCEF-3400-5247-0667ABB791C3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4705880" y="5548360"/>
                  <a:ext cx="301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FA03DC5C-EC68-8950-3B04-FF84D350CD58}"/>
                    </a:ext>
                  </a:extLst>
                </p14:cNvPr>
                <p14:cNvContentPartPr/>
                <p14:nvPr/>
              </p14:nvContentPartPr>
              <p14:xfrm>
                <a:off x="5301680" y="5446480"/>
                <a:ext cx="16920" cy="20592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FA03DC5C-EC68-8950-3B04-FF84D350CD58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5290880" y="5436040"/>
                  <a:ext cx="381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C9FE6CFA-37EB-22E8-2228-6762EE6591D3}"/>
                    </a:ext>
                  </a:extLst>
                </p14:cNvPr>
                <p14:cNvContentPartPr/>
                <p14:nvPr/>
              </p14:nvContentPartPr>
              <p14:xfrm>
                <a:off x="5125280" y="5407600"/>
                <a:ext cx="293400" cy="5400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C9FE6CFA-37EB-22E8-2228-6762EE6591D3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5114480" y="5397160"/>
                  <a:ext cx="3146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2B272B95-B5D4-135D-5DB8-26EE1E02599F}"/>
                    </a:ext>
                  </a:extLst>
                </p14:cNvPr>
                <p14:cNvContentPartPr/>
                <p14:nvPr/>
              </p14:nvContentPartPr>
              <p14:xfrm>
                <a:off x="5552960" y="5557360"/>
                <a:ext cx="174240" cy="3816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2B272B95-B5D4-135D-5DB8-26EE1E02599F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5542160" y="5546560"/>
                  <a:ext cx="195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478C2545-334E-56B6-8B84-12B3DB5C9BC5}"/>
                    </a:ext>
                  </a:extLst>
                </p14:cNvPr>
                <p14:cNvContentPartPr/>
                <p14:nvPr/>
              </p14:nvContentPartPr>
              <p14:xfrm>
                <a:off x="5558000" y="5504800"/>
                <a:ext cx="111960" cy="3024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478C2545-334E-56B6-8B84-12B3DB5C9BC5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5547560" y="5494000"/>
                  <a:ext cx="1332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A625C159-2565-83A1-D580-99CB0EFAB9FE}"/>
                    </a:ext>
                  </a:extLst>
                </p14:cNvPr>
                <p14:cNvContentPartPr/>
                <p14:nvPr/>
              </p14:nvContentPartPr>
              <p14:xfrm>
                <a:off x="5818280" y="5455480"/>
                <a:ext cx="9360" cy="17532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A625C159-2565-83A1-D580-99CB0EFAB9FE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5807480" y="5445040"/>
                  <a:ext cx="306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4F30B77E-133B-D149-6B75-285C991AC013}"/>
                    </a:ext>
                  </a:extLst>
                </p14:cNvPr>
                <p14:cNvContentPartPr/>
                <p14:nvPr/>
              </p14:nvContentPartPr>
              <p14:xfrm>
                <a:off x="5896760" y="5486800"/>
                <a:ext cx="195840" cy="12528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4F30B77E-133B-D149-6B75-285C991AC013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5886320" y="5476360"/>
                  <a:ext cx="2170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A3C02E6C-4C38-D988-9D81-F384E1CFEB63}"/>
                    </a:ext>
                  </a:extLst>
                </p14:cNvPr>
                <p14:cNvContentPartPr/>
                <p14:nvPr/>
              </p14:nvContentPartPr>
              <p14:xfrm>
                <a:off x="6219320" y="5583640"/>
                <a:ext cx="65160" cy="9972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A3C02E6C-4C38-D988-9D81-F384E1CFEB63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6208520" y="5572840"/>
                  <a:ext cx="8640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6" name="Group 565">
            <a:extLst>
              <a:ext uri="{FF2B5EF4-FFF2-40B4-BE49-F238E27FC236}">
                <a16:creationId xmlns:a16="http://schemas.microsoft.com/office/drawing/2014/main" id="{CA5C3FC8-EC90-BF12-1797-5B817DDF13D8}"/>
              </a:ext>
            </a:extLst>
          </p:cNvPr>
          <p:cNvGrpSpPr/>
          <p:nvPr/>
        </p:nvGrpSpPr>
        <p:grpSpPr>
          <a:xfrm>
            <a:off x="6569600" y="5440720"/>
            <a:ext cx="864720" cy="320040"/>
            <a:chOff x="6569600" y="5440720"/>
            <a:chExt cx="86472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9392EC9B-A038-6B67-BD93-C03EE71C5775}"/>
                    </a:ext>
                  </a:extLst>
                </p14:cNvPr>
                <p14:cNvContentPartPr/>
                <p14:nvPr/>
              </p14:nvContentPartPr>
              <p14:xfrm>
                <a:off x="6597680" y="5500120"/>
                <a:ext cx="15480" cy="26064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9392EC9B-A038-6B67-BD93-C03EE71C5775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6586880" y="5489680"/>
                  <a:ext cx="367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5378B34C-5AC8-A7FC-5716-D22B4E1D129F}"/>
                    </a:ext>
                  </a:extLst>
                </p14:cNvPr>
                <p14:cNvContentPartPr/>
                <p14:nvPr/>
              </p14:nvContentPartPr>
              <p14:xfrm>
                <a:off x="6569600" y="5461960"/>
                <a:ext cx="155160" cy="17568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5378B34C-5AC8-A7FC-5716-D22B4E1D129F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6559160" y="5451520"/>
                  <a:ext cx="1764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E2A5D794-3C15-F97D-BAE1-24D27FE9F18E}"/>
                    </a:ext>
                  </a:extLst>
                </p14:cNvPr>
                <p14:cNvContentPartPr/>
                <p14:nvPr/>
              </p14:nvContentPartPr>
              <p14:xfrm>
                <a:off x="6863000" y="5568880"/>
                <a:ext cx="101880" cy="504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E2A5D794-3C15-F97D-BAE1-24D27FE9F18E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6852200" y="5558080"/>
                  <a:ext cx="1231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A2545493-A84C-1789-2DFB-556AC6B69A9E}"/>
                    </a:ext>
                  </a:extLst>
                </p14:cNvPr>
                <p14:cNvContentPartPr/>
                <p14:nvPr/>
              </p14:nvContentPartPr>
              <p14:xfrm>
                <a:off x="6864080" y="5499040"/>
                <a:ext cx="108360" cy="1512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A2545493-A84C-1789-2DFB-556AC6B69A9E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6853640" y="5488600"/>
                  <a:ext cx="1296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2976DDE3-FD67-8AD8-C232-33B4F775A081}"/>
                    </a:ext>
                  </a:extLst>
                </p14:cNvPr>
                <p14:cNvContentPartPr/>
                <p14:nvPr/>
              </p14:nvContentPartPr>
              <p14:xfrm>
                <a:off x="7066040" y="5440720"/>
                <a:ext cx="244080" cy="13644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2976DDE3-FD67-8AD8-C232-33B4F775A081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7055240" y="5430280"/>
                  <a:ext cx="2653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27220804-5D3D-F072-0103-E5C14095AB18}"/>
                    </a:ext>
                  </a:extLst>
                </p14:cNvPr>
                <p14:cNvContentPartPr/>
                <p14:nvPr/>
              </p14:nvContentPartPr>
              <p14:xfrm>
                <a:off x="7387160" y="5543680"/>
                <a:ext cx="47160" cy="11232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27220804-5D3D-F072-0103-E5C14095AB18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7376360" y="5532880"/>
                  <a:ext cx="6840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4" name="Group 563">
            <a:extLst>
              <a:ext uri="{FF2B5EF4-FFF2-40B4-BE49-F238E27FC236}">
                <a16:creationId xmlns:a16="http://schemas.microsoft.com/office/drawing/2014/main" id="{BAA3078C-B6B4-6B78-F55C-310420AFCC81}"/>
              </a:ext>
            </a:extLst>
          </p:cNvPr>
          <p:cNvGrpSpPr/>
          <p:nvPr/>
        </p:nvGrpSpPr>
        <p:grpSpPr>
          <a:xfrm>
            <a:off x="7644920" y="5397880"/>
            <a:ext cx="568800" cy="295560"/>
            <a:chOff x="7644920" y="5397880"/>
            <a:chExt cx="56880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88F7CD5B-B896-2EA6-580C-CB8C6F69CEB7}"/>
                    </a:ext>
                  </a:extLst>
                </p14:cNvPr>
                <p14:cNvContentPartPr/>
                <p14:nvPr/>
              </p14:nvContentPartPr>
              <p14:xfrm>
                <a:off x="7644920" y="5397880"/>
                <a:ext cx="265320" cy="29556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88F7CD5B-B896-2EA6-580C-CB8C6F69CEB7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7634120" y="5387440"/>
                  <a:ext cx="2865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14604AC1-A397-1B16-7B57-F7AE22A5A48A}"/>
                    </a:ext>
                  </a:extLst>
                </p14:cNvPr>
                <p14:cNvContentPartPr/>
                <p14:nvPr/>
              </p14:nvContentPartPr>
              <p14:xfrm>
                <a:off x="8072600" y="5478520"/>
                <a:ext cx="141120" cy="4392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14604AC1-A397-1B16-7B57-F7AE22A5A48A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8061800" y="5467720"/>
                  <a:ext cx="1623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734887CA-F2BD-DBB0-A948-7F37629A2660}"/>
                    </a:ext>
                  </a:extLst>
                </p14:cNvPr>
                <p14:cNvContentPartPr/>
                <p14:nvPr/>
              </p14:nvContentPartPr>
              <p14:xfrm>
                <a:off x="8058560" y="5422360"/>
                <a:ext cx="147600" cy="2556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734887CA-F2BD-DBB0-A948-7F37629A2660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8047760" y="5411920"/>
                  <a:ext cx="16884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2" name="Group 561">
            <a:extLst>
              <a:ext uri="{FF2B5EF4-FFF2-40B4-BE49-F238E27FC236}">
                <a16:creationId xmlns:a16="http://schemas.microsoft.com/office/drawing/2014/main" id="{BAD3CA92-A1A4-E930-4191-20E10343DF8A}"/>
              </a:ext>
            </a:extLst>
          </p:cNvPr>
          <p:cNvGrpSpPr/>
          <p:nvPr/>
        </p:nvGrpSpPr>
        <p:grpSpPr>
          <a:xfrm>
            <a:off x="8387240" y="5351800"/>
            <a:ext cx="236880" cy="136440"/>
            <a:chOff x="8387240" y="5351800"/>
            <a:chExt cx="236880" cy="13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C906A649-8BEA-7C30-D118-DAD2CAD2204A}"/>
                    </a:ext>
                  </a:extLst>
                </p14:cNvPr>
                <p14:cNvContentPartPr/>
                <p14:nvPr/>
              </p14:nvContentPartPr>
              <p14:xfrm>
                <a:off x="8387240" y="5351800"/>
                <a:ext cx="34560" cy="13644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C906A649-8BEA-7C30-D118-DAD2CAD2204A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8376440" y="5341000"/>
                  <a:ext cx="558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D98ED0CF-623B-B66E-AD1D-3F9D9994AC1D}"/>
                    </a:ext>
                  </a:extLst>
                </p14:cNvPr>
                <p14:cNvContentPartPr/>
                <p14:nvPr/>
              </p14:nvContentPartPr>
              <p14:xfrm>
                <a:off x="8413880" y="5359720"/>
                <a:ext cx="210240" cy="12816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D98ED0CF-623B-B66E-AD1D-3F9D9994AC1D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8403080" y="5349280"/>
                  <a:ext cx="231480" cy="14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9">
            <p14:nvContentPartPr>
              <p14:cNvPr id="560" name="Ink 559">
                <a:extLst>
                  <a:ext uri="{FF2B5EF4-FFF2-40B4-BE49-F238E27FC236}">
                    <a16:creationId xmlns:a16="http://schemas.microsoft.com/office/drawing/2014/main" id="{A6193092-020D-416A-657B-DFD6C2DB78CA}"/>
                  </a:ext>
                </a:extLst>
              </p14:cNvPr>
              <p14:cNvContentPartPr/>
              <p14:nvPr/>
            </p14:nvContentPartPr>
            <p14:xfrm>
              <a:off x="8943080" y="5406160"/>
              <a:ext cx="325800" cy="137880"/>
            </p14:xfrm>
          </p:contentPart>
        </mc:Choice>
        <mc:Fallback xmlns="">
          <p:pic>
            <p:nvPicPr>
              <p:cNvPr id="560" name="Ink 559">
                <a:extLst>
                  <a:ext uri="{FF2B5EF4-FFF2-40B4-BE49-F238E27FC236}">
                    <a16:creationId xmlns:a16="http://schemas.microsoft.com/office/drawing/2014/main" id="{A6193092-020D-416A-657B-DFD6C2DB78CA}"/>
                  </a:ext>
                </a:extLst>
              </p:cNvPr>
              <p:cNvPicPr/>
              <p:nvPr/>
            </p:nvPicPr>
            <p:blipFill>
              <a:blip r:embed="rId680"/>
              <a:stretch>
                <a:fillRect/>
              </a:stretch>
            </p:blipFill>
            <p:spPr>
              <a:xfrm>
                <a:off x="8932640" y="5395720"/>
                <a:ext cx="34704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78" name="Group 577">
            <a:extLst>
              <a:ext uri="{FF2B5EF4-FFF2-40B4-BE49-F238E27FC236}">
                <a16:creationId xmlns:a16="http://schemas.microsoft.com/office/drawing/2014/main" id="{1C6F49B3-CEFA-AB85-F4F1-D45FC99AB0E1}"/>
              </a:ext>
            </a:extLst>
          </p:cNvPr>
          <p:cNvGrpSpPr/>
          <p:nvPr/>
        </p:nvGrpSpPr>
        <p:grpSpPr>
          <a:xfrm>
            <a:off x="9592880" y="5332360"/>
            <a:ext cx="586800" cy="240840"/>
            <a:chOff x="9592880" y="5332360"/>
            <a:chExt cx="586800" cy="24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AA5CC511-5F74-FEC8-EE1B-34E0343D4BBD}"/>
                    </a:ext>
                  </a:extLst>
                </p14:cNvPr>
                <p14:cNvContentPartPr/>
                <p14:nvPr/>
              </p14:nvContentPartPr>
              <p14:xfrm>
                <a:off x="9592880" y="5344960"/>
                <a:ext cx="187200" cy="22824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AA5CC511-5F74-FEC8-EE1B-34E0343D4BBD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9582080" y="5334160"/>
                  <a:ext cx="2084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3BCB01F3-744C-0DE8-82B8-688420B04F2E}"/>
                    </a:ext>
                  </a:extLst>
                </p14:cNvPr>
                <p14:cNvContentPartPr/>
                <p14:nvPr/>
              </p14:nvContentPartPr>
              <p14:xfrm>
                <a:off x="9802760" y="5332360"/>
                <a:ext cx="163800" cy="21816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3BCB01F3-744C-0DE8-82B8-688420B04F2E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9791960" y="5321560"/>
                  <a:ext cx="1850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5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124527B5-4D21-AF68-CC8A-1AC8DDE236EC}"/>
                    </a:ext>
                  </a:extLst>
                </p14:cNvPr>
                <p14:cNvContentPartPr/>
                <p14:nvPr/>
              </p14:nvContentPartPr>
              <p14:xfrm>
                <a:off x="9980240" y="5334520"/>
                <a:ext cx="199440" cy="22140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124527B5-4D21-AF68-CC8A-1AC8DDE236EC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9969440" y="5324080"/>
                  <a:ext cx="2206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7DE83F42-61D9-4545-889E-F5A9B74BA03D}"/>
                    </a:ext>
                  </a:extLst>
                </p14:cNvPr>
                <p14:cNvContentPartPr/>
                <p14:nvPr/>
              </p14:nvContentPartPr>
              <p14:xfrm>
                <a:off x="10046120" y="5469520"/>
                <a:ext cx="101880" cy="3564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7DE83F42-61D9-4545-889E-F5A9B74BA03D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10035680" y="5458720"/>
                  <a:ext cx="12312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6" name="Group 575">
            <a:extLst>
              <a:ext uri="{FF2B5EF4-FFF2-40B4-BE49-F238E27FC236}">
                <a16:creationId xmlns:a16="http://schemas.microsoft.com/office/drawing/2014/main" id="{88C8CA66-59E2-436E-53F8-DB4D4ED1C1B3}"/>
              </a:ext>
            </a:extLst>
          </p:cNvPr>
          <p:cNvGrpSpPr/>
          <p:nvPr/>
        </p:nvGrpSpPr>
        <p:grpSpPr>
          <a:xfrm>
            <a:off x="10414400" y="5377000"/>
            <a:ext cx="147600" cy="122400"/>
            <a:chOff x="10414400" y="5377000"/>
            <a:chExt cx="147600" cy="12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78C72CB2-5587-DF75-D94E-192A06F13A9B}"/>
                    </a:ext>
                  </a:extLst>
                </p14:cNvPr>
                <p14:cNvContentPartPr/>
                <p14:nvPr/>
              </p14:nvContentPartPr>
              <p14:xfrm>
                <a:off x="10414400" y="5474920"/>
                <a:ext cx="147600" cy="2448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78C72CB2-5587-DF75-D94E-192A06F13A9B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10403600" y="5464480"/>
                  <a:ext cx="168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CD8A76EA-0A20-F13C-5D43-F4BC7FC3FA32}"/>
                    </a:ext>
                  </a:extLst>
                </p14:cNvPr>
                <p14:cNvContentPartPr/>
                <p14:nvPr/>
              </p14:nvContentPartPr>
              <p14:xfrm>
                <a:off x="10415480" y="5377000"/>
                <a:ext cx="133560" cy="1764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CD8A76EA-0A20-F13C-5D43-F4BC7FC3FA32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0405040" y="5366200"/>
                  <a:ext cx="1548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2" name="Group 581">
            <a:extLst>
              <a:ext uri="{FF2B5EF4-FFF2-40B4-BE49-F238E27FC236}">
                <a16:creationId xmlns:a16="http://schemas.microsoft.com/office/drawing/2014/main" id="{5A922D01-4CBA-2EFB-3F42-EF82DEEBFBD1}"/>
              </a:ext>
            </a:extLst>
          </p:cNvPr>
          <p:cNvGrpSpPr/>
          <p:nvPr/>
        </p:nvGrpSpPr>
        <p:grpSpPr>
          <a:xfrm>
            <a:off x="10913000" y="5281960"/>
            <a:ext cx="287640" cy="225720"/>
            <a:chOff x="10913000" y="5281960"/>
            <a:chExt cx="28764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3809A107-A5B2-0316-2E90-B1523D562045}"/>
                    </a:ext>
                  </a:extLst>
                </p14:cNvPr>
                <p14:cNvContentPartPr/>
                <p14:nvPr/>
              </p14:nvContentPartPr>
              <p14:xfrm>
                <a:off x="10913000" y="5281960"/>
                <a:ext cx="10440" cy="18756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3809A107-A5B2-0316-2E90-B1523D562045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10902560" y="5271520"/>
                  <a:ext cx="316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2606F41E-59A1-399A-38EA-C4D0C0318A7B}"/>
                    </a:ext>
                  </a:extLst>
                </p14:cNvPr>
                <p14:cNvContentPartPr/>
                <p14:nvPr/>
              </p14:nvContentPartPr>
              <p14:xfrm>
                <a:off x="10997960" y="5318680"/>
                <a:ext cx="202680" cy="18900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2606F41E-59A1-399A-38EA-C4D0C0318A7B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10987520" y="5307880"/>
                  <a:ext cx="22392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7">
            <p14:nvContentPartPr>
              <p14:cNvPr id="583" name="Ink 582">
                <a:extLst>
                  <a:ext uri="{FF2B5EF4-FFF2-40B4-BE49-F238E27FC236}">
                    <a16:creationId xmlns:a16="http://schemas.microsoft.com/office/drawing/2014/main" id="{E083AABC-61BD-CA68-25EE-854A029B958D}"/>
                  </a:ext>
                </a:extLst>
              </p14:cNvPr>
              <p14:cNvContentPartPr/>
              <p14:nvPr/>
            </p14:nvContentPartPr>
            <p14:xfrm>
              <a:off x="4651880" y="6299320"/>
              <a:ext cx="374760" cy="120960"/>
            </p14:xfrm>
          </p:contentPart>
        </mc:Choice>
        <mc:Fallback xmlns="">
          <p:pic>
            <p:nvPicPr>
              <p:cNvPr id="583" name="Ink 582">
                <a:extLst>
                  <a:ext uri="{FF2B5EF4-FFF2-40B4-BE49-F238E27FC236}">
                    <a16:creationId xmlns:a16="http://schemas.microsoft.com/office/drawing/2014/main" id="{E083AABC-61BD-CA68-25EE-854A029B958D}"/>
                  </a:ext>
                </a:extLst>
              </p:cNvPr>
              <p:cNvPicPr/>
              <p:nvPr/>
            </p:nvPicPr>
            <p:blipFill>
              <a:blip r:embed="rId698"/>
              <a:stretch>
                <a:fillRect/>
              </a:stretch>
            </p:blipFill>
            <p:spPr>
              <a:xfrm>
                <a:off x="4641080" y="6288520"/>
                <a:ext cx="396000" cy="14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8" name="Group 597">
            <a:extLst>
              <a:ext uri="{FF2B5EF4-FFF2-40B4-BE49-F238E27FC236}">
                <a16:creationId xmlns:a16="http://schemas.microsoft.com/office/drawing/2014/main" id="{A04D68D1-58B8-998B-3BDE-ECE64BC2DDD0}"/>
              </a:ext>
            </a:extLst>
          </p:cNvPr>
          <p:cNvGrpSpPr/>
          <p:nvPr/>
        </p:nvGrpSpPr>
        <p:grpSpPr>
          <a:xfrm>
            <a:off x="5253440" y="6145600"/>
            <a:ext cx="1037520" cy="333720"/>
            <a:chOff x="5253440" y="6145600"/>
            <a:chExt cx="103752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9F0F3226-9C0A-445E-6700-563B2F12131E}"/>
                    </a:ext>
                  </a:extLst>
                </p14:cNvPr>
                <p14:cNvContentPartPr/>
                <p14:nvPr/>
              </p14:nvContentPartPr>
              <p14:xfrm>
                <a:off x="5369000" y="6145600"/>
                <a:ext cx="19440" cy="275760"/>
              </p14:xfrm>
            </p:contentPart>
          </mc:Choice>
          <mc:Fallback xmlns=""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9F0F3226-9C0A-445E-6700-563B2F12131E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5358200" y="6135160"/>
                  <a:ext cx="406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1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15CB94A1-FA48-92E8-4906-886F848A91AA}"/>
                    </a:ext>
                  </a:extLst>
                </p14:cNvPr>
                <p14:cNvContentPartPr/>
                <p14:nvPr/>
              </p14:nvContentPartPr>
              <p14:xfrm>
                <a:off x="5253440" y="6159280"/>
                <a:ext cx="253080" cy="23040"/>
              </p14:xfrm>
            </p:contentPart>
          </mc:Choice>
          <mc:Fallback xmlns=""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15CB94A1-FA48-92E8-4906-886F848A91AA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5242640" y="6148840"/>
                  <a:ext cx="2743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3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07BC8AE3-8811-614D-DE84-BAC5A4A53E49}"/>
                    </a:ext>
                  </a:extLst>
                </p14:cNvPr>
                <p14:cNvContentPartPr/>
                <p14:nvPr/>
              </p14:nvContentPartPr>
              <p14:xfrm>
                <a:off x="5570600" y="6351160"/>
                <a:ext cx="118440" cy="3600"/>
              </p14:xfrm>
            </p:contentPart>
          </mc:Choice>
          <mc:Fallback xmlns=""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07BC8AE3-8811-614D-DE84-BAC5A4A53E49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5560160" y="6340720"/>
                  <a:ext cx="139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6BA3C121-6166-2CD9-146E-A0BA57E2D43F}"/>
                    </a:ext>
                  </a:extLst>
                </p14:cNvPr>
                <p14:cNvContentPartPr/>
                <p14:nvPr/>
              </p14:nvContentPartPr>
              <p14:xfrm>
                <a:off x="5519840" y="6252880"/>
                <a:ext cx="126000" cy="11880"/>
              </p14:xfrm>
            </p:contentPart>
          </mc:Choice>
          <mc:Fallback xmlns=""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6BA3C121-6166-2CD9-146E-A0BA57E2D43F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5509400" y="6242440"/>
                  <a:ext cx="147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F86EA155-ED8A-A2DE-882C-BCF085E6843B}"/>
                    </a:ext>
                  </a:extLst>
                </p14:cNvPr>
                <p14:cNvContentPartPr/>
                <p14:nvPr/>
              </p14:nvContentPartPr>
              <p14:xfrm>
                <a:off x="5796320" y="6214000"/>
                <a:ext cx="36000" cy="179640"/>
              </p14:xfrm>
            </p:contentPart>
          </mc:Choice>
          <mc:Fallback xmlns=""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F86EA155-ED8A-A2DE-882C-BCF085E6843B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5785880" y="6203560"/>
                  <a:ext cx="57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E468FF62-9B1A-78EE-4137-BBC5BF1A9DBA}"/>
                    </a:ext>
                  </a:extLst>
                </p14:cNvPr>
                <p14:cNvContentPartPr/>
                <p14:nvPr/>
              </p14:nvContentPartPr>
              <p14:xfrm>
                <a:off x="5876600" y="6232000"/>
                <a:ext cx="181440" cy="14904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E468FF62-9B1A-78EE-4137-BBC5BF1A9DBA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5866160" y="6221200"/>
                  <a:ext cx="202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3699EC74-9E83-FBBC-A753-2A3CF20A5DB9}"/>
                    </a:ext>
                  </a:extLst>
                </p14:cNvPr>
                <p14:cNvContentPartPr/>
                <p14:nvPr/>
              </p14:nvContentPartPr>
              <p14:xfrm>
                <a:off x="6233360" y="6358000"/>
                <a:ext cx="57600" cy="12132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3699EC74-9E83-FBBC-A753-2A3CF20A5DB9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6222560" y="6347560"/>
                  <a:ext cx="7884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6" name="Group 595">
            <a:extLst>
              <a:ext uri="{FF2B5EF4-FFF2-40B4-BE49-F238E27FC236}">
                <a16:creationId xmlns:a16="http://schemas.microsoft.com/office/drawing/2014/main" id="{63FDE894-6345-B664-D6DC-3B6524E8501D}"/>
              </a:ext>
            </a:extLst>
          </p:cNvPr>
          <p:cNvGrpSpPr/>
          <p:nvPr/>
        </p:nvGrpSpPr>
        <p:grpSpPr>
          <a:xfrm>
            <a:off x="6564560" y="6140560"/>
            <a:ext cx="382680" cy="324360"/>
            <a:chOff x="6564560" y="6140560"/>
            <a:chExt cx="382680" cy="32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E8CD1E17-52DD-496C-2175-5FCFC69406EA}"/>
                    </a:ext>
                  </a:extLst>
                </p14:cNvPr>
                <p14:cNvContentPartPr/>
                <p14:nvPr/>
              </p14:nvContentPartPr>
              <p14:xfrm>
                <a:off x="6564560" y="6234880"/>
                <a:ext cx="7920" cy="23004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E8CD1E17-52DD-496C-2175-5FCFC69406EA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6553760" y="6224080"/>
                  <a:ext cx="291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C1F6F0FD-9480-B8FD-A784-23085255352E}"/>
                    </a:ext>
                  </a:extLst>
                </p14:cNvPr>
                <p14:cNvContentPartPr/>
                <p14:nvPr/>
              </p14:nvContentPartPr>
              <p14:xfrm>
                <a:off x="6573560" y="6140560"/>
                <a:ext cx="143640" cy="19116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C1F6F0FD-9480-B8FD-A784-23085255352E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6562760" y="6130120"/>
                  <a:ext cx="164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251FE528-8377-AFD9-37DD-4AA65354C920}"/>
                    </a:ext>
                  </a:extLst>
                </p14:cNvPr>
                <p14:cNvContentPartPr/>
                <p14:nvPr/>
              </p14:nvContentPartPr>
              <p14:xfrm>
                <a:off x="6814760" y="6335320"/>
                <a:ext cx="120960" cy="720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251FE528-8377-AFD9-37DD-4AA65354C920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6803960" y="6324520"/>
                  <a:ext cx="1422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9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BC61CFD7-02BA-66FB-429A-6EF5F7FDE446}"/>
                    </a:ext>
                  </a:extLst>
                </p14:cNvPr>
                <p14:cNvContentPartPr/>
                <p14:nvPr/>
              </p14:nvContentPartPr>
              <p14:xfrm>
                <a:off x="6793160" y="6226600"/>
                <a:ext cx="154080" cy="4140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BC61CFD7-02BA-66FB-429A-6EF5F7FDE446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6782360" y="6216160"/>
                  <a:ext cx="17532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5" name="Group 624">
            <a:extLst>
              <a:ext uri="{FF2B5EF4-FFF2-40B4-BE49-F238E27FC236}">
                <a16:creationId xmlns:a16="http://schemas.microsoft.com/office/drawing/2014/main" id="{DF8D1163-8809-C45D-5CB8-5790D395C7A0}"/>
              </a:ext>
            </a:extLst>
          </p:cNvPr>
          <p:cNvGrpSpPr/>
          <p:nvPr/>
        </p:nvGrpSpPr>
        <p:grpSpPr>
          <a:xfrm>
            <a:off x="7191680" y="6172240"/>
            <a:ext cx="425520" cy="301680"/>
            <a:chOff x="7191680" y="6172240"/>
            <a:chExt cx="42552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1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F452AF5D-F3DC-66C4-FA41-4BAA407D581D}"/>
                    </a:ext>
                  </a:extLst>
                </p14:cNvPr>
                <p14:cNvContentPartPr/>
                <p14:nvPr/>
              </p14:nvContentPartPr>
              <p14:xfrm>
                <a:off x="7191680" y="6240280"/>
                <a:ext cx="5400" cy="165960"/>
              </p14:xfrm>
            </p:contentPart>
          </mc:Choice>
          <mc:Fallback xmlns=""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F452AF5D-F3DC-66C4-FA41-4BAA407D581D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7180880" y="6229840"/>
                  <a:ext cx="266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3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CF15E271-D2D6-8EC7-09D7-F811E3A08181}"/>
                    </a:ext>
                  </a:extLst>
                </p14:cNvPr>
                <p14:cNvContentPartPr/>
                <p14:nvPr/>
              </p14:nvContentPartPr>
              <p14:xfrm>
                <a:off x="7305800" y="6172240"/>
                <a:ext cx="183240" cy="26172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CF15E271-D2D6-8EC7-09D7-F811E3A08181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7295000" y="6161440"/>
                  <a:ext cx="2044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5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37DF8DEC-7961-878A-D502-A0FB9A764FF8}"/>
                    </a:ext>
                  </a:extLst>
                </p14:cNvPr>
                <p14:cNvContentPartPr/>
                <p14:nvPr/>
              </p14:nvContentPartPr>
              <p14:xfrm>
                <a:off x="7616840" y="6356920"/>
                <a:ext cx="360" cy="11700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37DF8DEC-7961-878A-D502-A0FB9A764FF8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7606040" y="6346480"/>
                  <a:ext cx="2160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727D990A-D7CF-B5F6-FCA8-7E4EF2306E3E}"/>
              </a:ext>
            </a:extLst>
          </p:cNvPr>
          <p:cNvGrpSpPr/>
          <p:nvPr/>
        </p:nvGrpSpPr>
        <p:grpSpPr>
          <a:xfrm>
            <a:off x="7838960" y="6139120"/>
            <a:ext cx="963720" cy="412560"/>
            <a:chOff x="7838960" y="6139120"/>
            <a:chExt cx="963720" cy="4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7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337B1601-D381-9C11-C7A5-00121B5282D1}"/>
                    </a:ext>
                  </a:extLst>
                </p14:cNvPr>
                <p14:cNvContentPartPr/>
                <p14:nvPr/>
              </p14:nvContentPartPr>
              <p14:xfrm>
                <a:off x="7838960" y="6165040"/>
                <a:ext cx="159840" cy="38664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337B1601-D381-9C11-C7A5-00121B5282D1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7828160" y="6154240"/>
                  <a:ext cx="18108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9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33927928-9F7A-DA80-1B12-AE3C42C2637D}"/>
                    </a:ext>
                  </a:extLst>
                </p14:cNvPr>
                <p14:cNvContentPartPr/>
                <p14:nvPr/>
              </p14:nvContentPartPr>
              <p14:xfrm>
                <a:off x="7937960" y="6415240"/>
                <a:ext cx="110880" cy="4500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33927928-9F7A-DA80-1B12-AE3C42C2637D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7927160" y="6404440"/>
                  <a:ext cx="1321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918C2974-CCC9-28B0-8064-C430B10D2F81}"/>
                    </a:ext>
                  </a:extLst>
                </p14:cNvPr>
                <p14:cNvContentPartPr/>
                <p14:nvPr/>
              </p14:nvContentPartPr>
              <p14:xfrm>
                <a:off x="8177720" y="6332800"/>
                <a:ext cx="142560" cy="1620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918C2974-CCC9-28B0-8064-C430B10D2F81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8167280" y="6322360"/>
                  <a:ext cx="163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ABCE14A7-7F22-C20B-1C02-FFDFC69318C3}"/>
                    </a:ext>
                  </a:extLst>
                </p14:cNvPr>
                <p14:cNvContentPartPr/>
                <p14:nvPr/>
              </p14:nvContentPartPr>
              <p14:xfrm>
                <a:off x="8196800" y="6226600"/>
                <a:ext cx="145080" cy="3348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ABCE14A7-7F22-C20B-1C02-FFDFC69318C3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8186360" y="6216160"/>
                  <a:ext cx="166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9174761B-F72D-855D-F7AF-6C54FD205A3A}"/>
                    </a:ext>
                  </a:extLst>
                </p14:cNvPr>
                <p14:cNvContentPartPr/>
                <p14:nvPr/>
              </p14:nvContentPartPr>
              <p14:xfrm>
                <a:off x="8440520" y="6198160"/>
                <a:ext cx="41040" cy="18324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9174761B-F72D-855D-F7AF-6C54FD205A3A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8429720" y="6187720"/>
                  <a:ext cx="622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C85920EB-D8E7-7949-E320-D0AD011BE0C1}"/>
                    </a:ext>
                  </a:extLst>
                </p14:cNvPr>
                <p14:cNvContentPartPr/>
                <p14:nvPr/>
              </p14:nvContentPartPr>
              <p14:xfrm>
                <a:off x="8644640" y="6166120"/>
                <a:ext cx="39600" cy="17640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C85920EB-D8E7-7949-E320-D0AD011BE0C1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8634200" y="6155680"/>
                  <a:ext cx="608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016BAAB9-2456-BEFC-AA2C-878EAF54275E}"/>
                    </a:ext>
                  </a:extLst>
                </p14:cNvPr>
                <p14:cNvContentPartPr/>
                <p14:nvPr/>
              </p14:nvContentPartPr>
              <p14:xfrm>
                <a:off x="8647520" y="6139120"/>
                <a:ext cx="155160" cy="2376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016BAAB9-2456-BEFC-AA2C-878EAF54275E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8636720" y="6128680"/>
                  <a:ext cx="17640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41">
            <p14:nvContentPartPr>
              <p14:cNvPr id="609" name="Ink 608">
                <a:extLst>
                  <a:ext uri="{FF2B5EF4-FFF2-40B4-BE49-F238E27FC236}">
                    <a16:creationId xmlns:a16="http://schemas.microsoft.com/office/drawing/2014/main" id="{15D7DA31-A5F8-2ABF-7623-94CDEA2694A3}"/>
                  </a:ext>
                </a:extLst>
              </p14:cNvPr>
              <p14:cNvContentPartPr/>
              <p14:nvPr/>
            </p14:nvContentPartPr>
            <p14:xfrm>
              <a:off x="9042080" y="6162520"/>
              <a:ext cx="304200" cy="131760"/>
            </p14:xfrm>
          </p:contentPart>
        </mc:Choice>
        <mc:Fallback xmlns="">
          <p:pic>
            <p:nvPicPr>
              <p:cNvPr id="609" name="Ink 608">
                <a:extLst>
                  <a:ext uri="{FF2B5EF4-FFF2-40B4-BE49-F238E27FC236}">
                    <a16:creationId xmlns:a16="http://schemas.microsoft.com/office/drawing/2014/main" id="{15D7DA31-A5F8-2ABF-7623-94CDEA2694A3}"/>
                  </a:ext>
                </a:extLst>
              </p:cNvPr>
              <p:cNvPicPr/>
              <p:nvPr/>
            </p:nvPicPr>
            <p:blipFill>
              <a:blip r:embed="rId742"/>
              <a:stretch>
                <a:fillRect/>
              </a:stretch>
            </p:blipFill>
            <p:spPr>
              <a:xfrm>
                <a:off x="9031640" y="6152080"/>
                <a:ext cx="325440" cy="15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1" name="Group 620">
            <a:extLst>
              <a:ext uri="{FF2B5EF4-FFF2-40B4-BE49-F238E27FC236}">
                <a16:creationId xmlns:a16="http://schemas.microsoft.com/office/drawing/2014/main" id="{14629C24-8E98-8260-4803-83BE851DB4B2}"/>
              </a:ext>
            </a:extLst>
          </p:cNvPr>
          <p:cNvGrpSpPr/>
          <p:nvPr/>
        </p:nvGrpSpPr>
        <p:grpSpPr>
          <a:xfrm>
            <a:off x="9643280" y="6087280"/>
            <a:ext cx="915840" cy="251280"/>
            <a:chOff x="9643280" y="6087280"/>
            <a:chExt cx="91584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8AE384F6-54E2-C144-B548-66406CD1FF3C}"/>
                    </a:ext>
                  </a:extLst>
                </p14:cNvPr>
                <p14:cNvContentPartPr/>
                <p14:nvPr/>
              </p14:nvContentPartPr>
              <p14:xfrm>
                <a:off x="9643280" y="6087280"/>
                <a:ext cx="196200" cy="25128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8AE384F6-54E2-C144-B548-66406CD1FF3C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9632840" y="6076840"/>
                  <a:ext cx="2174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2455E8E0-735D-BCE4-EA85-34AB94DA662F}"/>
                    </a:ext>
                  </a:extLst>
                </p14:cNvPr>
                <p14:cNvContentPartPr/>
                <p14:nvPr/>
              </p14:nvContentPartPr>
              <p14:xfrm>
                <a:off x="9872600" y="6128320"/>
                <a:ext cx="134640" cy="17856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2455E8E0-735D-BCE4-EA85-34AB94DA662F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9862160" y="6117880"/>
                  <a:ext cx="1558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3F658008-ACC6-2E13-EF3E-FDEDF439180F}"/>
                    </a:ext>
                  </a:extLst>
                </p14:cNvPr>
                <p14:cNvContentPartPr/>
                <p14:nvPr/>
              </p14:nvContentPartPr>
              <p14:xfrm>
                <a:off x="10110560" y="6109960"/>
                <a:ext cx="163080" cy="16632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3F658008-ACC6-2E13-EF3E-FDEDF439180F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10100120" y="6099160"/>
                  <a:ext cx="1843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CA97FF3A-D389-A48D-9FC0-6F385EF9FAEA}"/>
                    </a:ext>
                  </a:extLst>
                </p14:cNvPr>
                <p14:cNvContentPartPr/>
                <p14:nvPr/>
              </p14:nvContentPartPr>
              <p14:xfrm>
                <a:off x="10098320" y="6217600"/>
                <a:ext cx="181800" cy="3924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CA97FF3A-D389-A48D-9FC0-6F385EF9FAEA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10087520" y="6206800"/>
                  <a:ext cx="203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EC66F974-BEA5-42F4-61F4-A23329B58CF6}"/>
                    </a:ext>
                  </a:extLst>
                </p14:cNvPr>
                <p14:cNvContentPartPr/>
                <p14:nvPr/>
              </p14:nvContentPartPr>
              <p14:xfrm>
                <a:off x="10428080" y="6198160"/>
                <a:ext cx="131040" cy="3456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EC66F974-BEA5-42F4-61F4-A23329B58CF6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10417640" y="6187720"/>
                  <a:ext cx="1522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3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9416FDD4-A3BB-680F-3DAD-E1D2BBF5F679}"/>
                    </a:ext>
                  </a:extLst>
                </p14:cNvPr>
                <p14:cNvContentPartPr/>
                <p14:nvPr/>
              </p14:nvContentPartPr>
              <p14:xfrm>
                <a:off x="10433120" y="6134080"/>
                <a:ext cx="96840" cy="33480"/>
              </p14:xfrm>
            </p:contentPart>
          </mc:Choice>
          <mc:Fallback xmlns=""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9416FDD4-A3BB-680F-3DAD-E1D2BBF5F679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10422680" y="6123640"/>
                  <a:ext cx="11808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9" name="Group 618">
            <a:extLst>
              <a:ext uri="{FF2B5EF4-FFF2-40B4-BE49-F238E27FC236}">
                <a16:creationId xmlns:a16="http://schemas.microsoft.com/office/drawing/2014/main" id="{6622337F-7194-164B-2F77-A01EB7454E1A}"/>
              </a:ext>
            </a:extLst>
          </p:cNvPr>
          <p:cNvGrpSpPr/>
          <p:nvPr/>
        </p:nvGrpSpPr>
        <p:grpSpPr>
          <a:xfrm>
            <a:off x="10773320" y="6034000"/>
            <a:ext cx="394560" cy="217440"/>
            <a:chOff x="10773320" y="6034000"/>
            <a:chExt cx="394560" cy="21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5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5B654C6A-6B12-79F3-A195-CED071112519}"/>
                    </a:ext>
                  </a:extLst>
                </p14:cNvPr>
                <p14:cNvContentPartPr/>
                <p14:nvPr/>
              </p14:nvContentPartPr>
              <p14:xfrm>
                <a:off x="10773320" y="6034000"/>
                <a:ext cx="168120" cy="217440"/>
              </p14:xfrm>
            </p:contentPart>
          </mc:Choice>
          <mc:Fallback xmlns=""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5B654C6A-6B12-79F3-A195-CED071112519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10762520" y="6023560"/>
                  <a:ext cx="1893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7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16BDC643-7B7D-5844-B9EA-514742763EF0}"/>
                    </a:ext>
                  </a:extLst>
                </p14:cNvPr>
                <p14:cNvContentPartPr/>
                <p14:nvPr/>
              </p14:nvContentPartPr>
              <p14:xfrm>
                <a:off x="10968800" y="6084760"/>
                <a:ext cx="199080" cy="129960"/>
              </p14:xfrm>
            </p:contentPart>
          </mc:Choice>
          <mc:Fallback xmlns=""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16BDC643-7B7D-5844-B9EA-514742763EF0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10958360" y="6074320"/>
                  <a:ext cx="22032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9" name="Group 638">
            <a:extLst>
              <a:ext uri="{FF2B5EF4-FFF2-40B4-BE49-F238E27FC236}">
                <a16:creationId xmlns:a16="http://schemas.microsoft.com/office/drawing/2014/main" id="{273D2356-15CC-F041-A348-33D3392696E9}"/>
              </a:ext>
            </a:extLst>
          </p:cNvPr>
          <p:cNvGrpSpPr/>
          <p:nvPr/>
        </p:nvGrpSpPr>
        <p:grpSpPr>
          <a:xfrm>
            <a:off x="87440" y="5664640"/>
            <a:ext cx="944640" cy="991080"/>
            <a:chOff x="87440" y="5664640"/>
            <a:chExt cx="944640" cy="99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9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2976FA50-C2EA-C0E4-4175-F3FA4946F4DB}"/>
                    </a:ext>
                  </a:extLst>
                </p14:cNvPr>
                <p14:cNvContentPartPr/>
                <p14:nvPr/>
              </p14:nvContentPartPr>
              <p14:xfrm>
                <a:off x="768920" y="5727640"/>
                <a:ext cx="263160" cy="92808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2976FA50-C2EA-C0E4-4175-F3FA4946F4DB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758480" y="5716840"/>
                  <a:ext cx="284400" cy="9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1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FC410AFD-1287-3CB0-3636-B013CC7A434E}"/>
                    </a:ext>
                  </a:extLst>
                </p14:cNvPr>
                <p14:cNvContentPartPr/>
                <p14:nvPr/>
              </p14:nvContentPartPr>
              <p14:xfrm>
                <a:off x="87440" y="5664640"/>
                <a:ext cx="97920" cy="28260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FC410AFD-1287-3CB0-3636-B013CC7A434E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77000" y="5654200"/>
                  <a:ext cx="1191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3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CCD2F8A2-D4DD-4CCD-011B-168B5A11773B}"/>
                    </a:ext>
                  </a:extLst>
                </p14:cNvPr>
                <p14:cNvContentPartPr/>
                <p14:nvPr/>
              </p14:nvContentPartPr>
              <p14:xfrm>
                <a:off x="107960" y="5933920"/>
                <a:ext cx="115920" cy="110520"/>
              </p14:xfrm>
            </p:contentPart>
          </mc:Choice>
          <mc:Fallback xmlns=""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CCD2F8A2-D4DD-4CCD-011B-168B5A11773B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97160" y="5923120"/>
                  <a:ext cx="137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7A2E1C69-7656-A235-BDDE-EB1397FBA9C2}"/>
                    </a:ext>
                  </a:extLst>
                </p14:cNvPr>
                <p14:cNvContentPartPr/>
                <p14:nvPr/>
              </p14:nvContentPartPr>
              <p14:xfrm>
                <a:off x="227480" y="5998360"/>
                <a:ext cx="150840" cy="18108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7A2E1C69-7656-A235-BDDE-EB1397FBA9C2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217040" y="5987560"/>
                  <a:ext cx="172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CC7F866C-8729-F5C4-108C-EADF537C5F62}"/>
                    </a:ext>
                  </a:extLst>
                </p14:cNvPr>
                <p14:cNvContentPartPr/>
                <p14:nvPr/>
              </p14:nvContentPartPr>
              <p14:xfrm>
                <a:off x="399560" y="6104200"/>
                <a:ext cx="61200" cy="14004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CC7F866C-8729-F5C4-108C-EADF537C5F62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389120" y="6093760"/>
                  <a:ext cx="824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E66477E2-7B0B-1F7B-3398-50A7B110CF96}"/>
                    </a:ext>
                  </a:extLst>
                </p14:cNvPr>
                <p14:cNvContentPartPr/>
                <p14:nvPr/>
              </p14:nvContentPartPr>
              <p14:xfrm>
                <a:off x="461840" y="6119320"/>
                <a:ext cx="119520" cy="215280"/>
              </p14:xfrm>
            </p:contentPart>
          </mc:Choice>
          <mc:Fallback xmlns=""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E66477E2-7B0B-1F7B-3398-50A7B110CF96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451400" y="6108880"/>
                  <a:ext cx="1407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636" name="Ink 635">
                  <a:extLst>
                    <a:ext uri="{FF2B5EF4-FFF2-40B4-BE49-F238E27FC236}">
                      <a16:creationId xmlns:a16="http://schemas.microsoft.com/office/drawing/2014/main" id="{EFDB06F2-ABBA-B978-BC2D-18412A2595F9}"/>
                    </a:ext>
                  </a:extLst>
                </p14:cNvPr>
                <p14:cNvContentPartPr/>
                <p14:nvPr/>
              </p14:nvContentPartPr>
              <p14:xfrm>
                <a:off x="600440" y="6026800"/>
                <a:ext cx="119520" cy="352080"/>
              </p14:xfrm>
            </p:contentPart>
          </mc:Choice>
          <mc:Fallback xmlns="">
            <p:pic>
              <p:nvPicPr>
                <p:cNvPr id="636" name="Ink 635">
                  <a:extLst>
                    <a:ext uri="{FF2B5EF4-FFF2-40B4-BE49-F238E27FC236}">
                      <a16:creationId xmlns:a16="http://schemas.microsoft.com/office/drawing/2014/main" id="{EFDB06F2-ABBA-B978-BC2D-18412A2595F9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589640" y="6016000"/>
                  <a:ext cx="14076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4CE22234-0AA0-1339-E6FA-94A39727D72F}"/>
                    </a:ext>
                  </a:extLst>
                </p14:cNvPr>
                <p14:cNvContentPartPr/>
                <p14:nvPr/>
              </p14:nvContentPartPr>
              <p14:xfrm>
                <a:off x="593960" y="6224440"/>
                <a:ext cx="123480" cy="25560"/>
              </p14:xfrm>
            </p:contentPart>
          </mc:Choice>
          <mc:Fallback xmlns=""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4CE22234-0AA0-1339-E6FA-94A39727D72F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583160" y="6213640"/>
                  <a:ext cx="144720" cy="46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30102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D3CE46-827D-0041-ABC2-61B829790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B55CF0-F997-BA7F-BD4B-A5965B48A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70" y="386162"/>
            <a:ext cx="4450304" cy="422778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9041ED5-ADC9-1A8D-2C2E-03447A8C3CC8}"/>
              </a:ext>
            </a:extLst>
          </p:cNvPr>
          <p:cNvGrpSpPr/>
          <p:nvPr/>
        </p:nvGrpSpPr>
        <p:grpSpPr>
          <a:xfrm>
            <a:off x="3008120" y="586840"/>
            <a:ext cx="1389960" cy="333000"/>
            <a:chOff x="3008120" y="586840"/>
            <a:chExt cx="138996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E1A0437-4E21-C769-6F2E-2580EC862ADB}"/>
                    </a:ext>
                  </a:extLst>
                </p14:cNvPr>
                <p14:cNvContentPartPr/>
                <p14:nvPr/>
              </p14:nvContentPartPr>
              <p14:xfrm>
                <a:off x="3008120" y="687640"/>
                <a:ext cx="406800" cy="232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E1A0437-4E21-C769-6F2E-2580EC862AD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97320" y="676840"/>
                  <a:ext cx="4280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25A9FFA-9264-BA27-78FF-E30F902137A8}"/>
                    </a:ext>
                  </a:extLst>
                </p14:cNvPr>
                <p14:cNvContentPartPr/>
                <p14:nvPr/>
              </p14:nvContentPartPr>
              <p14:xfrm>
                <a:off x="3614360" y="635440"/>
                <a:ext cx="178200" cy="155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25A9FFA-9264-BA27-78FF-E30F902137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03920" y="625000"/>
                  <a:ext cx="1994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76276DC-6868-3BF8-9712-7F7C9C535A49}"/>
                    </a:ext>
                  </a:extLst>
                </p14:cNvPr>
                <p14:cNvContentPartPr/>
                <p14:nvPr/>
              </p14:nvContentPartPr>
              <p14:xfrm>
                <a:off x="3798680" y="664240"/>
                <a:ext cx="151560" cy="112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76276DC-6868-3BF8-9712-7F7C9C535A4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88240" y="653800"/>
                  <a:ext cx="1728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8E0F3C3-8389-E243-A0C3-A9EC1BE5954F}"/>
                    </a:ext>
                  </a:extLst>
                </p14:cNvPr>
                <p14:cNvContentPartPr/>
                <p14:nvPr/>
              </p14:nvContentPartPr>
              <p14:xfrm>
                <a:off x="3988040" y="709960"/>
                <a:ext cx="158760" cy="95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8E0F3C3-8389-E243-A0C3-A9EC1BE5954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77240" y="699520"/>
                  <a:ext cx="1800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7FD8B79-A522-99A1-04C5-AE6D185DDB13}"/>
                    </a:ext>
                  </a:extLst>
                </p14:cNvPr>
                <p14:cNvContentPartPr/>
                <p14:nvPr/>
              </p14:nvContentPartPr>
              <p14:xfrm>
                <a:off x="4291160" y="586840"/>
                <a:ext cx="37080" cy="222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7FD8B79-A522-99A1-04C5-AE6D185DDB1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80720" y="576400"/>
                  <a:ext cx="583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33EBC72-DBBD-78A0-1BC5-8C77FFBC1544}"/>
                    </a:ext>
                  </a:extLst>
                </p14:cNvPr>
                <p14:cNvContentPartPr/>
                <p14:nvPr/>
              </p14:nvContentPartPr>
              <p14:xfrm>
                <a:off x="4213760" y="694120"/>
                <a:ext cx="184320" cy="7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33EBC72-DBBD-78A0-1BC5-8C77FFBC154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03320" y="683680"/>
                  <a:ext cx="2055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AA48F6-C81A-2AE4-68C5-F6165DDD5D39}"/>
              </a:ext>
            </a:extLst>
          </p:cNvPr>
          <p:cNvGrpSpPr/>
          <p:nvPr/>
        </p:nvGrpSpPr>
        <p:grpSpPr>
          <a:xfrm>
            <a:off x="5806760" y="466960"/>
            <a:ext cx="961560" cy="394920"/>
            <a:chOff x="5806760" y="466960"/>
            <a:chExt cx="961560" cy="39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B5FEC94-7860-5DB3-942C-161DD7F61902}"/>
                    </a:ext>
                  </a:extLst>
                </p14:cNvPr>
                <p14:cNvContentPartPr/>
                <p14:nvPr/>
              </p14:nvContentPartPr>
              <p14:xfrm>
                <a:off x="5806760" y="600520"/>
                <a:ext cx="32040" cy="261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B5FEC94-7860-5DB3-942C-161DD7F6190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96320" y="590080"/>
                  <a:ext cx="532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31013F0-BD10-5B0A-FFF7-9A44877742CA}"/>
                    </a:ext>
                  </a:extLst>
                </p14:cNvPr>
                <p14:cNvContentPartPr/>
                <p14:nvPr/>
              </p14:nvContentPartPr>
              <p14:xfrm>
                <a:off x="5848520" y="514480"/>
                <a:ext cx="205200" cy="146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31013F0-BD10-5B0A-FFF7-9A44877742C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838080" y="504040"/>
                  <a:ext cx="226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3A8E662-24FD-C109-3536-AE90822530BE}"/>
                    </a:ext>
                  </a:extLst>
                </p14:cNvPr>
                <p14:cNvContentPartPr/>
                <p14:nvPr/>
              </p14:nvContentPartPr>
              <p14:xfrm>
                <a:off x="6234440" y="612040"/>
                <a:ext cx="176760" cy="12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3A8E662-24FD-C109-3536-AE90822530B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224000" y="601600"/>
                  <a:ext cx="1980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EC822E2-C237-1AFB-857B-82C25AC66083}"/>
                    </a:ext>
                  </a:extLst>
                </p14:cNvPr>
                <p14:cNvContentPartPr/>
                <p14:nvPr/>
              </p14:nvContentPartPr>
              <p14:xfrm>
                <a:off x="6211760" y="541120"/>
                <a:ext cx="17172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EC822E2-C237-1AFB-857B-82C25AC6608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200960" y="530680"/>
                  <a:ext cx="1929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53D23A0-34FE-AC0A-F1C7-ACBFC18DA461}"/>
                    </a:ext>
                  </a:extLst>
                </p14:cNvPr>
                <p14:cNvContentPartPr/>
                <p14:nvPr/>
              </p14:nvContentPartPr>
              <p14:xfrm>
                <a:off x="6556640" y="466960"/>
                <a:ext cx="211680" cy="191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53D23A0-34FE-AC0A-F1C7-ACBFC18DA46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546200" y="456520"/>
                  <a:ext cx="232920" cy="21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73594AE-58CB-FAEF-EA07-BFC27B314950}"/>
                  </a:ext>
                </a:extLst>
              </p14:cNvPr>
              <p14:cNvContentPartPr/>
              <p14:nvPr/>
            </p14:nvContentPartPr>
            <p14:xfrm>
              <a:off x="6989720" y="546880"/>
              <a:ext cx="37080" cy="119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73594AE-58CB-FAEF-EA07-BFC27B31495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979280" y="536440"/>
                <a:ext cx="58320" cy="14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D2502FCE-D6FB-4A1F-DF21-334478A22F70}"/>
              </a:ext>
            </a:extLst>
          </p:cNvPr>
          <p:cNvGrpSpPr/>
          <p:nvPr/>
        </p:nvGrpSpPr>
        <p:grpSpPr>
          <a:xfrm>
            <a:off x="7347920" y="413320"/>
            <a:ext cx="840240" cy="335160"/>
            <a:chOff x="7347920" y="413320"/>
            <a:chExt cx="840240" cy="3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C2C4A0-548D-3E81-078B-81672943A538}"/>
                    </a:ext>
                  </a:extLst>
                </p14:cNvPr>
                <p14:cNvContentPartPr/>
                <p14:nvPr/>
              </p14:nvContentPartPr>
              <p14:xfrm>
                <a:off x="7347920" y="429160"/>
                <a:ext cx="157680" cy="319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1C2C4A0-548D-3E81-078B-81672943A53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37480" y="418720"/>
                  <a:ext cx="1789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5AF1326-7839-BE2E-4BD7-2E6E09F4099E}"/>
                    </a:ext>
                  </a:extLst>
                </p14:cNvPr>
                <p14:cNvContentPartPr/>
                <p14:nvPr/>
              </p14:nvContentPartPr>
              <p14:xfrm>
                <a:off x="7414880" y="638320"/>
                <a:ext cx="157680" cy="42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5AF1326-7839-BE2E-4BD7-2E6E09F4099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404440" y="627880"/>
                  <a:ext cx="1789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0C75A60-87A6-8A00-9455-1ACD87D9FF23}"/>
                    </a:ext>
                  </a:extLst>
                </p14:cNvPr>
                <p14:cNvContentPartPr/>
                <p14:nvPr/>
              </p14:nvContentPartPr>
              <p14:xfrm>
                <a:off x="7751120" y="586840"/>
                <a:ext cx="117000" cy="10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0C75A60-87A6-8A00-9455-1ACD87D9FF2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740680" y="576400"/>
                  <a:ext cx="138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6EDCC71-6F7D-C70F-79C7-8BA33C942BAC}"/>
                    </a:ext>
                  </a:extLst>
                </p14:cNvPr>
                <p14:cNvContentPartPr/>
                <p14:nvPr/>
              </p14:nvContentPartPr>
              <p14:xfrm>
                <a:off x="7724480" y="536800"/>
                <a:ext cx="97920" cy="2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6EDCC71-6F7D-C70F-79C7-8BA33C942BA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714040" y="526000"/>
                  <a:ext cx="119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8D3DF05-69A1-8CDC-58F7-C05B3BB5F502}"/>
                    </a:ext>
                  </a:extLst>
                </p14:cNvPr>
                <p14:cNvContentPartPr/>
                <p14:nvPr/>
              </p14:nvContentPartPr>
              <p14:xfrm>
                <a:off x="8038040" y="413320"/>
                <a:ext cx="103320" cy="150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8D3DF05-69A1-8CDC-58F7-C05B3BB5F50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27600" y="402880"/>
                  <a:ext cx="1245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9AFB15-65AF-8EE1-F33F-83F24855BA2C}"/>
                    </a:ext>
                  </a:extLst>
                </p14:cNvPr>
                <p14:cNvContentPartPr/>
                <p14:nvPr/>
              </p14:nvContentPartPr>
              <p14:xfrm>
                <a:off x="8172680" y="446440"/>
                <a:ext cx="15480" cy="251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9AFB15-65AF-8EE1-F33F-83F24855BA2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62240" y="436000"/>
                  <a:ext cx="36720" cy="27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AB13772-6975-2964-9DA2-FF978D44DB3E}"/>
                  </a:ext>
                </a:extLst>
              </p14:cNvPr>
              <p14:cNvContentPartPr/>
              <p14:nvPr/>
            </p14:nvContentPartPr>
            <p14:xfrm>
              <a:off x="755240" y="2591680"/>
              <a:ext cx="591840" cy="6591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AB13772-6975-2964-9DA2-FF978D44DB3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44440" y="2581240"/>
                <a:ext cx="613080" cy="6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13340C3-1EA1-D9EC-8673-4880271EF4A7}"/>
                  </a:ext>
                </a:extLst>
              </p14:cNvPr>
              <p14:cNvContentPartPr/>
              <p14:nvPr/>
            </p14:nvContentPartPr>
            <p14:xfrm>
              <a:off x="2194520" y="3655480"/>
              <a:ext cx="751320" cy="639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13340C3-1EA1-D9EC-8673-4880271EF4A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183720" y="3644680"/>
                <a:ext cx="772560" cy="66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EADECD1-7F8E-B017-174E-1ED33C3C1215}"/>
                  </a:ext>
                </a:extLst>
              </p14:cNvPr>
              <p14:cNvContentPartPr/>
              <p14:nvPr/>
            </p14:nvContentPartPr>
            <p14:xfrm>
              <a:off x="8519360" y="496840"/>
              <a:ext cx="484200" cy="1368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EADECD1-7F8E-B017-174E-1ED33C3C121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508560" y="486040"/>
                <a:ext cx="505440" cy="15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F757A7B8-91DA-9E52-DCDB-10AAABC9BEDD}"/>
              </a:ext>
            </a:extLst>
          </p:cNvPr>
          <p:cNvGrpSpPr/>
          <p:nvPr/>
        </p:nvGrpSpPr>
        <p:grpSpPr>
          <a:xfrm>
            <a:off x="9339080" y="394960"/>
            <a:ext cx="1581840" cy="297000"/>
            <a:chOff x="9339080" y="394960"/>
            <a:chExt cx="1581840" cy="2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D2BB558-4C4A-B677-771D-F97DACF5C920}"/>
                    </a:ext>
                  </a:extLst>
                </p14:cNvPr>
                <p14:cNvContentPartPr/>
                <p14:nvPr/>
              </p14:nvContentPartPr>
              <p14:xfrm>
                <a:off x="9339080" y="436000"/>
                <a:ext cx="233640" cy="255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D2BB558-4C4A-B677-771D-F97DACF5C92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328640" y="425560"/>
                  <a:ext cx="2548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5B827A3-34AF-778B-45C0-B29CEC8C9409}"/>
                    </a:ext>
                  </a:extLst>
                </p14:cNvPr>
                <p14:cNvContentPartPr/>
                <p14:nvPr/>
              </p14:nvContentPartPr>
              <p14:xfrm>
                <a:off x="9596480" y="482080"/>
                <a:ext cx="196200" cy="193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5B827A3-34AF-778B-45C0-B29CEC8C940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586040" y="471280"/>
                  <a:ext cx="2174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7D35E05-9A14-77CD-DFC0-DEE805D2ED25}"/>
                    </a:ext>
                  </a:extLst>
                </p14:cNvPr>
                <p14:cNvContentPartPr/>
                <p14:nvPr/>
              </p14:nvContentPartPr>
              <p14:xfrm>
                <a:off x="9846680" y="450400"/>
                <a:ext cx="226440" cy="220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7D35E05-9A14-77CD-DFC0-DEE805D2ED2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836240" y="439960"/>
                  <a:ext cx="2476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68802B-E282-294A-EDE6-38B4B58993A8}"/>
                    </a:ext>
                  </a:extLst>
                </p14:cNvPr>
                <p14:cNvContentPartPr/>
                <p14:nvPr/>
              </p14:nvContentPartPr>
              <p14:xfrm>
                <a:off x="9865760" y="586840"/>
                <a:ext cx="213480" cy="7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68802B-E282-294A-EDE6-38B4B58993A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855320" y="576400"/>
                  <a:ext cx="234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3F7E7A2-71F4-CBDF-B2B9-B1348FC8B863}"/>
                    </a:ext>
                  </a:extLst>
                </p14:cNvPr>
                <p14:cNvContentPartPr/>
                <p14:nvPr/>
              </p14:nvContentPartPr>
              <p14:xfrm>
                <a:off x="10227560" y="605200"/>
                <a:ext cx="138600" cy="6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3F7E7A2-71F4-CBDF-B2B9-B1348FC8B86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217120" y="594760"/>
                  <a:ext cx="159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050BB0B-3843-E6E3-7001-BD0D7223BFF1}"/>
                    </a:ext>
                  </a:extLst>
                </p14:cNvPr>
                <p14:cNvContentPartPr/>
                <p14:nvPr/>
              </p14:nvContentPartPr>
              <p14:xfrm>
                <a:off x="10218920" y="541120"/>
                <a:ext cx="169200" cy="7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050BB0B-3843-E6E3-7001-BD0D7223BFF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208120" y="530680"/>
                  <a:ext cx="190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F8B3578-E992-BE26-182F-E473E62665ED}"/>
                    </a:ext>
                  </a:extLst>
                </p14:cNvPr>
                <p14:cNvContentPartPr/>
                <p14:nvPr/>
              </p14:nvContentPartPr>
              <p14:xfrm>
                <a:off x="10552640" y="418000"/>
                <a:ext cx="250200" cy="258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F8B3578-E992-BE26-182F-E473E62665E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541840" y="407200"/>
                  <a:ext cx="2714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52AA00C-FFBB-1CCE-4F2D-E1476D6CDEB9}"/>
                    </a:ext>
                  </a:extLst>
                </p14:cNvPr>
                <p14:cNvContentPartPr/>
                <p14:nvPr/>
              </p14:nvContentPartPr>
              <p14:xfrm>
                <a:off x="10570280" y="394960"/>
                <a:ext cx="350640" cy="33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52AA00C-FFBB-1CCE-4F2D-E1476D6CDEB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559840" y="384520"/>
                  <a:ext cx="371880" cy="5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7783F45-2824-5C54-3434-76F471A9148B}"/>
                  </a:ext>
                </a:extLst>
              </p14:cNvPr>
              <p14:cNvContentPartPr/>
              <p14:nvPr/>
            </p14:nvContentPartPr>
            <p14:xfrm>
              <a:off x="1228640" y="1613920"/>
              <a:ext cx="652680" cy="6217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7783F45-2824-5C54-3434-76F471A9148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217840" y="1603480"/>
                <a:ext cx="673920" cy="64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9" name="Group 308">
            <a:extLst>
              <a:ext uri="{FF2B5EF4-FFF2-40B4-BE49-F238E27FC236}">
                <a16:creationId xmlns:a16="http://schemas.microsoft.com/office/drawing/2014/main" id="{F4C6B530-DE32-B922-222B-C3E0D19829A9}"/>
              </a:ext>
            </a:extLst>
          </p:cNvPr>
          <p:cNvGrpSpPr/>
          <p:nvPr/>
        </p:nvGrpSpPr>
        <p:grpSpPr>
          <a:xfrm>
            <a:off x="5083160" y="1496200"/>
            <a:ext cx="441720" cy="234360"/>
            <a:chOff x="5083160" y="1496200"/>
            <a:chExt cx="441720" cy="23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4167D31-BAFF-9B53-CF4A-190325DE2111}"/>
                    </a:ext>
                  </a:extLst>
                </p14:cNvPr>
                <p14:cNvContentPartPr/>
                <p14:nvPr/>
              </p14:nvContentPartPr>
              <p14:xfrm>
                <a:off x="5096120" y="1666480"/>
                <a:ext cx="241560" cy="50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4167D31-BAFF-9B53-CF4A-190325DE211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085320" y="1655680"/>
                  <a:ext cx="2628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DD7B50D5-D93D-532A-571C-63343E7DACAA}"/>
                    </a:ext>
                  </a:extLst>
                </p14:cNvPr>
                <p14:cNvContentPartPr/>
                <p14:nvPr/>
              </p14:nvContentPartPr>
              <p14:xfrm>
                <a:off x="5083160" y="1593400"/>
                <a:ext cx="207360" cy="14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DD7B50D5-D93D-532A-571C-63343E7DACA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072720" y="1582600"/>
                  <a:ext cx="2286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851E8170-3740-8510-2C1B-9C23802C8384}"/>
                    </a:ext>
                  </a:extLst>
                </p14:cNvPr>
                <p14:cNvContentPartPr/>
                <p14:nvPr/>
              </p14:nvContentPartPr>
              <p14:xfrm>
                <a:off x="5338400" y="1496200"/>
                <a:ext cx="186480" cy="2343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851E8170-3740-8510-2C1B-9C23802C838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327960" y="1485760"/>
                  <a:ext cx="207720" cy="25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E5750619-941D-0479-908F-81A3DB749970}"/>
                  </a:ext>
                </a:extLst>
              </p14:cNvPr>
              <p14:cNvContentPartPr/>
              <p14:nvPr/>
            </p14:nvContentPartPr>
            <p14:xfrm>
              <a:off x="5856080" y="1293880"/>
              <a:ext cx="196920" cy="55800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E5750619-941D-0479-908F-81A3DB74997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845640" y="1283440"/>
                <a:ext cx="218160" cy="57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2" name="Group 331">
            <a:extLst>
              <a:ext uri="{FF2B5EF4-FFF2-40B4-BE49-F238E27FC236}">
                <a16:creationId xmlns:a16="http://schemas.microsoft.com/office/drawing/2014/main" id="{3261D3F7-3BCF-6DAF-A074-88B3D364AC2A}"/>
              </a:ext>
            </a:extLst>
          </p:cNvPr>
          <p:cNvGrpSpPr/>
          <p:nvPr/>
        </p:nvGrpSpPr>
        <p:grpSpPr>
          <a:xfrm>
            <a:off x="6287000" y="1261840"/>
            <a:ext cx="828360" cy="570600"/>
            <a:chOff x="6287000" y="1261840"/>
            <a:chExt cx="828360" cy="57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ABBA21EE-BEA3-0D7D-CDD0-122A39E866B0}"/>
                    </a:ext>
                  </a:extLst>
                </p14:cNvPr>
                <p14:cNvContentPartPr/>
                <p14:nvPr/>
              </p14:nvContentPartPr>
              <p14:xfrm>
                <a:off x="6287000" y="1261840"/>
                <a:ext cx="151200" cy="5018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ABBA21EE-BEA3-0D7D-CDD0-122A39E866B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276560" y="1251400"/>
                  <a:ext cx="17244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842BF2B2-2C3A-2B49-E72A-93249C0E58D0}"/>
                    </a:ext>
                  </a:extLst>
                </p14:cNvPr>
                <p14:cNvContentPartPr/>
                <p14:nvPr/>
              </p14:nvContentPartPr>
              <p14:xfrm>
                <a:off x="6535400" y="1433920"/>
                <a:ext cx="185400" cy="2642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842BF2B2-2C3A-2B49-E72A-93249C0E58D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524600" y="1423120"/>
                  <a:ext cx="2066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E9623D5E-AA1B-BD74-9A66-01D725161329}"/>
                    </a:ext>
                  </a:extLst>
                </p14:cNvPr>
                <p14:cNvContentPartPr/>
                <p14:nvPr/>
              </p14:nvContentPartPr>
              <p14:xfrm>
                <a:off x="6737000" y="1303600"/>
                <a:ext cx="236520" cy="5288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E9623D5E-AA1B-BD74-9A66-01D72516132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26560" y="1293160"/>
                  <a:ext cx="25776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BC7F7E99-93C9-D74F-F024-25A11FFA8F73}"/>
                    </a:ext>
                  </a:extLst>
                </p14:cNvPr>
                <p14:cNvContentPartPr/>
                <p14:nvPr/>
              </p14:nvContentPartPr>
              <p14:xfrm>
                <a:off x="7110320" y="1647040"/>
                <a:ext cx="5040" cy="8820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BC7F7E99-93C9-D74F-F024-25A11FFA8F7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099880" y="1636600"/>
                  <a:ext cx="2628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4F19EE8A-3515-0420-B51D-C57B41FCCACF}"/>
              </a:ext>
            </a:extLst>
          </p:cNvPr>
          <p:cNvGrpSpPr/>
          <p:nvPr/>
        </p:nvGrpSpPr>
        <p:grpSpPr>
          <a:xfrm>
            <a:off x="7359080" y="1311160"/>
            <a:ext cx="1363680" cy="569160"/>
            <a:chOff x="7359080" y="1311160"/>
            <a:chExt cx="1363680" cy="56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DA146021-9914-2095-9FC6-0E1F5751E6F8}"/>
                    </a:ext>
                  </a:extLst>
                </p14:cNvPr>
                <p14:cNvContentPartPr/>
                <p14:nvPr/>
              </p14:nvContentPartPr>
              <p14:xfrm>
                <a:off x="7359080" y="1311160"/>
                <a:ext cx="125280" cy="5382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DA146021-9914-2095-9FC6-0E1F5751E6F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348280" y="1300720"/>
                  <a:ext cx="14652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002C1F8A-39BD-AE2C-296B-1A48971779A2}"/>
                    </a:ext>
                  </a:extLst>
                </p14:cNvPr>
                <p14:cNvContentPartPr/>
                <p14:nvPr/>
              </p14:nvContentPartPr>
              <p14:xfrm>
                <a:off x="7601360" y="1475680"/>
                <a:ext cx="137880" cy="20232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002C1F8A-39BD-AE2C-296B-1A48971779A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590920" y="1465240"/>
                  <a:ext cx="1591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BB56E00D-6E68-22B1-959A-FC54AEBD5603}"/>
                    </a:ext>
                  </a:extLst>
                </p14:cNvPr>
                <p14:cNvContentPartPr/>
                <p14:nvPr/>
              </p14:nvContentPartPr>
              <p14:xfrm>
                <a:off x="7629440" y="1450480"/>
                <a:ext cx="156600" cy="277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BB56E00D-6E68-22B1-959A-FC54AEBD560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619000" y="1440040"/>
                  <a:ext cx="177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11C4A20E-E768-840C-E090-C77464A37230}"/>
                    </a:ext>
                  </a:extLst>
                </p14:cNvPr>
                <p14:cNvContentPartPr/>
                <p14:nvPr/>
              </p14:nvContentPartPr>
              <p14:xfrm>
                <a:off x="7860560" y="1641280"/>
                <a:ext cx="25920" cy="975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11C4A20E-E768-840C-E090-C77464A3723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49760" y="1630840"/>
                  <a:ext cx="471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07000D57-0744-A5EC-EF97-B2DE8604BB34}"/>
                    </a:ext>
                  </a:extLst>
                </p14:cNvPr>
                <p14:cNvContentPartPr/>
                <p14:nvPr/>
              </p14:nvContentPartPr>
              <p14:xfrm>
                <a:off x="8061440" y="1459840"/>
                <a:ext cx="161280" cy="22968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07000D57-0744-A5EC-EF97-B2DE8604BB3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050640" y="1449400"/>
                  <a:ext cx="182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7BB28927-29B3-2856-F9A8-61D30457FB7C}"/>
                    </a:ext>
                  </a:extLst>
                </p14:cNvPr>
                <p14:cNvContentPartPr/>
                <p14:nvPr/>
              </p14:nvContentPartPr>
              <p14:xfrm>
                <a:off x="8275640" y="1325920"/>
                <a:ext cx="248040" cy="5544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7BB28927-29B3-2856-F9A8-61D30457FB7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264840" y="1315480"/>
                  <a:ext cx="26928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8807177A-C425-668B-51ED-5822CDF722A8}"/>
                    </a:ext>
                  </a:extLst>
                </p14:cNvPr>
                <p14:cNvContentPartPr/>
                <p14:nvPr/>
              </p14:nvContentPartPr>
              <p14:xfrm>
                <a:off x="8713400" y="1600240"/>
                <a:ext cx="9360" cy="1202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8807177A-C425-668B-51ED-5822CDF722A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702960" y="1589800"/>
                  <a:ext cx="3060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AE9CCDEB-D3B8-5689-8230-138601111374}"/>
              </a:ext>
            </a:extLst>
          </p:cNvPr>
          <p:cNvGrpSpPr/>
          <p:nvPr/>
        </p:nvGrpSpPr>
        <p:grpSpPr>
          <a:xfrm>
            <a:off x="8954240" y="1356160"/>
            <a:ext cx="904320" cy="509400"/>
            <a:chOff x="8954240" y="1356160"/>
            <a:chExt cx="904320" cy="50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29D4DA54-F06D-D53A-ED8A-917BDBAB375B}"/>
                    </a:ext>
                  </a:extLst>
                </p14:cNvPr>
                <p14:cNvContentPartPr/>
                <p14:nvPr/>
              </p14:nvContentPartPr>
              <p14:xfrm>
                <a:off x="8954240" y="1356160"/>
                <a:ext cx="200880" cy="50940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29D4DA54-F06D-D53A-ED8A-917BDBAB375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943800" y="1345360"/>
                  <a:ext cx="22212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8F11442A-B8C4-B12B-6BE3-4A948A5A2488}"/>
                    </a:ext>
                  </a:extLst>
                </p14:cNvPr>
                <p14:cNvContentPartPr/>
                <p14:nvPr/>
              </p14:nvContentPartPr>
              <p14:xfrm>
                <a:off x="9216680" y="1496200"/>
                <a:ext cx="220320" cy="27756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8F11442A-B8C4-B12B-6BE3-4A948A5A248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205880" y="1485760"/>
                  <a:ext cx="2415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63116BC4-F1D5-139B-D818-3D770ED094A9}"/>
                    </a:ext>
                  </a:extLst>
                </p14:cNvPr>
                <p14:cNvContentPartPr/>
                <p14:nvPr/>
              </p14:nvContentPartPr>
              <p14:xfrm>
                <a:off x="9535640" y="1636960"/>
                <a:ext cx="6840" cy="1188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63116BC4-F1D5-139B-D818-3D770ED094A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525200" y="1626160"/>
                  <a:ext cx="280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264453B5-6170-DDEF-8B35-50407FEE67DD}"/>
                    </a:ext>
                  </a:extLst>
                </p14:cNvPr>
                <p14:cNvContentPartPr/>
                <p14:nvPr/>
              </p14:nvContentPartPr>
              <p14:xfrm>
                <a:off x="9613400" y="1504480"/>
                <a:ext cx="137520" cy="22860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264453B5-6170-DDEF-8B35-50407FEE67D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602600" y="1493680"/>
                  <a:ext cx="1587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668F9EE7-9487-2625-B5FF-7BB1008C2E5A}"/>
                    </a:ext>
                  </a:extLst>
                </p14:cNvPr>
                <p14:cNvContentPartPr/>
                <p14:nvPr/>
              </p14:nvContentPartPr>
              <p14:xfrm>
                <a:off x="9846680" y="1620760"/>
                <a:ext cx="11880" cy="1501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668F9EE7-9487-2625-B5FF-7BB1008C2E5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836240" y="1610320"/>
                  <a:ext cx="3312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EFFE0983-0B8E-47CB-125D-FEE75B8C5671}"/>
              </a:ext>
            </a:extLst>
          </p:cNvPr>
          <p:cNvGrpSpPr/>
          <p:nvPr/>
        </p:nvGrpSpPr>
        <p:grpSpPr>
          <a:xfrm>
            <a:off x="10047560" y="1427800"/>
            <a:ext cx="1041120" cy="434880"/>
            <a:chOff x="10047560" y="1427800"/>
            <a:chExt cx="1041120" cy="43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85A55E9E-60CF-D70B-E8A2-03A0C556FB33}"/>
                    </a:ext>
                  </a:extLst>
                </p14:cNvPr>
                <p14:cNvContentPartPr/>
                <p14:nvPr/>
              </p14:nvContentPartPr>
              <p14:xfrm>
                <a:off x="10047560" y="1466680"/>
                <a:ext cx="204120" cy="24984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85A55E9E-60CF-D70B-E8A2-03A0C556FB3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036760" y="1455880"/>
                  <a:ext cx="2253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C3115EFD-14C1-7C08-CD04-BF9750B92BE8}"/>
                    </a:ext>
                  </a:extLst>
                </p14:cNvPr>
                <p14:cNvContentPartPr/>
                <p14:nvPr/>
              </p14:nvContentPartPr>
              <p14:xfrm>
                <a:off x="10347080" y="1687000"/>
                <a:ext cx="7920" cy="1170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C3115EFD-14C1-7C08-CD04-BF9750B92BE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336280" y="1676560"/>
                  <a:ext cx="291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2B563F33-8A4C-24DB-4B06-B61A04DC11E3}"/>
                    </a:ext>
                  </a:extLst>
                </p14:cNvPr>
                <p14:cNvContentPartPr/>
                <p14:nvPr/>
              </p14:nvContentPartPr>
              <p14:xfrm>
                <a:off x="10500440" y="1509160"/>
                <a:ext cx="127440" cy="11808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2B563F33-8A4C-24DB-4B06-B61A04DC11E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490000" y="1498360"/>
                  <a:ext cx="1486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EA294ADF-17E5-0307-CC21-01F12E33FF94}"/>
                    </a:ext>
                  </a:extLst>
                </p14:cNvPr>
                <p14:cNvContentPartPr/>
                <p14:nvPr/>
              </p14:nvContentPartPr>
              <p14:xfrm>
                <a:off x="10511960" y="1609240"/>
                <a:ext cx="153360" cy="1674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EA294ADF-17E5-0307-CC21-01F12E33FF9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501520" y="1598440"/>
                  <a:ext cx="1746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F02F06E5-8B87-9D83-8197-DB85E8CADF1E}"/>
                    </a:ext>
                  </a:extLst>
                </p14:cNvPr>
                <p14:cNvContentPartPr/>
                <p14:nvPr/>
              </p14:nvContentPartPr>
              <p14:xfrm>
                <a:off x="10720040" y="1427800"/>
                <a:ext cx="178920" cy="4348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F02F06E5-8B87-9D83-8197-DB85E8CADF1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709600" y="1417000"/>
                  <a:ext cx="20016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8FE0525D-E00E-63FC-4ED8-4BAE6EE59072}"/>
                    </a:ext>
                  </a:extLst>
                </p14:cNvPr>
                <p14:cNvContentPartPr/>
                <p14:nvPr/>
              </p14:nvContentPartPr>
              <p14:xfrm>
                <a:off x="11060240" y="1615000"/>
                <a:ext cx="28440" cy="1375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8FE0525D-E00E-63FC-4ED8-4BAE6EE5907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049800" y="1604560"/>
                  <a:ext cx="4968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84DABFB5-6299-751B-F012-2DA8FB212945}"/>
              </a:ext>
            </a:extLst>
          </p:cNvPr>
          <p:cNvGrpSpPr/>
          <p:nvPr/>
        </p:nvGrpSpPr>
        <p:grpSpPr>
          <a:xfrm>
            <a:off x="6508040" y="2136640"/>
            <a:ext cx="2687040" cy="667800"/>
            <a:chOff x="6508040" y="2136640"/>
            <a:chExt cx="2687040" cy="66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9DBB8B1E-C08E-10FB-AAFD-841265F82C65}"/>
                    </a:ext>
                  </a:extLst>
                </p14:cNvPr>
                <p14:cNvContentPartPr/>
                <p14:nvPr/>
              </p14:nvContentPartPr>
              <p14:xfrm>
                <a:off x="6508040" y="2136640"/>
                <a:ext cx="164520" cy="5781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9DBB8B1E-C08E-10FB-AAFD-841265F82C6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497240" y="2125840"/>
                  <a:ext cx="18576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225384CF-E767-EDC6-42A4-60CCB472DDB6}"/>
                    </a:ext>
                  </a:extLst>
                </p14:cNvPr>
                <p14:cNvContentPartPr/>
                <p14:nvPr/>
              </p14:nvContentPartPr>
              <p14:xfrm>
                <a:off x="6758600" y="2337160"/>
                <a:ext cx="113400" cy="2080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225384CF-E767-EDC6-42A4-60CCB472DDB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748160" y="2326720"/>
                  <a:ext cx="1346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ECB06FC-8E2A-1AA7-B39E-E49B4BA55B25}"/>
                    </a:ext>
                  </a:extLst>
                </p14:cNvPr>
                <p14:cNvContentPartPr/>
                <p14:nvPr/>
              </p14:nvContentPartPr>
              <p14:xfrm>
                <a:off x="6924920" y="2386120"/>
                <a:ext cx="109800" cy="1378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ECB06FC-8E2A-1AA7-B39E-E49B4BA55B2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914120" y="2375680"/>
                  <a:ext cx="1310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4896E2F2-BF1D-C3C5-86B2-D1EF242C8F8F}"/>
                    </a:ext>
                  </a:extLst>
                </p14:cNvPr>
                <p14:cNvContentPartPr/>
                <p14:nvPr/>
              </p14:nvContentPartPr>
              <p14:xfrm>
                <a:off x="7057040" y="2195320"/>
                <a:ext cx="11880" cy="3247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4896E2F2-BF1D-C3C5-86B2-D1EF242C8F8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046240" y="2184880"/>
                  <a:ext cx="331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CB59C094-8218-71BB-43FE-C6C62685C496}"/>
                    </a:ext>
                  </a:extLst>
                </p14:cNvPr>
                <p14:cNvContentPartPr/>
                <p14:nvPr/>
              </p14:nvContentPartPr>
              <p14:xfrm>
                <a:off x="7152080" y="2210440"/>
                <a:ext cx="21960" cy="3463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CB59C094-8218-71BB-43FE-C6C62685C49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141640" y="2199640"/>
                  <a:ext cx="4320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8B89032-B511-DE8B-FEBC-33EDB77E6F87}"/>
                    </a:ext>
                  </a:extLst>
                </p14:cNvPr>
                <p14:cNvContentPartPr/>
                <p14:nvPr/>
              </p14:nvContentPartPr>
              <p14:xfrm>
                <a:off x="7269080" y="2458120"/>
                <a:ext cx="2880" cy="1123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8B89032-B511-DE8B-FEBC-33EDB77E6F8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258280" y="2447680"/>
                  <a:ext cx="241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D8FA95D6-7004-9333-BF16-150407DD0C47}"/>
                    </a:ext>
                  </a:extLst>
                </p14:cNvPr>
                <p14:cNvContentPartPr/>
                <p14:nvPr/>
              </p14:nvContentPartPr>
              <p14:xfrm>
                <a:off x="7370600" y="2300440"/>
                <a:ext cx="85320" cy="2253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D8FA95D6-7004-9333-BF16-150407DD0C4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359800" y="2290000"/>
                  <a:ext cx="1065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6308580A-6238-684D-C9E0-376F9C784EFA}"/>
                    </a:ext>
                  </a:extLst>
                </p14:cNvPr>
                <p14:cNvContentPartPr/>
                <p14:nvPr/>
              </p14:nvContentPartPr>
              <p14:xfrm>
                <a:off x="7492280" y="2363440"/>
                <a:ext cx="117000" cy="1720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6308580A-6238-684D-C9E0-376F9C784EF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481840" y="2352640"/>
                  <a:ext cx="1382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55771390-FBDF-B3C5-30A0-38ACE48BEFAC}"/>
                    </a:ext>
                  </a:extLst>
                </p14:cNvPr>
                <p14:cNvContentPartPr/>
                <p14:nvPr/>
              </p14:nvContentPartPr>
              <p14:xfrm>
                <a:off x="7622960" y="2197840"/>
                <a:ext cx="43560" cy="3074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55771390-FBDF-B3C5-30A0-38ACE48BEFA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612520" y="2187040"/>
                  <a:ext cx="648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2877FBBD-6AA1-F750-3314-01FCEF8BB6D2}"/>
                    </a:ext>
                  </a:extLst>
                </p14:cNvPr>
                <p14:cNvContentPartPr/>
                <p14:nvPr/>
              </p14:nvContentPartPr>
              <p14:xfrm>
                <a:off x="7713320" y="2179480"/>
                <a:ext cx="38520" cy="3373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2877FBBD-6AA1-F750-3314-01FCEF8BB6D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702520" y="2168680"/>
                  <a:ext cx="597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A154AC40-416B-66A4-BC17-5D1434E2F6DB}"/>
                    </a:ext>
                  </a:extLst>
                </p14:cNvPr>
                <p14:cNvContentPartPr/>
                <p14:nvPr/>
              </p14:nvContentPartPr>
              <p14:xfrm>
                <a:off x="7864160" y="2430760"/>
                <a:ext cx="6840" cy="19116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A154AC40-416B-66A4-BC17-5D1434E2F6D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853720" y="2419960"/>
                  <a:ext cx="280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0D66650A-7576-FA41-3938-A707A479ED3E}"/>
                    </a:ext>
                  </a:extLst>
                </p14:cNvPr>
                <p14:cNvContentPartPr/>
                <p14:nvPr/>
              </p14:nvContentPartPr>
              <p14:xfrm>
                <a:off x="7993760" y="2248960"/>
                <a:ext cx="146160" cy="2941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0D66650A-7576-FA41-3938-A707A479ED3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982960" y="2238160"/>
                  <a:ext cx="1674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27F57CB0-F4C0-2683-3948-174B9D0F8B31}"/>
                    </a:ext>
                  </a:extLst>
                </p14:cNvPr>
                <p14:cNvContentPartPr/>
                <p14:nvPr/>
              </p14:nvContentPartPr>
              <p14:xfrm>
                <a:off x="8053520" y="2440840"/>
                <a:ext cx="129960" cy="36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27F57CB0-F4C0-2683-3948-174B9D0F8B3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042720" y="2430400"/>
                  <a:ext cx="1512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EDF11652-7331-5210-1BA4-FBC62E5EFB07}"/>
                    </a:ext>
                  </a:extLst>
                </p14:cNvPr>
                <p14:cNvContentPartPr/>
                <p14:nvPr/>
              </p14:nvContentPartPr>
              <p14:xfrm>
                <a:off x="8341520" y="2412400"/>
                <a:ext cx="4320" cy="16128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EDF11652-7331-5210-1BA4-FBC62E5EFB0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331080" y="2401960"/>
                  <a:ext cx="255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F0E4B460-D9D8-C03B-AC7F-88183B27FD5B}"/>
                    </a:ext>
                  </a:extLst>
                </p14:cNvPr>
                <p14:cNvContentPartPr/>
                <p14:nvPr/>
              </p14:nvContentPartPr>
              <p14:xfrm>
                <a:off x="8439080" y="2288920"/>
                <a:ext cx="148680" cy="1706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F0E4B460-D9D8-C03B-AC7F-88183B27FD5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428640" y="2278480"/>
                  <a:ext cx="1699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EE2D41FE-CCF3-3B50-A399-B0F0E432C9D9}"/>
                    </a:ext>
                  </a:extLst>
                </p14:cNvPr>
                <p14:cNvContentPartPr/>
                <p14:nvPr/>
              </p14:nvContentPartPr>
              <p14:xfrm>
                <a:off x="8581640" y="2293600"/>
                <a:ext cx="22680" cy="2595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EE2D41FE-CCF3-3B50-A399-B0F0E432C9D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571200" y="2283160"/>
                  <a:ext cx="439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CEAA8B5F-2733-CF60-2BAC-414DC049CC56}"/>
                    </a:ext>
                  </a:extLst>
                </p14:cNvPr>
                <p14:cNvContentPartPr/>
                <p14:nvPr/>
              </p14:nvContentPartPr>
              <p14:xfrm>
                <a:off x="8657600" y="2182720"/>
                <a:ext cx="218520" cy="5223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CEAA8B5F-2733-CF60-2BAC-414DC049CC5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646800" y="2171920"/>
                  <a:ext cx="23976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A1A70FEE-217A-168F-065C-46BF82D7F459}"/>
                    </a:ext>
                  </a:extLst>
                </p14:cNvPr>
                <p14:cNvContentPartPr/>
                <p14:nvPr/>
              </p14:nvContentPartPr>
              <p14:xfrm>
                <a:off x="8924000" y="2186320"/>
                <a:ext cx="271080" cy="6181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A1A70FEE-217A-168F-065C-46BF82D7F45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913560" y="2175520"/>
                  <a:ext cx="292320" cy="63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0A40C0B9-220E-06CB-A672-83C70E40AF89}"/>
              </a:ext>
            </a:extLst>
          </p:cNvPr>
          <p:cNvGrpSpPr/>
          <p:nvPr/>
        </p:nvGrpSpPr>
        <p:grpSpPr>
          <a:xfrm>
            <a:off x="5759240" y="3296560"/>
            <a:ext cx="621720" cy="295200"/>
            <a:chOff x="5759240" y="3296560"/>
            <a:chExt cx="62172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15F0D234-87C6-1946-C478-2A0D7F0B8276}"/>
                    </a:ext>
                  </a:extLst>
                </p14:cNvPr>
                <p14:cNvContentPartPr/>
                <p14:nvPr/>
              </p14:nvContentPartPr>
              <p14:xfrm>
                <a:off x="5759240" y="3296560"/>
                <a:ext cx="239760" cy="29520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15F0D234-87C6-1946-C478-2A0D7F0B827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748800" y="3286120"/>
                  <a:ext cx="2610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798B0899-7970-390D-EE90-9F116C15B5CE}"/>
                    </a:ext>
                  </a:extLst>
                </p14:cNvPr>
                <p14:cNvContentPartPr/>
                <p14:nvPr/>
              </p14:nvContentPartPr>
              <p14:xfrm>
                <a:off x="6077120" y="3354160"/>
                <a:ext cx="303840" cy="1749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798B0899-7970-390D-EE90-9F116C15B5C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066680" y="3343360"/>
                  <a:ext cx="32508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A1CE6153-123C-DCAF-EE44-5A171F9367AC}"/>
              </a:ext>
            </a:extLst>
          </p:cNvPr>
          <p:cNvGrpSpPr/>
          <p:nvPr/>
        </p:nvGrpSpPr>
        <p:grpSpPr>
          <a:xfrm>
            <a:off x="6601280" y="3231400"/>
            <a:ext cx="1218600" cy="432000"/>
            <a:chOff x="6601280" y="3231400"/>
            <a:chExt cx="1218600" cy="43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CECCAEC7-184C-83A8-0554-E11FF4125434}"/>
                    </a:ext>
                  </a:extLst>
                </p14:cNvPr>
                <p14:cNvContentPartPr/>
                <p14:nvPr/>
              </p14:nvContentPartPr>
              <p14:xfrm>
                <a:off x="6601280" y="3239680"/>
                <a:ext cx="111960" cy="82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CECCAEC7-184C-83A8-0554-E11FF412543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590840" y="3228880"/>
                  <a:ext cx="1332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92A6412B-FD85-2B8D-AD79-701A8C5EC7C2}"/>
                    </a:ext>
                  </a:extLst>
                </p14:cNvPr>
                <p14:cNvContentPartPr/>
                <p14:nvPr/>
              </p14:nvContentPartPr>
              <p14:xfrm>
                <a:off x="6625400" y="3271360"/>
                <a:ext cx="147600" cy="3920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92A6412B-FD85-2B8D-AD79-701A8C5EC7C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614960" y="3260920"/>
                  <a:ext cx="16884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D0FF3B55-2779-C5DB-9AA7-CC11C9872A73}"/>
                    </a:ext>
                  </a:extLst>
                </p14:cNvPr>
                <p14:cNvContentPartPr/>
                <p14:nvPr/>
              </p14:nvContentPartPr>
              <p14:xfrm>
                <a:off x="6814760" y="3319240"/>
                <a:ext cx="147600" cy="2224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D0FF3B55-2779-C5DB-9AA7-CC11C9872A7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803960" y="3308800"/>
                  <a:ext cx="1688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D2D4FA8E-3DBC-26E4-7C6D-77219096C4E8}"/>
                    </a:ext>
                  </a:extLst>
                </p14:cNvPr>
                <p14:cNvContentPartPr/>
                <p14:nvPr/>
              </p14:nvContentPartPr>
              <p14:xfrm>
                <a:off x="7001240" y="3262360"/>
                <a:ext cx="175320" cy="36072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D2D4FA8E-3DBC-26E4-7C6D-77219096C4E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990440" y="3251560"/>
                  <a:ext cx="1965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7E2189B8-196D-156C-01BF-158A7EE99667}"/>
                    </a:ext>
                  </a:extLst>
                </p14:cNvPr>
                <p14:cNvContentPartPr/>
                <p14:nvPr/>
              </p14:nvContentPartPr>
              <p14:xfrm>
                <a:off x="7303280" y="3237160"/>
                <a:ext cx="124920" cy="25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7E2189B8-196D-156C-01BF-158A7EE9966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292480" y="3226720"/>
                  <a:ext cx="146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445BEC6D-15AF-6849-32AA-EBF3013D355F}"/>
                    </a:ext>
                  </a:extLst>
                </p14:cNvPr>
                <p14:cNvContentPartPr/>
                <p14:nvPr/>
              </p14:nvContentPartPr>
              <p14:xfrm>
                <a:off x="7300760" y="3257680"/>
                <a:ext cx="157680" cy="34092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445BEC6D-15AF-6849-32AA-EBF3013D355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289960" y="3247240"/>
                  <a:ext cx="1789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4988AA4D-8E54-8BA6-C588-ABAFDAC8A550}"/>
                    </a:ext>
                  </a:extLst>
                </p14:cNvPr>
                <p14:cNvContentPartPr/>
                <p14:nvPr/>
              </p14:nvContentPartPr>
              <p14:xfrm>
                <a:off x="7446560" y="3351280"/>
                <a:ext cx="130320" cy="1616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4988AA4D-8E54-8BA6-C588-ABAFDAC8A55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436120" y="3340840"/>
                  <a:ext cx="1515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43A61263-1143-DD69-BE04-3389A7E2F1C0}"/>
                    </a:ext>
                  </a:extLst>
                </p14:cNvPr>
                <p14:cNvContentPartPr/>
                <p14:nvPr/>
              </p14:nvContentPartPr>
              <p14:xfrm>
                <a:off x="7624400" y="3231400"/>
                <a:ext cx="195480" cy="35892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43A61263-1143-DD69-BE04-3389A7E2F1C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613600" y="3220960"/>
                  <a:ext cx="216720" cy="38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5242A61D-55B7-4B96-9FF1-CA9773446DD6}"/>
                  </a:ext>
                </a:extLst>
              </p14:cNvPr>
              <p14:cNvContentPartPr/>
              <p14:nvPr/>
            </p14:nvContentPartPr>
            <p14:xfrm>
              <a:off x="8336840" y="3434080"/>
              <a:ext cx="154800" cy="9864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5242A61D-55B7-4B96-9FF1-CA9773446DD6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8326400" y="3423280"/>
                <a:ext cx="176040" cy="11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8" name="Group 387">
            <a:extLst>
              <a:ext uri="{FF2B5EF4-FFF2-40B4-BE49-F238E27FC236}">
                <a16:creationId xmlns:a16="http://schemas.microsoft.com/office/drawing/2014/main" id="{82E39E86-A394-6842-52EC-A608C51A4393}"/>
              </a:ext>
            </a:extLst>
          </p:cNvPr>
          <p:cNvGrpSpPr/>
          <p:nvPr/>
        </p:nvGrpSpPr>
        <p:grpSpPr>
          <a:xfrm>
            <a:off x="8783240" y="3254440"/>
            <a:ext cx="534600" cy="281520"/>
            <a:chOff x="8783240" y="3254440"/>
            <a:chExt cx="53460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45D2BF5E-9483-0776-7B40-163328B21138}"/>
                    </a:ext>
                  </a:extLst>
                </p14:cNvPr>
                <p14:cNvContentPartPr/>
                <p14:nvPr/>
              </p14:nvContentPartPr>
              <p14:xfrm>
                <a:off x="8783240" y="3254440"/>
                <a:ext cx="131040" cy="1681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45D2BF5E-9483-0776-7B40-163328B2113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772440" y="3243640"/>
                  <a:ext cx="152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7FE36A3C-1FE5-C172-8BEF-402E4B7071B7}"/>
                    </a:ext>
                  </a:extLst>
                </p14:cNvPr>
                <p14:cNvContentPartPr/>
                <p14:nvPr/>
              </p14:nvContentPartPr>
              <p14:xfrm>
                <a:off x="8929040" y="3288640"/>
                <a:ext cx="25920" cy="24732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7FE36A3C-1FE5-C172-8BEF-402E4B7071B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918600" y="3277840"/>
                  <a:ext cx="471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998407ED-2BC7-6419-2E7C-8F59CF3F26DD}"/>
                    </a:ext>
                  </a:extLst>
                </p14:cNvPr>
                <p14:cNvContentPartPr/>
                <p14:nvPr/>
              </p14:nvContentPartPr>
              <p14:xfrm>
                <a:off x="9048560" y="3327880"/>
                <a:ext cx="269280" cy="1540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998407ED-2BC7-6419-2E7C-8F59CF3F26D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037760" y="3317080"/>
                  <a:ext cx="29052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CFB7493A-D89B-3FD4-013E-0AB76A161A68}"/>
              </a:ext>
            </a:extLst>
          </p:cNvPr>
          <p:cNvGrpSpPr/>
          <p:nvPr/>
        </p:nvGrpSpPr>
        <p:grpSpPr>
          <a:xfrm>
            <a:off x="9587840" y="3204040"/>
            <a:ext cx="1194120" cy="363600"/>
            <a:chOff x="9587840" y="3204040"/>
            <a:chExt cx="1194120" cy="36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0F3D11E9-DCCD-C041-5D4A-4A66482C6F54}"/>
                    </a:ext>
                  </a:extLst>
                </p14:cNvPr>
                <p14:cNvContentPartPr/>
                <p14:nvPr/>
              </p14:nvContentPartPr>
              <p14:xfrm>
                <a:off x="9587840" y="3204040"/>
                <a:ext cx="120960" cy="828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0F3D11E9-DCCD-C041-5D4A-4A66482C6F5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577400" y="3193600"/>
                  <a:ext cx="1422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BA034C0A-E77D-EC72-7EDC-6381FE4E911B}"/>
                    </a:ext>
                  </a:extLst>
                </p14:cNvPr>
                <p14:cNvContentPartPr/>
                <p14:nvPr/>
              </p14:nvContentPartPr>
              <p14:xfrm>
                <a:off x="9606920" y="3220240"/>
                <a:ext cx="133560" cy="33264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BA034C0A-E77D-EC72-7EDC-6381FE4E911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596480" y="3209440"/>
                  <a:ext cx="1548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3BDC02C7-DCC2-DA18-D72C-3F01F62EAF23}"/>
                    </a:ext>
                  </a:extLst>
                </p14:cNvPr>
                <p14:cNvContentPartPr/>
                <p14:nvPr/>
              </p14:nvContentPartPr>
              <p14:xfrm>
                <a:off x="9777200" y="3278200"/>
                <a:ext cx="145080" cy="20484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3BDC02C7-DCC2-DA18-D72C-3F01F62EAF2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766400" y="3267760"/>
                  <a:ext cx="166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20AE39D2-BE41-DB45-9CD8-A06B6AEA37E2}"/>
                    </a:ext>
                  </a:extLst>
                </p14:cNvPr>
                <p14:cNvContentPartPr/>
                <p14:nvPr/>
              </p14:nvContentPartPr>
              <p14:xfrm>
                <a:off x="9935600" y="3241840"/>
                <a:ext cx="196560" cy="32580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20AE39D2-BE41-DB45-9CD8-A06B6AEA37E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925160" y="3231040"/>
                  <a:ext cx="2178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3991145C-8719-2D7F-F07F-8B12DA52FBA3}"/>
                    </a:ext>
                  </a:extLst>
                </p14:cNvPr>
                <p14:cNvContentPartPr/>
                <p14:nvPr/>
              </p14:nvContentPartPr>
              <p14:xfrm>
                <a:off x="10255640" y="3235000"/>
                <a:ext cx="142560" cy="176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3991145C-8719-2D7F-F07F-8B12DA52FBA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244840" y="3224200"/>
                  <a:ext cx="1638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56674108-6D9E-C16B-D0D4-466A3D479FD7}"/>
                    </a:ext>
                  </a:extLst>
                </p14:cNvPr>
                <p14:cNvContentPartPr/>
                <p14:nvPr/>
              </p14:nvContentPartPr>
              <p14:xfrm>
                <a:off x="10259240" y="3262360"/>
                <a:ext cx="176760" cy="26532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56674108-6D9E-C16B-D0D4-466A3D479FD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248800" y="3251560"/>
                  <a:ext cx="1980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77F70074-B5E2-86D8-28D7-C196893FD0E9}"/>
                    </a:ext>
                  </a:extLst>
                </p14:cNvPr>
                <p14:cNvContentPartPr/>
                <p14:nvPr/>
              </p14:nvContentPartPr>
              <p14:xfrm>
                <a:off x="10452200" y="3276040"/>
                <a:ext cx="146880" cy="18828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77F70074-B5E2-86D8-28D7-C196893FD0E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441760" y="3265600"/>
                  <a:ext cx="168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3D56AFB1-44E7-B50A-640D-DA2393CB87F8}"/>
                    </a:ext>
                  </a:extLst>
                </p14:cNvPr>
                <p14:cNvContentPartPr/>
                <p14:nvPr/>
              </p14:nvContentPartPr>
              <p14:xfrm>
                <a:off x="10599440" y="3206920"/>
                <a:ext cx="182520" cy="3175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3D56AFB1-44E7-B50A-640D-DA2393CB87F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589000" y="3196120"/>
                  <a:ext cx="203760" cy="33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431" name="Ink 430">
                <a:extLst>
                  <a:ext uri="{FF2B5EF4-FFF2-40B4-BE49-F238E27FC236}">
                    <a16:creationId xmlns:a16="http://schemas.microsoft.com/office/drawing/2014/main" id="{9D284A20-E07B-3651-C030-524AF4CD888B}"/>
                  </a:ext>
                </a:extLst>
              </p14:cNvPr>
              <p14:cNvContentPartPr/>
              <p14:nvPr/>
            </p14:nvContentPartPr>
            <p14:xfrm>
              <a:off x="406760" y="810400"/>
              <a:ext cx="200880" cy="276480"/>
            </p14:xfrm>
          </p:contentPart>
        </mc:Choice>
        <mc:Fallback xmlns="">
          <p:pic>
            <p:nvPicPr>
              <p:cNvPr id="431" name="Ink 430">
                <a:extLst>
                  <a:ext uri="{FF2B5EF4-FFF2-40B4-BE49-F238E27FC236}">
                    <a16:creationId xmlns:a16="http://schemas.microsoft.com/office/drawing/2014/main" id="{9D284A20-E07B-3651-C030-524AF4CD888B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395960" y="799600"/>
                <a:ext cx="22212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EC1DF7D2-1ECC-D840-68D1-F70549E8B971}"/>
                  </a:ext>
                </a:extLst>
              </p14:cNvPr>
              <p14:cNvContentPartPr/>
              <p14:nvPr/>
            </p14:nvContentPartPr>
            <p14:xfrm>
              <a:off x="287240" y="1785280"/>
              <a:ext cx="194040" cy="286920"/>
            </p14:xfrm>
          </p:contentPart>
        </mc:Choice>
        <mc:Fallback xmlns=""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EC1DF7D2-1ECC-D840-68D1-F70549E8B971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276800" y="1774840"/>
                <a:ext cx="21528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67C7EBC4-556C-A4CE-8E0B-F415DBD37006}"/>
                  </a:ext>
                </a:extLst>
              </p14:cNvPr>
              <p14:cNvContentPartPr/>
              <p14:nvPr/>
            </p14:nvContentPartPr>
            <p14:xfrm>
              <a:off x="385520" y="2718040"/>
              <a:ext cx="176760" cy="366840"/>
            </p14:xfrm>
          </p:contentPart>
        </mc:Choice>
        <mc:Fallback xmlns=""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67C7EBC4-556C-A4CE-8E0B-F415DBD37006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375080" y="2707240"/>
                <a:ext cx="19800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406A50D8-364A-4CFC-FB46-73AD20AD0636}"/>
                  </a:ext>
                </a:extLst>
              </p14:cNvPr>
              <p14:cNvContentPartPr/>
              <p14:nvPr/>
            </p14:nvContentPartPr>
            <p14:xfrm>
              <a:off x="430160" y="3774280"/>
              <a:ext cx="275400" cy="463320"/>
            </p14:xfrm>
          </p:contentPart>
        </mc:Choice>
        <mc:Fallback xmlns=""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406A50D8-364A-4CFC-FB46-73AD20AD0636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419720" y="3763480"/>
                <a:ext cx="296640" cy="4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E3985235-0D49-FB24-8474-D0C2F499A96E}"/>
                  </a:ext>
                </a:extLst>
              </p14:cNvPr>
              <p14:cNvContentPartPr/>
              <p14:nvPr/>
            </p14:nvContentPartPr>
            <p14:xfrm>
              <a:off x="4510400" y="770800"/>
              <a:ext cx="131760" cy="314640"/>
            </p14:xfrm>
          </p:contentPart>
        </mc:Choice>
        <mc:Fallback xmlns=""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E3985235-0D49-FB24-8474-D0C2F499A96E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4499600" y="760360"/>
                <a:ext cx="15300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7055DB94-41C9-B6C4-403D-CA21304B01FD}"/>
                  </a:ext>
                </a:extLst>
              </p14:cNvPr>
              <p14:cNvContentPartPr/>
              <p14:nvPr/>
            </p14:nvContentPartPr>
            <p14:xfrm>
              <a:off x="4497080" y="1732360"/>
              <a:ext cx="266760" cy="292680"/>
            </p14:xfrm>
          </p:contentPart>
        </mc:Choice>
        <mc:Fallback xmlns=""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7055DB94-41C9-B6C4-403D-CA21304B01FD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4486280" y="1721920"/>
                <a:ext cx="288000" cy="31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0" name="Group 439">
            <a:extLst>
              <a:ext uri="{FF2B5EF4-FFF2-40B4-BE49-F238E27FC236}">
                <a16:creationId xmlns:a16="http://schemas.microsoft.com/office/drawing/2014/main" id="{3D2E2D63-FD44-A51A-0155-11CFEDD017CF}"/>
              </a:ext>
            </a:extLst>
          </p:cNvPr>
          <p:cNvGrpSpPr/>
          <p:nvPr/>
        </p:nvGrpSpPr>
        <p:grpSpPr>
          <a:xfrm>
            <a:off x="4568000" y="2746120"/>
            <a:ext cx="143640" cy="301680"/>
            <a:chOff x="4568000" y="2746120"/>
            <a:chExt cx="14364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00F1ABC1-C9AC-A2E0-6583-781B8D22E7E8}"/>
                    </a:ext>
                  </a:extLst>
                </p14:cNvPr>
                <p14:cNvContentPartPr/>
                <p14:nvPr/>
              </p14:nvContentPartPr>
              <p14:xfrm>
                <a:off x="4568000" y="2746120"/>
                <a:ext cx="137520" cy="19692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00F1ABC1-C9AC-A2E0-6583-781B8D22E7E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557200" y="2735320"/>
                  <a:ext cx="1587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0E3FE827-231D-F31C-DFCC-CA6ED9E41E79}"/>
                    </a:ext>
                  </a:extLst>
                </p14:cNvPr>
                <p14:cNvContentPartPr/>
                <p14:nvPr/>
              </p14:nvContentPartPr>
              <p14:xfrm>
                <a:off x="4701200" y="2820280"/>
                <a:ext cx="10440" cy="22752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0E3FE827-231D-F31C-DFCC-CA6ED9E41E7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690760" y="2809480"/>
                  <a:ext cx="3168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8" name="Group 447">
            <a:extLst>
              <a:ext uri="{FF2B5EF4-FFF2-40B4-BE49-F238E27FC236}">
                <a16:creationId xmlns:a16="http://schemas.microsoft.com/office/drawing/2014/main" id="{000D4EC3-9E78-1D4C-6183-D5848F626493}"/>
              </a:ext>
            </a:extLst>
          </p:cNvPr>
          <p:cNvGrpSpPr/>
          <p:nvPr/>
        </p:nvGrpSpPr>
        <p:grpSpPr>
          <a:xfrm>
            <a:off x="4493120" y="3849520"/>
            <a:ext cx="171720" cy="443520"/>
            <a:chOff x="4493120" y="3849520"/>
            <a:chExt cx="171720" cy="44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8813F2B9-A707-7779-E485-5A20CE2BD6B1}"/>
                    </a:ext>
                  </a:extLst>
                </p14:cNvPr>
                <p14:cNvContentPartPr/>
                <p14:nvPr/>
              </p14:nvContentPartPr>
              <p14:xfrm>
                <a:off x="4513280" y="3849520"/>
                <a:ext cx="142920" cy="14904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8813F2B9-A707-7779-E485-5A20CE2BD6B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502840" y="3838720"/>
                  <a:ext cx="1641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44E157BB-DFA9-620C-5F2F-3C981456FB22}"/>
                    </a:ext>
                  </a:extLst>
                </p14:cNvPr>
                <p14:cNvContentPartPr/>
                <p14:nvPr/>
              </p14:nvContentPartPr>
              <p14:xfrm>
                <a:off x="4493120" y="4078840"/>
                <a:ext cx="171720" cy="21420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44E157BB-DFA9-620C-5F2F-3C981456FB2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482680" y="4068040"/>
                  <a:ext cx="192960" cy="23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2FC13ED0-A6BF-5946-3009-E6A6D63370DE}"/>
                  </a:ext>
                </a:extLst>
              </p14:cNvPr>
              <p14:cNvContentPartPr/>
              <p14:nvPr/>
            </p14:nvContentPartPr>
            <p14:xfrm>
              <a:off x="841280" y="1129720"/>
              <a:ext cx="1372680" cy="1345320"/>
            </p14:xfrm>
          </p:contentPart>
        </mc:Choice>
        <mc:Fallback xmlns=""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2FC13ED0-A6BF-5946-3009-E6A6D63370DE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830840" y="1118920"/>
                <a:ext cx="1393920" cy="136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0" name="Group 469">
            <a:extLst>
              <a:ext uri="{FF2B5EF4-FFF2-40B4-BE49-F238E27FC236}">
                <a16:creationId xmlns:a16="http://schemas.microsoft.com/office/drawing/2014/main" id="{84C00E65-FFF2-B15B-2949-6B4355E5AFE6}"/>
              </a:ext>
            </a:extLst>
          </p:cNvPr>
          <p:cNvGrpSpPr/>
          <p:nvPr/>
        </p:nvGrpSpPr>
        <p:grpSpPr>
          <a:xfrm>
            <a:off x="5270000" y="4019440"/>
            <a:ext cx="882720" cy="764280"/>
            <a:chOff x="5270000" y="4019440"/>
            <a:chExt cx="882720" cy="76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6F83341E-7631-6EAB-A0A6-F5410ED2B5C9}"/>
                    </a:ext>
                  </a:extLst>
                </p14:cNvPr>
                <p14:cNvContentPartPr/>
                <p14:nvPr/>
              </p14:nvContentPartPr>
              <p14:xfrm>
                <a:off x="5327600" y="4019440"/>
                <a:ext cx="218520" cy="76428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6F83341E-7631-6EAB-A0A6-F5410ED2B5C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317160" y="4009000"/>
                  <a:ext cx="239760" cy="78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697726B7-1F99-CD8E-B5C0-83C644A60F90}"/>
                    </a:ext>
                  </a:extLst>
                </p14:cNvPr>
                <p14:cNvContentPartPr/>
                <p14:nvPr/>
              </p14:nvContentPartPr>
              <p14:xfrm>
                <a:off x="5270000" y="4500760"/>
                <a:ext cx="230040" cy="381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697726B7-1F99-CD8E-B5C0-83C644A60F9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259200" y="4489960"/>
                  <a:ext cx="2512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CE83D063-5322-799A-D96F-F1EFF51AC816}"/>
                    </a:ext>
                  </a:extLst>
                </p14:cNvPr>
                <p14:cNvContentPartPr/>
                <p14:nvPr/>
              </p14:nvContentPartPr>
              <p14:xfrm>
                <a:off x="5683640" y="4460800"/>
                <a:ext cx="27000" cy="15228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CE83D063-5322-799A-D96F-F1EFF51AC81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673200" y="4450000"/>
                  <a:ext cx="48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99566F8B-8808-ED3E-3D4F-75F4C307A794}"/>
                    </a:ext>
                  </a:extLst>
                </p14:cNvPr>
                <p14:cNvContentPartPr/>
                <p14:nvPr/>
              </p14:nvContentPartPr>
              <p14:xfrm>
                <a:off x="5626400" y="4286920"/>
                <a:ext cx="104040" cy="10188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99566F8B-8808-ED3E-3D4F-75F4C307A79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615960" y="4276120"/>
                  <a:ext cx="1252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B738552B-6E3A-2C9F-87E7-77B20F6FED29}"/>
                    </a:ext>
                  </a:extLst>
                </p14:cNvPr>
                <p14:cNvContentPartPr/>
                <p14:nvPr/>
              </p14:nvContentPartPr>
              <p14:xfrm>
                <a:off x="5803520" y="4316800"/>
                <a:ext cx="116640" cy="21600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B738552B-6E3A-2C9F-87E7-77B20F6FED2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792720" y="4306360"/>
                  <a:ext cx="1378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04F20AA1-95C8-3D8A-030A-822224B8F6F2}"/>
                    </a:ext>
                  </a:extLst>
                </p14:cNvPr>
                <p14:cNvContentPartPr/>
                <p14:nvPr/>
              </p14:nvContentPartPr>
              <p14:xfrm>
                <a:off x="5986040" y="4126000"/>
                <a:ext cx="166680" cy="41472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04F20AA1-95C8-3D8A-030A-822224B8F6F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975600" y="4115200"/>
                  <a:ext cx="187920" cy="43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471" name="Ink 470">
                <a:extLst>
                  <a:ext uri="{FF2B5EF4-FFF2-40B4-BE49-F238E27FC236}">
                    <a16:creationId xmlns:a16="http://schemas.microsoft.com/office/drawing/2014/main" id="{EEB17FB5-5F26-CB1C-EE14-672190852A2E}"/>
                  </a:ext>
                </a:extLst>
              </p14:cNvPr>
              <p14:cNvContentPartPr/>
              <p14:nvPr/>
            </p14:nvContentPartPr>
            <p14:xfrm>
              <a:off x="6629000" y="4253080"/>
              <a:ext cx="514440" cy="353880"/>
            </p14:xfrm>
          </p:contentPart>
        </mc:Choice>
        <mc:Fallback xmlns="">
          <p:pic>
            <p:nvPicPr>
              <p:cNvPr id="471" name="Ink 470">
                <a:extLst>
                  <a:ext uri="{FF2B5EF4-FFF2-40B4-BE49-F238E27FC236}">
                    <a16:creationId xmlns:a16="http://schemas.microsoft.com/office/drawing/2014/main" id="{EEB17FB5-5F26-CB1C-EE14-672190852A2E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6618560" y="4242640"/>
                <a:ext cx="535680" cy="37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02" name="Group 501">
            <a:extLst>
              <a:ext uri="{FF2B5EF4-FFF2-40B4-BE49-F238E27FC236}">
                <a16:creationId xmlns:a16="http://schemas.microsoft.com/office/drawing/2014/main" id="{AEEB379D-8B69-682B-96EE-F36A309E6054}"/>
              </a:ext>
            </a:extLst>
          </p:cNvPr>
          <p:cNvGrpSpPr/>
          <p:nvPr/>
        </p:nvGrpSpPr>
        <p:grpSpPr>
          <a:xfrm>
            <a:off x="7591280" y="4266400"/>
            <a:ext cx="502920" cy="266400"/>
            <a:chOff x="7591280" y="4266400"/>
            <a:chExt cx="502920" cy="26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CD0A655A-5F7A-6B68-2C31-3334E2575CB8}"/>
                    </a:ext>
                  </a:extLst>
                </p14:cNvPr>
                <p14:cNvContentPartPr/>
                <p14:nvPr/>
              </p14:nvContentPartPr>
              <p14:xfrm>
                <a:off x="7629440" y="4279000"/>
                <a:ext cx="189360" cy="25380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CD0A655A-5F7A-6B68-2C31-3334E2575CB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619000" y="4268560"/>
                  <a:ext cx="2106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B82EE4D7-BC64-CBCD-B2F9-DBB2C1FAF45A}"/>
                    </a:ext>
                  </a:extLst>
                </p14:cNvPr>
                <p14:cNvContentPartPr/>
                <p14:nvPr/>
              </p14:nvContentPartPr>
              <p14:xfrm>
                <a:off x="7591280" y="4414000"/>
                <a:ext cx="174240" cy="1296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B82EE4D7-BC64-CBCD-B2F9-DBB2C1FAF45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580840" y="4403200"/>
                  <a:ext cx="195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756A5083-E00E-8001-D126-2B8DD3AA4CB2}"/>
                    </a:ext>
                  </a:extLst>
                </p14:cNvPr>
                <p14:cNvContentPartPr/>
                <p14:nvPr/>
              </p14:nvContentPartPr>
              <p14:xfrm>
                <a:off x="7798280" y="4266400"/>
                <a:ext cx="244080" cy="23580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756A5083-E00E-8001-D126-2B8DD3AA4CB2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787840" y="4255960"/>
                  <a:ext cx="2653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36248515-3519-65B7-92FA-EECC7FA58EAB}"/>
                    </a:ext>
                  </a:extLst>
                </p14:cNvPr>
                <p14:cNvContentPartPr/>
                <p14:nvPr/>
              </p14:nvContentPartPr>
              <p14:xfrm>
                <a:off x="8043080" y="4334800"/>
                <a:ext cx="51120" cy="19152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36248515-3519-65B7-92FA-EECC7FA58EA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032640" y="4324000"/>
                  <a:ext cx="7236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2C8F31B2-4147-568A-EC07-9DC3696A33A6}"/>
              </a:ext>
            </a:extLst>
          </p:cNvPr>
          <p:cNvGrpSpPr/>
          <p:nvPr/>
        </p:nvGrpSpPr>
        <p:grpSpPr>
          <a:xfrm>
            <a:off x="8416400" y="4119160"/>
            <a:ext cx="1348200" cy="407520"/>
            <a:chOff x="8416400" y="4119160"/>
            <a:chExt cx="1348200" cy="4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9C6F1E11-AAA5-3F2F-2BD3-6BA593038669}"/>
                    </a:ext>
                  </a:extLst>
                </p14:cNvPr>
                <p14:cNvContentPartPr/>
                <p14:nvPr/>
              </p14:nvContentPartPr>
              <p14:xfrm>
                <a:off x="8416400" y="4312840"/>
                <a:ext cx="292320" cy="21384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9C6F1E11-AAA5-3F2F-2BD3-6BA59303866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405600" y="4302400"/>
                  <a:ext cx="313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D97F02D5-A5EA-F678-D19F-4A071B753BDD}"/>
                    </a:ext>
                  </a:extLst>
                </p14:cNvPr>
                <p14:cNvContentPartPr/>
                <p14:nvPr/>
              </p14:nvContentPartPr>
              <p14:xfrm>
                <a:off x="8744360" y="4344160"/>
                <a:ext cx="156240" cy="14976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D97F02D5-A5EA-F678-D19F-4A071B753BD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733560" y="4333360"/>
                  <a:ext cx="1774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9447100B-F2D7-C15C-A9C6-54B5E6C39EA9}"/>
                    </a:ext>
                  </a:extLst>
                </p14:cNvPr>
                <p14:cNvContentPartPr/>
                <p14:nvPr/>
              </p14:nvContentPartPr>
              <p14:xfrm>
                <a:off x="8883320" y="4345600"/>
                <a:ext cx="67680" cy="15192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9447100B-F2D7-C15C-A9C6-54B5E6C39EA9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872520" y="4335160"/>
                  <a:ext cx="889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6307377F-3D36-3C31-1D1B-1DB510C62A04}"/>
                    </a:ext>
                  </a:extLst>
                </p14:cNvPr>
                <p14:cNvContentPartPr/>
                <p14:nvPr/>
              </p14:nvContentPartPr>
              <p14:xfrm>
                <a:off x="8984120" y="4320040"/>
                <a:ext cx="120600" cy="15480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6307377F-3D36-3C31-1D1B-1DB510C62A0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973320" y="4309600"/>
                  <a:ext cx="1418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234C2D54-E0B3-CFE8-74EA-C1B372918E8D}"/>
                    </a:ext>
                  </a:extLst>
                </p14:cNvPr>
                <p14:cNvContentPartPr/>
                <p14:nvPr/>
              </p14:nvContentPartPr>
              <p14:xfrm>
                <a:off x="9159440" y="4119160"/>
                <a:ext cx="60480" cy="32148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234C2D54-E0B3-CFE8-74EA-C1B372918E8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148640" y="4108360"/>
                  <a:ext cx="817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73E82FA9-EBB7-B240-371A-F17E9F972811}"/>
                    </a:ext>
                  </a:extLst>
                </p14:cNvPr>
                <p14:cNvContentPartPr/>
                <p14:nvPr/>
              </p14:nvContentPartPr>
              <p14:xfrm>
                <a:off x="9152600" y="4295200"/>
                <a:ext cx="137520" cy="3240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73E82FA9-EBB7-B240-371A-F17E9F97281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141800" y="4284400"/>
                  <a:ext cx="158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F40362B1-9D3F-B27C-235E-711ECF8C3056}"/>
                    </a:ext>
                  </a:extLst>
                </p14:cNvPr>
                <p14:cNvContentPartPr/>
                <p14:nvPr/>
              </p14:nvContentPartPr>
              <p14:xfrm>
                <a:off x="9299840" y="4346680"/>
                <a:ext cx="121320" cy="1393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F40362B1-9D3F-B27C-235E-711ECF8C3056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289040" y="4335880"/>
                  <a:ext cx="1425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0BA29E47-9247-FF58-1D45-4832417B5092}"/>
                    </a:ext>
                  </a:extLst>
                </p14:cNvPr>
                <p14:cNvContentPartPr/>
                <p14:nvPr/>
              </p14:nvContentPartPr>
              <p14:xfrm>
                <a:off x="9443840" y="4311040"/>
                <a:ext cx="114120" cy="15984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0BA29E47-9247-FF58-1D45-4832417B5092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433040" y="4300240"/>
                  <a:ext cx="1353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3E8A9DB2-4F47-60DD-B4F7-FC658ADF703A}"/>
                    </a:ext>
                  </a:extLst>
                </p14:cNvPr>
                <p14:cNvContentPartPr/>
                <p14:nvPr/>
              </p14:nvContentPartPr>
              <p14:xfrm>
                <a:off x="9641120" y="4283680"/>
                <a:ext cx="123480" cy="16596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3E8A9DB2-4F47-60DD-B4F7-FC658ADF703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630680" y="4272880"/>
                  <a:ext cx="14472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2" name="Group 511">
            <a:extLst>
              <a:ext uri="{FF2B5EF4-FFF2-40B4-BE49-F238E27FC236}">
                <a16:creationId xmlns:a16="http://schemas.microsoft.com/office/drawing/2014/main" id="{AA19421D-AF8C-4406-1D8F-D08A55E367F4}"/>
              </a:ext>
            </a:extLst>
          </p:cNvPr>
          <p:cNvGrpSpPr/>
          <p:nvPr/>
        </p:nvGrpSpPr>
        <p:grpSpPr>
          <a:xfrm>
            <a:off x="10171760" y="4148320"/>
            <a:ext cx="317880" cy="521640"/>
            <a:chOff x="10171760" y="4148320"/>
            <a:chExt cx="317880" cy="52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189985AA-5E7B-164E-5F92-ECA8572E4EBA}"/>
                    </a:ext>
                  </a:extLst>
                </p14:cNvPr>
                <p14:cNvContentPartPr/>
                <p14:nvPr/>
              </p14:nvContentPartPr>
              <p14:xfrm>
                <a:off x="10171760" y="4148320"/>
                <a:ext cx="292320" cy="52164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189985AA-5E7B-164E-5F92-ECA8572E4EBA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160960" y="4137520"/>
                  <a:ext cx="31356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FC34862B-E97E-C5C4-9E19-7B8971B5A5F4}"/>
                    </a:ext>
                  </a:extLst>
                </p14:cNvPr>
                <p14:cNvContentPartPr/>
                <p14:nvPr/>
              </p14:nvContentPartPr>
              <p14:xfrm>
                <a:off x="10354640" y="4483480"/>
                <a:ext cx="135000" cy="2556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FC34862B-E97E-C5C4-9E19-7B8971B5A5F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343840" y="4473040"/>
                  <a:ext cx="15624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5829E649-3E4C-41DE-CF8E-751CF3A04A95}"/>
              </a:ext>
            </a:extLst>
          </p:cNvPr>
          <p:cNvGrpSpPr/>
          <p:nvPr/>
        </p:nvGrpSpPr>
        <p:grpSpPr>
          <a:xfrm>
            <a:off x="10748120" y="4232920"/>
            <a:ext cx="681840" cy="249480"/>
            <a:chOff x="10748120" y="4232920"/>
            <a:chExt cx="681840" cy="24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5A1D7968-1AE0-F342-029A-6FDD867BCE4F}"/>
                    </a:ext>
                  </a:extLst>
                </p14:cNvPr>
                <p14:cNvContentPartPr/>
                <p14:nvPr/>
              </p14:nvContentPartPr>
              <p14:xfrm>
                <a:off x="10748120" y="4299160"/>
                <a:ext cx="106560" cy="17100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5A1D7968-1AE0-F342-029A-6FDD867BCE4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737320" y="4288720"/>
                  <a:ext cx="1278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26B40477-66A9-0200-A879-7209558B0085}"/>
                    </a:ext>
                  </a:extLst>
                </p14:cNvPr>
                <p14:cNvContentPartPr/>
                <p14:nvPr/>
              </p14:nvContentPartPr>
              <p14:xfrm>
                <a:off x="10875920" y="4289440"/>
                <a:ext cx="178200" cy="16308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26B40477-66A9-0200-A879-7209558B0085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865480" y="4278640"/>
                  <a:ext cx="1994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6AA14451-2543-DE87-3DA1-3B8D716DB052}"/>
                    </a:ext>
                  </a:extLst>
                </p14:cNvPr>
                <p14:cNvContentPartPr/>
                <p14:nvPr/>
              </p14:nvContentPartPr>
              <p14:xfrm>
                <a:off x="11105960" y="4232920"/>
                <a:ext cx="324000" cy="24948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6AA14451-2543-DE87-3DA1-3B8D716DB05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095520" y="4222120"/>
                  <a:ext cx="34524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4" name="Group 533">
            <a:extLst>
              <a:ext uri="{FF2B5EF4-FFF2-40B4-BE49-F238E27FC236}">
                <a16:creationId xmlns:a16="http://schemas.microsoft.com/office/drawing/2014/main" id="{9797CBC3-CEF3-DAEE-2C89-5F818FF4AA97}"/>
              </a:ext>
            </a:extLst>
          </p:cNvPr>
          <p:cNvGrpSpPr/>
          <p:nvPr/>
        </p:nvGrpSpPr>
        <p:grpSpPr>
          <a:xfrm>
            <a:off x="5464040" y="4858240"/>
            <a:ext cx="660240" cy="340920"/>
            <a:chOff x="5464040" y="4858240"/>
            <a:chExt cx="660240" cy="34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50148F52-06AA-DFB3-9586-4D598DAD66F2}"/>
                    </a:ext>
                  </a:extLst>
                </p14:cNvPr>
                <p14:cNvContentPartPr/>
                <p14:nvPr/>
              </p14:nvContentPartPr>
              <p14:xfrm>
                <a:off x="5464040" y="4984240"/>
                <a:ext cx="123480" cy="18288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50148F52-06AA-DFB3-9586-4D598DAD66F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453600" y="4973440"/>
                  <a:ext cx="1447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62AFF620-04E5-3B04-3320-E7A8D786ECD5}"/>
                    </a:ext>
                  </a:extLst>
                </p14:cNvPr>
                <p14:cNvContentPartPr/>
                <p14:nvPr/>
              </p14:nvContentPartPr>
              <p14:xfrm>
                <a:off x="5622080" y="5049760"/>
                <a:ext cx="125640" cy="14940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62AFF620-04E5-3B04-3320-E7A8D786ECD5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611640" y="5038960"/>
                  <a:ext cx="1468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99540FF9-B185-2B35-DF3C-B642EB1C82A8}"/>
                    </a:ext>
                  </a:extLst>
                </p14:cNvPr>
                <p14:cNvContentPartPr/>
                <p14:nvPr/>
              </p14:nvContentPartPr>
              <p14:xfrm>
                <a:off x="5822600" y="4858240"/>
                <a:ext cx="146160" cy="29952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99540FF9-B185-2B35-DF3C-B642EB1C82A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811800" y="4847440"/>
                  <a:ext cx="1674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572BB3F1-6FB3-252A-8623-691B9D1187F8}"/>
                    </a:ext>
                  </a:extLst>
                </p14:cNvPr>
                <p14:cNvContentPartPr/>
                <p14:nvPr/>
              </p14:nvContentPartPr>
              <p14:xfrm>
                <a:off x="6043280" y="4918360"/>
                <a:ext cx="81000" cy="19584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572BB3F1-6FB3-252A-8623-691B9D1187F8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032840" y="4907920"/>
                  <a:ext cx="10224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2" name="Group 531">
            <a:extLst>
              <a:ext uri="{FF2B5EF4-FFF2-40B4-BE49-F238E27FC236}">
                <a16:creationId xmlns:a16="http://schemas.microsoft.com/office/drawing/2014/main" id="{E2494D97-1245-8DDD-2B99-3CDE44567326}"/>
              </a:ext>
            </a:extLst>
          </p:cNvPr>
          <p:cNvGrpSpPr/>
          <p:nvPr/>
        </p:nvGrpSpPr>
        <p:grpSpPr>
          <a:xfrm>
            <a:off x="6513800" y="4846000"/>
            <a:ext cx="884160" cy="293040"/>
            <a:chOff x="6513800" y="4846000"/>
            <a:chExt cx="8841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18BFE7A6-E7C8-830A-A01A-7FD978454CE9}"/>
                    </a:ext>
                  </a:extLst>
                </p14:cNvPr>
                <p14:cNvContentPartPr/>
                <p14:nvPr/>
              </p14:nvContentPartPr>
              <p14:xfrm>
                <a:off x="6513800" y="4883440"/>
                <a:ext cx="113760" cy="21852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18BFE7A6-E7C8-830A-A01A-7FD978454CE9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503000" y="4872640"/>
                  <a:ext cx="1350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7EADCB08-2709-7479-D044-1B83EE6DEC36}"/>
                    </a:ext>
                  </a:extLst>
                </p14:cNvPr>
                <p14:cNvContentPartPr/>
                <p14:nvPr/>
              </p14:nvContentPartPr>
              <p14:xfrm>
                <a:off x="6758600" y="4876960"/>
                <a:ext cx="108360" cy="20772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7EADCB08-2709-7479-D044-1B83EE6DEC36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748160" y="4866160"/>
                  <a:ext cx="1296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517F5373-6C27-64FF-8247-84838C1062E3}"/>
                    </a:ext>
                  </a:extLst>
                </p14:cNvPr>
                <p14:cNvContentPartPr/>
                <p14:nvPr/>
              </p14:nvContentPartPr>
              <p14:xfrm>
                <a:off x="6937520" y="4959760"/>
                <a:ext cx="14400" cy="15156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517F5373-6C27-64FF-8247-84838C1062E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927080" y="4949320"/>
                  <a:ext cx="356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070FF247-66CA-374D-D0BE-977C5448D846}"/>
                    </a:ext>
                  </a:extLst>
                </p14:cNvPr>
                <p14:cNvContentPartPr/>
                <p14:nvPr/>
              </p14:nvContentPartPr>
              <p14:xfrm>
                <a:off x="6914840" y="4846000"/>
                <a:ext cx="74880" cy="4212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070FF247-66CA-374D-D0BE-977C5448D84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6904400" y="4835560"/>
                  <a:ext cx="961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DD6577D7-0F30-AD25-5678-D9A5776ABB2C}"/>
                    </a:ext>
                  </a:extLst>
                </p14:cNvPr>
                <p14:cNvContentPartPr/>
                <p14:nvPr/>
              </p14:nvContentPartPr>
              <p14:xfrm>
                <a:off x="7046600" y="4916920"/>
                <a:ext cx="118800" cy="15084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DD6577D7-0F30-AD25-5678-D9A5776ABB2C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035800" y="4906120"/>
                  <a:ext cx="1400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F150354E-F366-F4E1-D53C-C8744C8B3BC6}"/>
                    </a:ext>
                  </a:extLst>
                </p14:cNvPr>
                <p14:cNvContentPartPr/>
                <p14:nvPr/>
              </p14:nvContentPartPr>
              <p14:xfrm>
                <a:off x="7217960" y="4906840"/>
                <a:ext cx="180000" cy="23220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F150354E-F366-F4E1-D53C-C8744C8B3BC6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207520" y="4896400"/>
                  <a:ext cx="20124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62AFB654-6E73-17CD-0399-40FAF60559F6}"/>
              </a:ext>
            </a:extLst>
          </p:cNvPr>
          <p:cNvGrpSpPr/>
          <p:nvPr/>
        </p:nvGrpSpPr>
        <p:grpSpPr>
          <a:xfrm>
            <a:off x="7828520" y="4755280"/>
            <a:ext cx="626040" cy="470520"/>
            <a:chOff x="7828520" y="4755280"/>
            <a:chExt cx="626040" cy="47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49C7B29B-C865-9612-3905-7BDE3505C782}"/>
                    </a:ext>
                  </a:extLst>
                </p14:cNvPr>
                <p14:cNvContentPartPr/>
                <p14:nvPr/>
              </p14:nvContentPartPr>
              <p14:xfrm>
                <a:off x="7828520" y="4838800"/>
                <a:ext cx="140400" cy="26028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49C7B29B-C865-9612-3905-7BDE3505C782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817720" y="4828000"/>
                  <a:ext cx="1616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04A729A3-9E0A-AF4C-AE71-5482A42284CB}"/>
                    </a:ext>
                  </a:extLst>
                </p14:cNvPr>
                <p14:cNvContentPartPr/>
                <p14:nvPr/>
              </p14:nvContentPartPr>
              <p14:xfrm>
                <a:off x="8094200" y="4755280"/>
                <a:ext cx="147960" cy="47052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04A729A3-9E0A-AF4C-AE71-5482A42284C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083760" y="4744480"/>
                  <a:ext cx="16920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D3D3B314-1C86-71BA-1817-B64167A47DBB}"/>
                    </a:ext>
                  </a:extLst>
                </p14:cNvPr>
                <p14:cNvContentPartPr/>
                <p14:nvPr/>
              </p14:nvContentPartPr>
              <p14:xfrm>
                <a:off x="8144960" y="5059120"/>
                <a:ext cx="106920" cy="1080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D3D3B314-1C86-71BA-1817-B64167A47DBB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134160" y="5048680"/>
                  <a:ext cx="128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518D047D-799C-9616-4ED6-B17A9F61EA2A}"/>
                    </a:ext>
                  </a:extLst>
                </p14:cNvPr>
                <p14:cNvContentPartPr/>
                <p14:nvPr/>
              </p14:nvContentPartPr>
              <p14:xfrm>
                <a:off x="8315960" y="4848880"/>
                <a:ext cx="138600" cy="16128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518D047D-799C-9616-4ED6-B17A9F61EA2A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305520" y="4838440"/>
                  <a:ext cx="159840" cy="18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535" name="Ink 534">
                <a:extLst>
                  <a:ext uri="{FF2B5EF4-FFF2-40B4-BE49-F238E27FC236}">
                    <a16:creationId xmlns:a16="http://schemas.microsoft.com/office/drawing/2014/main" id="{6A6AE2F2-CC1F-3E55-17AB-660EB599ED31}"/>
                  </a:ext>
                </a:extLst>
              </p14:cNvPr>
              <p14:cNvContentPartPr/>
              <p14:nvPr/>
            </p14:nvContentPartPr>
            <p14:xfrm>
              <a:off x="8677760" y="4960840"/>
              <a:ext cx="5400" cy="106560"/>
            </p14:xfrm>
          </p:contentPart>
        </mc:Choice>
        <mc:Fallback xmlns="">
          <p:pic>
            <p:nvPicPr>
              <p:cNvPr id="535" name="Ink 534">
                <a:extLst>
                  <a:ext uri="{FF2B5EF4-FFF2-40B4-BE49-F238E27FC236}">
                    <a16:creationId xmlns:a16="http://schemas.microsoft.com/office/drawing/2014/main" id="{6A6AE2F2-CC1F-3E55-17AB-660EB599ED31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8667320" y="4950400"/>
                <a:ext cx="26640" cy="12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9" name="Group 538">
            <a:extLst>
              <a:ext uri="{FF2B5EF4-FFF2-40B4-BE49-F238E27FC236}">
                <a16:creationId xmlns:a16="http://schemas.microsoft.com/office/drawing/2014/main" id="{A1305EE5-55E0-49E5-42CD-4B358285ADAF}"/>
              </a:ext>
            </a:extLst>
          </p:cNvPr>
          <p:cNvGrpSpPr/>
          <p:nvPr/>
        </p:nvGrpSpPr>
        <p:grpSpPr>
          <a:xfrm>
            <a:off x="9005360" y="4729000"/>
            <a:ext cx="538920" cy="295920"/>
            <a:chOff x="9005360" y="4729000"/>
            <a:chExt cx="53892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45923806-3654-4CD6-265F-EA5713FDBCEA}"/>
                    </a:ext>
                  </a:extLst>
                </p14:cNvPr>
                <p14:cNvContentPartPr/>
                <p14:nvPr/>
              </p14:nvContentPartPr>
              <p14:xfrm>
                <a:off x="9005360" y="4836640"/>
                <a:ext cx="369720" cy="18828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45923806-3654-4CD6-265F-EA5713FDBCE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994560" y="4825840"/>
                  <a:ext cx="3909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D132AB94-D8FF-F96A-0BC4-D5F3148631B0}"/>
                    </a:ext>
                  </a:extLst>
                </p14:cNvPr>
                <p14:cNvContentPartPr/>
                <p14:nvPr/>
              </p14:nvContentPartPr>
              <p14:xfrm>
                <a:off x="9413960" y="4729000"/>
                <a:ext cx="130320" cy="27072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D132AB94-D8FF-F96A-0BC4-D5F3148631B0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403160" y="4718560"/>
                  <a:ext cx="151560" cy="29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540" name="Ink 539">
                <a:extLst>
                  <a:ext uri="{FF2B5EF4-FFF2-40B4-BE49-F238E27FC236}">
                    <a16:creationId xmlns:a16="http://schemas.microsoft.com/office/drawing/2014/main" id="{873A09F7-2C14-773A-50E1-D7C1F8058B67}"/>
                  </a:ext>
                </a:extLst>
              </p14:cNvPr>
              <p14:cNvContentPartPr/>
              <p14:nvPr/>
            </p14:nvContentPartPr>
            <p14:xfrm>
              <a:off x="9897800" y="4812520"/>
              <a:ext cx="575280" cy="205920"/>
            </p14:xfrm>
          </p:contentPart>
        </mc:Choice>
        <mc:Fallback xmlns="">
          <p:pic>
            <p:nvPicPr>
              <p:cNvPr id="540" name="Ink 539">
                <a:extLst>
                  <a:ext uri="{FF2B5EF4-FFF2-40B4-BE49-F238E27FC236}">
                    <a16:creationId xmlns:a16="http://schemas.microsoft.com/office/drawing/2014/main" id="{873A09F7-2C14-773A-50E1-D7C1F8058B67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9887000" y="4801720"/>
                <a:ext cx="59652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4" name="Group 553">
            <a:extLst>
              <a:ext uri="{FF2B5EF4-FFF2-40B4-BE49-F238E27FC236}">
                <a16:creationId xmlns:a16="http://schemas.microsoft.com/office/drawing/2014/main" id="{20334D2C-FE84-1DC3-AC81-69BF1173C2E4}"/>
              </a:ext>
            </a:extLst>
          </p:cNvPr>
          <p:cNvGrpSpPr/>
          <p:nvPr/>
        </p:nvGrpSpPr>
        <p:grpSpPr>
          <a:xfrm>
            <a:off x="10574240" y="4804600"/>
            <a:ext cx="627480" cy="312120"/>
            <a:chOff x="10574240" y="4804600"/>
            <a:chExt cx="627480" cy="31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BBA6E9D6-97B3-9AD5-2586-0EB5F976DAED}"/>
                    </a:ext>
                  </a:extLst>
                </p14:cNvPr>
                <p14:cNvContentPartPr/>
                <p14:nvPr/>
              </p14:nvContentPartPr>
              <p14:xfrm>
                <a:off x="10574240" y="4882360"/>
                <a:ext cx="74160" cy="23436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BBA6E9D6-97B3-9AD5-2586-0EB5F976DAED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563440" y="4871560"/>
                  <a:ext cx="954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48364AFF-BB92-CA4D-F29B-1BF0881DA006}"/>
                    </a:ext>
                  </a:extLst>
                </p14:cNvPr>
                <p14:cNvContentPartPr/>
                <p14:nvPr/>
              </p14:nvContentPartPr>
              <p14:xfrm>
                <a:off x="10607000" y="4829080"/>
                <a:ext cx="146160" cy="15228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48364AFF-BB92-CA4D-F29B-1BF0881DA006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596560" y="4818640"/>
                  <a:ext cx="1674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418B2C34-12EB-4E95-B2A4-9840051FC7E4}"/>
                    </a:ext>
                  </a:extLst>
                </p14:cNvPr>
                <p14:cNvContentPartPr/>
                <p14:nvPr/>
              </p14:nvContentPartPr>
              <p14:xfrm>
                <a:off x="10794560" y="4871920"/>
                <a:ext cx="122760" cy="12672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418B2C34-12EB-4E95-B2A4-9840051FC7E4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784120" y="4861120"/>
                  <a:ext cx="144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F33C3875-5A77-B042-E848-8C4A595DCBD2}"/>
                    </a:ext>
                  </a:extLst>
                </p14:cNvPr>
                <p14:cNvContentPartPr/>
                <p14:nvPr/>
              </p14:nvContentPartPr>
              <p14:xfrm>
                <a:off x="10976360" y="4846000"/>
                <a:ext cx="101880" cy="11196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F33C3875-5A77-B042-E848-8C4A595DCBD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965920" y="4835200"/>
                  <a:ext cx="1231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68004B98-004A-4627-8A2E-059855B2BD64}"/>
                    </a:ext>
                  </a:extLst>
                </p14:cNvPr>
                <p14:cNvContentPartPr/>
                <p14:nvPr/>
              </p14:nvContentPartPr>
              <p14:xfrm>
                <a:off x="11152400" y="4804600"/>
                <a:ext cx="49320" cy="17964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68004B98-004A-4627-8A2E-059855B2BD64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141600" y="4794160"/>
                  <a:ext cx="7056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4" name="Group 563">
            <a:extLst>
              <a:ext uri="{FF2B5EF4-FFF2-40B4-BE49-F238E27FC236}">
                <a16:creationId xmlns:a16="http://schemas.microsoft.com/office/drawing/2014/main" id="{DDDC8F34-8C1B-BC74-4CCA-4E1240E2232B}"/>
              </a:ext>
            </a:extLst>
          </p:cNvPr>
          <p:cNvGrpSpPr/>
          <p:nvPr/>
        </p:nvGrpSpPr>
        <p:grpSpPr>
          <a:xfrm>
            <a:off x="5479160" y="5452240"/>
            <a:ext cx="999360" cy="316080"/>
            <a:chOff x="5479160" y="5452240"/>
            <a:chExt cx="99936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46F9DFE2-445E-EC5A-929F-BC86B49C4AB7}"/>
                    </a:ext>
                  </a:extLst>
                </p14:cNvPr>
                <p14:cNvContentPartPr/>
                <p14:nvPr/>
              </p14:nvContentPartPr>
              <p14:xfrm>
                <a:off x="5531360" y="5455480"/>
                <a:ext cx="124920" cy="31284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46F9DFE2-445E-EC5A-929F-BC86B49C4AB7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5520560" y="5445040"/>
                  <a:ext cx="1461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55ECE68D-11B1-6102-21F3-3D4F5DCC731F}"/>
                    </a:ext>
                  </a:extLst>
                </p14:cNvPr>
                <p14:cNvContentPartPr/>
                <p14:nvPr/>
              </p14:nvContentPartPr>
              <p14:xfrm>
                <a:off x="5479160" y="5621440"/>
                <a:ext cx="184320" cy="3816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55ECE68D-11B1-6102-21F3-3D4F5DCC731F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5468720" y="5610640"/>
                  <a:ext cx="2055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C7733395-1CEB-4BF2-EFD0-8732C14E5B49}"/>
                    </a:ext>
                  </a:extLst>
                </p14:cNvPr>
                <p14:cNvContentPartPr/>
                <p14:nvPr/>
              </p14:nvContentPartPr>
              <p14:xfrm>
                <a:off x="5704160" y="5452240"/>
                <a:ext cx="203400" cy="28872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C7733395-1CEB-4BF2-EFD0-8732C14E5B4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5693360" y="5441440"/>
                  <a:ext cx="2246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42BF2F6D-4565-4BF2-546D-451285BEF668}"/>
                    </a:ext>
                  </a:extLst>
                </p14:cNvPr>
                <p14:cNvContentPartPr/>
                <p14:nvPr/>
              </p14:nvContentPartPr>
              <p14:xfrm>
                <a:off x="5918360" y="5560600"/>
                <a:ext cx="72720" cy="16380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42BF2F6D-4565-4BF2-546D-451285BEF668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907920" y="5549800"/>
                  <a:ext cx="939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2412D1A2-2A52-1D0E-E663-864D9EDA6A01}"/>
                    </a:ext>
                  </a:extLst>
                </p14:cNvPr>
                <p14:cNvContentPartPr/>
                <p14:nvPr/>
              </p14:nvContentPartPr>
              <p14:xfrm>
                <a:off x="6079640" y="5541520"/>
                <a:ext cx="398880" cy="17064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2412D1A2-2A52-1D0E-E663-864D9EDA6A01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069200" y="5531080"/>
                  <a:ext cx="42012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3" name="Group 572">
            <a:extLst>
              <a:ext uri="{FF2B5EF4-FFF2-40B4-BE49-F238E27FC236}">
                <a16:creationId xmlns:a16="http://schemas.microsoft.com/office/drawing/2014/main" id="{E6D9E154-72F5-A88A-5234-CFB176093303}"/>
              </a:ext>
            </a:extLst>
          </p:cNvPr>
          <p:cNvGrpSpPr/>
          <p:nvPr/>
        </p:nvGrpSpPr>
        <p:grpSpPr>
          <a:xfrm>
            <a:off x="6989720" y="5523160"/>
            <a:ext cx="330120" cy="153000"/>
            <a:chOff x="6989720" y="5523160"/>
            <a:chExt cx="330120" cy="15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964EBA22-CC94-E5D9-9BE4-2152DAC2E845}"/>
                    </a:ext>
                  </a:extLst>
                </p14:cNvPr>
                <p14:cNvContentPartPr/>
                <p14:nvPr/>
              </p14:nvContentPartPr>
              <p14:xfrm>
                <a:off x="6989720" y="5523160"/>
                <a:ext cx="55080" cy="153000"/>
              </p14:xfrm>
            </p:contentPart>
          </mc:Choice>
          <mc:Fallback xmlns=""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964EBA22-CC94-E5D9-9BE4-2152DAC2E845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6979280" y="5512360"/>
                  <a:ext cx="763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D9D3A270-AFF6-D142-0E02-1E93F1B4CFA3}"/>
                    </a:ext>
                  </a:extLst>
                </p14:cNvPr>
                <p14:cNvContentPartPr/>
                <p14:nvPr/>
              </p14:nvContentPartPr>
              <p14:xfrm>
                <a:off x="7190240" y="5525680"/>
                <a:ext cx="129600" cy="14184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D9D3A270-AFF6-D142-0E02-1E93F1B4CFA3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179800" y="5514880"/>
                  <a:ext cx="15084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A0470A34-C582-8B9F-0BA5-9C4E2B930FA5}"/>
              </a:ext>
            </a:extLst>
          </p:cNvPr>
          <p:cNvGrpSpPr/>
          <p:nvPr/>
        </p:nvGrpSpPr>
        <p:grpSpPr>
          <a:xfrm>
            <a:off x="7620080" y="5495440"/>
            <a:ext cx="574560" cy="267480"/>
            <a:chOff x="7620080" y="5495440"/>
            <a:chExt cx="574560" cy="2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F8E3B26C-7DBF-C5DB-88C1-8C299400840B}"/>
                    </a:ext>
                  </a:extLst>
                </p14:cNvPr>
                <p14:cNvContentPartPr/>
                <p14:nvPr/>
              </p14:nvContentPartPr>
              <p14:xfrm>
                <a:off x="7620080" y="5495440"/>
                <a:ext cx="137520" cy="26748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F8E3B26C-7DBF-C5DB-88C1-8C299400840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609280" y="5485000"/>
                  <a:ext cx="1587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4E6D36B5-9DC0-2F76-319E-A6061FF1F815}"/>
                    </a:ext>
                  </a:extLst>
                </p14:cNvPr>
                <p14:cNvContentPartPr/>
                <p14:nvPr/>
              </p14:nvContentPartPr>
              <p14:xfrm>
                <a:off x="7813400" y="5560960"/>
                <a:ext cx="96480" cy="10044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4E6D36B5-9DC0-2F76-319E-A6061FF1F815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802960" y="5550520"/>
                  <a:ext cx="117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8BE83ED8-F5DB-B670-F1F9-AB282739F672}"/>
                    </a:ext>
                  </a:extLst>
                </p14:cNvPr>
                <p14:cNvContentPartPr/>
                <p14:nvPr/>
              </p14:nvContentPartPr>
              <p14:xfrm>
                <a:off x="8049920" y="5522080"/>
                <a:ext cx="144720" cy="13392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8BE83ED8-F5DB-B670-F1F9-AB282739F672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039480" y="5511280"/>
                  <a:ext cx="16596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7" name="Group 586">
            <a:extLst>
              <a:ext uri="{FF2B5EF4-FFF2-40B4-BE49-F238E27FC236}">
                <a16:creationId xmlns:a16="http://schemas.microsoft.com/office/drawing/2014/main" id="{35D8D7DF-4947-BAA6-4306-284093B8A3D1}"/>
              </a:ext>
            </a:extLst>
          </p:cNvPr>
          <p:cNvGrpSpPr/>
          <p:nvPr/>
        </p:nvGrpSpPr>
        <p:grpSpPr>
          <a:xfrm>
            <a:off x="8709800" y="5289880"/>
            <a:ext cx="1025640" cy="335520"/>
            <a:chOff x="8709800" y="5289880"/>
            <a:chExt cx="102564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6F4A64C5-9319-1AE0-FF9B-75287C355AF1}"/>
                    </a:ext>
                  </a:extLst>
                </p14:cNvPr>
                <p14:cNvContentPartPr/>
                <p14:nvPr/>
              </p14:nvContentPartPr>
              <p14:xfrm>
                <a:off x="8709800" y="5458000"/>
                <a:ext cx="135000" cy="16740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6F4A64C5-9319-1AE0-FF9B-75287C355AF1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699000" y="5447200"/>
                  <a:ext cx="156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7ED208E2-995F-E66E-40D1-6007526EE5EE}"/>
                    </a:ext>
                  </a:extLst>
                </p14:cNvPr>
                <p14:cNvContentPartPr/>
                <p14:nvPr/>
              </p14:nvContentPartPr>
              <p14:xfrm>
                <a:off x="8856680" y="5452960"/>
                <a:ext cx="79200" cy="13644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7ED208E2-995F-E66E-40D1-6007526EE5EE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846240" y="5442520"/>
                  <a:ext cx="1004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8ADF7F35-4282-D259-D1FC-F15A16EF9B7D}"/>
                    </a:ext>
                  </a:extLst>
                </p14:cNvPr>
                <p14:cNvContentPartPr/>
                <p14:nvPr/>
              </p14:nvContentPartPr>
              <p14:xfrm>
                <a:off x="9024440" y="5289880"/>
                <a:ext cx="71280" cy="29844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8ADF7F35-4282-D259-D1FC-F15A16EF9B7D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013640" y="5279440"/>
                  <a:ext cx="925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ECFFB28A-85CB-2328-D82E-F58CE3793EA8}"/>
                    </a:ext>
                  </a:extLst>
                </p14:cNvPr>
                <p14:cNvContentPartPr/>
                <p14:nvPr/>
              </p14:nvContentPartPr>
              <p14:xfrm>
                <a:off x="9039560" y="5483200"/>
                <a:ext cx="164160" cy="396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ECFFB28A-85CB-2328-D82E-F58CE3793EA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029120" y="5472400"/>
                  <a:ext cx="1854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3ACB5AF2-C627-6E41-1414-CA6E0C2E9535}"/>
                    </a:ext>
                  </a:extLst>
                </p14:cNvPr>
                <p14:cNvContentPartPr/>
                <p14:nvPr/>
              </p14:nvContentPartPr>
              <p14:xfrm>
                <a:off x="9244040" y="5476360"/>
                <a:ext cx="100800" cy="12852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3ACB5AF2-C627-6E41-1414-CA6E0C2E9535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233240" y="5465560"/>
                  <a:ext cx="1220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ED0043CF-16A3-6318-2AB0-EA23B6ED607A}"/>
                    </a:ext>
                  </a:extLst>
                </p14:cNvPr>
                <p14:cNvContentPartPr/>
                <p14:nvPr/>
              </p14:nvContentPartPr>
              <p14:xfrm>
                <a:off x="9420440" y="5462320"/>
                <a:ext cx="110880" cy="14256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ED0043CF-16A3-6318-2AB0-EA23B6ED607A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9409640" y="5451880"/>
                  <a:ext cx="1321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D0DDCB4F-FAC4-2C30-9F53-5C6DDA9BF6B6}"/>
                    </a:ext>
                  </a:extLst>
                </p14:cNvPr>
                <p14:cNvContentPartPr/>
                <p14:nvPr/>
              </p14:nvContentPartPr>
              <p14:xfrm>
                <a:off x="9606920" y="5440360"/>
                <a:ext cx="128520" cy="16164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D0DDCB4F-FAC4-2C30-9F53-5C6DDA9BF6B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596480" y="5429920"/>
                  <a:ext cx="14976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0" name="Group 599">
            <a:extLst>
              <a:ext uri="{FF2B5EF4-FFF2-40B4-BE49-F238E27FC236}">
                <a16:creationId xmlns:a16="http://schemas.microsoft.com/office/drawing/2014/main" id="{3BF5EE53-3BDE-2BDF-5568-836AA6AE513B}"/>
              </a:ext>
            </a:extLst>
          </p:cNvPr>
          <p:cNvGrpSpPr/>
          <p:nvPr/>
        </p:nvGrpSpPr>
        <p:grpSpPr>
          <a:xfrm>
            <a:off x="9995360" y="5244160"/>
            <a:ext cx="502560" cy="308160"/>
            <a:chOff x="9995360" y="5244160"/>
            <a:chExt cx="50256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1AFED399-27AB-0872-4D30-5AB96ACAD4F6}"/>
                    </a:ext>
                  </a:extLst>
                </p14:cNvPr>
                <p14:cNvContentPartPr/>
                <p14:nvPr/>
              </p14:nvContentPartPr>
              <p14:xfrm>
                <a:off x="10019480" y="5332360"/>
                <a:ext cx="170640" cy="21996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1AFED399-27AB-0872-4D30-5AB96ACAD4F6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008680" y="5321560"/>
                  <a:ext cx="1918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99345312-6854-3B3D-F8C9-9147484C9E1C}"/>
                    </a:ext>
                  </a:extLst>
                </p14:cNvPr>
                <p14:cNvContentPartPr/>
                <p14:nvPr/>
              </p14:nvContentPartPr>
              <p14:xfrm>
                <a:off x="9995360" y="5423800"/>
                <a:ext cx="138600" cy="1080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99345312-6854-3B3D-F8C9-9147484C9E1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984920" y="5413000"/>
                  <a:ext cx="159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1B5B43BD-1AA7-15B8-F579-E76142B797E4}"/>
                    </a:ext>
                  </a:extLst>
                </p14:cNvPr>
                <p14:cNvContentPartPr/>
                <p14:nvPr/>
              </p14:nvContentPartPr>
              <p14:xfrm>
                <a:off x="10275800" y="5244160"/>
                <a:ext cx="126000" cy="304200"/>
              </p14:xfrm>
            </p:contentPart>
          </mc:Choice>
          <mc:Fallback xmlns=""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1B5B43BD-1AA7-15B8-F579-E76142B797E4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265360" y="5233720"/>
                  <a:ext cx="1472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85470EDF-0182-F39B-66FF-D560BB9228FD}"/>
                    </a:ext>
                  </a:extLst>
                </p14:cNvPr>
                <p14:cNvContentPartPr/>
                <p14:nvPr/>
              </p14:nvContentPartPr>
              <p14:xfrm>
                <a:off x="10437080" y="5364400"/>
                <a:ext cx="60840" cy="16344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85470EDF-0182-F39B-66FF-D560BB9228FD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426280" y="5353960"/>
                  <a:ext cx="8208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4" name="Group 603">
            <a:extLst>
              <a:ext uri="{FF2B5EF4-FFF2-40B4-BE49-F238E27FC236}">
                <a16:creationId xmlns:a16="http://schemas.microsoft.com/office/drawing/2014/main" id="{EA27FC20-E1EA-3035-BE4D-D6201D9CF7B4}"/>
              </a:ext>
            </a:extLst>
          </p:cNvPr>
          <p:cNvGrpSpPr/>
          <p:nvPr/>
        </p:nvGrpSpPr>
        <p:grpSpPr>
          <a:xfrm>
            <a:off x="10802480" y="5202040"/>
            <a:ext cx="1166760" cy="357840"/>
            <a:chOff x="10802480" y="5202040"/>
            <a:chExt cx="1166760" cy="3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0A4B00C7-742F-6F47-6977-A2A92479DAC3}"/>
                    </a:ext>
                  </a:extLst>
                </p14:cNvPr>
                <p14:cNvContentPartPr/>
                <p14:nvPr/>
              </p14:nvContentPartPr>
              <p14:xfrm>
                <a:off x="10802480" y="5234080"/>
                <a:ext cx="38520" cy="29304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0A4B00C7-742F-6F47-6977-A2A92479DAC3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792040" y="5223280"/>
                  <a:ext cx="597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ADE88E19-4314-1505-5773-835CADB17C25}"/>
                    </a:ext>
                  </a:extLst>
                </p14:cNvPr>
                <p14:cNvContentPartPr/>
                <p14:nvPr/>
              </p14:nvContentPartPr>
              <p14:xfrm>
                <a:off x="10885280" y="5375200"/>
                <a:ext cx="135360" cy="11988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ADE88E19-4314-1505-5773-835CADB17C25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874480" y="5364760"/>
                  <a:ext cx="1566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6ACB8CEF-7201-E03E-FE6A-140A30BD07EC}"/>
                    </a:ext>
                  </a:extLst>
                </p14:cNvPr>
                <p14:cNvContentPartPr/>
                <p14:nvPr/>
              </p14:nvContentPartPr>
              <p14:xfrm>
                <a:off x="11093360" y="5381320"/>
                <a:ext cx="186840" cy="13932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6ACB8CEF-7201-E03E-FE6A-140A30BD07EC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1082560" y="5370880"/>
                  <a:ext cx="2080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43B28B9C-40DA-2656-B353-773C97B76E4E}"/>
                    </a:ext>
                  </a:extLst>
                </p14:cNvPr>
                <p14:cNvContentPartPr/>
                <p14:nvPr/>
              </p14:nvContentPartPr>
              <p14:xfrm>
                <a:off x="11366600" y="5374480"/>
                <a:ext cx="100080" cy="15912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43B28B9C-40DA-2656-B353-773C97B76E4E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1356160" y="5364040"/>
                  <a:ext cx="1213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2319EF7C-818A-B998-E3D1-0A562E464F19}"/>
                    </a:ext>
                  </a:extLst>
                </p14:cNvPr>
                <p14:cNvContentPartPr/>
                <p14:nvPr/>
              </p14:nvContentPartPr>
              <p14:xfrm>
                <a:off x="11490080" y="5365480"/>
                <a:ext cx="88560" cy="15444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2319EF7C-818A-B998-E3D1-0A562E464F1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1479280" y="5354680"/>
                  <a:ext cx="109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BEBEFE31-6DA7-5547-5B73-23EA516E33AF}"/>
                    </a:ext>
                  </a:extLst>
                </p14:cNvPr>
                <p14:cNvContentPartPr/>
                <p14:nvPr/>
              </p14:nvContentPartPr>
              <p14:xfrm>
                <a:off x="11650640" y="5213560"/>
                <a:ext cx="42120" cy="33192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BEBEFE31-6DA7-5547-5B73-23EA516E33AF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1639840" y="5202760"/>
                  <a:ext cx="633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8EF3245C-698F-A27F-8B05-5F502F71A6CF}"/>
                    </a:ext>
                  </a:extLst>
                </p14:cNvPr>
                <p14:cNvContentPartPr/>
                <p14:nvPr/>
              </p14:nvContentPartPr>
              <p14:xfrm>
                <a:off x="11636600" y="5346040"/>
                <a:ext cx="85320" cy="2772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8EF3245C-698F-A27F-8B05-5F502F71A6CF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625800" y="5335240"/>
                  <a:ext cx="1065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7BCFDCF9-52CF-5318-F971-906A02E6297C}"/>
                    </a:ext>
                  </a:extLst>
                </p14:cNvPr>
                <p14:cNvContentPartPr/>
                <p14:nvPr/>
              </p14:nvContentPartPr>
              <p14:xfrm>
                <a:off x="11897960" y="5202040"/>
                <a:ext cx="32040" cy="22752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7BCFDCF9-52CF-5318-F971-906A02E6297C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887520" y="5191600"/>
                  <a:ext cx="532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A7AD7424-F2DB-F21F-F005-A2673BAB31A0}"/>
                    </a:ext>
                  </a:extLst>
                </p14:cNvPr>
                <p14:cNvContentPartPr/>
                <p14:nvPr/>
              </p14:nvContentPartPr>
              <p14:xfrm>
                <a:off x="11886440" y="5485720"/>
                <a:ext cx="82800" cy="7416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A7AD7424-F2DB-F21F-F005-A2673BAB31A0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1876000" y="5475280"/>
                  <a:ext cx="10404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8" name="Group 657">
            <a:extLst>
              <a:ext uri="{FF2B5EF4-FFF2-40B4-BE49-F238E27FC236}">
                <a16:creationId xmlns:a16="http://schemas.microsoft.com/office/drawing/2014/main" id="{FBBEB64D-2A79-5AEC-6929-F398012A82C2}"/>
              </a:ext>
            </a:extLst>
          </p:cNvPr>
          <p:cNvGrpSpPr/>
          <p:nvPr/>
        </p:nvGrpSpPr>
        <p:grpSpPr>
          <a:xfrm>
            <a:off x="338720" y="4761040"/>
            <a:ext cx="1828080" cy="393480"/>
            <a:chOff x="338720" y="4761040"/>
            <a:chExt cx="1828080" cy="39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26B1C1C8-908B-A39D-1493-951A80CA8C75}"/>
                    </a:ext>
                  </a:extLst>
                </p14:cNvPr>
                <p14:cNvContentPartPr/>
                <p14:nvPr/>
              </p14:nvContentPartPr>
              <p14:xfrm>
                <a:off x="338720" y="4818280"/>
                <a:ext cx="176760" cy="336240"/>
              </p14:xfrm>
            </p:contentPart>
          </mc:Choice>
          <mc:Fallback xmlns=""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26B1C1C8-908B-A39D-1493-951A80CA8C75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328280" y="4807480"/>
                  <a:ext cx="1980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79B3DD06-A335-3296-3F7F-3E910A0473AF}"/>
                    </a:ext>
                  </a:extLst>
                </p14:cNvPr>
                <p14:cNvContentPartPr/>
                <p14:nvPr/>
              </p14:nvContentPartPr>
              <p14:xfrm>
                <a:off x="372920" y="5064880"/>
                <a:ext cx="161640" cy="828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79B3DD06-A335-3296-3F7F-3E910A0473AF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362480" y="5054440"/>
                  <a:ext cx="1828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646" name="Ink 645">
                  <a:extLst>
                    <a:ext uri="{FF2B5EF4-FFF2-40B4-BE49-F238E27FC236}">
                      <a16:creationId xmlns:a16="http://schemas.microsoft.com/office/drawing/2014/main" id="{2319D4C6-0B6F-4E4D-6660-8A86FC764AA5}"/>
                    </a:ext>
                  </a:extLst>
                </p14:cNvPr>
                <p14:cNvContentPartPr/>
                <p14:nvPr/>
              </p14:nvContentPartPr>
              <p14:xfrm>
                <a:off x="634640" y="4954000"/>
                <a:ext cx="143640" cy="141120"/>
              </p14:xfrm>
            </p:contentPart>
          </mc:Choice>
          <mc:Fallback xmlns="">
            <p:pic>
              <p:nvPicPr>
                <p:cNvPr id="646" name="Ink 645">
                  <a:extLst>
                    <a:ext uri="{FF2B5EF4-FFF2-40B4-BE49-F238E27FC236}">
                      <a16:creationId xmlns:a16="http://schemas.microsoft.com/office/drawing/2014/main" id="{2319D4C6-0B6F-4E4D-6660-8A86FC764AA5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623840" y="4943200"/>
                  <a:ext cx="1648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6B926DBA-59F6-EA32-380B-2F669B391ACA}"/>
                    </a:ext>
                  </a:extLst>
                </p14:cNvPr>
                <p14:cNvContentPartPr/>
                <p14:nvPr/>
              </p14:nvContentPartPr>
              <p14:xfrm>
                <a:off x="838040" y="4939240"/>
                <a:ext cx="141120" cy="155880"/>
              </p14:xfrm>
            </p:contentPart>
          </mc:Choice>
          <mc:Fallback xmlns=""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6B926DBA-59F6-EA32-380B-2F669B391ACA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27240" y="4928800"/>
                  <a:ext cx="1623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AB163F18-98B6-B9B1-FEE0-CDED31D663F8}"/>
                    </a:ext>
                  </a:extLst>
                </p14:cNvPr>
                <p14:cNvContentPartPr/>
                <p14:nvPr/>
              </p14:nvContentPartPr>
              <p14:xfrm>
                <a:off x="1002560" y="4897480"/>
                <a:ext cx="75240" cy="177120"/>
              </p14:xfrm>
            </p:contentPart>
          </mc:Choice>
          <mc:Fallback xmlns=""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AB163F18-98B6-B9B1-FEE0-CDED31D663F8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92120" y="4886680"/>
                  <a:ext cx="964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1B3846BC-3E21-5C9E-664E-1821948F1438}"/>
                    </a:ext>
                  </a:extLst>
                </p14:cNvPr>
                <p14:cNvContentPartPr/>
                <p14:nvPr/>
              </p14:nvContentPartPr>
              <p14:xfrm>
                <a:off x="1178600" y="4897120"/>
                <a:ext cx="121320" cy="159840"/>
              </p14:xfrm>
            </p:contentPart>
          </mc:Choice>
          <mc:Fallback xmlns=""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1B3846BC-3E21-5C9E-664E-1821948F1438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168160" y="4886320"/>
                  <a:ext cx="1425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AA6322F5-FAE2-E599-71AB-38079D53419F}"/>
                    </a:ext>
                  </a:extLst>
                </p14:cNvPr>
                <p14:cNvContentPartPr/>
                <p14:nvPr/>
              </p14:nvContentPartPr>
              <p14:xfrm>
                <a:off x="1391000" y="4761040"/>
                <a:ext cx="30960" cy="306360"/>
              </p14:xfrm>
            </p:contentPart>
          </mc:Choice>
          <mc:Fallback xmlns=""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AA6322F5-FAE2-E599-71AB-38079D53419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380560" y="4750600"/>
                  <a:ext cx="522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37F2344B-B6D7-0C8D-F909-6A430B12AD33}"/>
                    </a:ext>
                  </a:extLst>
                </p14:cNvPr>
                <p14:cNvContentPartPr/>
                <p14:nvPr/>
              </p14:nvContentPartPr>
              <p14:xfrm>
                <a:off x="1385960" y="4931320"/>
                <a:ext cx="105840" cy="2196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37F2344B-B6D7-0C8D-F909-6A430B12AD33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375160" y="4920520"/>
                  <a:ext cx="127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C6FC2C70-669F-1F48-DF29-A7C7CDA55500}"/>
                    </a:ext>
                  </a:extLst>
                </p14:cNvPr>
                <p14:cNvContentPartPr/>
                <p14:nvPr/>
              </p14:nvContentPartPr>
              <p14:xfrm>
                <a:off x="1538600" y="4937440"/>
                <a:ext cx="92160" cy="13500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C6FC2C70-669F-1F48-DF29-A7C7CDA5550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528160" y="4926640"/>
                  <a:ext cx="1134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F5C1CDD8-6E90-4CE5-B050-B28740E7A744}"/>
                    </a:ext>
                  </a:extLst>
                </p14:cNvPr>
                <p14:cNvContentPartPr/>
                <p14:nvPr/>
              </p14:nvContentPartPr>
              <p14:xfrm>
                <a:off x="1704560" y="4919800"/>
                <a:ext cx="72720" cy="132120"/>
              </p14:xfrm>
            </p:contentPart>
          </mc:Choice>
          <mc:Fallback xmlns=""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F5C1CDD8-6E90-4CE5-B050-B28740E7A744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693760" y="4909360"/>
                  <a:ext cx="93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907D3ADE-A872-FC9B-9D0D-AF7E04F804D4}"/>
                    </a:ext>
                  </a:extLst>
                </p14:cNvPr>
                <p14:cNvContentPartPr/>
                <p14:nvPr/>
              </p14:nvContentPartPr>
              <p14:xfrm>
                <a:off x="1849280" y="4916200"/>
                <a:ext cx="103320" cy="155160"/>
              </p14:xfrm>
            </p:contentPart>
          </mc:Choice>
          <mc:Fallback xmlns=""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907D3ADE-A872-FC9B-9D0D-AF7E04F804D4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838480" y="4905760"/>
                  <a:ext cx="1245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991E6FAA-56C7-1948-BEBC-F387B91507F7}"/>
                    </a:ext>
                  </a:extLst>
                </p14:cNvPr>
                <p14:cNvContentPartPr/>
                <p14:nvPr/>
              </p14:nvContentPartPr>
              <p14:xfrm>
                <a:off x="2079320" y="5019160"/>
                <a:ext cx="87480" cy="40680"/>
              </p14:xfrm>
            </p:contentPart>
          </mc:Choice>
          <mc:Fallback xmlns=""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991E6FAA-56C7-1948-BEBC-F387B91507F7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068520" y="5008360"/>
                  <a:ext cx="108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1F3589BA-D4E2-7CE2-C43B-0CE37219DF28}"/>
                    </a:ext>
                  </a:extLst>
                </p14:cNvPr>
                <p14:cNvContentPartPr/>
                <p14:nvPr/>
              </p14:nvContentPartPr>
              <p14:xfrm>
                <a:off x="2064920" y="4842760"/>
                <a:ext cx="84960" cy="8028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1F3589BA-D4E2-7CE2-C43B-0CE37219DF28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2054480" y="4831960"/>
                  <a:ext cx="10620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2" name="Group 661">
            <a:extLst>
              <a:ext uri="{FF2B5EF4-FFF2-40B4-BE49-F238E27FC236}">
                <a16:creationId xmlns:a16="http://schemas.microsoft.com/office/drawing/2014/main" id="{0E0D9D9B-FD8D-B52C-9240-001C3BD4058B}"/>
              </a:ext>
            </a:extLst>
          </p:cNvPr>
          <p:cNvGrpSpPr/>
          <p:nvPr/>
        </p:nvGrpSpPr>
        <p:grpSpPr>
          <a:xfrm>
            <a:off x="304520" y="5499040"/>
            <a:ext cx="523080" cy="284400"/>
            <a:chOff x="304520" y="5499040"/>
            <a:chExt cx="52308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7B891DE7-FF29-427B-ABB1-D4FBCA43FD35}"/>
                    </a:ext>
                  </a:extLst>
                </p14:cNvPr>
                <p14:cNvContentPartPr/>
                <p14:nvPr/>
              </p14:nvContentPartPr>
              <p14:xfrm>
                <a:off x="304520" y="5499040"/>
                <a:ext cx="161640" cy="28440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7B891DE7-FF29-427B-ABB1-D4FBCA43FD35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294080" y="5488600"/>
                  <a:ext cx="1828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8292B9C0-89B4-1291-0415-B5E62F77FC63}"/>
                    </a:ext>
                  </a:extLst>
                </p14:cNvPr>
                <p14:cNvContentPartPr/>
                <p14:nvPr/>
              </p14:nvContentPartPr>
              <p14:xfrm>
                <a:off x="601520" y="5604520"/>
                <a:ext cx="226080" cy="15660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8292B9C0-89B4-1291-0415-B5E62F77FC63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591080" y="5593720"/>
                  <a:ext cx="247320" cy="17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3">
            <p14:nvContentPartPr>
              <p14:cNvPr id="663" name="Ink 662">
                <a:extLst>
                  <a:ext uri="{FF2B5EF4-FFF2-40B4-BE49-F238E27FC236}">
                    <a16:creationId xmlns:a16="http://schemas.microsoft.com/office/drawing/2014/main" id="{9A2DC711-5A01-FCDF-0A9C-8432B13E38E9}"/>
                  </a:ext>
                </a:extLst>
              </p14:cNvPr>
              <p14:cNvContentPartPr/>
              <p14:nvPr/>
            </p14:nvContentPartPr>
            <p14:xfrm>
              <a:off x="1184000" y="5373760"/>
              <a:ext cx="173160" cy="404280"/>
            </p14:xfrm>
          </p:contentPart>
        </mc:Choice>
        <mc:Fallback xmlns="">
          <p:pic>
            <p:nvPicPr>
              <p:cNvPr id="663" name="Ink 662">
                <a:extLst>
                  <a:ext uri="{FF2B5EF4-FFF2-40B4-BE49-F238E27FC236}">
                    <a16:creationId xmlns:a16="http://schemas.microsoft.com/office/drawing/2014/main" id="{9A2DC711-5A01-FCDF-0A9C-8432B13E38E9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1173560" y="5363320"/>
                <a:ext cx="194400" cy="42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5" name="Group 674">
            <a:extLst>
              <a:ext uri="{FF2B5EF4-FFF2-40B4-BE49-F238E27FC236}">
                <a16:creationId xmlns:a16="http://schemas.microsoft.com/office/drawing/2014/main" id="{56F2E966-6B9B-BD70-9D98-C65BB1AE3EA6}"/>
              </a:ext>
            </a:extLst>
          </p:cNvPr>
          <p:cNvGrpSpPr/>
          <p:nvPr/>
        </p:nvGrpSpPr>
        <p:grpSpPr>
          <a:xfrm>
            <a:off x="1530680" y="5427040"/>
            <a:ext cx="647640" cy="261000"/>
            <a:chOff x="1530680" y="5427040"/>
            <a:chExt cx="647640" cy="2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66C272A0-CB7A-2E40-AC6C-E1A07B84E780}"/>
                    </a:ext>
                  </a:extLst>
                </p14:cNvPr>
                <p14:cNvContentPartPr/>
                <p14:nvPr/>
              </p14:nvContentPartPr>
              <p14:xfrm>
                <a:off x="1530680" y="5427040"/>
                <a:ext cx="137160" cy="25668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66C272A0-CB7A-2E40-AC6C-E1A07B84E780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519880" y="5416240"/>
                  <a:ext cx="1584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B48EF311-3A82-CABE-E955-F533A903B9BB}"/>
                    </a:ext>
                  </a:extLst>
                </p14:cNvPr>
                <p14:cNvContentPartPr/>
                <p14:nvPr/>
              </p14:nvContentPartPr>
              <p14:xfrm>
                <a:off x="1789520" y="5565280"/>
                <a:ext cx="10440" cy="122760"/>
              </p14:xfrm>
            </p:contentPart>
          </mc:Choice>
          <mc:Fallback xmlns=""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B48EF311-3A82-CABE-E955-F533A903B9BB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779080" y="5554840"/>
                  <a:ext cx="316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83958623-F498-A4C0-452E-17DA3B7A2B5C}"/>
                    </a:ext>
                  </a:extLst>
                </p14:cNvPr>
                <p14:cNvContentPartPr/>
                <p14:nvPr/>
              </p14:nvContentPartPr>
              <p14:xfrm>
                <a:off x="1896080" y="5455480"/>
                <a:ext cx="120960" cy="180360"/>
              </p14:xfrm>
            </p:contentPart>
          </mc:Choice>
          <mc:Fallback xmlns=""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83958623-F498-A4C0-452E-17DA3B7A2B5C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885640" y="5445040"/>
                  <a:ext cx="1422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36BB5193-6095-DBF4-B688-B5504320EB76}"/>
                    </a:ext>
                  </a:extLst>
                </p14:cNvPr>
                <p14:cNvContentPartPr/>
                <p14:nvPr/>
              </p14:nvContentPartPr>
              <p14:xfrm>
                <a:off x="1912640" y="5440720"/>
                <a:ext cx="110880" cy="16200"/>
              </p14:xfrm>
            </p:contentPart>
          </mc:Choice>
          <mc:Fallback xmlns=""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36BB5193-6095-DBF4-B688-B5504320EB76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902200" y="5430280"/>
                  <a:ext cx="132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496AF6DE-3425-A291-1B71-6DBC18CD0C3C}"/>
                    </a:ext>
                  </a:extLst>
                </p14:cNvPr>
                <p14:cNvContentPartPr/>
                <p14:nvPr/>
              </p14:nvContentPartPr>
              <p14:xfrm>
                <a:off x="2168960" y="5556280"/>
                <a:ext cx="9360" cy="101880"/>
              </p14:xfrm>
            </p:contentPart>
          </mc:Choice>
          <mc:Fallback xmlns=""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496AF6DE-3425-A291-1B71-6DBC18CD0C3C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158520" y="5545480"/>
                  <a:ext cx="3060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6" name="Group 695">
            <a:extLst>
              <a:ext uri="{FF2B5EF4-FFF2-40B4-BE49-F238E27FC236}">
                <a16:creationId xmlns:a16="http://schemas.microsoft.com/office/drawing/2014/main" id="{087FAB01-310B-4744-EC0E-201329F4EF4B}"/>
              </a:ext>
            </a:extLst>
          </p:cNvPr>
          <p:cNvGrpSpPr/>
          <p:nvPr/>
        </p:nvGrpSpPr>
        <p:grpSpPr>
          <a:xfrm>
            <a:off x="2355080" y="4651600"/>
            <a:ext cx="2169000" cy="1014480"/>
            <a:chOff x="2355080" y="4651600"/>
            <a:chExt cx="2169000" cy="101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1EB72CED-9787-E72A-F4E0-D417B00F16B6}"/>
                    </a:ext>
                  </a:extLst>
                </p14:cNvPr>
                <p14:cNvContentPartPr/>
                <p14:nvPr/>
              </p14:nvContentPartPr>
              <p14:xfrm>
                <a:off x="2355080" y="5437480"/>
                <a:ext cx="118080" cy="20376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1EB72CED-9787-E72A-F4E0-D417B00F16B6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344280" y="5426680"/>
                  <a:ext cx="1393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171C5B0E-F958-5CE3-BC1B-AC9B710D5BD9}"/>
                    </a:ext>
                  </a:extLst>
                </p14:cNvPr>
                <p14:cNvContentPartPr/>
                <p14:nvPr/>
              </p14:nvContentPartPr>
              <p14:xfrm>
                <a:off x="2661440" y="5249920"/>
                <a:ext cx="126720" cy="41616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171C5B0E-F958-5CE3-BC1B-AC9B710D5BD9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651000" y="5239480"/>
                  <a:ext cx="14796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DD7D37A0-F1DF-4EF5-1FA9-94FF7D4022B9}"/>
                    </a:ext>
                  </a:extLst>
                </p14:cNvPr>
                <p14:cNvContentPartPr/>
                <p14:nvPr/>
              </p14:nvContentPartPr>
              <p14:xfrm>
                <a:off x="2469560" y="4987840"/>
                <a:ext cx="121320" cy="28188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DD7D37A0-F1DF-4EF5-1FA9-94FF7D4022B9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2459120" y="4977040"/>
                  <a:ext cx="1425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ECD1B1A8-8473-6343-FDDE-75D6BE6F3C5C}"/>
                    </a:ext>
                  </a:extLst>
                </p14:cNvPr>
                <p14:cNvContentPartPr/>
                <p14:nvPr/>
              </p14:nvContentPartPr>
              <p14:xfrm>
                <a:off x="2683040" y="4859320"/>
                <a:ext cx="255600" cy="17496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ECD1B1A8-8473-6343-FDDE-75D6BE6F3C5C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2672600" y="4848880"/>
                  <a:ext cx="2768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6B846AAA-29D3-121C-0DCE-47E11FE5A7C0}"/>
                    </a:ext>
                  </a:extLst>
                </p14:cNvPr>
                <p14:cNvContentPartPr/>
                <p14:nvPr/>
              </p14:nvContentPartPr>
              <p14:xfrm>
                <a:off x="3037280" y="4819360"/>
                <a:ext cx="19080" cy="13608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6B846AAA-29D3-121C-0DCE-47E11FE5A7C0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3026480" y="4808560"/>
                  <a:ext cx="40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5A89E547-B48F-59F6-10D9-26B4A777D256}"/>
                    </a:ext>
                  </a:extLst>
                </p14:cNvPr>
                <p14:cNvContentPartPr/>
                <p14:nvPr/>
              </p14:nvContentPartPr>
              <p14:xfrm>
                <a:off x="3160400" y="4845640"/>
                <a:ext cx="6840" cy="11844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5A89E547-B48F-59F6-10D9-26B4A777D256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149600" y="4834840"/>
                  <a:ext cx="280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67B38B2B-9F55-78AA-BD4C-41DBC03B47BC}"/>
                    </a:ext>
                  </a:extLst>
                </p14:cNvPr>
                <p14:cNvContentPartPr/>
                <p14:nvPr/>
              </p14:nvContentPartPr>
              <p14:xfrm>
                <a:off x="3153920" y="4788400"/>
                <a:ext cx="360" cy="36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67B38B2B-9F55-78AA-BD4C-41DBC03B47BC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3143480" y="47779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84BA8F9A-FE6B-A9A4-5F21-DB92F7BA2066}"/>
                    </a:ext>
                  </a:extLst>
                </p14:cNvPr>
                <p14:cNvContentPartPr/>
                <p14:nvPr/>
              </p14:nvContentPartPr>
              <p14:xfrm>
                <a:off x="3251840" y="4696960"/>
                <a:ext cx="91440" cy="22464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84BA8F9A-FE6B-A9A4-5F21-DB92F7BA2066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3241400" y="4686520"/>
                  <a:ext cx="1126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1C106768-E70A-EED9-9FB1-476048BB704E}"/>
                    </a:ext>
                  </a:extLst>
                </p14:cNvPr>
                <p14:cNvContentPartPr/>
                <p14:nvPr/>
              </p14:nvContentPartPr>
              <p14:xfrm>
                <a:off x="3403760" y="4750600"/>
                <a:ext cx="83160" cy="13428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1C106768-E70A-EED9-9FB1-476048BB704E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3393320" y="4739800"/>
                  <a:ext cx="104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046D4CC1-3D16-44DC-C863-6E27750603CB}"/>
                    </a:ext>
                  </a:extLst>
                </p14:cNvPr>
                <p14:cNvContentPartPr/>
                <p14:nvPr/>
              </p14:nvContentPartPr>
              <p14:xfrm>
                <a:off x="3512120" y="4747360"/>
                <a:ext cx="84240" cy="66600"/>
              </p14:xfrm>
            </p:contentPart>
          </mc:Choice>
          <mc:Fallback xmlns=""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046D4CC1-3D16-44DC-C863-6E27750603C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3501320" y="4736920"/>
                  <a:ext cx="105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689" name="Ink 688">
                  <a:extLst>
                    <a:ext uri="{FF2B5EF4-FFF2-40B4-BE49-F238E27FC236}">
                      <a16:creationId xmlns:a16="http://schemas.microsoft.com/office/drawing/2014/main" id="{323474E3-9903-2B28-3131-E16611BED48C}"/>
                    </a:ext>
                  </a:extLst>
                </p14:cNvPr>
                <p14:cNvContentPartPr/>
                <p14:nvPr/>
              </p14:nvContentPartPr>
              <p14:xfrm>
                <a:off x="3650360" y="4745560"/>
                <a:ext cx="68760" cy="146160"/>
              </p14:xfrm>
            </p:contentPart>
          </mc:Choice>
          <mc:Fallback xmlns=""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323474E3-9903-2B28-3131-E16611BED48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3639560" y="4734760"/>
                  <a:ext cx="900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C9A9C2ED-F405-C67E-FDA7-5EDFB51499D4}"/>
                    </a:ext>
                  </a:extLst>
                </p14:cNvPr>
                <p14:cNvContentPartPr/>
                <p14:nvPr/>
              </p14:nvContentPartPr>
              <p14:xfrm>
                <a:off x="3764840" y="4651600"/>
                <a:ext cx="126000" cy="20664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C9A9C2ED-F405-C67E-FDA7-5EDFB51499D4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3754400" y="4640800"/>
                  <a:ext cx="1472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259B1034-5976-3CD1-D074-A62636FAF76C}"/>
                    </a:ext>
                  </a:extLst>
                </p14:cNvPr>
                <p14:cNvContentPartPr/>
                <p14:nvPr/>
              </p14:nvContentPartPr>
              <p14:xfrm>
                <a:off x="4101080" y="4811440"/>
                <a:ext cx="110880" cy="21276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259B1034-5976-3CD1-D074-A62636FAF76C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4090280" y="4800640"/>
                  <a:ext cx="1321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6DE11844-D025-6BAD-9B37-37EA2FBA9D31}"/>
                    </a:ext>
                  </a:extLst>
                </p14:cNvPr>
                <p14:cNvContentPartPr/>
                <p14:nvPr/>
              </p14:nvContentPartPr>
              <p14:xfrm>
                <a:off x="4039880" y="4906120"/>
                <a:ext cx="122400" cy="612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6DE11844-D025-6BAD-9B37-37EA2FBA9D31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4029440" y="4895680"/>
                  <a:ext cx="143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FE8691CD-D048-BCCF-4325-119756C5CFB2}"/>
                    </a:ext>
                  </a:extLst>
                </p14:cNvPr>
                <p14:cNvContentPartPr/>
                <p14:nvPr/>
              </p14:nvContentPartPr>
              <p14:xfrm>
                <a:off x="4232840" y="4902520"/>
                <a:ext cx="116640" cy="95040"/>
              </p14:xfrm>
            </p:contentPart>
          </mc:Choice>
          <mc:Fallback xmlns=""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FE8691CD-D048-BCCF-4325-119756C5CFB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4222400" y="4891720"/>
                  <a:ext cx="137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BD5884C8-D37B-CA8D-5347-1838B598BDBD}"/>
                    </a:ext>
                  </a:extLst>
                </p14:cNvPr>
                <p14:cNvContentPartPr/>
                <p14:nvPr/>
              </p14:nvContentPartPr>
              <p14:xfrm>
                <a:off x="4392680" y="4909720"/>
                <a:ext cx="131400" cy="11088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BD5884C8-D37B-CA8D-5347-1838B598BDBD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4382240" y="4898920"/>
                  <a:ext cx="15264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4" name="Group 713">
            <a:extLst>
              <a:ext uri="{FF2B5EF4-FFF2-40B4-BE49-F238E27FC236}">
                <a16:creationId xmlns:a16="http://schemas.microsoft.com/office/drawing/2014/main" id="{408BA1CC-D6C3-A152-927A-23AB53E865F0}"/>
              </a:ext>
            </a:extLst>
          </p:cNvPr>
          <p:cNvGrpSpPr/>
          <p:nvPr/>
        </p:nvGrpSpPr>
        <p:grpSpPr>
          <a:xfrm>
            <a:off x="311360" y="6210760"/>
            <a:ext cx="505080" cy="395640"/>
            <a:chOff x="311360" y="6210760"/>
            <a:chExt cx="505080" cy="3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697" name="Ink 696">
                  <a:extLst>
                    <a:ext uri="{FF2B5EF4-FFF2-40B4-BE49-F238E27FC236}">
                      <a16:creationId xmlns:a16="http://schemas.microsoft.com/office/drawing/2014/main" id="{42541791-3DA4-E86C-D0D4-3E1B0A6D28FE}"/>
                    </a:ext>
                  </a:extLst>
                </p14:cNvPr>
                <p14:cNvContentPartPr/>
                <p14:nvPr/>
              </p14:nvContentPartPr>
              <p14:xfrm>
                <a:off x="311360" y="6210760"/>
                <a:ext cx="153360" cy="258120"/>
              </p14:xfrm>
            </p:contentPart>
          </mc:Choice>
          <mc:Fallback xmlns=""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42541791-3DA4-E86C-D0D4-3E1B0A6D28FE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300920" y="6199960"/>
                  <a:ext cx="1746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EFC8B53B-9355-C4A9-6182-6CEA7F03EA57}"/>
                    </a:ext>
                  </a:extLst>
                </p14:cNvPr>
                <p14:cNvContentPartPr/>
                <p14:nvPr/>
              </p14:nvContentPartPr>
              <p14:xfrm>
                <a:off x="469400" y="6257560"/>
                <a:ext cx="34560" cy="34884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EFC8B53B-9355-C4A9-6182-6CEA7F03EA57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458960" y="6246760"/>
                  <a:ext cx="558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437D65A9-0AF5-7CDF-2B49-6841498DED65}"/>
                    </a:ext>
                  </a:extLst>
                </p14:cNvPr>
                <p14:cNvContentPartPr/>
                <p14:nvPr/>
              </p14:nvContentPartPr>
              <p14:xfrm>
                <a:off x="611600" y="6354760"/>
                <a:ext cx="204840" cy="10656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437D65A9-0AF5-7CDF-2B49-6841498DED65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01160" y="6343960"/>
                  <a:ext cx="22608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2" name="Group 721">
            <a:extLst>
              <a:ext uri="{FF2B5EF4-FFF2-40B4-BE49-F238E27FC236}">
                <a16:creationId xmlns:a16="http://schemas.microsoft.com/office/drawing/2014/main" id="{3FB6DB01-635D-9C0D-5682-29B0026FADAC}"/>
              </a:ext>
            </a:extLst>
          </p:cNvPr>
          <p:cNvGrpSpPr/>
          <p:nvPr/>
        </p:nvGrpSpPr>
        <p:grpSpPr>
          <a:xfrm>
            <a:off x="1156640" y="6112120"/>
            <a:ext cx="1373400" cy="482760"/>
            <a:chOff x="1156640" y="6112120"/>
            <a:chExt cx="1373400" cy="48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700" name="Ink 699">
                  <a:extLst>
                    <a:ext uri="{FF2B5EF4-FFF2-40B4-BE49-F238E27FC236}">
                      <a16:creationId xmlns:a16="http://schemas.microsoft.com/office/drawing/2014/main" id="{7BADA495-6DB3-1505-0075-0B01943B4221}"/>
                    </a:ext>
                  </a:extLst>
                </p14:cNvPr>
                <p14:cNvContentPartPr/>
                <p14:nvPr/>
              </p14:nvContentPartPr>
              <p14:xfrm>
                <a:off x="1156640" y="6113560"/>
                <a:ext cx="151920" cy="48132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7BADA495-6DB3-1505-0075-0B01943B4221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146200" y="6102760"/>
                  <a:ext cx="17316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56B0C907-B90A-4AB4-FEF3-054FCE07CEF4}"/>
                    </a:ext>
                  </a:extLst>
                </p14:cNvPr>
                <p14:cNvContentPartPr/>
                <p14:nvPr/>
              </p14:nvContentPartPr>
              <p14:xfrm>
                <a:off x="1426640" y="6203560"/>
                <a:ext cx="163800" cy="277560"/>
              </p14:xfrm>
            </p:contentPart>
          </mc:Choice>
          <mc:Fallback xmlns=""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56B0C907-B90A-4AB4-FEF3-054FCE07CEF4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415840" y="6193120"/>
                  <a:ext cx="1850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F47AB3FB-02F8-C18A-0E58-7BFE2C9359BD}"/>
                    </a:ext>
                  </a:extLst>
                </p14:cNvPr>
                <p14:cNvContentPartPr/>
                <p14:nvPr/>
              </p14:nvContentPartPr>
              <p14:xfrm>
                <a:off x="1675400" y="6318040"/>
                <a:ext cx="14400" cy="156960"/>
              </p14:xfrm>
            </p:contentPart>
          </mc:Choice>
          <mc:Fallback xmlns=""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F47AB3FB-02F8-C18A-0E58-7BFE2C9359BD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664600" y="6307600"/>
                  <a:ext cx="356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4264C64F-0B83-7BDE-7FC7-669DBEB33497}"/>
                    </a:ext>
                  </a:extLst>
                </p14:cNvPr>
                <p14:cNvContentPartPr/>
                <p14:nvPr/>
              </p14:nvContentPartPr>
              <p14:xfrm>
                <a:off x="1861880" y="6197080"/>
                <a:ext cx="62640" cy="20340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4264C64F-0B83-7BDE-7FC7-669DBEB33497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851440" y="6186280"/>
                  <a:ext cx="838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1A991443-5C23-67E1-C9A6-F32ABCD60535}"/>
                    </a:ext>
                  </a:extLst>
                </p14:cNvPr>
                <p14:cNvContentPartPr/>
                <p14:nvPr/>
              </p14:nvContentPartPr>
              <p14:xfrm>
                <a:off x="1832720" y="6147760"/>
                <a:ext cx="120960" cy="4716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1A991443-5C23-67E1-C9A6-F32ABCD6053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822280" y="6137320"/>
                  <a:ext cx="1422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66921335-A057-48CB-004B-FC5665ED8152}"/>
                    </a:ext>
                  </a:extLst>
                </p14:cNvPr>
                <p14:cNvContentPartPr/>
                <p14:nvPr/>
              </p14:nvContentPartPr>
              <p14:xfrm>
                <a:off x="2047280" y="6293920"/>
                <a:ext cx="20520" cy="124560"/>
              </p14:xfrm>
            </p:contentPart>
          </mc:Choice>
          <mc:Fallback xmlns=""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66921335-A057-48CB-004B-FC5665ED8152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2036840" y="6283480"/>
                  <a:ext cx="417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BC288AD1-8E0C-939A-E52E-BAB3DFEFDA43}"/>
                    </a:ext>
                  </a:extLst>
                </p14:cNvPr>
                <p14:cNvContentPartPr/>
                <p14:nvPr/>
              </p14:nvContentPartPr>
              <p14:xfrm>
                <a:off x="2179400" y="6112120"/>
                <a:ext cx="204840" cy="29124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BC288AD1-8E0C-939A-E52E-BAB3DFEFDA43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2168600" y="6101680"/>
                  <a:ext cx="2260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EDBEE925-F93F-86C1-322B-328D4744D158}"/>
                    </a:ext>
                  </a:extLst>
                </p14:cNvPr>
                <p14:cNvContentPartPr/>
                <p14:nvPr/>
              </p14:nvContentPartPr>
              <p14:xfrm>
                <a:off x="2524640" y="6288520"/>
                <a:ext cx="5400" cy="15336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EDBEE925-F93F-86C1-322B-328D4744D158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2513840" y="6277720"/>
                  <a:ext cx="2664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0" name="Group 719">
            <a:extLst>
              <a:ext uri="{FF2B5EF4-FFF2-40B4-BE49-F238E27FC236}">
                <a16:creationId xmlns:a16="http://schemas.microsoft.com/office/drawing/2014/main" id="{5CDAF65F-51B8-6699-1967-D862BC557804}"/>
              </a:ext>
            </a:extLst>
          </p:cNvPr>
          <p:cNvGrpSpPr/>
          <p:nvPr/>
        </p:nvGrpSpPr>
        <p:grpSpPr>
          <a:xfrm>
            <a:off x="2713640" y="6153520"/>
            <a:ext cx="96480" cy="270000"/>
            <a:chOff x="2713640" y="6153520"/>
            <a:chExt cx="9648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C4EBBF0B-518B-F5DF-6E8A-DE5A22571792}"/>
                    </a:ext>
                  </a:extLst>
                </p14:cNvPr>
                <p14:cNvContentPartPr/>
                <p14:nvPr/>
              </p14:nvContentPartPr>
              <p14:xfrm>
                <a:off x="2713640" y="6153520"/>
                <a:ext cx="65160" cy="16704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C4EBBF0B-518B-F5DF-6E8A-DE5A22571792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2702840" y="6143080"/>
                  <a:ext cx="864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002A5BF3-32EA-1575-E267-BAF994A08414}"/>
                    </a:ext>
                  </a:extLst>
                </p14:cNvPr>
                <p14:cNvContentPartPr/>
                <p14:nvPr/>
              </p14:nvContentPartPr>
              <p14:xfrm>
                <a:off x="2763680" y="6240280"/>
                <a:ext cx="46440" cy="18324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002A5BF3-32EA-1575-E267-BAF994A08414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2753240" y="6229840"/>
                  <a:ext cx="67680" cy="20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3">
            <p14:nvContentPartPr>
              <p14:cNvPr id="723" name="Ink 722">
                <a:extLst>
                  <a:ext uri="{FF2B5EF4-FFF2-40B4-BE49-F238E27FC236}">
                    <a16:creationId xmlns:a16="http://schemas.microsoft.com/office/drawing/2014/main" id="{23A5BDED-1D33-69EA-6CA2-AC45E1556331}"/>
                  </a:ext>
                </a:extLst>
              </p14:cNvPr>
              <p14:cNvContentPartPr/>
              <p14:nvPr/>
            </p14:nvContentPartPr>
            <p14:xfrm>
              <a:off x="3032240" y="6012040"/>
              <a:ext cx="274680" cy="495000"/>
            </p14:xfrm>
          </p:contentPart>
        </mc:Choice>
        <mc:Fallback xmlns="">
          <p:pic>
            <p:nvPicPr>
              <p:cNvPr id="723" name="Ink 722">
                <a:extLst>
                  <a:ext uri="{FF2B5EF4-FFF2-40B4-BE49-F238E27FC236}">
                    <a16:creationId xmlns:a16="http://schemas.microsoft.com/office/drawing/2014/main" id="{23A5BDED-1D33-69EA-6CA2-AC45E1556331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3021440" y="6001240"/>
                <a:ext cx="295920" cy="51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40" name="Group 739">
            <a:extLst>
              <a:ext uri="{FF2B5EF4-FFF2-40B4-BE49-F238E27FC236}">
                <a16:creationId xmlns:a16="http://schemas.microsoft.com/office/drawing/2014/main" id="{CC330419-5790-DD7C-34CC-9492987A0DF2}"/>
              </a:ext>
            </a:extLst>
          </p:cNvPr>
          <p:cNvGrpSpPr/>
          <p:nvPr/>
        </p:nvGrpSpPr>
        <p:grpSpPr>
          <a:xfrm>
            <a:off x="1477400" y="5292760"/>
            <a:ext cx="1780560" cy="1235880"/>
            <a:chOff x="1477400" y="5292760"/>
            <a:chExt cx="1780560" cy="12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65CFF9DF-DF70-B346-7626-16B38BA3529D}"/>
                    </a:ext>
                  </a:extLst>
                </p14:cNvPr>
                <p14:cNvContentPartPr/>
                <p14:nvPr/>
              </p14:nvContentPartPr>
              <p14:xfrm>
                <a:off x="1477400" y="5827000"/>
                <a:ext cx="67680" cy="13968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65CFF9DF-DF70-B346-7626-16B38BA3529D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466600" y="5816200"/>
                  <a:ext cx="889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725" name="Ink 724">
                  <a:extLst>
                    <a:ext uri="{FF2B5EF4-FFF2-40B4-BE49-F238E27FC236}">
                      <a16:creationId xmlns:a16="http://schemas.microsoft.com/office/drawing/2014/main" id="{FA9D1117-4361-054E-1037-E225931F6D65}"/>
                    </a:ext>
                  </a:extLst>
                </p14:cNvPr>
                <p14:cNvContentPartPr/>
                <p14:nvPr/>
              </p14:nvContentPartPr>
              <p14:xfrm>
                <a:off x="1591520" y="5836000"/>
                <a:ext cx="70200" cy="193320"/>
              </p14:xfrm>
            </p:contentPart>
          </mc:Choice>
          <mc:Fallback xmlns="">
            <p:pic>
              <p:nvPicPr>
                <p:cNvPr id="725" name="Ink 724">
                  <a:extLst>
                    <a:ext uri="{FF2B5EF4-FFF2-40B4-BE49-F238E27FC236}">
                      <a16:creationId xmlns:a16="http://schemas.microsoft.com/office/drawing/2014/main" id="{FA9D1117-4361-054E-1037-E225931F6D65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581080" y="5825560"/>
                  <a:ext cx="91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AE4C2B70-2230-C151-E9F2-3C42B7A56853}"/>
                    </a:ext>
                  </a:extLst>
                </p14:cNvPr>
                <p14:cNvContentPartPr/>
                <p14:nvPr/>
              </p14:nvContentPartPr>
              <p14:xfrm>
                <a:off x="1903640" y="5807560"/>
                <a:ext cx="14400" cy="180720"/>
              </p14:xfrm>
            </p:contentPart>
          </mc:Choice>
          <mc:Fallback xmlns=""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AE4C2B70-2230-C151-E9F2-3C42B7A56853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893200" y="5796760"/>
                  <a:ext cx="356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3C01894C-6BBD-FD67-9BEF-C67A24B36AC3}"/>
                    </a:ext>
                  </a:extLst>
                </p14:cNvPr>
                <p14:cNvContentPartPr/>
                <p14:nvPr/>
              </p14:nvContentPartPr>
              <p14:xfrm>
                <a:off x="2024240" y="5794960"/>
                <a:ext cx="5400" cy="22536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3C01894C-6BBD-FD67-9BEF-C67A24B36AC3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2013800" y="5784160"/>
                  <a:ext cx="266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98F4AF07-16A4-21D0-251F-16947348F273}"/>
                    </a:ext>
                  </a:extLst>
                </p14:cNvPr>
                <p14:cNvContentPartPr/>
                <p14:nvPr/>
              </p14:nvContentPartPr>
              <p14:xfrm>
                <a:off x="1736240" y="6057760"/>
                <a:ext cx="405360" cy="47088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98F4AF07-16A4-21D0-251F-16947348F273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725800" y="6046960"/>
                  <a:ext cx="42660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735" name="Ink 734">
                  <a:extLst>
                    <a:ext uri="{FF2B5EF4-FFF2-40B4-BE49-F238E27FC236}">
                      <a16:creationId xmlns:a16="http://schemas.microsoft.com/office/drawing/2014/main" id="{721A1B8C-9A1B-6C60-ECA7-36AEDE1FCC60}"/>
                    </a:ext>
                  </a:extLst>
                </p14:cNvPr>
                <p14:cNvContentPartPr/>
                <p14:nvPr/>
              </p14:nvContentPartPr>
              <p14:xfrm>
                <a:off x="1775480" y="5292760"/>
                <a:ext cx="462960" cy="486720"/>
              </p14:xfrm>
            </p:contentPart>
          </mc:Choice>
          <mc:Fallback xmlns="">
            <p:pic>
              <p:nvPicPr>
                <p:cNvPr id="735" name="Ink 734">
                  <a:extLst>
                    <a:ext uri="{FF2B5EF4-FFF2-40B4-BE49-F238E27FC236}">
                      <a16:creationId xmlns:a16="http://schemas.microsoft.com/office/drawing/2014/main" id="{721A1B8C-9A1B-6C60-ECA7-36AEDE1FCC60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765040" y="5281960"/>
                  <a:ext cx="48420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738" name="Ink 737">
                  <a:extLst>
                    <a:ext uri="{FF2B5EF4-FFF2-40B4-BE49-F238E27FC236}">
                      <a16:creationId xmlns:a16="http://schemas.microsoft.com/office/drawing/2014/main" id="{7C1AFC73-36CC-E673-6FD4-E4F38A9FD62D}"/>
                    </a:ext>
                  </a:extLst>
                </p14:cNvPr>
                <p14:cNvContentPartPr/>
                <p14:nvPr/>
              </p14:nvContentPartPr>
              <p14:xfrm>
                <a:off x="2137280" y="5766520"/>
                <a:ext cx="1120680" cy="297000"/>
              </p14:xfrm>
            </p:contentPart>
          </mc:Choice>
          <mc:Fallback xmlns="">
            <p:pic>
              <p:nvPicPr>
                <p:cNvPr id="738" name="Ink 737">
                  <a:extLst>
                    <a:ext uri="{FF2B5EF4-FFF2-40B4-BE49-F238E27FC236}">
                      <a16:creationId xmlns:a16="http://schemas.microsoft.com/office/drawing/2014/main" id="{7C1AFC73-36CC-E673-6FD4-E4F38A9FD62D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126840" y="5756080"/>
                  <a:ext cx="114192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3" name="Group 752">
            <a:extLst>
              <a:ext uri="{FF2B5EF4-FFF2-40B4-BE49-F238E27FC236}">
                <a16:creationId xmlns:a16="http://schemas.microsoft.com/office/drawing/2014/main" id="{BBF954C4-1203-8543-5235-931481B72D84}"/>
              </a:ext>
            </a:extLst>
          </p:cNvPr>
          <p:cNvGrpSpPr/>
          <p:nvPr/>
        </p:nvGrpSpPr>
        <p:grpSpPr>
          <a:xfrm>
            <a:off x="3463880" y="5358640"/>
            <a:ext cx="947160" cy="444600"/>
            <a:chOff x="3463880" y="5358640"/>
            <a:chExt cx="947160" cy="44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741" name="Ink 740">
                  <a:extLst>
                    <a:ext uri="{FF2B5EF4-FFF2-40B4-BE49-F238E27FC236}">
                      <a16:creationId xmlns:a16="http://schemas.microsoft.com/office/drawing/2014/main" id="{6AA56ECE-890F-C94A-96AA-DDF95A420066}"/>
                    </a:ext>
                  </a:extLst>
                </p14:cNvPr>
                <p14:cNvContentPartPr/>
                <p14:nvPr/>
              </p14:nvContentPartPr>
              <p14:xfrm>
                <a:off x="3463880" y="5643400"/>
                <a:ext cx="43560" cy="159840"/>
              </p14:xfrm>
            </p:contentPart>
          </mc:Choice>
          <mc:Fallback xmlns="">
            <p:pic>
              <p:nvPicPr>
                <p:cNvPr id="741" name="Ink 740">
                  <a:extLst>
                    <a:ext uri="{FF2B5EF4-FFF2-40B4-BE49-F238E27FC236}">
                      <a16:creationId xmlns:a16="http://schemas.microsoft.com/office/drawing/2014/main" id="{6AA56ECE-890F-C94A-96AA-DDF95A420066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453080" y="5632600"/>
                  <a:ext cx="648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742" name="Ink 741">
                  <a:extLst>
                    <a:ext uri="{FF2B5EF4-FFF2-40B4-BE49-F238E27FC236}">
                      <a16:creationId xmlns:a16="http://schemas.microsoft.com/office/drawing/2014/main" id="{9AF73D4C-2475-932E-812C-D028C0E08F1B}"/>
                    </a:ext>
                  </a:extLst>
                </p14:cNvPr>
                <p14:cNvContentPartPr/>
                <p14:nvPr/>
              </p14:nvContentPartPr>
              <p14:xfrm>
                <a:off x="3570800" y="5610280"/>
                <a:ext cx="63360" cy="182880"/>
              </p14:xfrm>
            </p:contentPart>
          </mc:Choice>
          <mc:Fallback xmlns="">
            <p:pic>
              <p:nvPicPr>
                <p:cNvPr id="742" name="Ink 741">
                  <a:extLst>
                    <a:ext uri="{FF2B5EF4-FFF2-40B4-BE49-F238E27FC236}">
                      <a16:creationId xmlns:a16="http://schemas.microsoft.com/office/drawing/2014/main" id="{9AF73D4C-2475-932E-812C-D028C0E08F1B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3560360" y="5599480"/>
                  <a:ext cx="846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743" name="Ink 742">
                  <a:extLst>
                    <a:ext uri="{FF2B5EF4-FFF2-40B4-BE49-F238E27FC236}">
                      <a16:creationId xmlns:a16="http://schemas.microsoft.com/office/drawing/2014/main" id="{695DFE7C-E148-905F-BC36-D9A4981F39DD}"/>
                    </a:ext>
                  </a:extLst>
                </p14:cNvPr>
                <p14:cNvContentPartPr/>
                <p14:nvPr/>
              </p14:nvContentPartPr>
              <p14:xfrm>
                <a:off x="3682040" y="5468080"/>
                <a:ext cx="70200" cy="240120"/>
              </p14:xfrm>
            </p:contentPart>
          </mc:Choice>
          <mc:Fallback xmlns="">
            <p:pic>
              <p:nvPicPr>
                <p:cNvPr id="743" name="Ink 742">
                  <a:extLst>
                    <a:ext uri="{FF2B5EF4-FFF2-40B4-BE49-F238E27FC236}">
                      <a16:creationId xmlns:a16="http://schemas.microsoft.com/office/drawing/2014/main" id="{695DFE7C-E148-905F-BC36-D9A4981F39DD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3671240" y="5457640"/>
                  <a:ext cx="914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744" name="Ink 743">
                  <a:extLst>
                    <a:ext uri="{FF2B5EF4-FFF2-40B4-BE49-F238E27FC236}">
                      <a16:creationId xmlns:a16="http://schemas.microsoft.com/office/drawing/2014/main" id="{F63EEA61-374E-C31E-2E92-7B888FBF6F99}"/>
                    </a:ext>
                  </a:extLst>
                </p14:cNvPr>
                <p14:cNvContentPartPr/>
                <p14:nvPr/>
              </p14:nvContentPartPr>
              <p14:xfrm>
                <a:off x="3692120" y="5523160"/>
                <a:ext cx="124920" cy="21960"/>
              </p14:xfrm>
            </p:contentPart>
          </mc:Choice>
          <mc:Fallback xmlns="">
            <p:pic>
              <p:nvPicPr>
                <p:cNvPr id="744" name="Ink 743">
                  <a:extLst>
                    <a:ext uri="{FF2B5EF4-FFF2-40B4-BE49-F238E27FC236}">
                      <a16:creationId xmlns:a16="http://schemas.microsoft.com/office/drawing/2014/main" id="{F63EEA61-374E-C31E-2E92-7B888FBF6F99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3681680" y="5512360"/>
                  <a:ext cx="1461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745" name="Ink 744">
                  <a:extLst>
                    <a:ext uri="{FF2B5EF4-FFF2-40B4-BE49-F238E27FC236}">
                      <a16:creationId xmlns:a16="http://schemas.microsoft.com/office/drawing/2014/main" id="{14371EE1-20E7-0BCC-C29B-588F16053F8D}"/>
                    </a:ext>
                  </a:extLst>
                </p14:cNvPr>
                <p14:cNvContentPartPr/>
                <p14:nvPr/>
              </p14:nvContentPartPr>
              <p14:xfrm>
                <a:off x="3862400" y="5564200"/>
                <a:ext cx="89280" cy="119880"/>
              </p14:xfrm>
            </p:contentPart>
          </mc:Choice>
          <mc:Fallback xmlns="">
            <p:pic>
              <p:nvPicPr>
                <p:cNvPr id="745" name="Ink 744">
                  <a:extLst>
                    <a:ext uri="{FF2B5EF4-FFF2-40B4-BE49-F238E27FC236}">
                      <a16:creationId xmlns:a16="http://schemas.microsoft.com/office/drawing/2014/main" id="{14371EE1-20E7-0BCC-C29B-588F16053F8D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3851600" y="5553400"/>
                  <a:ext cx="1105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746" name="Ink 745">
                  <a:extLst>
                    <a:ext uri="{FF2B5EF4-FFF2-40B4-BE49-F238E27FC236}">
                      <a16:creationId xmlns:a16="http://schemas.microsoft.com/office/drawing/2014/main" id="{68694597-7998-399F-4966-28C1B3EBC56E}"/>
                    </a:ext>
                  </a:extLst>
                </p14:cNvPr>
                <p14:cNvContentPartPr/>
                <p14:nvPr/>
              </p14:nvContentPartPr>
              <p14:xfrm>
                <a:off x="4013240" y="5510560"/>
                <a:ext cx="57600" cy="133200"/>
              </p14:xfrm>
            </p:contentPart>
          </mc:Choice>
          <mc:Fallback xmlns="">
            <p:pic>
              <p:nvPicPr>
                <p:cNvPr id="746" name="Ink 745">
                  <a:extLst>
                    <a:ext uri="{FF2B5EF4-FFF2-40B4-BE49-F238E27FC236}">
                      <a16:creationId xmlns:a16="http://schemas.microsoft.com/office/drawing/2014/main" id="{68694597-7998-399F-4966-28C1B3EBC56E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4002800" y="5499760"/>
                  <a:ext cx="788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747" name="Ink 746">
                  <a:extLst>
                    <a:ext uri="{FF2B5EF4-FFF2-40B4-BE49-F238E27FC236}">
                      <a16:creationId xmlns:a16="http://schemas.microsoft.com/office/drawing/2014/main" id="{A4CE80A7-6229-95DB-D5C3-15229C6FEF66}"/>
                    </a:ext>
                  </a:extLst>
                </p14:cNvPr>
                <p14:cNvContentPartPr/>
                <p14:nvPr/>
              </p14:nvContentPartPr>
              <p14:xfrm>
                <a:off x="4118360" y="5470240"/>
                <a:ext cx="124920" cy="125280"/>
              </p14:xfrm>
            </p:contentPart>
          </mc:Choice>
          <mc:Fallback xmlns="">
            <p:pic>
              <p:nvPicPr>
                <p:cNvPr id="747" name="Ink 746">
                  <a:extLst>
                    <a:ext uri="{FF2B5EF4-FFF2-40B4-BE49-F238E27FC236}">
                      <a16:creationId xmlns:a16="http://schemas.microsoft.com/office/drawing/2014/main" id="{A4CE80A7-6229-95DB-D5C3-15229C6FEF66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4107920" y="5459440"/>
                  <a:ext cx="1461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750" name="Ink 749">
                  <a:extLst>
                    <a:ext uri="{FF2B5EF4-FFF2-40B4-BE49-F238E27FC236}">
                      <a16:creationId xmlns:a16="http://schemas.microsoft.com/office/drawing/2014/main" id="{B8C800F2-6B33-F8DA-4385-78CB16078458}"/>
                    </a:ext>
                  </a:extLst>
                </p14:cNvPr>
                <p14:cNvContentPartPr/>
                <p14:nvPr/>
              </p14:nvContentPartPr>
              <p14:xfrm>
                <a:off x="4283600" y="5358640"/>
                <a:ext cx="67680" cy="115560"/>
              </p14:xfrm>
            </p:contentPart>
          </mc:Choice>
          <mc:Fallback xmlns="">
            <p:pic>
              <p:nvPicPr>
                <p:cNvPr id="750" name="Ink 749">
                  <a:extLst>
                    <a:ext uri="{FF2B5EF4-FFF2-40B4-BE49-F238E27FC236}">
                      <a16:creationId xmlns:a16="http://schemas.microsoft.com/office/drawing/2014/main" id="{B8C800F2-6B33-F8DA-4385-78CB16078458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4273160" y="5347840"/>
                  <a:ext cx="889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8A5B183F-A2E7-A15A-569A-F17EBC4F076B}"/>
                    </a:ext>
                  </a:extLst>
                </p14:cNvPr>
                <p14:cNvContentPartPr/>
                <p14:nvPr/>
              </p14:nvContentPartPr>
              <p14:xfrm>
                <a:off x="4410680" y="5605240"/>
                <a:ext cx="360" cy="360"/>
              </p14:xfrm>
            </p:contentPart>
          </mc:Choice>
          <mc:Fallback xmlns=""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8A5B183F-A2E7-A15A-569A-F17EBC4F076B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4399880" y="55948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0" name="Group 759">
            <a:extLst>
              <a:ext uri="{FF2B5EF4-FFF2-40B4-BE49-F238E27FC236}">
                <a16:creationId xmlns:a16="http://schemas.microsoft.com/office/drawing/2014/main" id="{8EEB7E78-7276-CEA0-12B5-5FF276E4F045}"/>
              </a:ext>
            </a:extLst>
          </p:cNvPr>
          <p:cNvGrpSpPr/>
          <p:nvPr/>
        </p:nvGrpSpPr>
        <p:grpSpPr>
          <a:xfrm>
            <a:off x="5151560" y="5524240"/>
            <a:ext cx="885600" cy="1109160"/>
            <a:chOff x="5151560" y="5524240"/>
            <a:chExt cx="885600" cy="11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088579A5-2C1B-6F2E-11EE-A09238AA32F7}"/>
                    </a:ext>
                  </a:extLst>
                </p14:cNvPr>
                <p14:cNvContentPartPr/>
                <p14:nvPr/>
              </p14:nvContentPartPr>
              <p14:xfrm>
                <a:off x="5151560" y="5524240"/>
                <a:ext cx="305640" cy="1097280"/>
              </p14:xfrm>
            </p:contentPart>
          </mc:Choice>
          <mc:Fallback xmlns=""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088579A5-2C1B-6F2E-11EE-A09238AA32F7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5141120" y="5513440"/>
                  <a:ext cx="326880" cy="11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F47CDFEF-61DF-51CC-225C-C739A11998FF}"/>
                    </a:ext>
                  </a:extLst>
                </p14:cNvPr>
                <p14:cNvContentPartPr/>
                <p14:nvPr/>
              </p14:nvContentPartPr>
              <p14:xfrm>
                <a:off x="5582120" y="6307960"/>
                <a:ext cx="118440" cy="129960"/>
              </p14:xfrm>
            </p:contentPart>
          </mc:Choice>
          <mc:Fallback xmlns=""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F47CDFEF-61DF-51CC-225C-C739A11998FF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5571680" y="6297160"/>
                  <a:ext cx="1396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756" name="Ink 755">
                  <a:extLst>
                    <a:ext uri="{FF2B5EF4-FFF2-40B4-BE49-F238E27FC236}">
                      <a16:creationId xmlns:a16="http://schemas.microsoft.com/office/drawing/2014/main" id="{5751D2FD-538B-E057-A9FF-E177B3DA1854}"/>
                    </a:ext>
                  </a:extLst>
                </p14:cNvPr>
                <p14:cNvContentPartPr/>
                <p14:nvPr/>
              </p14:nvContentPartPr>
              <p14:xfrm>
                <a:off x="5627840" y="6307960"/>
                <a:ext cx="78480" cy="325440"/>
              </p14:xfrm>
            </p:contentPart>
          </mc:Choice>
          <mc:Fallback xmlns="">
            <p:pic>
              <p:nvPicPr>
                <p:cNvPr id="756" name="Ink 755">
                  <a:extLst>
                    <a:ext uri="{FF2B5EF4-FFF2-40B4-BE49-F238E27FC236}">
                      <a16:creationId xmlns:a16="http://schemas.microsoft.com/office/drawing/2014/main" id="{5751D2FD-538B-E057-A9FF-E177B3DA1854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5617040" y="6297160"/>
                  <a:ext cx="997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757" name="Ink 756">
                  <a:extLst>
                    <a:ext uri="{FF2B5EF4-FFF2-40B4-BE49-F238E27FC236}">
                      <a16:creationId xmlns:a16="http://schemas.microsoft.com/office/drawing/2014/main" id="{15D4016B-9D77-5D88-1819-016CA9738F6F}"/>
                    </a:ext>
                  </a:extLst>
                </p14:cNvPr>
                <p14:cNvContentPartPr/>
                <p14:nvPr/>
              </p14:nvContentPartPr>
              <p14:xfrm>
                <a:off x="5769680" y="6372040"/>
                <a:ext cx="95760" cy="112680"/>
              </p14:xfrm>
            </p:contentPart>
          </mc:Choice>
          <mc:Fallback xmlns="">
            <p:pic>
              <p:nvPicPr>
                <p:cNvPr id="757" name="Ink 756">
                  <a:extLst>
                    <a:ext uri="{FF2B5EF4-FFF2-40B4-BE49-F238E27FC236}">
                      <a16:creationId xmlns:a16="http://schemas.microsoft.com/office/drawing/2014/main" id="{15D4016B-9D77-5D88-1819-016CA9738F6F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5759240" y="6361600"/>
                  <a:ext cx="117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758" name="Ink 757">
                  <a:extLst>
                    <a:ext uri="{FF2B5EF4-FFF2-40B4-BE49-F238E27FC236}">
                      <a16:creationId xmlns:a16="http://schemas.microsoft.com/office/drawing/2014/main" id="{D0161B03-C697-A506-EAA3-9CC3012405F2}"/>
                    </a:ext>
                  </a:extLst>
                </p14:cNvPr>
                <p14:cNvContentPartPr/>
                <p14:nvPr/>
              </p14:nvContentPartPr>
              <p14:xfrm>
                <a:off x="5912600" y="6354040"/>
                <a:ext cx="124560" cy="132480"/>
              </p14:xfrm>
            </p:contentPart>
          </mc:Choice>
          <mc:Fallback xmlns="">
            <p:pic>
              <p:nvPicPr>
                <p:cNvPr id="758" name="Ink 757">
                  <a:extLst>
                    <a:ext uri="{FF2B5EF4-FFF2-40B4-BE49-F238E27FC236}">
                      <a16:creationId xmlns:a16="http://schemas.microsoft.com/office/drawing/2014/main" id="{D0161B03-C697-A506-EAA3-9CC3012405F2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5902160" y="6343240"/>
                  <a:ext cx="14580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5" name="Group 774">
            <a:extLst>
              <a:ext uri="{FF2B5EF4-FFF2-40B4-BE49-F238E27FC236}">
                <a16:creationId xmlns:a16="http://schemas.microsoft.com/office/drawing/2014/main" id="{5B5452B6-1907-9582-F884-50B8B640ACCD}"/>
              </a:ext>
            </a:extLst>
          </p:cNvPr>
          <p:cNvGrpSpPr/>
          <p:nvPr/>
        </p:nvGrpSpPr>
        <p:grpSpPr>
          <a:xfrm>
            <a:off x="6265040" y="6071440"/>
            <a:ext cx="596880" cy="403200"/>
            <a:chOff x="6265040" y="6071440"/>
            <a:chExt cx="596880" cy="40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761" name="Ink 760">
                  <a:extLst>
                    <a:ext uri="{FF2B5EF4-FFF2-40B4-BE49-F238E27FC236}">
                      <a16:creationId xmlns:a16="http://schemas.microsoft.com/office/drawing/2014/main" id="{E777ABD3-3812-88EA-BDC8-03F858692287}"/>
                    </a:ext>
                  </a:extLst>
                </p14:cNvPr>
                <p14:cNvContentPartPr/>
                <p14:nvPr/>
              </p14:nvContentPartPr>
              <p14:xfrm>
                <a:off x="6265040" y="6288520"/>
                <a:ext cx="185040" cy="186120"/>
              </p14:xfrm>
            </p:contentPart>
          </mc:Choice>
          <mc:Fallback xmlns="">
            <p:pic>
              <p:nvPicPr>
                <p:cNvPr id="761" name="Ink 760">
                  <a:extLst>
                    <a:ext uri="{FF2B5EF4-FFF2-40B4-BE49-F238E27FC236}">
                      <a16:creationId xmlns:a16="http://schemas.microsoft.com/office/drawing/2014/main" id="{E777ABD3-3812-88EA-BDC8-03F858692287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6254240" y="6277720"/>
                  <a:ext cx="2062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4C6AD1CE-0857-C1B2-2835-0FC0A632EE1E}"/>
                    </a:ext>
                  </a:extLst>
                </p14:cNvPr>
                <p14:cNvContentPartPr/>
                <p14:nvPr/>
              </p14:nvContentPartPr>
              <p14:xfrm>
                <a:off x="6507320" y="6320560"/>
                <a:ext cx="105840" cy="118800"/>
              </p14:xfrm>
            </p:contentPart>
          </mc:Choice>
          <mc:Fallback xmlns=""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4C6AD1CE-0857-C1B2-2835-0FC0A632EE1E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6496880" y="6309760"/>
                  <a:ext cx="1270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763" name="Ink 762">
                  <a:extLst>
                    <a:ext uri="{FF2B5EF4-FFF2-40B4-BE49-F238E27FC236}">
                      <a16:creationId xmlns:a16="http://schemas.microsoft.com/office/drawing/2014/main" id="{0CB56A01-7B18-727A-451D-7C0B5DF38F43}"/>
                    </a:ext>
                  </a:extLst>
                </p14:cNvPr>
                <p14:cNvContentPartPr/>
                <p14:nvPr/>
              </p14:nvContentPartPr>
              <p14:xfrm>
                <a:off x="6605240" y="6077200"/>
                <a:ext cx="89280" cy="362520"/>
              </p14:xfrm>
            </p:contentPart>
          </mc:Choice>
          <mc:Fallback xmlns="">
            <p:pic>
              <p:nvPicPr>
                <p:cNvPr id="763" name="Ink 762">
                  <a:extLst>
                    <a:ext uri="{FF2B5EF4-FFF2-40B4-BE49-F238E27FC236}">
                      <a16:creationId xmlns:a16="http://schemas.microsoft.com/office/drawing/2014/main" id="{0CB56A01-7B18-727A-451D-7C0B5DF38F43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6594440" y="6066400"/>
                  <a:ext cx="11052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764" name="Ink 763">
                  <a:extLst>
                    <a:ext uri="{FF2B5EF4-FFF2-40B4-BE49-F238E27FC236}">
                      <a16:creationId xmlns:a16="http://schemas.microsoft.com/office/drawing/2014/main" id="{44207159-4B91-189C-4040-B6B2778A4DD0}"/>
                    </a:ext>
                  </a:extLst>
                </p14:cNvPr>
                <p14:cNvContentPartPr/>
                <p14:nvPr/>
              </p14:nvContentPartPr>
              <p14:xfrm>
                <a:off x="6776240" y="6071440"/>
                <a:ext cx="85680" cy="308160"/>
              </p14:xfrm>
            </p:contentPart>
          </mc:Choice>
          <mc:Fallback xmlns="">
            <p:pic>
              <p:nvPicPr>
                <p:cNvPr id="764" name="Ink 763">
                  <a:extLst>
                    <a:ext uri="{FF2B5EF4-FFF2-40B4-BE49-F238E27FC236}">
                      <a16:creationId xmlns:a16="http://schemas.microsoft.com/office/drawing/2014/main" id="{44207159-4B91-189C-4040-B6B2778A4DD0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6765800" y="6060640"/>
                  <a:ext cx="106920" cy="32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3" name="Group 772">
            <a:extLst>
              <a:ext uri="{FF2B5EF4-FFF2-40B4-BE49-F238E27FC236}">
                <a16:creationId xmlns:a16="http://schemas.microsoft.com/office/drawing/2014/main" id="{74CA1AD9-D45C-E509-7AB0-E27892C7631A}"/>
              </a:ext>
            </a:extLst>
          </p:cNvPr>
          <p:cNvGrpSpPr/>
          <p:nvPr/>
        </p:nvGrpSpPr>
        <p:grpSpPr>
          <a:xfrm>
            <a:off x="7247480" y="6042640"/>
            <a:ext cx="299160" cy="244440"/>
            <a:chOff x="7247480" y="6042640"/>
            <a:chExt cx="29916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CCC7F73A-93DF-7659-E16E-1C7B86CE660F}"/>
                    </a:ext>
                  </a:extLst>
                </p14:cNvPr>
                <p14:cNvContentPartPr/>
                <p14:nvPr/>
              </p14:nvContentPartPr>
              <p14:xfrm>
                <a:off x="7247480" y="6042640"/>
                <a:ext cx="106920" cy="244440"/>
              </p14:xfrm>
            </p:contentPart>
          </mc:Choice>
          <mc:Fallback xmlns=""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CCC7F73A-93DF-7659-E16E-1C7B86CE660F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7236680" y="6032200"/>
                  <a:ext cx="1281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F722144F-C9A9-84DC-16B1-899C5E0DF44E}"/>
                    </a:ext>
                  </a:extLst>
                </p14:cNvPr>
                <p14:cNvContentPartPr/>
                <p14:nvPr/>
              </p14:nvContentPartPr>
              <p14:xfrm>
                <a:off x="7408760" y="6138400"/>
                <a:ext cx="137880" cy="141120"/>
              </p14:xfrm>
            </p:contentPart>
          </mc:Choice>
          <mc:Fallback xmlns=""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F722144F-C9A9-84DC-16B1-899C5E0DF44E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7397960" y="6127600"/>
                  <a:ext cx="15912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0" name="Group 789">
            <a:extLst>
              <a:ext uri="{FF2B5EF4-FFF2-40B4-BE49-F238E27FC236}">
                <a16:creationId xmlns:a16="http://schemas.microsoft.com/office/drawing/2014/main" id="{72937B7D-8310-F2E3-132A-8E614DDFE7A4}"/>
              </a:ext>
            </a:extLst>
          </p:cNvPr>
          <p:cNvGrpSpPr/>
          <p:nvPr/>
        </p:nvGrpSpPr>
        <p:grpSpPr>
          <a:xfrm>
            <a:off x="7976120" y="5945800"/>
            <a:ext cx="582840" cy="360000"/>
            <a:chOff x="7976120" y="5945800"/>
            <a:chExt cx="582840" cy="3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8EF4BA02-D2C7-987B-F7C4-80638189C406}"/>
                    </a:ext>
                  </a:extLst>
                </p14:cNvPr>
                <p14:cNvContentPartPr/>
                <p14:nvPr/>
              </p14:nvContentPartPr>
              <p14:xfrm>
                <a:off x="7993760" y="5989000"/>
                <a:ext cx="142200" cy="316800"/>
              </p14:xfrm>
            </p:contentPart>
          </mc:Choice>
          <mc:Fallback xmlns=""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8EF4BA02-D2C7-987B-F7C4-80638189C406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7983320" y="5978560"/>
                  <a:ext cx="16344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768" name="Ink 767">
                  <a:extLst>
                    <a:ext uri="{FF2B5EF4-FFF2-40B4-BE49-F238E27FC236}">
                      <a16:creationId xmlns:a16="http://schemas.microsoft.com/office/drawing/2014/main" id="{79395C0B-B3F4-4D14-3407-90CBB890A22C}"/>
                    </a:ext>
                  </a:extLst>
                </p14:cNvPr>
                <p14:cNvContentPartPr/>
                <p14:nvPr/>
              </p14:nvContentPartPr>
              <p14:xfrm>
                <a:off x="7976120" y="6139840"/>
                <a:ext cx="145080" cy="50760"/>
              </p14:xfrm>
            </p:contentPart>
          </mc:Choice>
          <mc:Fallback xmlns="">
            <p:pic>
              <p:nvPicPr>
                <p:cNvPr id="768" name="Ink 767">
                  <a:extLst>
                    <a:ext uri="{FF2B5EF4-FFF2-40B4-BE49-F238E27FC236}">
                      <a16:creationId xmlns:a16="http://schemas.microsoft.com/office/drawing/2014/main" id="{79395C0B-B3F4-4D14-3407-90CBB890A22C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7965320" y="6129400"/>
                  <a:ext cx="1663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776" name="Ink 775">
                  <a:extLst>
                    <a:ext uri="{FF2B5EF4-FFF2-40B4-BE49-F238E27FC236}">
                      <a16:creationId xmlns:a16="http://schemas.microsoft.com/office/drawing/2014/main" id="{D174808B-5910-CC4B-D0C9-D11B2B22F6BA}"/>
                    </a:ext>
                  </a:extLst>
                </p14:cNvPr>
                <p14:cNvContentPartPr/>
                <p14:nvPr/>
              </p14:nvContentPartPr>
              <p14:xfrm>
                <a:off x="8175200" y="5945800"/>
                <a:ext cx="127080" cy="322920"/>
              </p14:xfrm>
            </p:contentPart>
          </mc:Choice>
          <mc:Fallback xmlns="">
            <p:pic>
              <p:nvPicPr>
                <p:cNvPr id="776" name="Ink 775">
                  <a:extLst>
                    <a:ext uri="{FF2B5EF4-FFF2-40B4-BE49-F238E27FC236}">
                      <a16:creationId xmlns:a16="http://schemas.microsoft.com/office/drawing/2014/main" id="{D174808B-5910-CC4B-D0C9-D11B2B22F6BA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8164760" y="5935000"/>
                  <a:ext cx="1483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777" name="Ink 776">
                  <a:extLst>
                    <a:ext uri="{FF2B5EF4-FFF2-40B4-BE49-F238E27FC236}">
                      <a16:creationId xmlns:a16="http://schemas.microsoft.com/office/drawing/2014/main" id="{9E15203D-6EA0-9BFF-460D-4FED35DBDFA4}"/>
                    </a:ext>
                  </a:extLst>
                </p14:cNvPr>
                <p14:cNvContentPartPr/>
                <p14:nvPr/>
              </p14:nvContentPartPr>
              <p14:xfrm>
                <a:off x="8372120" y="6137680"/>
                <a:ext cx="1440" cy="100800"/>
              </p14:xfrm>
            </p:contentPart>
          </mc:Choice>
          <mc:Fallback xmlns="">
            <p:pic>
              <p:nvPicPr>
                <p:cNvPr id="777" name="Ink 776">
                  <a:extLst>
                    <a:ext uri="{FF2B5EF4-FFF2-40B4-BE49-F238E27FC236}">
                      <a16:creationId xmlns:a16="http://schemas.microsoft.com/office/drawing/2014/main" id="{9E15203D-6EA0-9BFF-460D-4FED35DBDFA4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8361320" y="6126880"/>
                  <a:ext cx="22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976B34D7-2CFB-1D25-7AF9-9127AAAD28F1}"/>
                    </a:ext>
                  </a:extLst>
                </p14:cNvPr>
                <p14:cNvContentPartPr/>
                <p14:nvPr/>
              </p14:nvContentPartPr>
              <p14:xfrm>
                <a:off x="8328920" y="6053080"/>
                <a:ext cx="360" cy="360"/>
              </p14:xfrm>
            </p:contentPart>
          </mc:Choice>
          <mc:Fallback xmlns=""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976B34D7-2CFB-1D25-7AF9-9127AAAD28F1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8318120" y="60426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AE83E7E7-923C-FF8B-1072-4B062D43EE64}"/>
                    </a:ext>
                  </a:extLst>
                </p14:cNvPr>
                <p14:cNvContentPartPr/>
                <p14:nvPr/>
              </p14:nvContentPartPr>
              <p14:xfrm>
                <a:off x="8478680" y="6067840"/>
                <a:ext cx="80280" cy="156240"/>
              </p14:xfrm>
            </p:contentPart>
          </mc:Choice>
          <mc:Fallback xmlns=""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AE83E7E7-923C-FF8B-1072-4B062D43EE64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8467880" y="6057400"/>
                  <a:ext cx="10152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8" name="Group 787">
            <a:extLst>
              <a:ext uri="{FF2B5EF4-FFF2-40B4-BE49-F238E27FC236}">
                <a16:creationId xmlns:a16="http://schemas.microsoft.com/office/drawing/2014/main" id="{E2EDEB33-8EBA-FE3E-797E-0898BA7760FA}"/>
              </a:ext>
            </a:extLst>
          </p:cNvPr>
          <p:cNvGrpSpPr/>
          <p:nvPr/>
        </p:nvGrpSpPr>
        <p:grpSpPr>
          <a:xfrm>
            <a:off x="8853080" y="5976040"/>
            <a:ext cx="762840" cy="228240"/>
            <a:chOff x="8853080" y="5976040"/>
            <a:chExt cx="76284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534C7B40-399F-93F8-7516-5621D98AE7B2}"/>
                    </a:ext>
                  </a:extLst>
                </p14:cNvPr>
                <p14:cNvContentPartPr/>
                <p14:nvPr/>
              </p14:nvContentPartPr>
              <p14:xfrm>
                <a:off x="8853080" y="5987920"/>
                <a:ext cx="68400" cy="179280"/>
              </p14:xfrm>
            </p:contentPart>
          </mc:Choice>
          <mc:Fallback xmlns=""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534C7B40-399F-93F8-7516-5621D98AE7B2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8842640" y="5977480"/>
                  <a:ext cx="896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DDFB18AB-1AEE-11FF-A220-55B819084F96}"/>
                    </a:ext>
                  </a:extLst>
                </p14:cNvPr>
                <p14:cNvContentPartPr/>
                <p14:nvPr/>
              </p14:nvContentPartPr>
              <p14:xfrm>
                <a:off x="9047120" y="5976040"/>
                <a:ext cx="98280" cy="146880"/>
              </p14:xfrm>
            </p:contentPart>
          </mc:Choice>
          <mc:Fallback xmlns=""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DDFB18AB-1AEE-11FF-A220-55B819084F96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9036320" y="5965600"/>
                  <a:ext cx="119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782" name="Ink 781">
                  <a:extLst>
                    <a:ext uri="{FF2B5EF4-FFF2-40B4-BE49-F238E27FC236}">
                      <a16:creationId xmlns:a16="http://schemas.microsoft.com/office/drawing/2014/main" id="{BBBF3B3B-0A71-E9DF-B196-D5C0882079FB}"/>
                    </a:ext>
                  </a:extLst>
                </p14:cNvPr>
                <p14:cNvContentPartPr/>
                <p14:nvPr/>
              </p14:nvContentPartPr>
              <p14:xfrm>
                <a:off x="9240080" y="6059920"/>
                <a:ext cx="25920" cy="144360"/>
              </p14:xfrm>
            </p:contentPart>
          </mc:Choice>
          <mc:Fallback xmlns="">
            <p:pic>
              <p:nvPicPr>
                <p:cNvPr id="782" name="Ink 781">
                  <a:extLst>
                    <a:ext uri="{FF2B5EF4-FFF2-40B4-BE49-F238E27FC236}">
                      <a16:creationId xmlns:a16="http://schemas.microsoft.com/office/drawing/2014/main" id="{BBBF3B3B-0A71-E9DF-B196-D5C0882079FB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9229640" y="6049120"/>
                  <a:ext cx="471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783" name="Ink 782">
                  <a:extLst>
                    <a:ext uri="{FF2B5EF4-FFF2-40B4-BE49-F238E27FC236}">
                      <a16:creationId xmlns:a16="http://schemas.microsoft.com/office/drawing/2014/main" id="{5A2E8EE3-60FA-558E-C396-43D9574147EB}"/>
                    </a:ext>
                  </a:extLst>
                </p14:cNvPr>
                <p14:cNvContentPartPr/>
                <p14:nvPr/>
              </p14:nvContentPartPr>
              <p14:xfrm>
                <a:off x="9228560" y="6034000"/>
                <a:ext cx="77400" cy="77760"/>
              </p14:xfrm>
            </p:contentPart>
          </mc:Choice>
          <mc:Fallback xmlns="">
            <p:pic>
              <p:nvPicPr>
                <p:cNvPr id="783" name="Ink 782">
                  <a:extLst>
                    <a:ext uri="{FF2B5EF4-FFF2-40B4-BE49-F238E27FC236}">
                      <a16:creationId xmlns:a16="http://schemas.microsoft.com/office/drawing/2014/main" id="{5A2E8EE3-60FA-558E-C396-43D9574147EB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9218120" y="6023200"/>
                  <a:ext cx="986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784" name="Ink 783">
                  <a:extLst>
                    <a:ext uri="{FF2B5EF4-FFF2-40B4-BE49-F238E27FC236}">
                      <a16:creationId xmlns:a16="http://schemas.microsoft.com/office/drawing/2014/main" id="{3BEF023B-0CED-8510-6100-F210254A3B4C}"/>
                    </a:ext>
                  </a:extLst>
                </p14:cNvPr>
                <p14:cNvContentPartPr/>
                <p14:nvPr/>
              </p14:nvContentPartPr>
              <p14:xfrm>
                <a:off x="9376880" y="5983240"/>
                <a:ext cx="121320" cy="132840"/>
              </p14:xfrm>
            </p:contentPart>
          </mc:Choice>
          <mc:Fallback xmlns="">
            <p:pic>
              <p:nvPicPr>
                <p:cNvPr id="784" name="Ink 783">
                  <a:extLst>
                    <a:ext uri="{FF2B5EF4-FFF2-40B4-BE49-F238E27FC236}">
                      <a16:creationId xmlns:a16="http://schemas.microsoft.com/office/drawing/2014/main" id="{3BEF023B-0CED-8510-6100-F210254A3B4C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9366440" y="5972800"/>
                  <a:ext cx="1425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785" name="Ink 784">
                  <a:extLst>
                    <a:ext uri="{FF2B5EF4-FFF2-40B4-BE49-F238E27FC236}">
                      <a16:creationId xmlns:a16="http://schemas.microsoft.com/office/drawing/2014/main" id="{DB6B73B5-344D-16E9-12D3-DBC7F6DDA452}"/>
                    </a:ext>
                  </a:extLst>
                </p14:cNvPr>
                <p14:cNvContentPartPr/>
                <p14:nvPr/>
              </p14:nvContentPartPr>
              <p14:xfrm>
                <a:off x="9547160" y="6010960"/>
                <a:ext cx="68760" cy="103680"/>
              </p14:xfrm>
            </p:contentPart>
          </mc:Choice>
          <mc:Fallback xmlns="">
            <p:pic>
              <p:nvPicPr>
                <p:cNvPr id="785" name="Ink 784">
                  <a:extLst>
                    <a:ext uri="{FF2B5EF4-FFF2-40B4-BE49-F238E27FC236}">
                      <a16:creationId xmlns:a16="http://schemas.microsoft.com/office/drawing/2014/main" id="{DB6B73B5-344D-16E9-12D3-DBC7F6DDA452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9536720" y="6000160"/>
                  <a:ext cx="9000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D4152F5D-3D51-AA91-F9E9-E1742F978B10}"/>
              </a:ext>
            </a:extLst>
          </p:cNvPr>
          <p:cNvGrpSpPr/>
          <p:nvPr/>
        </p:nvGrpSpPr>
        <p:grpSpPr>
          <a:xfrm>
            <a:off x="9738680" y="5832760"/>
            <a:ext cx="648000" cy="277200"/>
            <a:chOff x="9738680" y="5832760"/>
            <a:chExt cx="648000" cy="27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791" name="Ink 790">
                  <a:extLst>
                    <a:ext uri="{FF2B5EF4-FFF2-40B4-BE49-F238E27FC236}">
                      <a16:creationId xmlns:a16="http://schemas.microsoft.com/office/drawing/2014/main" id="{3DE066D5-616F-7CF1-0FF8-76D24513CB00}"/>
                    </a:ext>
                  </a:extLst>
                </p14:cNvPr>
                <p14:cNvContentPartPr/>
                <p14:nvPr/>
              </p14:nvContentPartPr>
              <p14:xfrm>
                <a:off x="9824000" y="6006280"/>
                <a:ext cx="360" cy="360"/>
              </p14:xfrm>
            </p:contentPart>
          </mc:Choice>
          <mc:Fallback xmlns="">
            <p:pic>
              <p:nvPicPr>
                <p:cNvPr id="791" name="Ink 790">
                  <a:extLst>
                    <a:ext uri="{FF2B5EF4-FFF2-40B4-BE49-F238E27FC236}">
                      <a16:creationId xmlns:a16="http://schemas.microsoft.com/office/drawing/2014/main" id="{3DE066D5-616F-7CF1-0FF8-76D24513CB00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817880" y="60001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792" name="Ink 791">
                  <a:extLst>
                    <a:ext uri="{FF2B5EF4-FFF2-40B4-BE49-F238E27FC236}">
                      <a16:creationId xmlns:a16="http://schemas.microsoft.com/office/drawing/2014/main" id="{ED1694E0-DE98-D132-0665-19491573D4D5}"/>
                    </a:ext>
                  </a:extLst>
                </p14:cNvPr>
                <p14:cNvContentPartPr/>
                <p14:nvPr/>
              </p14:nvContentPartPr>
              <p14:xfrm>
                <a:off x="9738680" y="5968480"/>
                <a:ext cx="133920" cy="120600"/>
              </p14:xfrm>
            </p:contentPart>
          </mc:Choice>
          <mc:Fallback xmlns="">
            <p:pic>
              <p:nvPicPr>
                <p:cNvPr id="792" name="Ink 791">
                  <a:extLst>
                    <a:ext uri="{FF2B5EF4-FFF2-40B4-BE49-F238E27FC236}">
                      <a16:creationId xmlns:a16="http://schemas.microsoft.com/office/drawing/2014/main" id="{ED1694E0-DE98-D132-0665-19491573D4D5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9728240" y="5958040"/>
                  <a:ext cx="1551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793" name="Ink 792">
                  <a:extLst>
                    <a:ext uri="{FF2B5EF4-FFF2-40B4-BE49-F238E27FC236}">
                      <a16:creationId xmlns:a16="http://schemas.microsoft.com/office/drawing/2014/main" id="{C95BD215-0946-FBBB-A05D-3CE303386581}"/>
                    </a:ext>
                  </a:extLst>
                </p14:cNvPr>
                <p14:cNvContentPartPr/>
                <p14:nvPr/>
              </p14:nvContentPartPr>
              <p14:xfrm>
                <a:off x="9917960" y="5832760"/>
                <a:ext cx="32040" cy="272160"/>
              </p14:xfrm>
            </p:contentPart>
          </mc:Choice>
          <mc:Fallback xmlns="">
            <p:pic>
              <p:nvPicPr>
                <p:cNvPr id="793" name="Ink 792">
                  <a:extLst>
                    <a:ext uri="{FF2B5EF4-FFF2-40B4-BE49-F238E27FC236}">
                      <a16:creationId xmlns:a16="http://schemas.microsoft.com/office/drawing/2014/main" id="{C95BD215-0946-FBBB-A05D-3CE303386581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9907160" y="5821960"/>
                  <a:ext cx="532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794" name="Ink 793">
                  <a:extLst>
                    <a:ext uri="{FF2B5EF4-FFF2-40B4-BE49-F238E27FC236}">
                      <a16:creationId xmlns:a16="http://schemas.microsoft.com/office/drawing/2014/main" id="{F03EC324-A3DC-38FA-5FD8-1A5A05C72760}"/>
                    </a:ext>
                  </a:extLst>
                </p14:cNvPr>
                <p14:cNvContentPartPr/>
                <p14:nvPr/>
              </p14:nvContentPartPr>
              <p14:xfrm>
                <a:off x="9887360" y="5958400"/>
                <a:ext cx="105840" cy="28800"/>
              </p14:xfrm>
            </p:contentPart>
          </mc:Choice>
          <mc:Fallback xmlns="">
            <p:pic>
              <p:nvPicPr>
                <p:cNvPr id="794" name="Ink 793">
                  <a:extLst>
                    <a:ext uri="{FF2B5EF4-FFF2-40B4-BE49-F238E27FC236}">
                      <a16:creationId xmlns:a16="http://schemas.microsoft.com/office/drawing/2014/main" id="{F03EC324-A3DC-38FA-5FD8-1A5A05C72760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9876920" y="5947600"/>
                  <a:ext cx="1270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795" name="Ink 794">
                  <a:extLst>
                    <a:ext uri="{FF2B5EF4-FFF2-40B4-BE49-F238E27FC236}">
                      <a16:creationId xmlns:a16="http://schemas.microsoft.com/office/drawing/2014/main" id="{11D67E64-6FEC-8837-D56A-C5757C362616}"/>
                    </a:ext>
                  </a:extLst>
                </p14:cNvPr>
                <p14:cNvContentPartPr/>
                <p14:nvPr/>
              </p14:nvContentPartPr>
              <p14:xfrm>
                <a:off x="10067360" y="5955160"/>
                <a:ext cx="47520" cy="119880"/>
              </p14:xfrm>
            </p:contentPart>
          </mc:Choice>
          <mc:Fallback xmlns="">
            <p:pic>
              <p:nvPicPr>
                <p:cNvPr id="795" name="Ink 794">
                  <a:extLst>
                    <a:ext uri="{FF2B5EF4-FFF2-40B4-BE49-F238E27FC236}">
                      <a16:creationId xmlns:a16="http://schemas.microsoft.com/office/drawing/2014/main" id="{11D67E64-6FEC-8837-D56A-C5757C362616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056920" y="5944720"/>
                  <a:ext cx="68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796" name="Ink 795">
                  <a:extLst>
                    <a:ext uri="{FF2B5EF4-FFF2-40B4-BE49-F238E27FC236}">
                      <a16:creationId xmlns:a16="http://schemas.microsoft.com/office/drawing/2014/main" id="{39120E32-0CF4-96BE-7398-9F15FD2037F0}"/>
                    </a:ext>
                  </a:extLst>
                </p14:cNvPr>
                <p14:cNvContentPartPr/>
                <p14:nvPr/>
              </p14:nvContentPartPr>
              <p14:xfrm>
                <a:off x="10192280" y="5837080"/>
                <a:ext cx="32040" cy="202680"/>
              </p14:xfrm>
            </p:contentPart>
          </mc:Choice>
          <mc:Fallback xmlns="">
            <p:pic>
              <p:nvPicPr>
                <p:cNvPr id="796" name="Ink 795">
                  <a:extLst>
                    <a:ext uri="{FF2B5EF4-FFF2-40B4-BE49-F238E27FC236}">
                      <a16:creationId xmlns:a16="http://schemas.microsoft.com/office/drawing/2014/main" id="{39120E32-0CF4-96BE-7398-9F15FD2037F0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0181480" y="5826640"/>
                  <a:ext cx="532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797" name="Ink 796">
                  <a:extLst>
                    <a:ext uri="{FF2B5EF4-FFF2-40B4-BE49-F238E27FC236}">
                      <a16:creationId xmlns:a16="http://schemas.microsoft.com/office/drawing/2014/main" id="{A7377D91-4D28-7B77-8B8B-AEB061144A7B}"/>
                    </a:ext>
                  </a:extLst>
                </p14:cNvPr>
                <p14:cNvContentPartPr/>
                <p14:nvPr/>
              </p14:nvContentPartPr>
              <p14:xfrm>
                <a:off x="10287320" y="5936440"/>
                <a:ext cx="99360" cy="173520"/>
              </p14:xfrm>
            </p:contentPart>
          </mc:Choice>
          <mc:Fallback xmlns="">
            <p:pic>
              <p:nvPicPr>
                <p:cNvPr id="797" name="Ink 796">
                  <a:extLst>
                    <a:ext uri="{FF2B5EF4-FFF2-40B4-BE49-F238E27FC236}">
                      <a16:creationId xmlns:a16="http://schemas.microsoft.com/office/drawing/2014/main" id="{A7377D91-4D28-7B77-8B8B-AEB061144A7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0276520" y="5926000"/>
                  <a:ext cx="12060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1" name="Group 800">
            <a:extLst>
              <a:ext uri="{FF2B5EF4-FFF2-40B4-BE49-F238E27FC236}">
                <a16:creationId xmlns:a16="http://schemas.microsoft.com/office/drawing/2014/main" id="{085888A8-8AB2-472F-3363-CAB42DDDB6E4}"/>
              </a:ext>
            </a:extLst>
          </p:cNvPr>
          <p:cNvGrpSpPr/>
          <p:nvPr/>
        </p:nvGrpSpPr>
        <p:grpSpPr>
          <a:xfrm>
            <a:off x="10671800" y="5914840"/>
            <a:ext cx="269640" cy="174600"/>
            <a:chOff x="10671800" y="5914840"/>
            <a:chExt cx="269640" cy="17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798" name="Ink 797">
                  <a:extLst>
                    <a:ext uri="{FF2B5EF4-FFF2-40B4-BE49-F238E27FC236}">
                      <a16:creationId xmlns:a16="http://schemas.microsoft.com/office/drawing/2014/main" id="{89BAF7FC-5C50-9807-A43A-51F2CCF183B2}"/>
                    </a:ext>
                  </a:extLst>
                </p14:cNvPr>
                <p14:cNvContentPartPr/>
                <p14:nvPr/>
              </p14:nvContentPartPr>
              <p14:xfrm>
                <a:off x="10671800" y="5944360"/>
                <a:ext cx="103680" cy="145080"/>
              </p14:xfrm>
            </p:contentPart>
          </mc:Choice>
          <mc:Fallback xmlns="">
            <p:pic>
              <p:nvPicPr>
                <p:cNvPr id="798" name="Ink 797">
                  <a:extLst>
                    <a:ext uri="{FF2B5EF4-FFF2-40B4-BE49-F238E27FC236}">
                      <a16:creationId xmlns:a16="http://schemas.microsoft.com/office/drawing/2014/main" id="{89BAF7FC-5C50-9807-A43A-51F2CCF183B2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0661360" y="5933920"/>
                  <a:ext cx="1249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799" name="Ink 798">
                  <a:extLst>
                    <a:ext uri="{FF2B5EF4-FFF2-40B4-BE49-F238E27FC236}">
                      <a16:creationId xmlns:a16="http://schemas.microsoft.com/office/drawing/2014/main" id="{1080B891-99B1-C474-9688-122007885EE6}"/>
                    </a:ext>
                  </a:extLst>
                </p14:cNvPr>
                <p14:cNvContentPartPr/>
                <p14:nvPr/>
              </p14:nvContentPartPr>
              <p14:xfrm>
                <a:off x="10873760" y="5914840"/>
                <a:ext cx="67680" cy="96480"/>
              </p14:xfrm>
            </p:contentPart>
          </mc:Choice>
          <mc:Fallback xmlns="">
            <p:pic>
              <p:nvPicPr>
                <p:cNvPr id="799" name="Ink 798">
                  <a:extLst>
                    <a:ext uri="{FF2B5EF4-FFF2-40B4-BE49-F238E27FC236}">
                      <a16:creationId xmlns:a16="http://schemas.microsoft.com/office/drawing/2014/main" id="{1080B891-99B1-C474-9688-122007885EE6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862960" y="5904400"/>
                  <a:ext cx="8892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2" name="Group 851">
            <a:extLst>
              <a:ext uri="{FF2B5EF4-FFF2-40B4-BE49-F238E27FC236}">
                <a16:creationId xmlns:a16="http://schemas.microsoft.com/office/drawing/2014/main" id="{BDE5394E-82AB-BA05-F37D-9C8DB6DA288E}"/>
              </a:ext>
            </a:extLst>
          </p:cNvPr>
          <p:cNvGrpSpPr/>
          <p:nvPr/>
        </p:nvGrpSpPr>
        <p:grpSpPr>
          <a:xfrm>
            <a:off x="7169360" y="6399040"/>
            <a:ext cx="318240" cy="249480"/>
            <a:chOff x="7169360" y="6399040"/>
            <a:chExt cx="318240" cy="24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837" name="Ink 836">
                  <a:extLst>
                    <a:ext uri="{FF2B5EF4-FFF2-40B4-BE49-F238E27FC236}">
                      <a16:creationId xmlns:a16="http://schemas.microsoft.com/office/drawing/2014/main" id="{59836E36-A7EE-0BB0-C094-44D24DC96F48}"/>
                    </a:ext>
                  </a:extLst>
                </p14:cNvPr>
                <p14:cNvContentPartPr/>
                <p14:nvPr/>
              </p14:nvContentPartPr>
              <p14:xfrm>
                <a:off x="7169360" y="6472480"/>
                <a:ext cx="182520" cy="169560"/>
              </p14:xfrm>
            </p:contentPart>
          </mc:Choice>
          <mc:Fallback xmlns="">
            <p:pic>
              <p:nvPicPr>
                <p:cNvPr id="837" name="Ink 836">
                  <a:extLst>
                    <a:ext uri="{FF2B5EF4-FFF2-40B4-BE49-F238E27FC236}">
                      <a16:creationId xmlns:a16="http://schemas.microsoft.com/office/drawing/2014/main" id="{59836E36-A7EE-0BB0-C094-44D24DC96F48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7158560" y="6461680"/>
                  <a:ext cx="2037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838" name="Ink 837">
                  <a:extLst>
                    <a:ext uri="{FF2B5EF4-FFF2-40B4-BE49-F238E27FC236}">
                      <a16:creationId xmlns:a16="http://schemas.microsoft.com/office/drawing/2014/main" id="{4E6937F0-F5F9-D477-251F-4C911214DC70}"/>
                    </a:ext>
                  </a:extLst>
                </p14:cNvPr>
                <p14:cNvContentPartPr/>
                <p14:nvPr/>
              </p14:nvContentPartPr>
              <p14:xfrm>
                <a:off x="7430360" y="6399040"/>
                <a:ext cx="28440" cy="249480"/>
              </p14:xfrm>
            </p:contentPart>
          </mc:Choice>
          <mc:Fallback xmlns="">
            <p:pic>
              <p:nvPicPr>
                <p:cNvPr id="838" name="Ink 837">
                  <a:extLst>
                    <a:ext uri="{FF2B5EF4-FFF2-40B4-BE49-F238E27FC236}">
                      <a16:creationId xmlns:a16="http://schemas.microsoft.com/office/drawing/2014/main" id="{4E6937F0-F5F9-D477-251F-4C911214DC70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7419560" y="6388600"/>
                  <a:ext cx="496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839" name="Ink 838">
                  <a:extLst>
                    <a:ext uri="{FF2B5EF4-FFF2-40B4-BE49-F238E27FC236}">
                      <a16:creationId xmlns:a16="http://schemas.microsoft.com/office/drawing/2014/main" id="{6B02D40C-A5CA-A2AA-554F-2A3495F34E3C}"/>
                    </a:ext>
                  </a:extLst>
                </p14:cNvPr>
                <p14:cNvContentPartPr/>
                <p14:nvPr/>
              </p14:nvContentPartPr>
              <p14:xfrm>
                <a:off x="7397240" y="6545560"/>
                <a:ext cx="90360" cy="33480"/>
              </p14:xfrm>
            </p:contentPart>
          </mc:Choice>
          <mc:Fallback xmlns="">
            <p:pic>
              <p:nvPicPr>
                <p:cNvPr id="839" name="Ink 838">
                  <a:extLst>
                    <a:ext uri="{FF2B5EF4-FFF2-40B4-BE49-F238E27FC236}">
                      <a16:creationId xmlns:a16="http://schemas.microsoft.com/office/drawing/2014/main" id="{6B02D40C-A5CA-A2AA-554F-2A3495F34E3C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7386440" y="6534760"/>
                  <a:ext cx="11160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0" name="Group 849">
            <a:extLst>
              <a:ext uri="{FF2B5EF4-FFF2-40B4-BE49-F238E27FC236}">
                <a16:creationId xmlns:a16="http://schemas.microsoft.com/office/drawing/2014/main" id="{BFFA4CB1-9D33-A66A-2BF8-2F83FCD765D2}"/>
              </a:ext>
            </a:extLst>
          </p:cNvPr>
          <p:cNvGrpSpPr/>
          <p:nvPr/>
        </p:nvGrpSpPr>
        <p:grpSpPr>
          <a:xfrm>
            <a:off x="7715840" y="6394720"/>
            <a:ext cx="474840" cy="244080"/>
            <a:chOff x="7715840" y="6394720"/>
            <a:chExt cx="47484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840" name="Ink 839">
                  <a:extLst>
                    <a:ext uri="{FF2B5EF4-FFF2-40B4-BE49-F238E27FC236}">
                      <a16:creationId xmlns:a16="http://schemas.microsoft.com/office/drawing/2014/main" id="{1836B38E-32C6-7082-02F6-A17814C19729}"/>
                    </a:ext>
                  </a:extLst>
                </p14:cNvPr>
                <p14:cNvContentPartPr/>
                <p14:nvPr/>
              </p14:nvContentPartPr>
              <p14:xfrm>
                <a:off x="7774160" y="6435760"/>
                <a:ext cx="140400" cy="203040"/>
              </p14:xfrm>
            </p:contentPart>
          </mc:Choice>
          <mc:Fallback xmlns="">
            <p:pic>
              <p:nvPicPr>
                <p:cNvPr id="840" name="Ink 839">
                  <a:extLst>
                    <a:ext uri="{FF2B5EF4-FFF2-40B4-BE49-F238E27FC236}">
                      <a16:creationId xmlns:a16="http://schemas.microsoft.com/office/drawing/2014/main" id="{1836B38E-32C6-7082-02F6-A17814C19729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763360" y="6424960"/>
                  <a:ext cx="1616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841" name="Ink 840">
                  <a:extLst>
                    <a:ext uri="{FF2B5EF4-FFF2-40B4-BE49-F238E27FC236}">
                      <a16:creationId xmlns:a16="http://schemas.microsoft.com/office/drawing/2014/main" id="{A099F5E8-154A-158A-D7B0-6D1CA7DBB30F}"/>
                    </a:ext>
                  </a:extLst>
                </p14:cNvPr>
                <p14:cNvContentPartPr/>
                <p14:nvPr/>
              </p14:nvContentPartPr>
              <p14:xfrm>
                <a:off x="7715840" y="6506680"/>
                <a:ext cx="138600" cy="32400"/>
              </p14:xfrm>
            </p:contentPart>
          </mc:Choice>
          <mc:Fallback xmlns="">
            <p:pic>
              <p:nvPicPr>
                <p:cNvPr id="841" name="Ink 840">
                  <a:extLst>
                    <a:ext uri="{FF2B5EF4-FFF2-40B4-BE49-F238E27FC236}">
                      <a16:creationId xmlns:a16="http://schemas.microsoft.com/office/drawing/2014/main" id="{A099F5E8-154A-158A-D7B0-6D1CA7DBB30F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7705040" y="6495880"/>
                  <a:ext cx="1598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842" name="Ink 841">
                  <a:extLst>
                    <a:ext uri="{FF2B5EF4-FFF2-40B4-BE49-F238E27FC236}">
                      <a16:creationId xmlns:a16="http://schemas.microsoft.com/office/drawing/2014/main" id="{AA0449A6-A50A-8FD5-97EF-DE63C6C26A47}"/>
                    </a:ext>
                  </a:extLst>
                </p14:cNvPr>
                <p14:cNvContentPartPr/>
                <p14:nvPr/>
              </p14:nvContentPartPr>
              <p14:xfrm>
                <a:off x="7906280" y="6394720"/>
                <a:ext cx="234000" cy="224280"/>
              </p14:xfrm>
            </p:contentPart>
          </mc:Choice>
          <mc:Fallback xmlns="">
            <p:pic>
              <p:nvPicPr>
                <p:cNvPr id="842" name="Ink 841">
                  <a:extLst>
                    <a:ext uri="{FF2B5EF4-FFF2-40B4-BE49-F238E27FC236}">
                      <a16:creationId xmlns:a16="http://schemas.microsoft.com/office/drawing/2014/main" id="{AA0449A6-A50A-8FD5-97EF-DE63C6C26A47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7895480" y="6383920"/>
                  <a:ext cx="2552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843" name="Ink 842">
                  <a:extLst>
                    <a:ext uri="{FF2B5EF4-FFF2-40B4-BE49-F238E27FC236}">
                      <a16:creationId xmlns:a16="http://schemas.microsoft.com/office/drawing/2014/main" id="{3024110B-6F6E-6FDC-2CED-DF289E4EDB06}"/>
                    </a:ext>
                  </a:extLst>
                </p14:cNvPr>
                <p14:cNvContentPartPr/>
                <p14:nvPr/>
              </p14:nvContentPartPr>
              <p14:xfrm>
                <a:off x="8132000" y="6462400"/>
                <a:ext cx="58680" cy="169200"/>
              </p14:xfrm>
            </p:contentPart>
          </mc:Choice>
          <mc:Fallback xmlns="">
            <p:pic>
              <p:nvPicPr>
                <p:cNvPr id="843" name="Ink 842">
                  <a:extLst>
                    <a:ext uri="{FF2B5EF4-FFF2-40B4-BE49-F238E27FC236}">
                      <a16:creationId xmlns:a16="http://schemas.microsoft.com/office/drawing/2014/main" id="{3024110B-6F6E-6FDC-2CED-DF289E4EDB06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121560" y="6451960"/>
                  <a:ext cx="7992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8" name="Group 847">
            <a:extLst>
              <a:ext uri="{FF2B5EF4-FFF2-40B4-BE49-F238E27FC236}">
                <a16:creationId xmlns:a16="http://schemas.microsoft.com/office/drawing/2014/main" id="{523CCB9E-B781-CF92-C1C3-1DEBEB461658}"/>
              </a:ext>
            </a:extLst>
          </p:cNvPr>
          <p:cNvGrpSpPr/>
          <p:nvPr/>
        </p:nvGrpSpPr>
        <p:grpSpPr>
          <a:xfrm>
            <a:off x="8477240" y="6422440"/>
            <a:ext cx="618480" cy="221400"/>
            <a:chOff x="8477240" y="6422440"/>
            <a:chExt cx="61848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844" name="Ink 843">
                  <a:extLst>
                    <a:ext uri="{FF2B5EF4-FFF2-40B4-BE49-F238E27FC236}">
                      <a16:creationId xmlns:a16="http://schemas.microsoft.com/office/drawing/2014/main" id="{1899C4F2-5BCE-F46B-2290-2C925A30E312}"/>
                    </a:ext>
                  </a:extLst>
                </p14:cNvPr>
                <p14:cNvContentPartPr/>
                <p14:nvPr/>
              </p14:nvContentPartPr>
              <p14:xfrm>
                <a:off x="8477240" y="6450160"/>
                <a:ext cx="117000" cy="193680"/>
              </p14:xfrm>
            </p:contentPart>
          </mc:Choice>
          <mc:Fallback xmlns="">
            <p:pic>
              <p:nvPicPr>
                <p:cNvPr id="844" name="Ink 843">
                  <a:extLst>
                    <a:ext uri="{FF2B5EF4-FFF2-40B4-BE49-F238E27FC236}">
                      <a16:creationId xmlns:a16="http://schemas.microsoft.com/office/drawing/2014/main" id="{1899C4F2-5BCE-F46B-2290-2C925A30E31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466800" y="6439720"/>
                  <a:ext cx="1382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845" name="Ink 844">
                  <a:extLst>
                    <a:ext uri="{FF2B5EF4-FFF2-40B4-BE49-F238E27FC236}">
                      <a16:creationId xmlns:a16="http://schemas.microsoft.com/office/drawing/2014/main" id="{E7763F35-16F6-D3F7-B1BB-256472C370ED}"/>
                    </a:ext>
                  </a:extLst>
                </p14:cNvPr>
                <p14:cNvContentPartPr/>
                <p14:nvPr/>
              </p14:nvContentPartPr>
              <p14:xfrm>
                <a:off x="8614400" y="6466720"/>
                <a:ext cx="382680" cy="154080"/>
              </p14:xfrm>
            </p:contentPart>
          </mc:Choice>
          <mc:Fallback xmlns="">
            <p:pic>
              <p:nvPicPr>
                <p:cNvPr id="845" name="Ink 844">
                  <a:extLst>
                    <a:ext uri="{FF2B5EF4-FFF2-40B4-BE49-F238E27FC236}">
                      <a16:creationId xmlns:a16="http://schemas.microsoft.com/office/drawing/2014/main" id="{E7763F35-16F6-D3F7-B1BB-256472C370ED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603600" y="6455920"/>
                  <a:ext cx="4039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846" name="Ink 845">
                  <a:extLst>
                    <a:ext uri="{FF2B5EF4-FFF2-40B4-BE49-F238E27FC236}">
                      <a16:creationId xmlns:a16="http://schemas.microsoft.com/office/drawing/2014/main" id="{49A213A0-C9A4-979D-2F61-2CCEE919D3E7}"/>
                    </a:ext>
                  </a:extLst>
                </p14:cNvPr>
                <p14:cNvContentPartPr/>
                <p14:nvPr/>
              </p14:nvContentPartPr>
              <p14:xfrm>
                <a:off x="9024800" y="6422440"/>
                <a:ext cx="70920" cy="148320"/>
              </p14:xfrm>
            </p:contentPart>
          </mc:Choice>
          <mc:Fallback xmlns="">
            <p:pic>
              <p:nvPicPr>
                <p:cNvPr id="846" name="Ink 845">
                  <a:extLst>
                    <a:ext uri="{FF2B5EF4-FFF2-40B4-BE49-F238E27FC236}">
                      <a16:creationId xmlns:a16="http://schemas.microsoft.com/office/drawing/2014/main" id="{49A213A0-C9A4-979D-2F61-2CCEE919D3E7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9014360" y="6412000"/>
                  <a:ext cx="9216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2" name="Group 861">
            <a:extLst>
              <a:ext uri="{FF2B5EF4-FFF2-40B4-BE49-F238E27FC236}">
                <a16:creationId xmlns:a16="http://schemas.microsoft.com/office/drawing/2014/main" id="{D7E22B8B-09BA-5CA5-BF6C-5D7B43105598}"/>
              </a:ext>
            </a:extLst>
          </p:cNvPr>
          <p:cNvGrpSpPr/>
          <p:nvPr/>
        </p:nvGrpSpPr>
        <p:grpSpPr>
          <a:xfrm>
            <a:off x="9421520" y="6366640"/>
            <a:ext cx="783720" cy="259200"/>
            <a:chOff x="9421520" y="6366640"/>
            <a:chExt cx="783720" cy="2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855" name="Ink 854">
                  <a:extLst>
                    <a:ext uri="{FF2B5EF4-FFF2-40B4-BE49-F238E27FC236}">
                      <a16:creationId xmlns:a16="http://schemas.microsoft.com/office/drawing/2014/main" id="{5E05C2B6-F903-EABC-6207-1E1D1620BF72}"/>
                    </a:ext>
                  </a:extLst>
                </p14:cNvPr>
                <p14:cNvContentPartPr/>
                <p14:nvPr/>
              </p14:nvContentPartPr>
              <p14:xfrm>
                <a:off x="9523760" y="6376360"/>
                <a:ext cx="104040" cy="237960"/>
              </p14:xfrm>
            </p:contentPart>
          </mc:Choice>
          <mc:Fallback xmlns="">
            <p:pic>
              <p:nvPicPr>
                <p:cNvPr id="855" name="Ink 854">
                  <a:extLst>
                    <a:ext uri="{FF2B5EF4-FFF2-40B4-BE49-F238E27FC236}">
                      <a16:creationId xmlns:a16="http://schemas.microsoft.com/office/drawing/2014/main" id="{5E05C2B6-F903-EABC-6207-1E1D1620BF72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512960" y="6365920"/>
                  <a:ext cx="1252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856" name="Ink 855">
                  <a:extLst>
                    <a:ext uri="{FF2B5EF4-FFF2-40B4-BE49-F238E27FC236}">
                      <a16:creationId xmlns:a16="http://schemas.microsoft.com/office/drawing/2014/main" id="{8B14D67C-337D-ECE3-5C94-F90E16452AEA}"/>
                    </a:ext>
                  </a:extLst>
                </p14:cNvPr>
                <p14:cNvContentPartPr/>
                <p14:nvPr/>
              </p14:nvContentPartPr>
              <p14:xfrm>
                <a:off x="9421520" y="6486160"/>
                <a:ext cx="170280" cy="29880"/>
              </p14:xfrm>
            </p:contentPart>
          </mc:Choice>
          <mc:Fallback xmlns="">
            <p:pic>
              <p:nvPicPr>
                <p:cNvPr id="856" name="Ink 855">
                  <a:extLst>
                    <a:ext uri="{FF2B5EF4-FFF2-40B4-BE49-F238E27FC236}">
                      <a16:creationId xmlns:a16="http://schemas.microsoft.com/office/drawing/2014/main" id="{8B14D67C-337D-ECE3-5C94-F90E16452AEA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411080" y="6475360"/>
                  <a:ext cx="1915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857" name="Ink 856">
                  <a:extLst>
                    <a:ext uri="{FF2B5EF4-FFF2-40B4-BE49-F238E27FC236}">
                      <a16:creationId xmlns:a16="http://schemas.microsoft.com/office/drawing/2014/main" id="{C6FA04D7-8791-59C4-2CDA-33687E45A5DD}"/>
                    </a:ext>
                  </a:extLst>
                </p14:cNvPr>
                <p14:cNvContentPartPr/>
                <p14:nvPr/>
              </p14:nvContentPartPr>
              <p14:xfrm>
                <a:off x="9717440" y="6440440"/>
                <a:ext cx="360" cy="153360"/>
              </p14:xfrm>
            </p:contentPart>
          </mc:Choice>
          <mc:Fallback xmlns="">
            <p:pic>
              <p:nvPicPr>
                <p:cNvPr id="857" name="Ink 856">
                  <a:extLst>
                    <a:ext uri="{FF2B5EF4-FFF2-40B4-BE49-F238E27FC236}">
                      <a16:creationId xmlns:a16="http://schemas.microsoft.com/office/drawing/2014/main" id="{C6FA04D7-8791-59C4-2CDA-33687E45A5DD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706640" y="6429640"/>
                  <a:ext cx="216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858" name="Ink 857">
                  <a:extLst>
                    <a:ext uri="{FF2B5EF4-FFF2-40B4-BE49-F238E27FC236}">
                      <a16:creationId xmlns:a16="http://schemas.microsoft.com/office/drawing/2014/main" id="{2970E202-6739-35B9-CB13-6D3E836E15CC}"/>
                    </a:ext>
                  </a:extLst>
                </p14:cNvPr>
                <p14:cNvContentPartPr/>
                <p14:nvPr/>
              </p14:nvContentPartPr>
              <p14:xfrm>
                <a:off x="9691880" y="6376360"/>
                <a:ext cx="360" cy="360"/>
              </p14:xfrm>
            </p:contentPart>
          </mc:Choice>
          <mc:Fallback xmlns="">
            <p:pic>
              <p:nvPicPr>
                <p:cNvPr id="858" name="Ink 857">
                  <a:extLst>
                    <a:ext uri="{FF2B5EF4-FFF2-40B4-BE49-F238E27FC236}">
                      <a16:creationId xmlns:a16="http://schemas.microsoft.com/office/drawing/2014/main" id="{2970E202-6739-35B9-CB13-6D3E836E15CC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9681440" y="63659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859" name="Ink 858">
                  <a:extLst>
                    <a:ext uri="{FF2B5EF4-FFF2-40B4-BE49-F238E27FC236}">
                      <a16:creationId xmlns:a16="http://schemas.microsoft.com/office/drawing/2014/main" id="{3EFCAEAA-70CC-DE42-2AE2-BC46E7662B4E}"/>
                    </a:ext>
                  </a:extLst>
                </p14:cNvPr>
                <p14:cNvContentPartPr/>
                <p14:nvPr/>
              </p14:nvContentPartPr>
              <p14:xfrm>
                <a:off x="9836600" y="6417400"/>
                <a:ext cx="259200" cy="208440"/>
              </p14:xfrm>
            </p:contentPart>
          </mc:Choice>
          <mc:Fallback xmlns="">
            <p:pic>
              <p:nvPicPr>
                <p:cNvPr id="859" name="Ink 858">
                  <a:extLst>
                    <a:ext uri="{FF2B5EF4-FFF2-40B4-BE49-F238E27FC236}">
                      <a16:creationId xmlns:a16="http://schemas.microsoft.com/office/drawing/2014/main" id="{3EFCAEAA-70CC-DE42-2AE2-BC46E7662B4E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9826160" y="6406600"/>
                  <a:ext cx="2804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860" name="Ink 859">
                  <a:extLst>
                    <a:ext uri="{FF2B5EF4-FFF2-40B4-BE49-F238E27FC236}">
                      <a16:creationId xmlns:a16="http://schemas.microsoft.com/office/drawing/2014/main" id="{5538D4DF-C733-811B-E6E7-A97DEA57DF8F}"/>
                    </a:ext>
                  </a:extLst>
                </p14:cNvPr>
                <p14:cNvContentPartPr/>
                <p14:nvPr/>
              </p14:nvContentPartPr>
              <p14:xfrm>
                <a:off x="10091120" y="6366640"/>
                <a:ext cx="114120" cy="171360"/>
              </p14:xfrm>
            </p:contentPart>
          </mc:Choice>
          <mc:Fallback xmlns="">
            <p:pic>
              <p:nvPicPr>
                <p:cNvPr id="860" name="Ink 859">
                  <a:extLst>
                    <a:ext uri="{FF2B5EF4-FFF2-40B4-BE49-F238E27FC236}">
                      <a16:creationId xmlns:a16="http://schemas.microsoft.com/office/drawing/2014/main" id="{5538D4DF-C733-811B-E6E7-A97DEA57DF8F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10080680" y="6355840"/>
                  <a:ext cx="135360" cy="19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33750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AAB0F-2087-C86D-0436-1BEEA2FB7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097B38D8-E842-2867-B4F4-E6438902C06C}"/>
              </a:ext>
            </a:extLst>
          </p:cNvPr>
          <p:cNvGrpSpPr/>
          <p:nvPr/>
        </p:nvGrpSpPr>
        <p:grpSpPr>
          <a:xfrm>
            <a:off x="169880" y="231520"/>
            <a:ext cx="2234160" cy="400680"/>
            <a:chOff x="169880" y="231520"/>
            <a:chExt cx="223416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42E0FB0-3D8A-9A1B-02BF-70D10C98EA12}"/>
                    </a:ext>
                  </a:extLst>
                </p14:cNvPr>
                <p14:cNvContentPartPr/>
                <p14:nvPr/>
              </p14:nvContentPartPr>
              <p14:xfrm>
                <a:off x="328640" y="322960"/>
                <a:ext cx="9360" cy="292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42E0FB0-3D8A-9A1B-02BF-70D10C98EA1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7840" y="312520"/>
                  <a:ext cx="306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33009E3-AABC-55B3-E297-228A06B7BB9D}"/>
                    </a:ext>
                  </a:extLst>
                </p14:cNvPr>
                <p14:cNvContentPartPr/>
                <p14:nvPr/>
              </p14:nvContentPartPr>
              <p14:xfrm>
                <a:off x="169880" y="231520"/>
                <a:ext cx="570600" cy="400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33009E3-AABC-55B3-E297-228A06B7BB9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9440" y="220720"/>
                  <a:ext cx="59184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746AB55-E036-0292-7A54-368BA7C69BBA}"/>
                    </a:ext>
                  </a:extLst>
                </p14:cNvPr>
                <p14:cNvContentPartPr/>
                <p14:nvPr/>
              </p14:nvContentPartPr>
              <p14:xfrm>
                <a:off x="854240" y="384880"/>
                <a:ext cx="12960" cy="160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746AB55-E036-0292-7A54-368BA7C69BB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3440" y="374080"/>
                  <a:ext cx="342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2804A0A-1ABA-93DC-B421-4B63BB3F6B98}"/>
                    </a:ext>
                  </a:extLst>
                </p14:cNvPr>
                <p14:cNvContentPartPr/>
                <p14:nvPr/>
              </p14:nvContentPartPr>
              <p14:xfrm>
                <a:off x="843800" y="237640"/>
                <a:ext cx="89640" cy="66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2804A0A-1ABA-93DC-B421-4B63BB3F6B9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3360" y="226840"/>
                  <a:ext cx="1108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FF3323A-3F3F-4194-1241-D87BEFAFBBE3}"/>
                    </a:ext>
                  </a:extLst>
                </p14:cNvPr>
                <p14:cNvContentPartPr/>
                <p14:nvPr/>
              </p14:nvContentPartPr>
              <p14:xfrm>
                <a:off x="1030280" y="339520"/>
                <a:ext cx="557640" cy="225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FF3323A-3F3F-4194-1241-D87BEFAFBBE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19840" y="328720"/>
                  <a:ext cx="5788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BB7591F-9E9B-6E40-B635-96B65727562C}"/>
                    </a:ext>
                  </a:extLst>
                </p14:cNvPr>
                <p14:cNvContentPartPr/>
                <p14:nvPr/>
              </p14:nvContentPartPr>
              <p14:xfrm>
                <a:off x="1653440" y="337000"/>
                <a:ext cx="194760" cy="188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BB7591F-9E9B-6E40-B635-96B6572756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43000" y="326560"/>
                  <a:ext cx="2160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B84F38C-5B6A-9735-4841-0641977B0FF8}"/>
                    </a:ext>
                  </a:extLst>
                </p14:cNvPr>
                <p14:cNvContentPartPr/>
                <p14:nvPr/>
              </p14:nvContentPartPr>
              <p14:xfrm>
                <a:off x="1950440" y="239800"/>
                <a:ext cx="25560" cy="296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B84F38C-5B6A-9735-4841-0641977B0FF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39640" y="229000"/>
                  <a:ext cx="468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D7371E6-3C17-1964-1F7F-5A2EA178B827}"/>
                    </a:ext>
                  </a:extLst>
                </p14:cNvPr>
                <p14:cNvContentPartPr/>
                <p14:nvPr/>
              </p14:nvContentPartPr>
              <p14:xfrm>
                <a:off x="1934240" y="413320"/>
                <a:ext cx="174240" cy="38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D7371E6-3C17-1964-1F7F-5A2EA178B82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23800" y="402880"/>
                  <a:ext cx="195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3B62F17-56B0-372B-3B20-06FF66D79350}"/>
                    </a:ext>
                  </a:extLst>
                </p14:cNvPr>
                <p14:cNvContentPartPr/>
                <p14:nvPr/>
              </p14:nvContentPartPr>
              <p14:xfrm>
                <a:off x="2118560" y="342400"/>
                <a:ext cx="96480" cy="163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3B62F17-56B0-372B-3B20-06FF66D7935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08120" y="331600"/>
                  <a:ext cx="1177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F518005-BA11-CF15-B1A0-0DAA9A25EE89}"/>
                    </a:ext>
                  </a:extLst>
                </p14:cNvPr>
                <p14:cNvContentPartPr/>
                <p14:nvPr/>
              </p14:nvContentPartPr>
              <p14:xfrm>
                <a:off x="2340320" y="329800"/>
                <a:ext cx="63720" cy="174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F518005-BA11-CF15-B1A0-0DAA9A25EE8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29880" y="319360"/>
                  <a:ext cx="8496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817D1D7-A6A3-B477-AE3F-78C667281CF4}"/>
              </a:ext>
            </a:extLst>
          </p:cNvPr>
          <p:cNvGrpSpPr/>
          <p:nvPr/>
        </p:nvGrpSpPr>
        <p:grpSpPr>
          <a:xfrm>
            <a:off x="2902640" y="234040"/>
            <a:ext cx="414360" cy="530280"/>
            <a:chOff x="2902640" y="234040"/>
            <a:chExt cx="414360" cy="53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DEDCE8D-AF77-BD16-BE95-523B4B3F195E}"/>
                    </a:ext>
                  </a:extLst>
                </p14:cNvPr>
                <p14:cNvContentPartPr/>
                <p14:nvPr/>
              </p14:nvContentPartPr>
              <p14:xfrm>
                <a:off x="2902640" y="234040"/>
                <a:ext cx="349920" cy="530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DEDCE8D-AF77-BD16-BE95-523B4B3F195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91840" y="223600"/>
                  <a:ext cx="37116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B813998-4238-2676-0E69-F3EF97B74074}"/>
                    </a:ext>
                  </a:extLst>
                </p14:cNvPr>
                <p14:cNvContentPartPr/>
                <p14:nvPr/>
              </p14:nvContentPartPr>
              <p14:xfrm>
                <a:off x="3166880" y="615640"/>
                <a:ext cx="150120" cy="55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B813998-4238-2676-0E69-F3EF97B7407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56080" y="604840"/>
                  <a:ext cx="17136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457EE04-2280-A3FF-34D4-EDFDF7F0A110}"/>
              </a:ext>
            </a:extLst>
          </p:cNvPr>
          <p:cNvGrpSpPr/>
          <p:nvPr/>
        </p:nvGrpSpPr>
        <p:grpSpPr>
          <a:xfrm>
            <a:off x="3855920" y="214240"/>
            <a:ext cx="1477440" cy="423720"/>
            <a:chOff x="3855920" y="214240"/>
            <a:chExt cx="1477440" cy="42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A3508D1-2497-1B17-1CD0-C238C1576C4F}"/>
                    </a:ext>
                  </a:extLst>
                </p14:cNvPr>
                <p14:cNvContentPartPr/>
                <p14:nvPr/>
              </p14:nvContentPartPr>
              <p14:xfrm>
                <a:off x="3932240" y="228280"/>
                <a:ext cx="7920" cy="218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A3508D1-2497-1B17-1CD0-C238C1576C4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21440" y="217840"/>
                  <a:ext cx="291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73A880F-EC8B-F59D-FFD2-95DD4649353C}"/>
                    </a:ext>
                  </a:extLst>
                </p14:cNvPr>
                <p14:cNvContentPartPr/>
                <p14:nvPr/>
              </p14:nvContentPartPr>
              <p14:xfrm>
                <a:off x="3855920" y="221800"/>
                <a:ext cx="353880" cy="329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73A880F-EC8B-F59D-FFD2-95DD4649353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45480" y="211360"/>
                  <a:ext cx="3751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07B9D1A-3FF6-F80B-163E-4D6890C7A3D5}"/>
                    </a:ext>
                  </a:extLst>
                </p14:cNvPr>
                <p14:cNvContentPartPr/>
                <p14:nvPr/>
              </p14:nvContentPartPr>
              <p14:xfrm>
                <a:off x="4344440" y="367600"/>
                <a:ext cx="12960" cy="167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07B9D1A-3FF6-F80B-163E-4D6890C7A3D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34000" y="357160"/>
                  <a:ext cx="34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B673F00-E623-9109-1501-38F2EC5E3AD6}"/>
                    </a:ext>
                  </a:extLst>
                </p14:cNvPr>
                <p14:cNvContentPartPr/>
                <p14:nvPr/>
              </p14:nvContentPartPr>
              <p14:xfrm>
                <a:off x="4286120" y="214240"/>
                <a:ext cx="88920" cy="83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B673F00-E623-9109-1501-38F2EC5E3AD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75680" y="203800"/>
                  <a:ext cx="1101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0D556DB-8F57-9461-5AB0-B869818D6E83}"/>
                    </a:ext>
                  </a:extLst>
                </p14:cNvPr>
                <p14:cNvContentPartPr/>
                <p14:nvPr/>
              </p14:nvContentPartPr>
              <p14:xfrm>
                <a:off x="4470440" y="322600"/>
                <a:ext cx="117000" cy="226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0D556DB-8F57-9461-5AB0-B869818D6E8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59640" y="311800"/>
                  <a:ext cx="1382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DF2CD82-E8C4-4C6F-37AB-C7596BEC74C7}"/>
                    </a:ext>
                  </a:extLst>
                </p14:cNvPr>
                <p14:cNvContentPartPr/>
                <p14:nvPr/>
              </p14:nvContentPartPr>
              <p14:xfrm>
                <a:off x="4676360" y="324760"/>
                <a:ext cx="187560" cy="190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DF2CD82-E8C4-4C6F-37AB-C7596BEC74C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665920" y="313960"/>
                  <a:ext cx="2088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5C2AC41-7DC0-DCCD-B85A-B32515243F1A}"/>
                    </a:ext>
                  </a:extLst>
                </p14:cNvPr>
                <p14:cNvContentPartPr/>
                <p14:nvPr/>
              </p14:nvContentPartPr>
              <p14:xfrm>
                <a:off x="4956440" y="271840"/>
                <a:ext cx="114840" cy="200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5C2AC41-7DC0-DCCD-B85A-B32515243F1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45640" y="261040"/>
                  <a:ext cx="1360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6724116-37CA-6863-6BA3-F2A08D43B526}"/>
                    </a:ext>
                  </a:extLst>
                </p14:cNvPr>
                <p14:cNvContentPartPr/>
                <p14:nvPr/>
              </p14:nvContentPartPr>
              <p14:xfrm>
                <a:off x="5026280" y="278680"/>
                <a:ext cx="307080" cy="359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6724116-37CA-6863-6BA3-F2A08D43B52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15480" y="267880"/>
                  <a:ext cx="328320" cy="38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8A21BE2-C7DF-BF7B-06BF-0DC79157D8A2}"/>
              </a:ext>
            </a:extLst>
          </p:cNvPr>
          <p:cNvGrpSpPr/>
          <p:nvPr/>
        </p:nvGrpSpPr>
        <p:grpSpPr>
          <a:xfrm>
            <a:off x="5913320" y="222520"/>
            <a:ext cx="871200" cy="306360"/>
            <a:chOff x="5913320" y="222520"/>
            <a:chExt cx="87120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4248526-7A1C-C1D9-979A-5AB40D1D9B38}"/>
                    </a:ext>
                  </a:extLst>
                </p14:cNvPr>
                <p14:cNvContentPartPr/>
                <p14:nvPr/>
              </p14:nvContentPartPr>
              <p14:xfrm>
                <a:off x="6051920" y="230440"/>
                <a:ext cx="36000" cy="248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248526-7A1C-C1D9-979A-5AB40D1D9B3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41120" y="220000"/>
                  <a:ext cx="572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2BA49FF-95DA-9B5F-3DE7-A3948005412F}"/>
                    </a:ext>
                  </a:extLst>
                </p14:cNvPr>
                <p14:cNvContentPartPr/>
                <p14:nvPr/>
              </p14:nvContentPartPr>
              <p14:xfrm>
                <a:off x="5913320" y="222520"/>
                <a:ext cx="327960" cy="28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2BA49FF-95DA-9B5F-3DE7-A3948005412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02880" y="211720"/>
                  <a:ext cx="3492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408A0DD-A666-0AC3-7EAD-9BF5F3A93618}"/>
                    </a:ext>
                  </a:extLst>
                </p14:cNvPr>
                <p14:cNvContentPartPr/>
                <p14:nvPr/>
              </p14:nvContentPartPr>
              <p14:xfrm>
                <a:off x="6275840" y="304960"/>
                <a:ext cx="133200" cy="207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408A0DD-A666-0AC3-7EAD-9BF5F3A9361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65040" y="294160"/>
                  <a:ext cx="1544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DF672DD-772A-15B1-AED4-0056E295BDE3}"/>
                    </a:ext>
                  </a:extLst>
                </p14:cNvPr>
                <p14:cNvContentPartPr/>
                <p14:nvPr/>
              </p14:nvContentPartPr>
              <p14:xfrm>
                <a:off x="6455840" y="352840"/>
                <a:ext cx="88920" cy="143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DF672DD-772A-15B1-AED4-0056E295BDE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45040" y="342040"/>
                  <a:ext cx="1101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94D9A5B-2B2A-56E1-44C5-CD0AEAA0A144}"/>
                    </a:ext>
                  </a:extLst>
                </p14:cNvPr>
                <p14:cNvContentPartPr/>
                <p14:nvPr/>
              </p14:nvContentPartPr>
              <p14:xfrm>
                <a:off x="6668960" y="316120"/>
                <a:ext cx="115560" cy="212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94D9A5B-2B2A-56E1-44C5-CD0AEAA0A14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58520" y="305680"/>
                  <a:ext cx="136800" cy="23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9357CC2-5387-542D-406C-E8D9998043FC}"/>
                  </a:ext>
                </a:extLst>
              </p14:cNvPr>
              <p14:cNvContentPartPr/>
              <p14:nvPr/>
            </p14:nvContentPartPr>
            <p14:xfrm>
              <a:off x="6974600" y="443920"/>
              <a:ext cx="74880" cy="85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9357CC2-5387-542D-406C-E8D9998043F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964160" y="433480"/>
                <a:ext cx="9612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E7F5131-BD3F-689E-5783-8C29CB547C05}"/>
                  </a:ext>
                </a:extLst>
              </p14:cNvPr>
              <p14:cNvContentPartPr/>
              <p14:nvPr/>
            </p14:nvContentPartPr>
            <p14:xfrm>
              <a:off x="6979640" y="242680"/>
              <a:ext cx="85320" cy="432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E7F5131-BD3F-689E-5783-8C29CB547C0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968840" y="231880"/>
                <a:ext cx="106560" cy="6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D071939B-31C4-41AB-8DC9-A19C745EEB3E}"/>
              </a:ext>
            </a:extLst>
          </p:cNvPr>
          <p:cNvGrpSpPr/>
          <p:nvPr/>
        </p:nvGrpSpPr>
        <p:grpSpPr>
          <a:xfrm>
            <a:off x="268160" y="969160"/>
            <a:ext cx="861840" cy="515520"/>
            <a:chOff x="268160" y="969160"/>
            <a:chExt cx="861840" cy="51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D556663-3328-66F5-B592-CAE25FA6AD8F}"/>
                    </a:ext>
                  </a:extLst>
                </p14:cNvPr>
                <p14:cNvContentPartPr/>
                <p14:nvPr/>
              </p14:nvContentPartPr>
              <p14:xfrm>
                <a:off x="268160" y="969160"/>
                <a:ext cx="257760" cy="515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D556663-3328-66F5-B592-CAE25FA6AD8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7360" y="958360"/>
                  <a:ext cx="27900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FF9402B-C238-EAB4-E49B-82563DCE22C4}"/>
                    </a:ext>
                  </a:extLst>
                </p14:cNvPr>
                <p14:cNvContentPartPr/>
                <p14:nvPr/>
              </p14:nvContentPartPr>
              <p14:xfrm>
                <a:off x="629600" y="1261120"/>
                <a:ext cx="5400" cy="200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FF9402B-C238-EAB4-E49B-82563DCE22C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8800" y="1250320"/>
                  <a:ext cx="266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80C86CD-6D0E-EE6D-83B2-FE01F836A915}"/>
                    </a:ext>
                  </a:extLst>
                </p14:cNvPr>
                <p14:cNvContentPartPr/>
                <p14:nvPr/>
              </p14:nvContentPartPr>
              <p14:xfrm>
                <a:off x="584960" y="1091560"/>
                <a:ext cx="93600" cy="72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80C86CD-6D0E-EE6D-83B2-FE01F836A91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4520" y="1080760"/>
                  <a:ext cx="1148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7EB2546-A571-E66F-0C39-C90031AEA997}"/>
                    </a:ext>
                  </a:extLst>
                </p14:cNvPr>
                <p14:cNvContentPartPr/>
                <p14:nvPr/>
              </p14:nvContentPartPr>
              <p14:xfrm>
                <a:off x="739760" y="1215400"/>
                <a:ext cx="114480" cy="228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7EB2546-A571-E66F-0C39-C90031AEA99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9320" y="1204600"/>
                  <a:ext cx="1357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483BD75-AE61-FB27-4818-519961975D7A}"/>
                    </a:ext>
                  </a:extLst>
                </p14:cNvPr>
                <p14:cNvContentPartPr/>
                <p14:nvPr/>
              </p14:nvContentPartPr>
              <p14:xfrm>
                <a:off x="927680" y="1253200"/>
                <a:ext cx="48600" cy="185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483BD75-AE61-FB27-4818-519961975D7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17240" y="1242760"/>
                  <a:ext cx="698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D009CF0-7299-6F73-29CB-44E9675937E2}"/>
                    </a:ext>
                  </a:extLst>
                </p14:cNvPr>
                <p14:cNvContentPartPr/>
                <p14:nvPr/>
              </p14:nvContentPartPr>
              <p14:xfrm>
                <a:off x="1047200" y="1267600"/>
                <a:ext cx="82800" cy="169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D009CF0-7299-6F73-29CB-44E9675937E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36400" y="1256800"/>
                  <a:ext cx="10404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DA4BB16-5E5D-9CB2-3536-5D7158DD7A93}"/>
              </a:ext>
            </a:extLst>
          </p:cNvPr>
          <p:cNvGrpSpPr/>
          <p:nvPr/>
        </p:nvGrpSpPr>
        <p:grpSpPr>
          <a:xfrm>
            <a:off x="1544720" y="1031440"/>
            <a:ext cx="499320" cy="407520"/>
            <a:chOff x="1544720" y="1031440"/>
            <a:chExt cx="499320" cy="4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16F0544-A374-C8EB-FB44-38149AAF1A5C}"/>
                    </a:ext>
                  </a:extLst>
                </p14:cNvPr>
                <p14:cNvContentPartPr/>
                <p14:nvPr/>
              </p14:nvContentPartPr>
              <p14:xfrm>
                <a:off x="1636520" y="1031440"/>
                <a:ext cx="113400" cy="407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16F0544-A374-C8EB-FB44-38149AAF1A5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26080" y="1020640"/>
                  <a:ext cx="13464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613AEBE-BA5E-07F3-5473-2660EB9562C4}"/>
                    </a:ext>
                  </a:extLst>
                </p14:cNvPr>
                <p14:cNvContentPartPr/>
                <p14:nvPr/>
              </p14:nvContentPartPr>
              <p14:xfrm>
                <a:off x="1544720" y="1269040"/>
                <a:ext cx="188280" cy="7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613AEBE-BA5E-07F3-5473-2660EB9562C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33920" y="1258240"/>
                  <a:ext cx="209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12F9931-CDBF-47E7-AFB0-3D19E6260F24}"/>
                    </a:ext>
                  </a:extLst>
                </p14:cNvPr>
                <p14:cNvContentPartPr/>
                <p14:nvPr/>
              </p14:nvContentPartPr>
              <p14:xfrm>
                <a:off x="1778000" y="1045120"/>
                <a:ext cx="169200" cy="370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12F9931-CDBF-47E7-AFB0-3D19E6260F2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767560" y="1034320"/>
                  <a:ext cx="19044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E45B1B4-870A-1E37-60DD-B6E85BB3F059}"/>
                    </a:ext>
                  </a:extLst>
                </p14:cNvPr>
                <p14:cNvContentPartPr/>
                <p14:nvPr/>
              </p14:nvContentPartPr>
              <p14:xfrm>
                <a:off x="1964120" y="1215400"/>
                <a:ext cx="79920" cy="140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E45B1B4-870A-1E37-60DD-B6E85BB3F05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953680" y="1204960"/>
                  <a:ext cx="10116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928AAC3-F2E9-55A2-3374-E4F42C8F6AC2}"/>
              </a:ext>
            </a:extLst>
          </p:cNvPr>
          <p:cNvGrpSpPr/>
          <p:nvPr/>
        </p:nvGrpSpPr>
        <p:grpSpPr>
          <a:xfrm>
            <a:off x="2409080" y="1001560"/>
            <a:ext cx="631080" cy="352080"/>
            <a:chOff x="2409080" y="1001560"/>
            <a:chExt cx="63108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414F9F0-78AA-20C2-6910-2B8E97EA7468}"/>
                    </a:ext>
                  </a:extLst>
                </p14:cNvPr>
                <p14:cNvContentPartPr/>
                <p14:nvPr/>
              </p14:nvContentPartPr>
              <p14:xfrm>
                <a:off x="2409080" y="1159240"/>
                <a:ext cx="127080" cy="194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414F9F0-78AA-20C2-6910-2B8E97EA746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398280" y="1148800"/>
                  <a:ext cx="1483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B6FCC2F-11AB-963F-A558-14D1179D3093}"/>
                    </a:ext>
                  </a:extLst>
                </p14:cNvPr>
                <p14:cNvContentPartPr/>
                <p14:nvPr/>
              </p14:nvContentPartPr>
              <p14:xfrm>
                <a:off x="2583320" y="1201000"/>
                <a:ext cx="126360" cy="129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B6FCC2F-11AB-963F-A558-14D1179D309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572880" y="1190560"/>
                  <a:ext cx="1476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53205E3-BAEA-DEED-9800-E24F15F0FB2C}"/>
                    </a:ext>
                  </a:extLst>
                </p14:cNvPr>
                <p14:cNvContentPartPr/>
                <p14:nvPr/>
              </p14:nvContentPartPr>
              <p14:xfrm>
                <a:off x="2732360" y="1182640"/>
                <a:ext cx="133200" cy="139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53205E3-BAEA-DEED-9800-E24F15F0FB2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21560" y="1171840"/>
                  <a:ext cx="1544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2981655-30FC-66FA-612F-155A04501907}"/>
                    </a:ext>
                  </a:extLst>
                </p14:cNvPr>
                <p14:cNvContentPartPr/>
                <p14:nvPr/>
              </p14:nvContentPartPr>
              <p14:xfrm>
                <a:off x="2934320" y="1001560"/>
                <a:ext cx="20520" cy="326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2981655-30FC-66FA-612F-155A0450190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923880" y="991120"/>
                  <a:ext cx="417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55CCD01-DBED-9A98-0FC7-DB190B65F16F}"/>
                    </a:ext>
                  </a:extLst>
                </p14:cNvPr>
                <p14:cNvContentPartPr/>
                <p14:nvPr/>
              </p14:nvContentPartPr>
              <p14:xfrm>
                <a:off x="2926760" y="1146640"/>
                <a:ext cx="113400" cy="15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55CCD01-DBED-9A98-0FC7-DB190B65F16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916320" y="1136200"/>
                  <a:ext cx="13464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A4110F7-69AA-47AD-2E5C-271CF414556B}"/>
              </a:ext>
            </a:extLst>
          </p:cNvPr>
          <p:cNvGrpSpPr/>
          <p:nvPr/>
        </p:nvGrpSpPr>
        <p:grpSpPr>
          <a:xfrm>
            <a:off x="3402320" y="1016680"/>
            <a:ext cx="291240" cy="484560"/>
            <a:chOff x="3402320" y="1016680"/>
            <a:chExt cx="291240" cy="48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2734A26-83EB-A438-F2BD-F0D682080255}"/>
                    </a:ext>
                  </a:extLst>
                </p14:cNvPr>
                <p14:cNvContentPartPr/>
                <p14:nvPr/>
              </p14:nvContentPartPr>
              <p14:xfrm>
                <a:off x="3402320" y="1016680"/>
                <a:ext cx="249480" cy="484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2734A26-83EB-A438-F2BD-F0D68208025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391880" y="1005880"/>
                  <a:ext cx="27072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7EC22CF-BF6E-E805-378D-0C3359C8D42A}"/>
                    </a:ext>
                  </a:extLst>
                </p14:cNvPr>
                <p14:cNvContentPartPr/>
                <p14:nvPr/>
              </p14:nvContentPartPr>
              <p14:xfrm>
                <a:off x="3584120" y="1363720"/>
                <a:ext cx="109440" cy="35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7EC22CF-BF6E-E805-378D-0C3359C8D42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73680" y="1353280"/>
                  <a:ext cx="130680" cy="5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DADC5F5-2820-9276-829D-61448F9C9787}"/>
                  </a:ext>
                </a:extLst>
              </p14:cNvPr>
              <p14:cNvContentPartPr/>
              <p14:nvPr/>
            </p14:nvContentPartPr>
            <p14:xfrm>
              <a:off x="4052480" y="1126120"/>
              <a:ext cx="170640" cy="2037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DADC5F5-2820-9276-829D-61448F9C978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041680" y="1115320"/>
                <a:ext cx="191880" cy="22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078B61D7-49CD-7B9D-5753-C94718A8CDD3}"/>
              </a:ext>
            </a:extLst>
          </p:cNvPr>
          <p:cNvGrpSpPr/>
          <p:nvPr/>
        </p:nvGrpSpPr>
        <p:grpSpPr>
          <a:xfrm>
            <a:off x="4777160" y="920560"/>
            <a:ext cx="1044000" cy="485640"/>
            <a:chOff x="4777160" y="920560"/>
            <a:chExt cx="1044000" cy="48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82303F5-C646-AB3A-AE3D-6B16F5764DDC}"/>
                    </a:ext>
                  </a:extLst>
                </p14:cNvPr>
                <p14:cNvContentPartPr/>
                <p14:nvPr/>
              </p14:nvContentPartPr>
              <p14:xfrm>
                <a:off x="4777160" y="920560"/>
                <a:ext cx="160200" cy="358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82303F5-C646-AB3A-AE3D-6B16F5764DD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66720" y="909760"/>
                  <a:ext cx="1814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3B683D6-2492-CAA1-8A17-20ED1B2FB414}"/>
                    </a:ext>
                  </a:extLst>
                </p14:cNvPr>
                <p14:cNvContentPartPr/>
                <p14:nvPr/>
              </p14:nvContentPartPr>
              <p14:xfrm>
                <a:off x="4995680" y="1130800"/>
                <a:ext cx="23400" cy="150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3B683D6-2492-CAA1-8A17-20ED1B2FB41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985240" y="1120000"/>
                  <a:ext cx="44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06AF752-3812-37EB-1BCD-43AB8A98DDF9}"/>
                    </a:ext>
                  </a:extLst>
                </p14:cNvPr>
                <p14:cNvContentPartPr/>
                <p14:nvPr/>
              </p14:nvContentPartPr>
              <p14:xfrm>
                <a:off x="4961480" y="996880"/>
                <a:ext cx="77400" cy="70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06AF752-3812-37EB-1BCD-43AB8A98DDF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50680" y="986440"/>
                  <a:ext cx="986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F6E8A5F-AB48-9E5F-5BDD-3BF65B396949}"/>
                    </a:ext>
                  </a:extLst>
                </p14:cNvPr>
                <p14:cNvContentPartPr/>
                <p14:nvPr/>
              </p14:nvContentPartPr>
              <p14:xfrm>
                <a:off x="5108000" y="1065640"/>
                <a:ext cx="117720" cy="168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F6E8A5F-AB48-9E5F-5BDD-3BF65B39694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097560" y="1054840"/>
                  <a:ext cx="1389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4AA74F0-8AD4-6593-7D6E-BE14CE14E58F}"/>
                    </a:ext>
                  </a:extLst>
                </p14:cNvPr>
                <p14:cNvContentPartPr/>
                <p14:nvPr/>
              </p14:nvContentPartPr>
              <p14:xfrm>
                <a:off x="5289800" y="1100920"/>
                <a:ext cx="129240" cy="156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4AA74F0-8AD4-6593-7D6E-BE14CE14E58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79000" y="1090480"/>
                  <a:ext cx="1504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AFED6B2-213C-6E7F-8674-22B3C388D5C7}"/>
                    </a:ext>
                  </a:extLst>
                </p14:cNvPr>
                <p14:cNvContentPartPr/>
                <p14:nvPr/>
              </p14:nvContentPartPr>
              <p14:xfrm>
                <a:off x="5509760" y="1120720"/>
                <a:ext cx="66240" cy="131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AFED6B2-213C-6E7F-8674-22B3C388D5C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499320" y="1109920"/>
                  <a:ext cx="874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0DDAB03-ACBF-61ED-21E7-D58C9A862ED2}"/>
                    </a:ext>
                  </a:extLst>
                </p14:cNvPr>
                <p14:cNvContentPartPr/>
                <p14:nvPr/>
              </p14:nvContentPartPr>
              <p14:xfrm>
                <a:off x="5651960" y="1073560"/>
                <a:ext cx="169200" cy="332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0DDAB03-ACBF-61ED-21E7-D58C9A862ED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641160" y="1063120"/>
                  <a:ext cx="190440" cy="35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0FCDD3F-8BEE-6972-450F-C5F3D51EEA65}"/>
              </a:ext>
            </a:extLst>
          </p:cNvPr>
          <p:cNvGrpSpPr/>
          <p:nvPr/>
        </p:nvGrpSpPr>
        <p:grpSpPr>
          <a:xfrm>
            <a:off x="6260000" y="863320"/>
            <a:ext cx="709920" cy="417600"/>
            <a:chOff x="6260000" y="863320"/>
            <a:chExt cx="709920" cy="41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9DC3E02-0077-02E2-A6BA-AAB268918571}"/>
                    </a:ext>
                  </a:extLst>
                </p14:cNvPr>
                <p14:cNvContentPartPr/>
                <p14:nvPr/>
              </p14:nvContentPartPr>
              <p14:xfrm>
                <a:off x="6326960" y="863320"/>
                <a:ext cx="14400" cy="378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9DC3E02-0077-02E2-A6BA-AAB26891857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16520" y="852880"/>
                  <a:ext cx="3564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01281C5-6BC4-DD6C-3EB4-54EC0742BF8D}"/>
                    </a:ext>
                  </a:extLst>
                </p14:cNvPr>
                <p14:cNvContentPartPr/>
                <p14:nvPr/>
              </p14:nvContentPartPr>
              <p14:xfrm>
                <a:off x="6260000" y="1122880"/>
                <a:ext cx="190800" cy="25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01281C5-6BC4-DD6C-3EB4-54EC0742BF8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249200" y="1112080"/>
                  <a:ext cx="2120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9798E0E-D777-335D-C0A0-88060ECEF5D9}"/>
                    </a:ext>
                  </a:extLst>
                </p14:cNvPr>
                <p14:cNvContentPartPr/>
                <p14:nvPr/>
              </p14:nvContentPartPr>
              <p14:xfrm>
                <a:off x="6511280" y="1086160"/>
                <a:ext cx="124920" cy="176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9798E0E-D777-335D-C0A0-88060ECEF5D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500480" y="1075720"/>
                  <a:ext cx="1461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19EBE20-60D2-F76A-34FA-B767FBCB3B96}"/>
                    </a:ext>
                  </a:extLst>
                </p14:cNvPr>
                <p14:cNvContentPartPr/>
                <p14:nvPr/>
              </p14:nvContentPartPr>
              <p14:xfrm>
                <a:off x="6663560" y="1105600"/>
                <a:ext cx="85320" cy="175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19EBE20-60D2-F76A-34FA-B767FBCB3B9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653120" y="1094800"/>
                  <a:ext cx="1065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2E08202-6FDA-37F2-425C-B15DCA58F355}"/>
                    </a:ext>
                  </a:extLst>
                </p14:cNvPr>
                <p14:cNvContentPartPr/>
                <p14:nvPr/>
              </p14:nvContentPartPr>
              <p14:xfrm>
                <a:off x="6834560" y="1099120"/>
                <a:ext cx="135360" cy="167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2E08202-6FDA-37F2-425C-B15DCA58F35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823760" y="1088680"/>
                  <a:ext cx="156600" cy="18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8CEC6998-3B3E-C1CC-53AE-A46CBF1218CB}"/>
                  </a:ext>
                </a:extLst>
              </p14:cNvPr>
              <p14:cNvContentPartPr/>
              <p14:nvPr/>
            </p14:nvContentPartPr>
            <p14:xfrm>
              <a:off x="7178720" y="1163920"/>
              <a:ext cx="2880" cy="1044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8CEC6998-3B3E-C1CC-53AE-A46CBF1218C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168280" y="1153120"/>
                <a:ext cx="24120" cy="12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363F7C26-44B3-FACE-52ED-1BE7EA8811F8}"/>
              </a:ext>
            </a:extLst>
          </p:cNvPr>
          <p:cNvGrpSpPr/>
          <p:nvPr/>
        </p:nvGrpSpPr>
        <p:grpSpPr>
          <a:xfrm>
            <a:off x="7444040" y="790240"/>
            <a:ext cx="906840" cy="440640"/>
            <a:chOff x="7444040" y="790240"/>
            <a:chExt cx="906840" cy="44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0B21459-955B-4881-9E7A-83068D5CCE6D}"/>
                    </a:ext>
                  </a:extLst>
                </p14:cNvPr>
                <p14:cNvContentPartPr/>
                <p14:nvPr/>
              </p14:nvContentPartPr>
              <p14:xfrm>
                <a:off x="7444040" y="1069240"/>
                <a:ext cx="140040" cy="161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0B21459-955B-4881-9E7A-83068D5CCE6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33600" y="1058800"/>
                  <a:ext cx="1612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80E8C02-4E51-6105-D876-397BA2AEB353}"/>
                    </a:ext>
                  </a:extLst>
                </p14:cNvPr>
                <p14:cNvContentPartPr/>
                <p14:nvPr/>
              </p14:nvContentPartPr>
              <p14:xfrm>
                <a:off x="7638080" y="1064920"/>
                <a:ext cx="72720" cy="148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80E8C02-4E51-6105-D876-397BA2AEB35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627640" y="1054480"/>
                  <a:ext cx="939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4F56310-E239-8F5F-235B-38FC34CC6760}"/>
                    </a:ext>
                  </a:extLst>
                </p14:cNvPr>
                <p14:cNvContentPartPr/>
                <p14:nvPr/>
              </p14:nvContentPartPr>
              <p14:xfrm>
                <a:off x="7833920" y="790240"/>
                <a:ext cx="50760" cy="415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4F56310-E239-8F5F-235B-38FC34CC676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823120" y="779800"/>
                  <a:ext cx="7200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362D308-F5F6-1F8B-3D44-CAAA165CA0C6}"/>
                    </a:ext>
                  </a:extLst>
                </p14:cNvPr>
                <p14:cNvContentPartPr/>
                <p14:nvPr/>
              </p14:nvContentPartPr>
              <p14:xfrm>
                <a:off x="7831400" y="1019920"/>
                <a:ext cx="133560" cy="3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362D308-F5F6-1F8B-3D44-CAAA165CA0C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820600" y="1009480"/>
                  <a:ext cx="1548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6CA26FA-3A45-A01C-4737-9191933ABDBF}"/>
                    </a:ext>
                  </a:extLst>
                </p14:cNvPr>
                <p14:cNvContentPartPr/>
                <p14:nvPr/>
              </p14:nvContentPartPr>
              <p14:xfrm>
                <a:off x="8007080" y="1060960"/>
                <a:ext cx="111240" cy="97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6CA26FA-3A45-A01C-4737-9191933ABDB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996640" y="1050520"/>
                  <a:ext cx="132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DBD05E1-33F9-89C5-6603-AF12D306CFB1}"/>
                    </a:ext>
                  </a:extLst>
                </p14:cNvPr>
                <p14:cNvContentPartPr/>
                <p14:nvPr/>
              </p14:nvContentPartPr>
              <p14:xfrm>
                <a:off x="8246480" y="1032520"/>
                <a:ext cx="104400" cy="160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DBD05E1-33F9-89C5-6603-AF12D306CFB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235680" y="1021720"/>
                  <a:ext cx="125640" cy="18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AA043B4E-74DD-F2AF-047F-79E07F81661D}"/>
                  </a:ext>
                </a:extLst>
              </p14:cNvPr>
              <p14:cNvContentPartPr/>
              <p14:nvPr/>
            </p14:nvContentPartPr>
            <p14:xfrm>
              <a:off x="8420360" y="1041520"/>
              <a:ext cx="126000" cy="1890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AA043B4E-74DD-F2AF-047F-79E07F81661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409560" y="1031080"/>
                <a:ext cx="147240" cy="21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A699212-7235-F820-3C2F-274E131C66A6}"/>
              </a:ext>
            </a:extLst>
          </p:cNvPr>
          <p:cNvGrpSpPr/>
          <p:nvPr/>
        </p:nvGrpSpPr>
        <p:grpSpPr>
          <a:xfrm>
            <a:off x="8848040" y="780160"/>
            <a:ext cx="501120" cy="377280"/>
            <a:chOff x="8848040" y="780160"/>
            <a:chExt cx="501120" cy="37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5F98146-1CA6-CC44-20CA-A941A8C6ADF1}"/>
                    </a:ext>
                  </a:extLst>
                </p14:cNvPr>
                <p14:cNvContentPartPr/>
                <p14:nvPr/>
              </p14:nvContentPartPr>
              <p14:xfrm>
                <a:off x="8879720" y="852160"/>
                <a:ext cx="203040" cy="305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5F98146-1CA6-CC44-20CA-A941A8C6ADF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68920" y="841360"/>
                  <a:ext cx="2242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BB7F0B4-82DF-1564-7AA5-999B749AE6BB}"/>
                    </a:ext>
                  </a:extLst>
                </p14:cNvPr>
                <p14:cNvContentPartPr/>
                <p14:nvPr/>
              </p14:nvContentPartPr>
              <p14:xfrm>
                <a:off x="8848040" y="1005160"/>
                <a:ext cx="160200" cy="2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BB7F0B4-82DF-1564-7AA5-999B749AE6B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837240" y="994360"/>
                  <a:ext cx="181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EF6D31C-4B25-154F-A5D5-851D303A25FF}"/>
                    </a:ext>
                  </a:extLst>
                </p14:cNvPr>
                <p14:cNvContentPartPr/>
                <p14:nvPr/>
              </p14:nvContentPartPr>
              <p14:xfrm>
                <a:off x="9078800" y="780160"/>
                <a:ext cx="221040" cy="336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EF6D31C-4B25-154F-A5D5-851D303A25F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068360" y="769360"/>
                  <a:ext cx="2422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3D77FB7-CC1A-E064-6E17-88322570DA46}"/>
                    </a:ext>
                  </a:extLst>
                </p14:cNvPr>
                <p14:cNvContentPartPr/>
                <p14:nvPr/>
              </p14:nvContentPartPr>
              <p14:xfrm>
                <a:off x="9307400" y="951160"/>
                <a:ext cx="41760" cy="166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3D77FB7-CC1A-E064-6E17-88322570DA4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296960" y="940360"/>
                  <a:ext cx="6300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633CF7C-B070-9432-D693-FAF6707CC21B}"/>
              </a:ext>
            </a:extLst>
          </p:cNvPr>
          <p:cNvGrpSpPr/>
          <p:nvPr/>
        </p:nvGrpSpPr>
        <p:grpSpPr>
          <a:xfrm>
            <a:off x="9626000" y="719320"/>
            <a:ext cx="967680" cy="464400"/>
            <a:chOff x="9626000" y="719320"/>
            <a:chExt cx="967680" cy="46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ECF9020-8E6D-A527-2D99-2D1BA34621BC}"/>
                    </a:ext>
                  </a:extLst>
                </p14:cNvPr>
                <p14:cNvContentPartPr/>
                <p14:nvPr/>
              </p14:nvContentPartPr>
              <p14:xfrm>
                <a:off x="9626000" y="782320"/>
                <a:ext cx="77760" cy="3646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ECF9020-8E6D-A527-2D99-2D1BA34621B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615560" y="771880"/>
                  <a:ext cx="9900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65E8AC4-23A9-AE53-4AE5-C4D0E434DAB2}"/>
                    </a:ext>
                  </a:extLst>
                </p14:cNvPr>
                <p14:cNvContentPartPr/>
                <p14:nvPr/>
              </p14:nvContentPartPr>
              <p14:xfrm>
                <a:off x="9773240" y="964120"/>
                <a:ext cx="65160" cy="154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65E8AC4-23A9-AE53-4AE5-C4D0E434DAB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762800" y="953680"/>
                  <a:ext cx="864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196CB1E-A09C-837F-0B2D-252A06F475DA}"/>
                    </a:ext>
                  </a:extLst>
                </p14:cNvPr>
                <p14:cNvContentPartPr/>
                <p14:nvPr/>
              </p14:nvContentPartPr>
              <p14:xfrm>
                <a:off x="9944960" y="958360"/>
                <a:ext cx="116640" cy="1339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196CB1E-A09C-837F-0B2D-252A06F475D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934520" y="947920"/>
                  <a:ext cx="1378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E784ED6-AFE2-D8F1-5B96-D56E569C456D}"/>
                    </a:ext>
                  </a:extLst>
                </p14:cNvPr>
                <p14:cNvContentPartPr/>
                <p14:nvPr/>
              </p14:nvContentPartPr>
              <p14:xfrm>
                <a:off x="10101560" y="903280"/>
                <a:ext cx="155520" cy="280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E784ED6-AFE2-D8F1-5B96-D56E569C456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091120" y="892840"/>
                  <a:ext cx="1767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BBC80B4-28AF-A76D-E475-EA5459443DE1}"/>
                    </a:ext>
                  </a:extLst>
                </p14:cNvPr>
                <p14:cNvContentPartPr/>
                <p14:nvPr/>
              </p14:nvContentPartPr>
              <p14:xfrm>
                <a:off x="10325480" y="722920"/>
                <a:ext cx="42120" cy="373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BBC80B4-28AF-A76D-E475-EA5459443DE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314680" y="712120"/>
                  <a:ext cx="6336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E2F6651-CFCA-77E3-70DE-9F10D09715CB}"/>
                    </a:ext>
                  </a:extLst>
                </p14:cNvPr>
                <p14:cNvContentPartPr/>
                <p14:nvPr/>
              </p14:nvContentPartPr>
              <p14:xfrm>
                <a:off x="10243040" y="882760"/>
                <a:ext cx="151560" cy="16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E2F6651-CFCA-77E3-70DE-9F10D09715C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232240" y="872320"/>
                  <a:ext cx="172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CF95DBF-A405-AD43-D528-2834D35CE380}"/>
                    </a:ext>
                  </a:extLst>
                </p14:cNvPr>
                <p14:cNvContentPartPr/>
                <p14:nvPr/>
              </p14:nvContentPartPr>
              <p14:xfrm>
                <a:off x="10468760" y="719320"/>
                <a:ext cx="124920" cy="417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CF95DBF-A405-AD43-D528-2834D35CE38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458320" y="708880"/>
                  <a:ext cx="146160" cy="43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A6534EC5-2551-09E9-3921-54B82BE5889F}"/>
              </a:ext>
            </a:extLst>
          </p:cNvPr>
          <p:cNvGrpSpPr/>
          <p:nvPr/>
        </p:nvGrpSpPr>
        <p:grpSpPr>
          <a:xfrm>
            <a:off x="10899680" y="778720"/>
            <a:ext cx="303120" cy="512280"/>
            <a:chOff x="10899680" y="778720"/>
            <a:chExt cx="303120" cy="51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53F9EBE-4518-05B9-0A71-BBD7B93EF3A9}"/>
                    </a:ext>
                  </a:extLst>
                </p14:cNvPr>
                <p14:cNvContentPartPr/>
                <p14:nvPr/>
              </p14:nvContentPartPr>
              <p14:xfrm>
                <a:off x="10899680" y="778720"/>
                <a:ext cx="241200" cy="512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53F9EBE-4518-05B9-0A71-BBD7B93EF3A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888880" y="767920"/>
                  <a:ext cx="26244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9AC64F4-73A9-340B-BC0B-2BBC39E8AF2A}"/>
                    </a:ext>
                  </a:extLst>
                </p14:cNvPr>
                <p14:cNvContentPartPr/>
                <p14:nvPr/>
              </p14:nvContentPartPr>
              <p14:xfrm>
                <a:off x="11051240" y="1162840"/>
                <a:ext cx="151560" cy="9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9AC64F4-73A9-340B-BC0B-2BBC39E8AF2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040800" y="1152040"/>
                  <a:ext cx="17280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CEE03A2-508A-2AB8-49A0-2DD57F7947A2}"/>
              </a:ext>
            </a:extLst>
          </p:cNvPr>
          <p:cNvGrpSpPr/>
          <p:nvPr/>
        </p:nvGrpSpPr>
        <p:grpSpPr>
          <a:xfrm>
            <a:off x="246200" y="1733800"/>
            <a:ext cx="509040" cy="367200"/>
            <a:chOff x="246200" y="1733800"/>
            <a:chExt cx="50904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399B7E6-8125-2340-2940-858F85BF8595}"/>
                    </a:ext>
                  </a:extLst>
                </p14:cNvPr>
                <p14:cNvContentPartPr/>
                <p14:nvPr/>
              </p14:nvContentPartPr>
              <p14:xfrm>
                <a:off x="343760" y="1733800"/>
                <a:ext cx="139320" cy="367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399B7E6-8125-2340-2940-858F85BF859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33320" y="1723360"/>
                  <a:ext cx="16056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BD3AF63-F631-11BF-B98C-3DFE7770197C}"/>
                    </a:ext>
                  </a:extLst>
                </p14:cNvPr>
                <p14:cNvContentPartPr/>
                <p14:nvPr/>
              </p14:nvContentPartPr>
              <p14:xfrm>
                <a:off x="246200" y="1936120"/>
                <a:ext cx="178200" cy="1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BD3AF63-F631-11BF-B98C-3DFE7770197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35400" y="1925320"/>
                  <a:ext cx="1994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3A78CAF-295B-87F3-0456-69F321F33578}"/>
                    </a:ext>
                  </a:extLst>
                </p14:cNvPr>
                <p14:cNvContentPartPr/>
                <p14:nvPr/>
              </p14:nvContentPartPr>
              <p14:xfrm>
                <a:off x="515120" y="1784200"/>
                <a:ext cx="157680" cy="258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3A78CAF-295B-87F3-0456-69F321F3357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04680" y="1773400"/>
                  <a:ext cx="1789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892F6DF-58A4-4164-D421-55E5FCADA51B}"/>
                    </a:ext>
                  </a:extLst>
                </p14:cNvPr>
                <p14:cNvContentPartPr/>
                <p14:nvPr/>
              </p14:nvContentPartPr>
              <p14:xfrm>
                <a:off x="681800" y="1874200"/>
                <a:ext cx="73440" cy="1778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892F6DF-58A4-4164-D421-55E5FCADA51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71360" y="1863400"/>
                  <a:ext cx="9468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83EBF06-13AA-B36B-0FEB-8A75AA2A061A}"/>
              </a:ext>
            </a:extLst>
          </p:cNvPr>
          <p:cNvGrpSpPr/>
          <p:nvPr/>
        </p:nvGrpSpPr>
        <p:grpSpPr>
          <a:xfrm>
            <a:off x="1058720" y="1604920"/>
            <a:ext cx="1599480" cy="417240"/>
            <a:chOff x="1058720" y="1604920"/>
            <a:chExt cx="1599480" cy="41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FA103FE-799A-EC0B-95D9-1F439FB056D0}"/>
                    </a:ext>
                  </a:extLst>
                </p14:cNvPr>
                <p14:cNvContentPartPr/>
                <p14:nvPr/>
              </p14:nvContentPartPr>
              <p14:xfrm>
                <a:off x="1058720" y="1720480"/>
                <a:ext cx="173880" cy="301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FA103FE-799A-EC0B-95D9-1F439FB056D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48280" y="1710040"/>
                  <a:ext cx="1951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A0569FE-567E-A8E8-CEEB-7E04F383EBDD}"/>
                    </a:ext>
                  </a:extLst>
                </p14:cNvPr>
                <p14:cNvContentPartPr/>
                <p14:nvPr/>
              </p14:nvContentPartPr>
              <p14:xfrm>
                <a:off x="1336640" y="1898320"/>
                <a:ext cx="7560" cy="104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A0569FE-567E-A8E8-CEEB-7E04F383EBD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326200" y="1887880"/>
                  <a:ext cx="288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639D7EB-6A7A-3992-C2FE-09EAEFEC4E9E}"/>
                    </a:ext>
                  </a:extLst>
                </p14:cNvPr>
                <p14:cNvContentPartPr/>
                <p14:nvPr/>
              </p14:nvContentPartPr>
              <p14:xfrm>
                <a:off x="1309640" y="1735960"/>
                <a:ext cx="69840" cy="75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639D7EB-6A7A-3992-C2FE-09EAEFEC4E9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299200" y="1725160"/>
                  <a:ext cx="91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59B673E-75A0-C6E1-9664-D87709E45323}"/>
                    </a:ext>
                  </a:extLst>
                </p14:cNvPr>
                <p14:cNvContentPartPr/>
                <p14:nvPr/>
              </p14:nvContentPartPr>
              <p14:xfrm>
                <a:off x="1438880" y="1820920"/>
                <a:ext cx="471600" cy="200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59B673E-75A0-C6E1-9664-D87709E4532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428440" y="1810480"/>
                  <a:ext cx="4928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D24E1E9-FAE5-818A-998A-B20B7C133586}"/>
                    </a:ext>
                  </a:extLst>
                </p14:cNvPr>
                <p14:cNvContentPartPr/>
                <p14:nvPr/>
              </p14:nvContentPartPr>
              <p14:xfrm>
                <a:off x="1936760" y="1827760"/>
                <a:ext cx="67680" cy="169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D24E1E9-FAE5-818A-998A-B20B7C13358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926320" y="1816960"/>
                  <a:ext cx="889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F71A450-8F7A-4215-5CF0-5056A23E785C}"/>
                    </a:ext>
                  </a:extLst>
                </p14:cNvPr>
                <p14:cNvContentPartPr/>
                <p14:nvPr/>
              </p14:nvContentPartPr>
              <p14:xfrm>
                <a:off x="2117120" y="1604920"/>
                <a:ext cx="46800" cy="369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F71A450-8F7A-4215-5CF0-5056A23E785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06320" y="1594120"/>
                  <a:ext cx="6804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AF0610C-54D3-A685-428F-0A11C7B94042}"/>
                    </a:ext>
                  </a:extLst>
                </p14:cNvPr>
                <p14:cNvContentPartPr/>
                <p14:nvPr/>
              </p14:nvContentPartPr>
              <p14:xfrm>
                <a:off x="2109560" y="1851520"/>
                <a:ext cx="148680" cy="61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AF0610C-54D3-A685-428F-0A11C7B9404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098760" y="1841080"/>
                  <a:ext cx="1699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FD656AA-CD9F-7147-CA79-BC3062E4FF45}"/>
                    </a:ext>
                  </a:extLst>
                </p14:cNvPr>
                <p14:cNvContentPartPr/>
                <p14:nvPr/>
              </p14:nvContentPartPr>
              <p14:xfrm>
                <a:off x="2307920" y="1741000"/>
                <a:ext cx="103680" cy="1998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FD656AA-CD9F-7147-CA79-BC3062E4FF4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297480" y="1730560"/>
                  <a:ext cx="1249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0D88473-047B-720D-AD80-2A89A3CFC53B}"/>
                    </a:ext>
                  </a:extLst>
                </p14:cNvPr>
                <p14:cNvContentPartPr/>
                <p14:nvPr/>
              </p14:nvContentPartPr>
              <p14:xfrm>
                <a:off x="2481440" y="1756840"/>
                <a:ext cx="176760" cy="171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0D88473-047B-720D-AD80-2A89A3CFC53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70640" y="1746040"/>
                  <a:ext cx="19800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3167042-B8E3-0353-AFE1-6E6328104DB9}"/>
              </a:ext>
            </a:extLst>
          </p:cNvPr>
          <p:cNvGrpSpPr/>
          <p:nvPr/>
        </p:nvGrpSpPr>
        <p:grpSpPr>
          <a:xfrm>
            <a:off x="2963480" y="1594120"/>
            <a:ext cx="357120" cy="479520"/>
            <a:chOff x="2963480" y="1594120"/>
            <a:chExt cx="357120" cy="47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48907B3-F699-A51F-A2C8-0C55087396E3}"/>
                    </a:ext>
                  </a:extLst>
                </p14:cNvPr>
                <p14:cNvContentPartPr/>
                <p14:nvPr/>
              </p14:nvContentPartPr>
              <p14:xfrm>
                <a:off x="2963480" y="1594120"/>
                <a:ext cx="261720" cy="479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48907B3-F699-A51F-A2C8-0C55087396E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953040" y="1583320"/>
                  <a:ext cx="28296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BAE22A3-72D9-8E25-A2F7-F94089BA6EFC}"/>
                    </a:ext>
                  </a:extLst>
                </p14:cNvPr>
                <p14:cNvContentPartPr/>
                <p14:nvPr/>
              </p14:nvContentPartPr>
              <p14:xfrm>
                <a:off x="3171920" y="1953040"/>
                <a:ext cx="148680" cy="17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BAE22A3-72D9-8E25-A2F7-F94089BA6EF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161120" y="1942600"/>
                  <a:ext cx="16992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472B889-E605-58E8-62A3-AD06EADCABE3}"/>
              </a:ext>
            </a:extLst>
          </p:cNvPr>
          <p:cNvGrpSpPr/>
          <p:nvPr/>
        </p:nvGrpSpPr>
        <p:grpSpPr>
          <a:xfrm>
            <a:off x="3697160" y="1615000"/>
            <a:ext cx="490320" cy="351000"/>
            <a:chOff x="3697160" y="1615000"/>
            <a:chExt cx="490320" cy="35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A23AC70-2F2F-487D-8B7C-9A7FF2E10FF1}"/>
                    </a:ext>
                  </a:extLst>
                </p14:cNvPr>
                <p14:cNvContentPartPr/>
                <p14:nvPr/>
              </p14:nvContentPartPr>
              <p14:xfrm>
                <a:off x="3723800" y="1624360"/>
                <a:ext cx="209520" cy="3416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A23AC70-2F2F-487D-8B7C-9A7FF2E10FF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713360" y="1613560"/>
                  <a:ext cx="23076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E2F854F-9B64-51A2-9FEB-2F3844CDCA7B}"/>
                    </a:ext>
                  </a:extLst>
                </p14:cNvPr>
                <p14:cNvContentPartPr/>
                <p14:nvPr/>
              </p14:nvContentPartPr>
              <p14:xfrm>
                <a:off x="3697160" y="1791040"/>
                <a:ext cx="135000" cy="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E2F854F-9B64-51A2-9FEB-2F3844CDCA7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86720" y="1780240"/>
                  <a:ext cx="1562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474CF36-AB41-03F7-5A1F-E96C8F20BF7A}"/>
                    </a:ext>
                  </a:extLst>
                </p14:cNvPr>
                <p14:cNvContentPartPr/>
                <p14:nvPr/>
              </p14:nvContentPartPr>
              <p14:xfrm>
                <a:off x="3896600" y="1615000"/>
                <a:ext cx="222480" cy="332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474CF36-AB41-03F7-5A1F-E96C8F20BF7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885800" y="1604560"/>
                  <a:ext cx="2437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69247BF-0BFA-926E-C863-CB75C4A24699}"/>
                    </a:ext>
                  </a:extLst>
                </p14:cNvPr>
                <p14:cNvContentPartPr/>
                <p14:nvPr/>
              </p14:nvContentPartPr>
              <p14:xfrm>
                <a:off x="4131320" y="1758280"/>
                <a:ext cx="56160" cy="183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69247BF-0BFA-926E-C863-CB75C4A2469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120880" y="1747480"/>
                  <a:ext cx="7740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5924617-C9AD-78CE-6E03-FEEAB86DE816}"/>
              </a:ext>
            </a:extLst>
          </p:cNvPr>
          <p:cNvGrpSpPr/>
          <p:nvPr/>
        </p:nvGrpSpPr>
        <p:grpSpPr>
          <a:xfrm>
            <a:off x="4573040" y="1555600"/>
            <a:ext cx="898920" cy="335160"/>
            <a:chOff x="4573040" y="1555600"/>
            <a:chExt cx="898920" cy="3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E772448-00AF-4723-C60E-104DBCF1C34A}"/>
                    </a:ext>
                  </a:extLst>
                </p14:cNvPr>
                <p14:cNvContentPartPr/>
                <p14:nvPr/>
              </p14:nvContentPartPr>
              <p14:xfrm>
                <a:off x="4592120" y="1555600"/>
                <a:ext cx="41400" cy="335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E772448-00AF-4723-C60E-104DBCF1C34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581320" y="1545160"/>
                  <a:ext cx="626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B3CD95E-7C85-EF0B-23E5-E7A85AFAD0FC}"/>
                    </a:ext>
                  </a:extLst>
                </p14:cNvPr>
                <p14:cNvContentPartPr/>
                <p14:nvPr/>
              </p14:nvContentPartPr>
              <p14:xfrm>
                <a:off x="4573040" y="1761160"/>
                <a:ext cx="161640" cy="2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B3CD95E-7C85-EF0B-23E5-E7A85AFAD0F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562600" y="1750720"/>
                  <a:ext cx="1828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2924FBF-9B68-0168-C2D5-4D55883DB34B}"/>
                    </a:ext>
                  </a:extLst>
                </p14:cNvPr>
                <p14:cNvContentPartPr/>
                <p14:nvPr/>
              </p14:nvContentPartPr>
              <p14:xfrm>
                <a:off x="4782560" y="1711480"/>
                <a:ext cx="205920" cy="162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2924FBF-9B68-0168-C2D5-4D55883DB34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771760" y="1700680"/>
                  <a:ext cx="2271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4A59BEA-81D3-986F-A5EE-93B2F5B02968}"/>
                    </a:ext>
                  </a:extLst>
                </p14:cNvPr>
                <p14:cNvContentPartPr/>
                <p14:nvPr/>
              </p14:nvContentPartPr>
              <p14:xfrm>
                <a:off x="5010800" y="1706440"/>
                <a:ext cx="86400" cy="1616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4A59BEA-81D3-986F-A5EE-93B2F5B0296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000360" y="1695640"/>
                  <a:ext cx="1076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C77693D-623D-4EB8-704D-04FB2E08C5F8}"/>
                    </a:ext>
                  </a:extLst>
                </p14:cNvPr>
                <p14:cNvContentPartPr/>
                <p14:nvPr/>
              </p14:nvContentPartPr>
              <p14:xfrm>
                <a:off x="5246240" y="1703200"/>
                <a:ext cx="64440" cy="1807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C77693D-623D-4EB8-704D-04FB2E08C5F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235800" y="1692760"/>
                  <a:ext cx="856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AE3F014-A31D-1E1E-B539-BD1890EEB5BF}"/>
                    </a:ext>
                  </a:extLst>
                </p14:cNvPr>
                <p14:cNvContentPartPr/>
                <p14:nvPr/>
              </p14:nvContentPartPr>
              <p14:xfrm>
                <a:off x="5471600" y="1890400"/>
                <a:ext cx="360" cy="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AE3F014-A31D-1E1E-B539-BD1890EEB5B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461160" y="18799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9904BADD-5EA6-E73E-C288-E3580DB30A43}"/>
              </a:ext>
            </a:extLst>
          </p:cNvPr>
          <p:cNvGrpSpPr/>
          <p:nvPr/>
        </p:nvGrpSpPr>
        <p:grpSpPr>
          <a:xfrm>
            <a:off x="243680" y="2377120"/>
            <a:ext cx="559800" cy="306360"/>
            <a:chOff x="243680" y="2377120"/>
            <a:chExt cx="55980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799ED8D-277A-40C0-C869-EF17EF378AAD}"/>
                    </a:ext>
                  </a:extLst>
                </p14:cNvPr>
                <p14:cNvContentPartPr/>
                <p14:nvPr/>
              </p14:nvContentPartPr>
              <p14:xfrm>
                <a:off x="351680" y="2450200"/>
                <a:ext cx="24480" cy="2332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799ED8D-277A-40C0-C869-EF17EF378AA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40880" y="2439400"/>
                  <a:ext cx="457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81D8CC2-DB12-6FBA-BBC1-AA7F978B1557}"/>
                    </a:ext>
                  </a:extLst>
                </p14:cNvPr>
                <p14:cNvContentPartPr/>
                <p14:nvPr/>
              </p14:nvContentPartPr>
              <p14:xfrm>
                <a:off x="243680" y="2421760"/>
                <a:ext cx="231480" cy="11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81D8CC2-DB12-6FBA-BBC1-AA7F978B155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32880" y="2410960"/>
                  <a:ext cx="2527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1142F43-9EAE-5FF5-392A-5D3A369816EF}"/>
                    </a:ext>
                  </a:extLst>
                </p14:cNvPr>
                <p14:cNvContentPartPr/>
                <p14:nvPr/>
              </p14:nvContentPartPr>
              <p14:xfrm>
                <a:off x="543560" y="2377120"/>
                <a:ext cx="155880" cy="2869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1142F43-9EAE-5FF5-392A-5D3A369816E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33120" y="2366320"/>
                  <a:ext cx="1771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99A26FB-4652-174F-6D9E-ED5F11DFB87D}"/>
                    </a:ext>
                  </a:extLst>
                </p14:cNvPr>
                <p14:cNvContentPartPr/>
                <p14:nvPr/>
              </p14:nvContentPartPr>
              <p14:xfrm>
                <a:off x="758840" y="2491960"/>
                <a:ext cx="44640" cy="167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99A26FB-4652-174F-6D9E-ED5F11DFB87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48400" y="2481160"/>
                  <a:ext cx="6588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5EEF0F7-C5C7-4A65-03CE-225C115CCCC3}"/>
              </a:ext>
            </a:extLst>
          </p:cNvPr>
          <p:cNvGrpSpPr/>
          <p:nvPr/>
        </p:nvGrpSpPr>
        <p:grpSpPr>
          <a:xfrm>
            <a:off x="1201640" y="2292520"/>
            <a:ext cx="1691280" cy="387360"/>
            <a:chOff x="1201640" y="2292520"/>
            <a:chExt cx="169128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A572542-7801-951F-9D0D-D224A6CBCFEF}"/>
                    </a:ext>
                  </a:extLst>
                </p14:cNvPr>
                <p14:cNvContentPartPr/>
                <p14:nvPr/>
              </p14:nvContentPartPr>
              <p14:xfrm>
                <a:off x="1201640" y="2363440"/>
                <a:ext cx="356040" cy="3164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A572542-7801-951F-9D0D-D224A6CBCFE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90840" y="2353000"/>
                  <a:ext cx="3772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FAADD5B-176C-47BE-B7FE-0D298A0D24B6}"/>
                    </a:ext>
                  </a:extLst>
                </p14:cNvPr>
                <p14:cNvContentPartPr/>
                <p14:nvPr/>
              </p14:nvContentPartPr>
              <p14:xfrm>
                <a:off x="1557320" y="2402320"/>
                <a:ext cx="77040" cy="925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FAADD5B-176C-47BE-B7FE-0D298A0D24B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546520" y="2391520"/>
                  <a:ext cx="982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112F8E2-758D-5292-33C3-81EBB51C872B}"/>
                    </a:ext>
                  </a:extLst>
                </p14:cNvPr>
                <p14:cNvContentPartPr/>
                <p14:nvPr/>
              </p14:nvContentPartPr>
              <p14:xfrm>
                <a:off x="1703840" y="2477560"/>
                <a:ext cx="470520" cy="1591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112F8E2-758D-5292-33C3-81EBB51C872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693400" y="2466760"/>
                  <a:ext cx="4917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D3F3EF0-FEDD-7833-C718-C13BA1FF5B15}"/>
                    </a:ext>
                  </a:extLst>
                </p14:cNvPr>
                <p14:cNvContentPartPr/>
                <p14:nvPr/>
              </p14:nvContentPartPr>
              <p14:xfrm>
                <a:off x="2240600" y="2455960"/>
                <a:ext cx="87840" cy="156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D3F3EF0-FEDD-7833-C718-C13BA1FF5B1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230160" y="2445520"/>
                  <a:ext cx="1090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DE120F2-05A8-35D4-AB43-5EE77900A2B2}"/>
                    </a:ext>
                  </a:extLst>
                </p14:cNvPr>
                <p14:cNvContentPartPr/>
                <p14:nvPr/>
              </p14:nvContentPartPr>
              <p14:xfrm>
                <a:off x="2494040" y="2292520"/>
                <a:ext cx="6840" cy="340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DE120F2-05A8-35D4-AB43-5EE77900A2B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483240" y="2281720"/>
                  <a:ext cx="280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950F6F2-E441-424A-16E8-F2E7F90B3CCA}"/>
                    </a:ext>
                  </a:extLst>
                </p14:cNvPr>
                <p14:cNvContentPartPr/>
                <p14:nvPr/>
              </p14:nvContentPartPr>
              <p14:xfrm>
                <a:off x="2477480" y="2518600"/>
                <a:ext cx="128520" cy="2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950F6F2-E441-424A-16E8-F2E7F90B3CC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467040" y="2508160"/>
                  <a:ext cx="1497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8408FE7-3486-5CD1-87D4-DCD0C6C5302A}"/>
                    </a:ext>
                  </a:extLst>
                </p14:cNvPr>
                <p14:cNvContentPartPr/>
                <p14:nvPr/>
              </p14:nvContentPartPr>
              <p14:xfrm>
                <a:off x="2651360" y="2449840"/>
                <a:ext cx="65160" cy="1731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8408FE7-3486-5CD1-87D4-DCD0C6C5302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640920" y="2439400"/>
                  <a:ext cx="864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5DDCB54-1A58-E524-636D-AE16AADAEB0F}"/>
                    </a:ext>
                  </a:extLst>
                </p14:cNvPr>
                <p14:cNvContentPartPr/>
                <p14:nvPr/>
              </p14:nvContentPartPr>
              <p14:xfrm>
                <a:off x="2795360" y="2479000"/>
                <a:ext cx="97560" cy="1479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5DDCB54-1A58-E524-636D-AE16AADAEB0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784920" y="2468560"/>
                  <a:ext cx="11880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CAF9DBBC-5B69-A78C-6057-486FB1250DBF}"/>
              </a:ext>
            </a:extLst>
          </p:cNvPr>
          <p:cNvGrpSpPr/>
          <p:nvPr/>
        </p:nvGrpSpPr>
        <p:grpSpPr>
          <a:xfrm>
            <a:off x="3321320" y="2214400"/>
            <a:ext cx="274320" cy="529920"/>
            <a:chOff x="3321320" y="2214400"/>
            <a:chExt cx="274320" cy="52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B895B57-9BE4-EF74-AD84-80663EC089BC}"/>
                    </a:ext>
                  </a:extLst>
                </p14:cNvPr>
                <p14:cNvContentPartPr/>
                <p14:nvPr/>
              </p14:nvContentPartPr>
              <p14:xfrm>
                <a:off x="3321320" y="2214400"/>
                <a:ext cx="274320" cy="529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B895B57-9BE4-EF74-AD84-80663EC089B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310520" y="2203600"/>
                  <a:ext cx="29556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31C8369-6384-0BA0-A53F-A8BE687D1BDB}"/>
                    </a:ext>
                  </a:extLst>
                </p14:cNvPr>
                <p14:cNvContentPartPr/>
                <p14:nvPr/>
              </p14:nvContentPartPr>
              <p14:xfrm>
                <a:off x="3438320" y="2580520"/>
                <a:ext cx="87840" cy="23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31C8369-6384-0BA0-A53F-A8BE687D1BD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427880" y="2569720"/>
                  <a:ext cx="10908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21AD489C-1CD2-45DE-C202-C07F201687B6}"/>
                  </a:ext>
                </a:extLst>
              </p14:cNvPr>
              <p14:cNvContentPartPr/>
              <p14:nvPr/>
            </p14:nvContentPartPr>
            <p14:xfrm>
              <a:off x="3902000" y="2390800"/>
              <a:ext cx="183960" cy="1465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21AD489C-1CD2-45DE-C202-C07F201687B6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3891200" y="2380000"/>
                <a:ext cx="205200" cy="16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Group 209">
            <a:extLst>
              <a:ext uri="{FF2B5EF4-FFF2-40B4-BE49-F238E27FC236}">
                <a16:creationId xmlns:a16="http://schemas.microsoft.com/office/drawing/2014/main" id="{EB759862-9AE2-B4EE-0597-6281DFEFC319}"/>
              </a:ext>
            </a:extLst>
          </p:cNvPr>
          <p:cNvGrpSpPr/>
          <p:nvPr/>
        </p:nvGrpSpPr>
        <p:grpSpPr>
          <a:xfrm>
            <a:off x="4335800" y="2225200"/>
            <a:ext cx="997920" cy="409680"/>
            <a:chOff x="4335800" y="2225200"/>
            <a:chExt cx="997920" cy="40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12BB653-41F1-4455-094B-F1A8361A801D}"/>
                    </a:ext>
                  </a:extLst>
                </p14:cNvPr>
                <p14:cNvContentPartPr/>
                <p14:nvPr/>
              </p14:nvContentPartPr>
              <p14:xfrm>
                <a:off x="4335800" y="2225200"/>
                <a:ext cx="141480" cy="328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12BB653-41F1-4455-094B-F1A8361A801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325000" y="2214400"/>
                  <a:ext cx="1627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95C1FE8-8C64-8A96-6AA2-5FBBB9BCC8A2}"/>
                    </a:ext>
                  </a:extLst>
                </p14:cNvPr>
                <p14:cNvContentPartPr/>
                <p14:nvPr/>
              </p14:nvContentPartPr>
              <p14:xfrm>
                <a:off x="4555040" y="2388640"/>
                <a:ext cx="29880" cy="1162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95C1FE8-8C64-8A96-6AA2-5FBBB9BCC8A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544240" y="2377840"/>
                  <a:ext cx="511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9607C3F-C03A-F528-45D6-21CB8B15DEE2}"/>
                    </a:ext>
                  </a:extLst>
                </p14:cNvPr>
                <p14:cNvContentPartPr/>
                <p14:nvPr/>
              </p14:nvContentPartPr>
              <p14:xfrm>
                <a:off x="4607240" y="2308360"/>
                <a:ext cx="360" cy="3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9607C3F-C03A-F528-45D6-21CB8B15DEE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596800" y="22979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AE8CDE5-6BDE-5FC8-91AB-F83135BF7150}"/>
                    </a:ext>
                  </a:extLst>
                </p14:cNvPr>
                <p14:cNvContentPartPr/>
                <p14:nvPr/>
              </p14:nvContentPartPr>
              <p14:xfrm>
                <a:off x="4679600" y="2345080"/>
                <a:ext cx="117000" cy="1465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AE8CDE5-6BDE-5FC8-91AB-F83135BF715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669160" y="2334280"/>
                  <a:ext cx="1382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0B6AF01-2A97-EBDA-D6A7-229FA5B6420A}"/>
                    </a:ext>
                  </a:extLst>
                </p14:cNvPr>
                <p14:cNvContentPartPr/>
                <p14:nvPr/>
              </p14:nvContentPartPr>
              <p14:xfrm>
                <a:off x="4836920" y="2346520"/>
                <a:ext cx="146160" cy="1620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0B6AF01-2A97-EBDA-D6A7-229FA5B6420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826480" y="2336080"/>
                  <a:ext cx="1674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A15922F-3C8D-9F58-8C2B-13F3325561BA}"/>
                    </a:ext>
                  </a:extLst>
                </p14:cNvPr>
                <p14:cNvContentPartPr/>
                <p14:nvPr/>
              </p14:nvContentPartPr>
              <p14:xfrm>
                <a:off x="5050040" y="2354080"/>
                <a:ext cx="95760" cy="1404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A15922F-3C8D-9F58-8C2B-13F3325561B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039240" y="2343640"/>
                  <a:ext cx="117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438972F-E1CF-AA33-ED9F-CE429D87377A}"/>
                    </a:ext>
                  </a:extLst>
                </p14:cNvPr>
                <p14:cNvContentPartPr/>
                <p14:nvPr/>
              </p14:nvContentPartPr>
              <p14:xfrm>
                <a:off x="5124920" y="2346160"/>
                <a:ext cx="208800" cy="2887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438972F-E1CF-AA33-ED9F-CE429D87377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114120" y="2335720"/>
                  <a:ext cx="230040" cy="30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620F61BA-B5A1-EF73-6EBA-BD38644DB91F}"/>
              </a:ext>
            </a:extLst>
          </p:cNvPr>
          <p:cNvGrpSpPr/>
          <p:nvPr/>
        </p:nvGrpSpPr>
        <p:grpSpPr>
          <a:xfrm>
            <a:off x="5668520" y="2156440"/>
            <a:ext cx="578880" cy="336240"/>
            <a:chOff x="5668520" y="2156440"/>
            <a:chExt cx="57888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3C30B5D-6B97-707A-8435-13B09E2B3644}"/>
                    </a:ext>
                  </a:extLst>
                </p14:cNvPr>
                <p14:cNvContentPartPr/>
                <p14:nvPr/>
              </p14:nvContentPartPr>
              <p14:xfrm>
                <a:off x="5704160" y="2156440"/>
                <a:ext cx="30960" cy="3362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3C30B5D-6B97-707A-8435-13B09E2B364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693360" y="2146000"/>
                  <a:ext cx="522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8366823-4F76-B533-4CA6-78F400B348F7}"/>
                    </a:ext>
                  </a:extLst>
                </p14:cNvPr>
                <p14:cNvContentPartPr/>
                <p14:nvPr/>
              </p14:nvContentPartPr>
              <p14:xfrm>
                <a:off x="5668520" y="2380360"/>
                <a:ext cx="117000" cy="108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8366823-4F76-B533-4CA6-78F400B348F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657720" y="2369920"/>
                  <a:ext cx="138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A02EFCD-1EC3-CD46-E821-0CAA9CA46767}"/>
                    </a:ext>
                  </a:extLst>
                </p14:cNvPr>
                <p14:cNvContentPartPr/>
                <p14:nvPr/>
              </p14:nvContentPartPr>
              <p14:xfrm>
                <a:off x="5842400" y="2328880"/>
                <a:ext cx="132480" cy="1530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A02EFCD-1EC3-CD46-E821-0CAA9CA4676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831600" y="2318440"/>
                  <a:ext cx="1537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470E1FD-D885-1DE1-2EF6-9E52CC39CEB1}"/>
                    </a:ext>
                  </a:extLst>
                </p14:cNvPr>
                <p14:cNvContentPartPr/>
                <p14:nvPr/>
              </p14:nvContentPartPr>
              <p14:xfrm>
                <a:off x="6004760" y="2317360"/>
                <a:ext cx="87480" cy="1468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470E1FD-D885-1DE1-2EF6-9E52CC39CEB1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993960" y="2306560"/>
                  <a:ext cx="1087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E139F78-5575-4978-1EAF-D3A8A118EAA7}"/>
                    </a:ext>
                  </a:extLst>
                </p14:cNvPr>
                <p14:cNvContentPartPr/>
                <p14:nvPr/>
              </p14:nvContentPartPr>
              <p14:xfrm>
                <a:off x="6164600" y="2281360"/>
                <a:ext cx="82800" cy="1929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E139F78-5575-4978-1EAF-D3A8A118EAA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154160" y="2270920"/>
                  <a:ext cx="10404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1A91B00F-2183-BB98-6E73-C20D6039F57A}"/>
              </a:ext>
            </a:extLst>
          </p:cNvPr>
          <p:cNvGrpSpPr/>
          <p:nvPr/>
        </p:nvGrpSpPr>
        <p:grpSpPr>
          <a:xfrm>
            <a:off x="6649160" y="2142040"/>
            <a:ext cx="244440" cy="290520"/>
            <a:chOff x="6649160" y="2142040"/>
            <a:chExt cx="244440" cy="29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4A1C968-911C-281E-F279-B4214B87E5A3}"/>
                    </a:ext>
                  </a:extLst>
                </p14:cNvPr>
                <p14:cNvContentPartPr/>
                <p14:nvPr/>
              </p14:nvContentPartPr>
              <p14:xfrm>
                <a:off x="6649160" y="2262640"/>
                <a:ext cx="32400" cy="1638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4A1C968-911C-281E-F279-B4214B87E5A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638720" y="2252200"/>
                  <a:ext cx="536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4240756-55CC-8E95-1DDD-0D7FB7795CED}"/>
                    </a:ext>
                  </a:extLst>
                </p14:cNvPr>
                <p14:cNvContentPartPr/>
                <p14:nvPr/>
              </p14:nvContentPartPr>
              <p14:xfrm>
                <a:off x="6676160" y="2142040"/>
                <a:ext cx="75600" cy="381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4240756-55CC-8E95-1DDD-0D7FB7795CED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665720" y="2131600"/>
                  <a:ext cx="968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A808720-488C-975A-6232-F7914A040E03}"/>
                    </a:ext>
                  </a:extLst>
                </p14:cNvPr>
                <p14:cNvContentPartPr/>
                <p14:nvPr/>
              </p14:nvContentPartPr>
              <p14:xfrm>
                <a:off x="6839960" y="2251480"/>
                <a:ext cx="53640" cy="1810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A808720-488C-975A-6232-F7914A040E0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829520" y="2240680"/>
                  <a:ext cx="7488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9376BDC9-CABD-1D30-C828-466E5BEFBD76}"/>
              </a:ext>
            </a:extLst>
          </p:cNvPr>
          <p:cNvGrpSpPr/>
          <p:nvPr/>
        </p:nvGrpSpPr>
        <p:grpSpPr>
          <a:xfrm>
            <a:off x="7289240" y="2004520"/>
            <a:ext cx="441360" cy="398880"/>
            <a:chOff x="7289240" y="2004520"/>
            <a:chExt cx="441360" cy="39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9D6C044-B62D-278D-0836-1ACAC1692029}"/>
                    </a:ext>
                  </a:extLst>
                </p14:cNvPr>
                <p14:cNvContentPartPr/>
                <p14:nvPr/>
              </p14:nvContentPartPr>
              <p14:xfrm>
                <a:off x="7334960" y="2005600"/>
                <a:ext cx="71280" cy="3978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9D6C044-B62D-278D-0836-1ACAC169202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324520" y="1995160"/>
                  <a:ext cx="9252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0B81E8D-F5EF-69D6-0A5C-85748153AC79}"/>
                    </a:ext>
                  </a:extLst>
                </p14:cNvPr>
                <p14:cNvContentPartPr/>
                <p14:nvPr/>
              </p14:nvContentPartPr>
              <p14:xfrm>
                <a:off x="7289240" y="2135920"/>
                <a:ext cx="157680" cy="82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0B81E8D-F5EF-69D6-0A5C-85748153AC79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278800" y="2125480"/>
                  <a:ext cx="1789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6087B3C-D2E2-7161-F8B7-22BA040BF4CC}"/>
                    </a:ext>
                  </a:extLst>
                </p14:cNvPr>
                <p14:cNvContentPartPr/>
                <p14:nvPr/>
              </p14:nvContentPartPr>
              <p14:xfrm>
                <a:off x="7500200" y="2004520"/>
                <a:ext cx="110160" cy="3945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6087B3C-D2E2-7161-F8B7-22BA040BF4CC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489760" y="1994080"/>
                  <a:ext cx="13140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80C1EF9-9B1D-C89B-B5AA-FA5FAE783337}"/>
                    </a:ext>
                  </a:extLst>
                </p14:cNvPr>
                <p14:cNvContentPartPr/>
                <p14:nvPr/>
              </p14:nvContentPartPr>
              <p14:xfrm>
                <a:off x="7665800" y="2158600"/>
                <a:ext cx="64800" cy="126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80C1EF9-9B1D-C89B-B5AA-FA5FAE78333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655000" y="2147800"/>
                  <a:ext cx="8604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7B926EF2-EB43-586E-540A-0DC8A1419818}"/>
              </a:ext>
            </a:extLst>
          </p:cNvPr>
          <p:cNvGrpSpPr/>
          <p:nvPr/>
        </p:nvGrpSpPr>
        <p:grpSpPr>
          <a:xfrm>
            <a:off x="8048480" y="1938280"/>
            <a:ext cx="936720" cy="469080"/>
            <a:chOff x="8048480" y="1938280"/>
            <a:chExt cx="936720" cy="46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505D253-184F-3A0E-E7FB-A82D55F65256}"/>
                    </a:ext>
                  </a:extLst>
                </p14:cNvPr>
                <p14:cNvContentPartPr/>
                <p14:nvPr/>
              </p14:nvContentPartPr>
              <p14:xfrm>
                <a:off x="8048480" y="1946200"/>
                <a:ext cx="84240" cy="426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505D253-184F-3A0E-E7FB-A82D55F6525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037680" y="1935760"/>
                  <a:ext cx="10548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D011032-3BE4-E73B-4731-51BB58BF736D}"/>
                    </a:ext>
                  </a:extLst>
                </p14:cNvPr>
                <p14:cNvContentPartPr/>
                <p14:nvPr/>
              </p14:nvContentPartPr>
              <p14:xfrm>
                <a:off x="8177000" y="2146000"/>
                <a:ext cx="63360" cy="2016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D011032-3BE4-E73B-4731-51BB58BF736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166200" y="2135560"/>
                  <a:ext cx="846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DCD429F-155C-9609-C2F0-90D7A3E4F362}"/>
                    </a:ext>
                  </a:extLst>
                </p14:cNvPr>
                <p14:cNvContentPartPr/>
                <p14:nvPr/>
              </p14:nvContentPartPr>
              <p14:xfrm>
                <a:off x="8351600" y="2175880"/>
                <a:ext cx="99360" cy="1512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DCD429F-155C-9609-C2F0-90D7A3E4F36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341160" y="2165440"/>
                  <a:ext cx="120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97B8A1F-2932-4E16-B2ED-DF280D81B58B}"/>
                    </a:ext>
                  </a:extLst>
                </p14:cNvPr>
                <p14:cNvContentPartPr/>
                <p14:nvPr/>
              </p14:nvContentPartPr>
              <p14:xfrm>
                <a:off x="8442320" y="2121160"/>
                <a:ext cx="149760" cy="2862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97B8A1F-2932-4E16-B2ED-DF280D81B58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431520" y="2110360"/>
                  <a:ext cx="1710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52BAFC9-177E-3F25-A24F-E716AF0C07A5}"/>
                    </a:ext>
                  </a:extLst>
                </p14:cNvPr>
                <p14:cNvContentPartPr/>
                <p14:nvPr/>
              </p14:nvContentPartPr>
              <p14:xfrm>
                <a:off x="8717360" y="1976080"/>
                <a:ext cx="60120" cy="3520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52BAFC9-177E-3F25-A24F-E716AF0C07A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706560" y="1965640"/>
                  <a:ext cx="8136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EA03321-9C73-84C4-9BD9-20974CDACD14}"/>
                    </a:ext>
                  </a:extLst>
                </p14:cNvPr>
                <p14:cNvContentPartPr/>
                <p14:nvPr/>
              </p14:nvContentPartPr>
              <p14:xfrm>
                <a:off x="8696840" y="2122240"/>
                <a:ext cx="136080" cy="162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EA03321-9C73-84C4-9BD9-20974CDACD1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686400" y="2111800"/>
                  <a:ext cx="157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DFFF4F9-F8A0-9DB2-0F34-760D929E2DE0}"/>
                    </a:ext>
                  </a:extLst>
                </p14:cNvPr>
                <p14:cNvContentPartPr/>
                <p14:nvPr/>
              </p14:nvContentPartPr>
              <p14:xfrm>
                <a:off x="8868920" y="1938280"/>
                <a:ext cx="116280" cy="3783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DFFF4F9-F8A0-9DB2-0F34-760D929E2DE0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858480" y="1927840"/>
                  <a:ext cx="137520" cy="39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F5890AC0-04EA-6F32-69EB-A59670B22E88}"/>
              </a:ext>
            </a:extLst>
          </p:cNvPr>
          <p:cNvGrpSpPr/>
          <p:nvPr/>
        </p:nvGrpSpPr>
        <p:grpSpPr>
          <a:xfrm>
            <a:off x="9426200" y="1921000"/>
            <a:ext cx="324720" cy="542160"/>
            <a:chOff x="9426200" y="1921000"/>
            <a:chExt cx="324720" cy="54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4038FED-E9D5-A4FE-A3F2-9B4C5746D31A}"/>
                    </a:ext>
                  </a:extLst>
                </p14:cNvPr>
                <p14:cNvContentPartPr/>
                <p14:nvPr/>
              </p14:nvContentPartPr>
              <p14:xfrm>
                <a:off x="9426200" y="1921000"/>
                <a:ext cx="300600" cy="5421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4038FED-E9D5-A4FE-A3F2-9B4C5746D31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415400" y="1910200"/>
                  <a:ext cx="32184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D130F78-E766-2F6E-6389-A7EAC87DC93E}"/>
                    </a:ext>
                  </a:extLst>
                </p14:cNvPr>
                <p14:cNvContentPartPr/>
                <p14:nvPr/>
              </p14:nvContentPartPr>
              <p14:xfrm>
                <a:off x="9572720" y="2308360"/>
                <a:ext cx="178200" cy="824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D130F78-E766-2F6E-6389-A7EAC87DC93E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562280" y="2297920"/>
                  <a:ext cx="19944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0D029C05-EC05-23D3-A433-5A7FC3043321}"/>
              </a:ext>
            </a:extLst>
          </p:cNvPr>
          <p:cNvGrpSpPr/>
          <p:nvPr/>
        </p:nvGrpSpPr>
        <p:grpSpPr>
          <a:xfrm>
            <a:off x="10053680" y="1958800"/>
            <a:ext cx="552600" cy="339840"/>
            <a:chOff x="10053680" y="1958800"/>
            <a:chExt cx="55260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BA9F726-4928-047C-5281-E36EBF3769A5}"/>
                    </a:ext>
                  </a:extLst>
                </p14:cNvPr>
                <p14:cNvContentPartPr/>
                <p14:nvPr/>
              </p14:nvContentPartPr>
              <p14:xfrm>
                <a:off x="10136120" y="1982920"/>
                <a:ext cx="126000" cy="3157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BA9F726-4928-047C-5281-E36EBF3769A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125320" y="1972120"/>
                  <a:ext cx="14724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DD53876-C968-2303-2334-ECF869CBA4EF}"/>
                    </a:ext>
                  </a:extLst>
                </p14:cNvPr>
                <p14:cNvContentPartPr/>
                <p14:nvPr/>
              </p14:nvContentPartPr>
              <p14:xfrm>
                <a:off x="10053680" y="2139520"/>
                <a:ext cx="178200" cy="111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DD53876-C968-2303-2334-ECF869CBA4EF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043240" y="2128720"/>
                  <a:ext cx="1994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7F1FE82-7631-16F6-EF9F-722578411531}"/>
                    </a:ext>
                  </a:extLst>
                </p14:cNvPr>
                <p14:cNvContentPartPr/>
                <p14:nvPr/>
              </p14:nvContentPartPr>
              <p14:xfrm>
                <a:off x="10346360" y="1958800"/>
                <a:ext cx="96120" cy="3236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7F1FE82-7631-16F6-EF9F-722578411531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335560" y="1948360"/>
                  <a:ext cx="1173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DFF2704-D723-4977-F835-E0C6DB23AD23}"/>
                    </a:ext>
                  </a:extLst>
                </p14:cNvPr>
                <p14:cNvContentPartPr/>
                <p14:nvPr/>
              </p14:nvContentPartPr>
              <p14:xfrm>
                <a:off x="10530320" y="2086960"/>
                <a:ext cx="75960" cy="1555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DFF2704-D723-4977-F835-E0C6DB23AD2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519880" y="2076520"/>
                  <a:ext cx="9720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98AB23C-F207-8441-3C2D-EF5ADA6C0209}"/>
              </a:ext>
            </a:extLst>
          </p:cNvPr>
          <p:cNvGrpSpPr/>
          <p:nvPr/>
        </p:nvGrpSpPr>
        <p:grpSpPr>
          <a:xfrm>
            <a:off x="10932800" y="1907680"/>
            <a:ext cx="1060560" cy="466560"/>
            <a:chOff x="10932800" y="1907680"/>
            <a:chExt cx="1060560" cy="46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5C111BD-51DB-254F-FE06-44BDD7FC3CB5}"/>
                    </a:ext>
                  </a:extLst>
                </p14:cNvPr>
                <p14:cNvContentPartPr/>
                <p14:nvPr/>
              </p14:nvContentPartPr>
              <p14:xfrm>
                <a:off x="10932800" y="1935040"/>
                <a:ext cx="68040" cy="3214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5C111BD-51DB-254F-FE06-44BDD7FC3CB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922000" y="1924240"/>
                  <a:ext cx="8928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7F471C4-A5DF-422E-EC78-7690A0A3341D}"/>
                    </a:ext>
                  </a:extLst>
                </p14:cNvPr>
                <p14:cNvContentPartPr/>
                <p14:nvPr/>
              </p14:nvContentPartPr>
              <p14:xfrm>
                <a:off x="11023160" y="2119000"/>
                <a:ext cx="237600" cy="1594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7F471C4-A5DF-422E-EC78-7690A0A3341D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1012360" y="2108560"/>
                  <a:ext cx="2588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1A3EA22-90D6-BEBF-CFE3-0BC953C0DA96}"/>
                    </a:ext>
                  </a:extLst>
                </p14:cNvPr>
                <p14:cNvContentPartPr/>
                <p14:nvPr/>
              </p14:nvContentPartPr>
              <p14:xfrm>
                <a:off x="11295680" y="2141680"/>
                <a:ext cx="119880" cy="2325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1A3EA22-90D6-BEBF-CFE3-0BC953C0DA96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284880" y="2131240"/>
                  <a:ext cx="141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D696A57-D2BA-7B93-B959-5E0C3A1B02FB}"/>
                    </a:ext>
                  </a:extLst>
                </p14:cNvPr>
                <p14:cNvContentPartPr/>
                <p14:nvPr/>
              </p14:nvContentPartPr>
              <p14:xfrm>
                <a:off x="11488640" y="2081200"/>
                <a:ext cx="69840" cy="1875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D696A57-D2BA-7B93-B959-5E0C3A1B02F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1477840" y="2070400"/>
                  <a:ext cx="910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311A011-73EF-4CFC-2C48-6F6D239E4D11}"/>
                    </a:ext>
                  </a:extLst>
                </p14:cNvPr>
                <p14:cNvContentPartPr/>
                <p14:nvPr/>
              </p14:nvContentPartPr>
              <p14:xfrm>
                <a:off x="11615000" y="2092720"/>
                <a:ext cx="108360" cy="1922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311A011-73EF-4CFC-2C48-6F6D239E4D1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1604200" y="2081920"/>
                  <a:ext cx="129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F3EEE372-D9AE-8312-DCE4-40414D10D9A6}"/>
                    </a:ext>
                  </a:extLst>
                </p14:cNvPr>
                <p14:cNvContentPartPr/>
                <p14:nvPr/>
              </p14:nvContentPartPr>
              <p14:xfrm>
                <a:off x="11825600" y="1907680"/>
                <a:ext cx="21960" cy="3315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F3EEE372-D9AE-8312-DCE4-40414D10D9A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1815160" y="1896880"/>
                  <a:ext cx="432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CE4B5D2-5E0A-95DF-0B96-E016144CA957}"/>
                    </a:ext>
                  </a:extLst>
                </p14:cNvPr>
                <p14:cNvContentPartPr/>
                <p14:nvPr/>
              </p14:nvContentPartPr>
              <p14:xfrm>
                <a:off x="11796440" y="2042320"/>
                <a:ext cx="196920" cy="324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CE4B5D2-5E0A-95DF-0B96-E016144CA957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1786000" y="2031520"/>
                  <a:ext cx="21816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DA7D29C2-FD27-D380-D7E7-4423C4785B3B}"/>
              </a:ext>
            </a:extLst>
          </p:cNvPr>
          <p:cNvGrpSpPr/>
          <p:nvPr/>
        </p:nvGrpSpPr>
        <p:grpSpPr>
          <a:xfrm>
            <a:off x="273560" y="2858080"/>
            <a:ext cx="849600" cy="509400"/>
            <a:chOff x="273560" y="2858080"/>
            <a:chExt cx="849600" cy="50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A72D045-195E-3C97-DC9C-0DDDE831154A}"/>
                    </a:ext>
                  </a:extLst>
                </p14:cNvPr>
                <p14:cNvContentPartPr/>
                <p14:nvPr/>
              </p14:nvContentPartPr>
              <p14:xfrm>
                <a:off x="273560" y="2986960"/>
                <a:ext cx="132840" cy="3805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A72D045-195E-3C97-DC9C-0DDDE831154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62760" y="2976520"/>
                  <a:ext cx="1540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58A3549-04E4-6EAC-5CD5-8C46BDEDF5CF}"/>
                    </a:ext>
                  </a:extLst>
                </p14:cNvPr>
                <p14:cNvContentPartPr/>
                <p14:nvPr/>
              </p14:nvContentPartPr>
              <p14:xfrm>
                <a:off x="389480" y="2987320"/>
                <a:ext cx="160920" cy="1800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58A3549-04E4-6EAC-5CD5-8C46BDEDF5CF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79040" y="2976520"/>
                  <a:ext cx="1821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575E6A4-843B-8509-819D-62904AF0E701}"/>
                    </a:ext>
                  </a:extLst>
                </p14:cNvPr>
                <p14:cNvContentPartPr/>
                <p14:nvPr/>
              </p14:nvContentPartPr>
              <p14:xfrm>
                <a:off x="608000" y="3011080"/>
                <a:ext cx="189360" cy="1252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575E6A4-843B-8509-819D-62904AF0E701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97560" y="3000280"/>
                  <a:ext cx="2106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FB04B2A-945E-1DC1-78A7-C73C21A6DE91}"/>
                    </a:ext>
                  </a:extLst>
                </p14:cNvPr>
                <p14:cNvContentPartPr/>
                <p14:nvPr/>
              </p14:nvContentPartPr>
              <p14:xfrm>
                <a:off x="867920" y="2858080"/>
                <a:ext cx="70200" cy="2995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FB04B2A-945E-1DC1-78A7-C73C21A6DE91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57480" y="2847280"/>
                  <a:ext cx="914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E2DF00B-919A-2F36-A4AA-D2B250356E4E}"/>
                    </a:ext>
                  </a:extLst>
                </p14:cNvPr>
                <p14:cNvContentPartPr/>
                <p14:nvPr/>
              </p14:nvContentPartPr>
              <p14:xfrm>
                <a:off x="835160" y="3021160"/>
                <a:ext cx="185760" cy="187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E2DF00B-919A-2F36-A4AA-D2B250356E4E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24360" y="3010720"/>
                  <a:ext cx="207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AC76469-53C2-ACD8-F2ED-E62FBB563E6C}"/>
                    </a:ext>
                  </a:extLst>
                </p14:cNvPr>
                <p14:cNvContentPartPr/>
                <p14:nvPr/>
              </p14:nvContentPartPr>
              <p14:xfrm>
                <a:off x="1028840" y="2871760"/>
                <a:ext cx="94320" cy="3452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AC76469-53C2-ACD8-F2ED-E62FBB563E6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018400" y="2860960"/>
                  <a:ext cx="115560" cy="36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755EF153-8479-FCA6-D673-26A843E44438}"/>
              </a:ext>
            </a:extLst>
          </p:cNvPr>
          <p:cNvGrpSpPr/>
          <p:nvPr/>
        </p:nvGrpSpPr>
        <p:grpSpPr>
          <a:xfrm>
            <a:off x="1464800" y="2847640"/>
            <a:ext cx="1281960" cy="324720"/>
            <a:chOff x="1464800" y="2847640"/>
            <a:chExt cx="128196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1F48978-5D6B-6269-F16D-1B686436CC59}"/>
                    </a:ext>
                  </a:extLst>
                </p14:cNvPr>
                <p14:cNvContentPartPr/>
                <p14:nvPr/>
              </p14:nvContentPartPr>
              <p14:xfrm>
                <a:off x="1464800" y="2872840"/>
                <a:ext cx="154800" cy="2995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1F48978-5D6B-6269-F16D-1B686436CC5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454000" y="2862040"/>
                  <a:ext cx="1760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1FF3D3F-ECFA-41F9-9DB8-82D9B3E732F1}"/>
                    </a:ext>
                  </a:extLst>
                </p14:cNvPr>
                <p14:cNvContentPartPr/>
                <p14:nvPr/>
              </p14:nvContentPartPr>
              <p14:xfrm>
                <a:off x="1674320" y="2984080"/>
                <a:ext cx="123480" cy="1735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1FF3D3F-ECFA-41F9-9DB8-82D9B3E732F1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663880" y="2973640"/>
                  <a:ext cx="1447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3CBB3F8-62C5-25AC-8710-87EC8D63E5F9}"/>
                    </a:ext>
                  </a:extLst>
                </p14:cNvPr>
                <p14:cNvContentPartPr/>
                <p14:nvPr/>
              </p14:nvContentPartPr>
              <p14:xfrm>
                <a:off x="1891040" y="2847640"/>
                <a:ext cx="74160" cy="2952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3CBB3F8-62C5-25AC-8710-87EC8D63E5F9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880600" y="2837200"/>
                  <a:ext cx="954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C90CB94-5321-5F5B-ED3D-71B9F4650AA6}"/>
                    </a:ext>
                  </a:extLst>
                </p14:cNvPr>
                <p14:cNvContentPartPr/>
                <p14:nvPr/>
              </p14:nvContentPartPr>
              <p14:xfrm>
                <a:off x="1856840" y="3052120"/>
                <a:ext cx="161640" cy="129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C90CB94-5321-5F5B-ED3D-71B9F4650AA6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846400" y="3041680"/>
                  <a:ext cx="182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FDE3F0E-0788-E2C7-74EF-6DF661B4C4A5}"/>
                    </a:ext>
                  </a:extLst>
                </p14:cNvPr>
                <p14:cNvContentPartPr/>
                <p14:nvPr/>
              </p14:nvContentPartPr>
              <p14:xfrm>
                <a:off x="2054480" y="2990560"/>
                <a:ext cx="232920" cy="1724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FDE3F0E-0788-E2C7-74EF-6DF661B4C4A5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044040" y="2979760"/>
                  <a:ext cx="2541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31E4F98-F898-9E4A-8BB5-F7AE3491F286}"/>
                    </a:ext>
                  </a:extLst>
                </p14:cNvPr>
                <p14:cNvContentPartPr/>
                <p14:nvPr/>
              </p14:nvContentPartPr>
              <p14:xfrm>
                <a:off x="2361920" y="2998120"/>
                <a:ext cx="82800" cy="1616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31E4F98-F898-9E4A-8BB5-F7AE3491F28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351480" y="2987320"/>
                  <a:ext cx="1040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FB2B7B8-5FB6-873B-384B-00EB390995FD}"/>
                    </a:ext>
                  </a:extLst>
                </p14:cNvPr>
                <p14:cNvContentPartPr/>
                <p14:nvPr/>
              </p14:nvContentPartPr>
              <p14:xfrm>
                <a:off x="2490080" y="2987680"/>
                <a:ext cx="71280" cy="1573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FB2B7B8-5FB6-873B-384B-00EB390995FD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2479640" y="2976880"/>
                  <a:ext cx="925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0745DE6-4FA4-AE0A-FA17-45E0699653D3}"/>
                    </a:ext>
                  </a:extLst>
                </p14:cNvPr>
                <p14:cNvContentPartPr/>
                <p14:nvPr/>
              </p14:nvContentPartPr>
              <p14:xfrm>
                <a:off x="2666480" y="3032320"/>
                <a:ext cx="80280" cy="1252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0745DE6-4FA4-AE0A-FA17-45E0699653D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2656040" y="3021520"/>
                  <a:ext cx="10152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7B5245F-D705-AA1A-E717-D8ED60376570}"/>
              </a:ext>
            </a:extLst>
          </p:cNvPr>
          <p:cNvGrpSpPr/>
          <p:nvPr/>
        </p:nvGrpSpPr>
        <p:grpSpPr>
          <a:xfrm>
            <a:off x="3196400" y="2920720"/>
            <a:ext cx="582480" cy="291600"/>
            <a:chOff x="3196400" y="2920720"/>
            <a:chExt cx="58248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317CDC0-7791-290F-6B84-0374E8806792}"/>
                    </a:ext>
                  </a:extLst>
                </p14:cNvPr>
                <p14:cNvContentPartPr/>
                <p14:nvPr/>
              </p14:nvContentPartPr>
              <p14:xfrm>
                <a:off x="3196400" y="2920720"/>
                <a:ext cx="346680" cy="2037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317CDC0-7791-290F-6B84-0374E880679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185600" y="2909920"/>
                  <a:ext cx="3679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9BFCC2E4-94DD-58D9-0233-546553A8D659}"/>
                    </a:ext>
                  </a:extLst>
                </p14:cNvPr>
                <p14:cNvContentPartPr/>
                <p14:nvPr/>
              </p14:nvContentPartPr>
              <p14:xfrm>
                <a:off x="3571880" y="2943760"/>
                <a:ext cx="207000" cy="2685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9BFCC2E4-94DD-58D9-0233-546553A8D659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561080" y="2932960"/>
                  <a:ext cx="228240" cy="28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7DFC966C-679E-6A5D-C0D2-31E15866464B}"/>
              </a:ext>
            </a:extLst>
          </p:cNvPr>
          <p:cNvGrpSpPr/>
          <p:nvPr/>
        </p:nvGrpSpPr>
        <p:grpSpPr>
          <a:xfrm>
            <a:off x="4339400" y="2838640"/>
            <a:ext cx="691200" cy="244440"/>
            <a:chOff x="4339400" y="2838640"/>
            <a:chExt cx="69120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CD107BA-134C-382D-3F9F-D14FCDCE367B}"/>
                    </a:ext>
                  </a:extLst>
                </p14:cNvPr>
                <p14:cNvContentPartPr/>
                <p14:nvPr/>
              </p14:nvContentPartPr>
              <p14:xfrm>
                <a:off x="4402040" y="2838640"/>
                <a:ext cx="124200" cy="2444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CD107BA-134C-382D-3F9F-D14FCDCE367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391600" y="2827840"/>
                  <a:ext cx="1454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1CDC7CE-1EE8-D910-D527-1847D65D305C}"/>
                    </a:ext>
                  </a:extLst>
                </p14:cNvPr>
                <p14:cNvContentPartPr/>
                <p14:nvPr/>
              </p14:nvContentPartPr>
              <p14:xfrm>
                <a:off x="4339400" y="2950600"/>
                <a:ext cx="189360" cy="162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1CDC7CE-1EE8-D910-D527-1847D65D305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4328960" y="2939800"/>
                  <a:ext cx="210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FAE1F0C-7CE7-A737-CEFE-A945FC8732C9}"/>
                    </a:ext>
                  </a:extLst>
                </p14:cNvPr>
                <p14:cNvContentPartPr/>
                <p14:nvPr/>
              </p14:nvContentPartPr>
              <p14:xfrm>
                <a:off x="4627400" y="2910640"/>
                <a:ext cx="253080" cy="1504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FAE1F0C-7CE7-A737-CEFE-A945FC8732C9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616600" y="2899840"/>
                  <a:ext cx="2743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B315D735-4ED2-6C9A-28F5-1DE7C48E1857}"/>
                    </a:ext>
                  </a:extLst>
                </p14:cNvPr>
                <p14:cNvContentPartPr/>
                <p14:nvPr/>
              </p14:nvContentPartPr>
              <p14:xfrm>
                <a:off x="4900640" y="2926120"/>
                <a:ext cx="129960" cy="1396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B315D735-4ED2-6C9A-28F5-1DE7C48E1857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890200" y="2915680"/>
                  <a:ext cx="15120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E5B0A85D-D76E-00BE-BA4F-9263AA2F5524}"/>
              </a:ext>
            </a:extLst>
          </p:cNvPr>
          <p:cNvGrpSpPr/>
          <p:nvPr/>
        </p:nvGrpSpPr>
        <p:grpSpPr>
          <a:xfrm>
            <a:off x="5455040" y="2718760"/>
            <a:ext cx="936000" cy="294840"/>
            <a:chOff x="5455040" y="2718760"/>
            <a:chExt cx="93600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EA9BCF75-070B-199C-44A8-1AE6CA1A72AC}"/>
                    </a:ext>
                  </a:extLst>
                </p14:cNvPr>
                <p14:cNvContentPartPr/>
                <p14:nvPr/>
              </p14:nvContentPartPr>
              <p14:xfrm>
                <a:off x="5455040" y="2849800"/>
                <a:ext cx="150120" cy="1627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A9BCF75-070B-199C-44A8-1AE6CA1A72AC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5444600" y="2839360"/>
                  <a:ext cx="1713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B06940E-1F06-20BC-AD2F-1D7352DEE937}"/>
                    </a:ext>
                  </a:extLst>
                </p14:cNvPr>
                <p14:cNvContentPartPr/>
                <p14:nvPr/>
              </p14:nvContentPartPr>
              <p14:xfrm>
                <a:off x="5669600" y="2876440"/>
                <a:ext cx="133920" cy="1371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B06940E-1F06-20BC-AD2F-1D7352DEE937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5659160" y="2866000"/>
                  <a:ext cx="1551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3ECE5D8-7F86-9BE9-F4FE-FF8409CF52F0}"/>
                    </a:ext>
                  </a:extLst>
                </p14:cNvPr>
                <p14:cNvContentPartPr/>
                <p14:nvPr/>
              </p14:nvContentPartPr>
              <p14:xfrm>
                <a:off x="5849600" y="2718760"/>
                <a:ext cx="186120" cy="2674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3ECE5D8-7F86-9BE9-F4FE-FF8409CF52F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839160" y="2707960"/>
                  <a:ext cx="2073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3B7BD58-C0F1-D1C5-3D96-A29D0FF2B213}"/>
                    </a:ext>
                  </a:extLst>
                </p14:cNvPr>
                <p14:cNvContentPartPr/>
                <p14:nvPr/>
              </p14:nvContentPartPr>
              <p14:xfrm>
                <a:off x="6105200" y="2799040"/>
                <a:ext cx="90360" cy="1623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3B7BD58-C0F1-D1C5-3D96-A29D0FF2B213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094400" y="2788240"/>
                  <a:ext cx="111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3FA432F-7843-C3E1-3EDE-E81D43593057}"/>
                    </a:ext>
                  </a:extLst>
                </p14:cNvPr>
                <p14:cNvContentPartPr/>
                <p14:nvPr/>
              </p14:nvContentPartPr>
              <p14:xfrm>
                <a:off x="6235880" y="2795440"/>
                <a:ext cx="155160" cy="1796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3FA432F-7843-C3E1-3EDE-E81D43593057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6225080" y="2784640"/>
                  <a:ext cx="176400" cy="20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B8AD7509-A8F3-9F6D-E9F5-E3B90D6F7DD3}"/>
              </a:ext>
            </a:extLst>
          </p:cNvPr>
          <p:cNvGrpSpPr/>
          <p:nvPr/>
        </p:nvGrpSpPr>
        <p:grpSpPr>
          <a:xfrm>
            <a:off x="6774080" y="2655400"/>
            <a:ext cx="316800" cy="295200"/>
            <a:chOff x="6774080" y="2655400"/>
            <a:chExt cx="316800" cy="29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2839EC3F-D65F-579C-5468-ADD018B8B3F6}"/>
                    </a:ext>
                  </a:extLst>
                </p14:cNvPr>
                <p14:cNvContentPartPr/>
                <p14:nvPr/>
              </p14:nvContentPartPr>
              <p14:xfrm>
                <a:off x="6774080" y="2822440"/>
                <a:ext cx="55080" cy="1224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2839EC3F-D65F-579C-5468-ADD018B8B3F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6763280" y="2812000"/>
                  <a:ext cx="763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A69F7381-BBD0-038D-341A-F98AF35B48D0}"/>
                    </a:ext>
                  </a:extLst>
                </p14:cNvPr>
                <p14:cNvContentPartPr/>
                <p14:nvPr/>
              </p14:nvContentPartPr>
              <p14:xfrm>
                <a:off x="6848960" y="2655400"/>
                <a:ext cx="105120" cy="806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A69F7381-BBD0-038D-341A-F98AF35B48D0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838160" y="2644960"/>
                  <a:ext cx="1263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5D3374DF-7347-7775-8B82-999F57B27208}"/>
                    </a:ext>
                  </a:extLst>
                </p14:cNvPr>
                <p14:cNvContentPartPr/>
                <p14:nvPr/>
              </p14:nvContentPartPr>
              <p14:xfrm>
                <a:off x="6921320" y="2735680"/>
                <a:ext cx="169560" cy="2149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5D3374DF-7347-7775-8B82-999F57B27208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910520" y="2725240"/>
                  <a:ext cx="190800" cy="23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1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41E0E230-BBFF-E1F8-6C61-B9777B0D3791}"/>
                  </a:ext>
                </a:extLst>
              </p14:cNvPr>
              <p14:cNvContentPartPr/>
              <p14:nvPr/>
            </p14:nvContentPartPr>
            <p14:xfrm>
              <a:off x="7377080" y="2777800"/>
              <a:ext cx="189360" cy="14112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41E0E230-BBFF-E1F8-6C61-B9777B0D3791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7366640" y="2767000"/>
                <a:ext cx="21060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0" name="Group 289">
            <a:extLst>
              <a:ext uri="{FF2B5EF4-FFF2-40B4-BE49-F238E27FC236}">
                <a16:creationId xmlns:a16="http://schemas.microsoft.com/office/drawing/2014/main" id="{01925073-F9A3-9E2D-4E2F-A0E657B33F43}"/>
              </a:ext>
            </a:extLst>
          </p:cNvPr>
          <p:cNvGrpSpPr/>
          <p:nvPr/>
        </p:nvGrpSpPr>
        <p:grpSpPr>
          <a:xfrm>
            <a:off x="7803320" y="2612200"/>
            <a:ext cx="858600" cy="316800"/>
            <a:chOff x="7803320" y="2612200"/>
            <a:chExt cx="85860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5B2C784-F410-DD1A-1E06-85B0A4593CE8}"/>
                    </a:ext>
                  </a:extLst>
                </p14:cNvPr>
                <p14:cNvContentPartPr/>
                <p14:nvPr/>
              </p14:nvContentPartPr>
              <p14:xfrm>
                <a:off x="7831400" y="2612200"/>
                <a:ext cx="119520" cy="3168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5B2C784-F410-DD1A-1E06-85B0A4593CE8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820600" y="2601760"/>
                  <a:ext cx="1407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7C6E718-7FF1-1A9E-381A-89C691EC8869}"/>
                    </a:ext>
                  </a:extLst>
                </p14:cNvPr>
                <p14:cNvContentPartPr/>
                <p14:nvPr/>
              </p14:nvContentPartPr>
              <p14:xfrm>
                <a:off x="7803320" y="2816680"/>
                <a:ext cx="145080" cy="219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7C6E718-7FF1-1A9E-381A-89C691EC8869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792880" y="2806240"/>
                  <a:ext cx="1663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1E325DB-1B02-4FE3-52F2-1F8DFBC85844}"/>
                    </a:ext>
                  </a:extLst>
                </p14:cNvPr>
                <p14:cNvContentPartPr/>
                <p14:nvPr/>
              </p14:nvContentPartPr>
              <p14:xfrm>
                <a:off x="8045600" y="2720920"/>
                <a:ext cx="193680" cy="1497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1E325DB-1B02-4FE3-52F2-1F8DFBC85844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034800" y="2710120"/>
                  <a:ext cx="2149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989D601-519A-526C-CAFF-844B7C7F48A2}"/>
                    </a:ext>
                  </a:extLst>
                </p14:cNvPr>
                <p14:cNvContentPartPr/>
                <p14:nvPr/>
              </p14:nvContentPartPr>
              <p14:xfrm>
                <a:off x="8277800" y="2695360"/>
                <a:ext cx="89280" cy="1663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989D601-519A-526C-CAFF-844B7C7F48A2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267000" y="2684920"/>
                  <a:ext cx="1105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D73075B-9A00-135A-BA5A-37F8013CD572}"/>
                    </a:ext>
                  </a:extLst>
                </p14:cNvPr>
                <p14:cNvContentPartPr/>
                <p14:nvPr/>
              </p14:nvContentPartPr>
              <p14:xfrm>
                <a:off x="8431520" y="2713720"/>
                <a:ext cx="101880" cy="1663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D73075B-9A00-135A-BA5A-37F8013CD572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421080" y="2702920"/>
                  <a:ext cx="1231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767356B-E687-23DC-5489-976512D7276D}"/>
                    </a:ext>
                  </a:extLst>
                </p14:cNvPr>
                <p14:cNvContentPartPr/>
                <p14:nvPr/>
              </p14:nvContentPartPr>
              <p14:xfrm>
                <a:off x="8661560" y="2861320"/>
                <a:ext cx="360" cy="3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767356B-E687-23DC-5489-976512D7276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650760" y="28508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FD1A2793-324B-27B4-35C2-6EB95C561C72}"/>
              </a:ext>
            </a:extLst>
          </p:cNvPr>
          <p:cNvGrpSpPr/>
          <p:nvPr/>
        </p:nvGrpSpPr>
        <p:grpSpPr>
          <a:xfrm>
            <a:off x="9010400" y="2559640"/>
            <a:ext cx="729000" cy="316800"/>
            <a:chOff x="9010400" y="2559640"/>
            <a:chExt cx="72900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915CCE88-BFD5-97A4-594D-40DBFE531C4A}"/>
                    </a:ext>
                  </a:extLst>
                </p14:cNvPr>
                <p14:cNvContentPartPr/>
                <p14:nvPr/>
              </p14:nvContentPartPr>
              <p14:xfrm>
                <a:off x="9082760" y="2638480"/>
                <a:ext cx="68760" cy="2379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915CCE88-BFD5-97A4-594D-40DBFE531C4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072320" y="2628040"/>
                  <a:ext cx="90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338284E1-5AB5-152A-7590-D1312ABFD170}"/>
                    </a:ext>
                  </a:extLst>
                </p14:cNvPr>
                <p14:cNvContentPartPr/>
                <p14:nvPr/>
              </p14:nvContentPartPr>
              <p14:xfrm>
                <a:off x="9010400" y="2631640"/>
                <a:ext cx="253080" cy="586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338284E1-5AB5-152A-7590-D1312ABFD17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999960" y="2621200"/>
                  <a:ext cx="2743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4C9B207-63B5-637F-962F-E6F7C3135010}"/>
                    </a:ext>
                  </a:extLst>
                </p14:cNvPr>
                <p14:cNvContentPartPr/>
                <p14:nvPr/>
              </p14:nvContentPartPr>
              <p14:xfrm>
                <a:off x="9247280" y="2559640"/>
                <a:ext cx="174600" cy="2923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4C9B207-63B5-637F-962F-E6F7C313501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236840" y="2549200"/>
                  <a:ext cx="1958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7AEA61F-CC2D-D9F3-D814-73839EDF9B1F}"/>
                    </a:ext>
                  </a:extLst>
                </p14:cNvPr>
                <p14:cNvContentPartPr/>
                <p14:nvPr/>
              </p14:nvContentPartPr>
              <p14:xfrm>
                <a:off x="9439520" y="2737840"/>
                <a:ext cx="48600" cy="1101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7AEA61F-CC2D-D9F3-D814-73839EDF9B1F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428720" y="2727400"/>
                  <a:ext cx="698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327F8485-0486-5064-883A-9558989E5C25}"/>
                    </a:ext>
                  </a:extLst>
                </p14:cNvPr>
                <p14:cNvContentPartPr/>
                <p14:nvPr/>
              </p14:nvContentPartPr>
              <p14:xfrm>
                <a:off x="9541040" y="2642080"/>
                <a:ext cx="360" cy="3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327F8485-0486-5064-883A-9558989E5C2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530240" y="26312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B957184-BA35-8E5F-929C-1702F6678B2D}"/>
                    </a:ext>
                  </a:extLst>
                </p14:cNvPr>
                <p14:cNvContentPartPr/>
                <p14:nvPr/>
              </p14:nvContentPartPr>
              <p14:xfrm>
                <a:off x="9645080" y="2662960"/>
                <a:ext cx="94320" cy="1576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B957184-BA35-8E5F-929C-1702F6678B2D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634280" y="2652160"/>
                  <a:ext cx="11556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8D0AA25F-2446-021C-B971-3BB2F4598A0B}"/>
              </a:ext>
            </a:extLst>
          </p:cNvPr>
          <p:cNvGrpSpPr/>
          <p:nvPr/>
        </p:nvGrpSpPr>
        <p:grpSpPr>
          <a:xfrm>
            <a:off x="10009400" y="2522920"/>
            <a:ext cx="714960" cy="432720"/>
            <a:chOff x="10009400" y="2522920"/>
            <a:chExt cx="714960" cy="43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C07EEDB5-EECF-D3E9-4D74-DD170D242A1C}"/>
                    </a:ext>
                  </a:extLst>
                </p14:cNvPr>
                <p14:cNvContentPartPr/>
                <p14:nvPr/>
              </p14:nvContentPartPr>
              <p14:xfrm>
                <a:off x="10009400" y="2679880"/>
                <a:ext cx="94320" cy="2757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C07EEDB5-EECF-D3E9-4D74-DD170D242A1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998600" y="2669080"/>
                  <a:ext cx="1155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D0235B9E-61F2-66D9-ABDC-45354C6CB706}"/>
                    </a:ext>
                  </a:extLst>
                </p14:cNvPr>
                <p14:cNvContentPartPr/>
                <p14:nvPr/>
              </p14:nvContentPartPr>
              <p14:xfrm>
                <a:off x="10113440" y="2689960"/>
                <a:ext cx="103320" cy="1087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D0235B9E-61F2-66D9-ABDC-45354C6CB706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102640" y="2679520"/>
                  <a:ext cx="1245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D375F66A-3E75-A132-0100-64A18561ABFC}"/>
                    </a:ext>
                  </a:extLst>
                </p14:cNvPr>
                <p14:cNvContentPartPr/>
                <p14:nvPr/>
              </p14:nvContentPartPr>
              <p14:xfrm>
                <a:off x="10268600" y="2641000"/>
                <a:ext cx="156240" cy="1688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D375F66A-3E75-A132-0100-64A18561ABFC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258160" y="2630200"/>
                  <a:ext cx="177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0F214F5D-9AB7-3B53-ABFC-40E5E67C3ED0}"/>
                    </a:ext>
                  </a:extLst>
                </p14:cNvPr>
                <p14:cNvContentPartPr/>
                <p14:nvPr/>
              </p14:nvContentPartPr>
              <p14:xfrm>
                <a:off x="10487840" y="2552800"/>
                <a:ext cx="36000" cy="2232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0F214F5D-9AB7-3B53-ABFC-40E5E67C3ED0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477400" y="2542360"/>
                  <a:ext cx="572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3A51E79-5B72-2610-BB99-3A27726B205D}"/>
                    </a:ext>
                  </a:extLst>
                </p14:cNvPr>
                <p14:cNvContentPartPr/>
                <p14:nvPr/>
              </p14:nvContentPartPr>
              <p14:xfrm>
                <a:off x="10528520" y="2522920"/>
                <a:ext cx="195840" cy="3034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3A51E79-5B72-2610-BB99-3A27726B205D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517720" y="2512480"/>
                  <a:ext cx="21708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53E71D9B-3CD2-92C9-96CE-A77492E11421}"/>
              </a:ext>
            </a:extLst>
          </p:cNvPr>
          <p:cNvGrpSpPr/>
          <p:nvPr/>
        </p:nvGrpSpPr>
        <p:grpSpPr>
          <a:xfrm>
            <a:off x="10949720" y="2668360"/>
            <a:ext cx="571680" cy="254160"/>
            <a:chOff x="10949720" y="2668360"/>
            <a:chExt cx="571680" cy="25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C9BE87AC-FE38-6697-C4F7-BF8B820CF915}"/>
                    </a:ext>
                  </a:extLst>
                </p14:cNvPr>
                <p14:cNvContentPartPr/>
                <p14:nvPr/>
              </p14:nvContentPartPr>
              <p14:xfrm>
                <a:off x="10949720" y="2668360"/>
                <a:ext cx="266760" cy="1501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C9BE87AC-FE38-6697-C4F7-BF8B820CF91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939280" y="2657560"/>
                  <a:ext cx="2880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5CF17FA2-9B4E-24D1-3EF8-41EDC675F838}"/>
                    </a:ext>
                  </a:extLst>
                </p14:cNvPr>
                <p14:cNvContentPartPr/>
                <p14:nvPr/>
              </p14:nvContentPartPr>
              <p14:xfrm>
                <a:off x="11264720" y="2682040"/>
                <a:ext cx="100440" cy="950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5CF17FA2-9B4E-24D1-3EF8-41EDC675F838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1254280" y="2671240"/>
                  <a:ext cx="1216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BC6CA3E-406F-5052-56C1-D895BD6134DC}"/>
                    </a:ext>
                  </a:extLst>
                </p14:cNvPr>
                <p14:cNvContentPartPr/>
                <p14:nvPr/>
              </p14:nvContentPartPr>
              <p14:xfrm>
                <a:off x="11436440" y="2685640"/>
                <a:ext cx="26640" cy="928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BC6CA3E-406F-5052-56C1-D895BD6134DC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425640" y="2674840"/>
                  <a:ext cx="478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F2D19120-28CB-27A1-19C4-ECA69886E56E}"/>
                    </a:ext>
                  </a:extLst>
                </p14:cNvPr>
                <p14:cNvContentPartPr/>
                <p14:nvPr/>
              </p14:nvContentPartPr>
              <p14:xfrm>
                <a:off x="11310440" y="2708320"/>
                <a:ext cx="210960" cy="2142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F2D19120-28CB-27A1-19C4-ECA69886E56E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299640" y="2697880"/>
                  <a:ext cx="23220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37014729-D709-4027-99B3-EAF345245E9C}"/>
              </a:ext>
            </a:extLst>
          </p:cNvPr>
          <p:cNvGrpSpPr/>
          <p:nvPr/>
        </p:nvGrpSpPr>
        <p:grpSpPr>
          <a:xfrm>
            <a:off x="11680880" y="2664760"/>
            <a:ext cx="298800" cy="157320"/>
            <a:chOff x="11680880" y="2664760"/>
            <a:chExt cx="298800" cy="1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2B14F045-C9AC-7609-1C67-427E37CD4694}"/>
                    </a:ext>
                  </a:extLst>
                </p14:cNvPr>
                <p14:cNvContentPartPr/>
                <p14:nvPr/>
              </p14:nvContentPartPr>
              <p14:xfrm>
                <a:off x="11680880" y="2729920"/>
                <a:ext cx="90000" cy="921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2B14F045-C9AC-7609-1C67-427E37CD4694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670440" y="2719120"/>
                  <a:ext cx="111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7CDE2CE1-EBAB-DD2C-1029-979E7A9C4F8A}"/>
                    </a:ext>
                  </a:extLst>
                </p14:cNvPr>
                <p14:cNvContentPartPr/>
                <p14:nvPr/>
              </p14:nvContentPartPr>
              <p14:xfrm>
                <a:off x="11861240" y="2664760"/>
                <a:ext cx="118440" cy="1065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7CDE2CE1-EBAB-DD2C-1029-979E7A9C4F8A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850440" y="2654320"/>
                  <a:ext cx="13968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3097CFC0-65E7-64E1-A20C-ECDABD3E437D}"/>
              </a:ext>
            </a:extLst>
          </p:cNvPr>
          <p:cNvGrpSpPr/>
          <p:nvPr/>
        </p:nvGrpSpPr>
        <p:grpSpPr>
          <a:xfrm>
            <a:off x="220640" y="3478000"/>
            <a:ext cx="833760" cy="344160"/>
            <a:chOff x="220640" y="3478000"/>
            <a:chExt cx="83376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3185C6CD-4533-C389-ED89-9A168F4E02BE}"/>
                    </a:ext>
                  </a:extLst>
                </p14:cNvPr>
                <p14:cNvContentPartPr/>
                <p14:nvPr/>
              </p14:nvContentPartPr>
              <p14:xfrm>
                <a:off x="220640" y="3478000"/>
                <a:ext cx="401760" cy="2188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3185C6CD-4533-C389-ED89-9A168F4E02BE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210200" y="3467560"/>
                  <a:ext cx="4230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EB77EDC2-731E-74E7-5041-56AD42B975F2}"/>
                    </a:ext>
                  </a:extLst>
                </p14:cNvPr>
                <p14:cNvContentPartPr/>
                <p14:nvPr/>
              </p14:nvContentPartPr>
              <p14:xfrm>
                <a:off x="724640" y="3546760"/>
                <a:ext cx="131040" cy="8604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EB77EDC2-731E-74E7-5041-56AD42B975F2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714200" y="3536320"/>
                  <a:ext cx="152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DC28FF93-D737-4DD4-2328-753F30C98AB5}"/>
                    </a:ext>
                  </a:extLst>
                </p14:cNvPr>
                <p14:cNvContentPartPr/>
                <p14:nvPr/>
              </p14:nvContentPartPr>
              <p14:xfrm>
                <a:off x="734720" y="3515800"/>
                <a:ext cx="319680" cy="3063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DC28FF93-D737-4DD4-2328-753F30C98AB5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724280" y="3505360"/>
                  <a:ext cx="34092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321420D4-7616-7179-1F00-6199BC3AA08E}"/>
              </a:ext>
            </a:extLst>
          </p:cNvPr>
          <p:cNvGrpSpPr/>
          <p:nvPr/>
        </p:nvGrpSpPr>
        <p:grpSpPr>
          <a:xfrm>
            <a:off x="1365800" y="3382240"/>
            <a:ext cx="500400" cy="320040"/>
            <a:chOff x="1365800" y="3382240"/>
            <a:chExt cx="50040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3E5A30D4-F262-8C43-AF92-479BE8CDC19D}"/>
                    </a:ext>
                  </a:extLst>
                </p14:cNvPr>
                <p14:cNvContentPartPr/>
                <p14:nvPr/>
              </p14:nvContentPartPr>
              <p14:xfrm>
                <a:off x="1365800" y="3552160"/>
                <a:ext cx="123480" cy="12996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3E5A30D4-F262-8C43-AF92-479BE8CDC19D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355000" y="3541360"/>
                  <a:ext cx="1447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B84E80C-6DBE-F3C1-D267-A293C4DF380E}"/>
                    </a:ext>
                  </a:extLst>
                </p14:cNvPr>
                <p14:cNvContentPartPr/>
                <p14:nvPr/>
              </p14:nvContentPartPr>
              <p14:xfrm>
                <a:off x="1519160" y="3563320"/>
                <a:ext cx="133560" cy="1051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B84E80C-6DBE-F3C1-D267-A293C4DF380E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508720" y="3552520"/>
                  <a:ext cx="1548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0F67761-A9B5-3B16-4235-212369774046}"/>
                    </a:ext>
                  </a:extLst>
                </p14:cNvPr>
                <p14:cNvContentPartPr/>
                <p14:nvPr/>
              </p14:nvContentPartPr>
              <p14:xfrm>
                <a:off x="1722200" y="3382240"/>
                <a:ext cx="111960" cy="32004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0F67761-A9B5-3B16-4235-212369774046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711760" y="3371800"/>
                  <a:ext cx="1332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49075521-4BB4-A1BB-11DB-2A54A135FA8E}"/>
                    </a:ext>
                  </a:extLst>
                </p14:cNvPr>
                <p14:cNvContentPartPr/>
                <p14:nvPr/>
              </p14:nvContentPartPr>
              <p14:xfrm>
                <a:off x="1742720" y="3492040"/>
                <a:ext cx="123480" cy="93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49075521-4BB4-A1BB-11DB-2A54A135FA8E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731920" y="3481240"/>
                  <a:ext cx="14472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B46FFA14-0BEC-6819-CA8D-7E64EB559EE9}"/>
              </a:ext>
            </a:extLst>
          </p:cNvPr>
          <p:cNvGrpSpPr/>
          <p:nvPr/>
        </p:nvGrpSpPr>
        <p:grpSpPr>
          <a:xfrm>
            <a:off x="2289920" y="3449560"/>
            <a:ext cx="793440" cy="293760"/>
            <a:chOff x="2289920" y="3449560"/>
            <a:chExt cx="79344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35341C4B-A056-ADE1-AA60-F3C41B866ADB}"/>
                    </a:ext>
                  </a:extLst>
                </p14:cNvPr>
                <p14:cNvContentPartPr/>
                <p14:nvPr/>
              </p14:nvContentPartPr>
              <p14:xfrm>
                <a:off x="2289920" y="3482680"/>
                <a:ext cx="106560" cy="2606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35341C4B-A056-ADE1-AA60-F3C41B866ADB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2279480" y="3472240"/>
                  <a:ext cx="1278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BFD7E344-F2B4-CCEE-8A57-BB77074E88BB}"/>
                    </a:ext>
                  </a:extLst>
                </p14:cNvPr>
                <p14:cNvContentPartPr/>
                <p14:nvPr/>
              </p14:nvContentPartPr>
              <p14:xfrm>
                <a:off x="2375960" y="3465760"/>
                <a:ext cx="161280" cy="1386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BFD7E344-F2B4-CCEE-8A57-BB77074E88B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2365520" y="3454960"/>
                  <a:ext cx="1825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8759EC6E-70BA-A97E-7365-99F705C0E613}"/>
                    </a:ext>
                  </a:extLst>
                </p14:cNvPr>
                <p14:cNvContentPartPr/>
                <p14:nvPr/>
              </p14:nvContentPartPr>
              <p14:xfrm>
                <a:off x="2590880" y="3451000"/>
                <a:ext cx="162720" cy="1364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8759EC6E-70BA-A97E-7365-99F705C0E613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2580440" y="3440200"/>
                  <a:ext cx="1839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830D8F85-5214-B101-FD9F-52E1D81D72D8}"/>
                    </a:ext>
                  </a:extLst>
                </p14:cNvPr>
                <p14:cNvContentPartPr/>
                <p14:nvPr/>
              </p14:nvContentPartPr>
              <p14:xfrm>
                <a:off x="2833880" y="3449560"/>
                <a:ext cx="103320" cy="16884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830D8F85-5214-B101-FD9F-52E1D81D72D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2823440" y="3439120"/>
                  <a:ext cx="1245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B3FA8361-8C90-B9A0-0597-9E09DF6E40A8}"/>
                    </a:ext>
                  </a:extLst>
                </p14:cNvPr>
                <p14:cNvContentPartPr/>
                <p14:nvPr/>
              </p14:nvContentPartPr>
              <p14:xfrm>
                <a:off x="2960600" y="3462160"/>
                <a:ext cx="122760" cy="1692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B3FA8361-8C90-B9A0-0597-9E09DF6E40A8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2950160" y="3451720"/>
                  <a:ext cx="14400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34B28EF7-DFCE-BF8A-9DF0-C595D90E62F7}"/>
              </a:ext>
            </a:extLst>
          </p:cNvPr>
          <p:cNvGrpSpPr/>
          <p:nvPr/>
        </p:nvGrpSpPr>
        <p:grpSpPr>
          <a:xfrm>
            <a:off x="3282080" y="3342280"/>
            <a:ext cx="1252080" cy="325080"/>
            <a:chOff x="3282080" y="3342280"/>
            <a:chExt cx="1252080" cy="32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2B3A63EC-D146-FB0A-BF56-16EAE4546A8E}"/>
                    </a:ext>
                  </a:extLst>
                </p14:cNvPr>
                <p14:cNvContentPartPr/>
                <p14:nvPr/>
              </p14:nvContentPartPr>
              <p14:xfrm>
                <a:off x="3317360" y="3352720"/>
                <a:ext cx="121320" cy="28368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2B3A63EC-D146-FB0A-BF56-16EAE4546A8E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3306920" y="3341920"/>
                  <a:ext cx="1425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CC7C8259-22FC-BC60-061F-D74BDF8BE295}"/>
                    </a:ext>
                  </a:extLst>
                </p14:cNvPr>
                <p14:cNvContentPartPr/>
                <p14:nvPr/>
              </p14:nvContentPartPr>
              <p14:xfrm>
                <a:off x="3282080" y="3495280"/>
                <a:ext cx="137520" cy="162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CC7C8259-22FC-BC60-061F-D74BDF8BE295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3271640" y="3484840"/>
                  <a:ext cx="158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01A588C0-1232-9A4E-B550-14A93C011D13}"/>
                    </a:ext>
                  </a:extLst>
                </p14:cNvPr>
                <p14:cNvContentPartPr/>
                <p14:nvPr/>
              </p14:nvContentPartPr>
              <p14:xfrm>
                <a:off x="3468200" y="3369640"/>
                <a:ext cx="83520" cy="25956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01A588C0-1232-9A4E-B550-14A93C011D13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3457400" y="3359200"/>
                  <a:ext cx="1047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69859A6F-1ACA-7DC8-00CA-7DC3245ECDE7}"/>
                    </a:ext>
                  </a:extLst>
                </p14:cNvPr>
                <p14:cNvContentPartPr/>
                <p14:nvPr/>
              </p14:nvContentPartPr>
              <p14:xfrm>
                <a:off x="3631280" y="3485200"/>
                <a:ext cx="202320" cy="1310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69859A6F-1ACA-7DC8-00CA-7DC3245ECDE7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3620480" y="3474400"/>
                  <a:ext cx="223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4B2E8DE-F018-0595-AA98-2649D3BBFCC0}"/>
                    </a:ext>
                  </a:extLst>
                </p14:cNvPr>
                <p14:cNvContentPartPr/>
                <p14:nvPr/>
              </p14:nvContentPartPr>
              <p14:xfrm>
                <a:off x="3800120" y="3508960"/>
                <a:ext cx="129960" cy="990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4B2E8DE-F018-0595-AA98-2649D3BBFCC0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3789320" y="3498520"/>
                  <a:ext cx="151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7CD00075-1596-9461-A9D6-736E787DBD38}"/>
                    </a:ext>
                  </a:extLst>
                </p14:cNvPr>
                <p14:cNvContentPartPr/>
                <p14:nvPr/>
              </p14:nvContentPartPr>
              <p14:xfrm>
                <a:off x="4008200" y="3486280"/>
                <a:ext cx="123480" cy="1220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7CD00075-1596-9461-A9D6-736E787DBD38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3997760" y="3475480"/>
                  <a:ext cx="144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EB2613E2-262F-20CD-3BA3-1344C195A519}"/>
                    </a:ext>
                  </a:extLst>
                </p14:cNvPr>
                <p14:cNvContentPartPr/>
                <p14:nvPr/>
              </p14:nvContentPartPr>
              <p14:xfrm>
                <a:off x="4144280" y="3438400"/>
                <a:ext cx="178560" cy="2289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EB2613E2-262F-20CD-3BA3-1344C195A519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4133840" y="3427960"/>
                  <a:ext cx="1998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1D004ECE-6FF0-ED41-8F47-AF7AAAD42556}"/>
                    </a:ext>
                  </a:extLst>
                </p14:cNvPr>
                <p14:cNvContentPartPr/>
                <p14:nvPr/>
              </p14:nvContentPartPr>
              <p14:xfrm>
                <a:off x="4381160" y="3342280"/>
                <a:ext cx="153000" cy="2800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1D004ECE-6FF0-ED41-8F47-AF7AAAD42556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4370360" y="3331840"/>
                  <a:ext cx="174240" cy="30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650661A6-B413-0BFF-8E17-78B643724525}"/>
              </a:ext>
            </a:extLst>
          </p:cNvPr>
          <p:cNvGrpSpPr/>
          <p:nvPr/>
        </p:nvGrpSpPr>
        <p:grpSpPr>
          <a:xfrm>
            <a:off x="5111240" y="3278200"/>
            <a:ext cx="421200" cy="302040"/>
            <a:chOff x="5111240" y="3278200"/>
            <a:chExt cx="421200" cy="30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51BF9A03-2526-FFD9-B97D-D77AD6A18372}"/>
                    </a:ext>
                  </a:extLst>
                </p14:cNvPr>
                <p14:cNvContentPartPr/>
                <p14:nvPr/>
              </p14:nvContentPartPr>
              <p14:xfrm>
                <a:off x="5179640" y="3278200"/>
                <a:ext cx="82800" cy="29268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51BF9A03-2526-FFD9-B97D-D77AD6A18372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5169200" y="3267760"/>
                  <a:ext cx="1040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19B66FB1-0C8B-317A-A556-4CD831EFCD69}"/>
                    </a:ext>
                  </a:extLst>
                </p14:cNvPr>
                <p14:cNvContentPartPr/>
                <p14:nvPr/>
              </p14:nvContentPartPr>
              <p14:xfrm>
                <a:off x="5111240" y="3427960"/>
                <a:ext cx="147600" cy="356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19B66FB1-0C8B-317A-A556-4CD831EFCD69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5100800" y="3417520"/>
                  <a:ext cx="1688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F50BF6BD-A080-C590-D66A-2DEC90A90961}"/>
                    </a:ext>
                  </a:extLst>
                </p14:cNvPr>
                <p14:cNvContentPartPr/>
                <p14:nvPr/>
              </p14:nvContentPartPr>
              <p14:xfrm>
                <a:off x="5306360" y="3307000"/>
                <a:ext cx="113760" cy="27324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F50BF6BD-A080-C590-D66A-2DEC90A90961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5295920" y="3296200"/>
                  <a:ext cx="1350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F845D8FC-4B1C-28BA-D44B-18F4B60B4147}"/>
                    </a:ext>
                  </a:extLst>
                </p14:cNvPr>
                <p14:cNvContentPartPr/>
                <p14:nvPr/>
              </p14:nvContentPartPr>
              <p14:xfrm>
                <a:off x="5459000" y="3380440"/>
                <a:ext cx="73440" cy="14508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F845D8FC-4B1C-28BA-D44B-18F4B60B4147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5448560" y="3370000"/>
                  <a:ext cx="9468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E56CB663-A2F6-9BF6-9F5B-F28982C6459A}"/>
              </a:ext>
            </a:extLst>
          </p:cNvPr>
          <p:cNvGrpSpPr/>
          <p:nvPr/>
        </p:nvGrpSpPr>
        <p:grpSpPr>
          <a:xfrm>
            <a:off x="5890640" y="3214480"/>
            <a:ext cx="720000" cy="296280"/>
            <a:chOff x="5890640" y="3214480"/>
            <a:chExt cx="72000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6E5DFA9C-8523-A580-B164-9B68B741E36B}"/>
                    </a:ext>
                  </a:extLst>
                </p14:cNvPr>
                <p14:cNvContentPartPr/>
                <p14:nvPr/>
              </p14:nvContentPartPr>
              <p14:xfrm>
                <a:off x="5890640" y="3345880"/>
                <a:ext cx="150120" cy="14904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6E5DFA9C-8523-A580-B164-9B68B741E36B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5879840" y="3335080"/>
                  <a:ext cx="1713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5B0E0FF5-D4B0-80B4-1B5B-672402A519A4}"/>
                    </a:ext>
                  </a:extLst>
                </p14:cNvPr>
                <p14:cNvContentPartPr/>
                <p14:nvPr/>
              </p14:nvContentPartPr>
              <p14:xfrm>
                <a:off x="6009800" y="3377560"/>
                <a:ext cx="125280" cy="1119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5B0E0FF5-D4B0-80B4-1B5B-672402A519A4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5999360" y="3367120"/>
                  <a:ext cx="146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5C0BA900-D5F1-82EB-BA4C-4AB80AA4F247}"/>
                    </a:ext>
                  </a:extLst>
                </p14:cNvPr>
                <p14:cNvContentPartPr/>
                <p14:nvPr/>
              </p14:nvContentPartPr>
              <p14:xfrm>
                <a:off x="6180080" y="3410320"/>
                <a:ext cx="149760" cy="1004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5C0BA900-D5F1-82EB-BA4C-4AB80AA4F247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6169280" y="3399880"/>
                  <a:ext cx="1710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654CD5BC-9D3D-669E-1F73-96BDC420FBFD}"/>
                    </a:ext>
                  </a:extLst>
                </p14:cNvPr>
                <p14:cNvContentPartPr/>
                <p14:nvPr/>
              </p14:nvContentPartPr>
              <p14:xfrm>
                <a:off x="6429920" y="3214480"/>
                <a:ext cx="65160" cy="26784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654CD5BC-9D3D-669E-1F73-96BDC420FBFD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6419480" y="3203680"/>
                  <a:ext cx="864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AC3D1C34-8BB0-D434-3BE4-304968B33B62}"/>
                    </a:ext>
                  </a:extLst>
                </p14:cNvPr>
                <p14:cNvContentPartPr/>
                <p14:nvPr/>
              </p14:nvContentPartPr>
              <p14:xfrm>
                <a:off x="6399680" y="3367480"/>
                <a:ext cx="133560" cy="3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AC3D1C34-8BB0-D434-3BE4-304968B33B62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6388880" y="3356680"/>
                  <a:ext cx="1548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8828B82A-4E35-ECE9-12C3-243E51007891}"/>
                    </a:ext>
                  </a:extLst>
                </p14:cNvPr>
                <p14:cNvContentPartPr/>
                <p14:nvPr/>
              </p14:nvContentPartPr>
              <p14:xfrm>
                <a:off x="6610280" y="3470080"/>
                <a:ext cx="360" cy="36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8828B82A-4E35-ECE9-12C3-243E5100789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599480" y="34596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F2511FE2-38B6-83B4-8FBB-2350930B0447}"/>
              </a:ext>
            </a:extLst>
          </p:cNvPr>
          <p:cNvGrpSpPr/>
          <p:nvPr/>
        </p:nvGrpSpPr>
        <p:grpSpPr>
          <a:xfrm>
            <a:off x="285440" y="4184320"/>
            <a:ext cx="490320" cy="351000"/>
            <a:chOff x="285440" y="4184320"/>
            <a:chExt cx="490320" cy="35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4BF8E534-ACAC-08BE-EA3C-59E60C2A71CB}"/>
                    </a:ext>
                  </a:extLst>
                </p14:cNvPr>
                <p14:cNvContentPartPr/>
                <p14:nvPr/>
              </p14:nvContentPartPr>
              <p14:xfrm>
                <a:off x="331160" y="4227520"/>
                <a:ext cx="51120" cy="30780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4BF8E534-ACAC-08BE-EA3C-59E60C2A71CB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20720" y="4217080"/>
                  <a:ext cx="723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2FF95D72-73C6-B3E4-DCB2-12AA794B1A74}"/>
                    </a:ext>
                  </a:extLst>
                </p14:cNvPr>
                <p14:cNvContentPartPr/>
                <p14:nvPr/>
              </p14:nvContentPartPr>
              <p14:xfrm>
                <a:off x="285440" y="4245880"/>
                <a:ext cx="132480" cy="540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2FF95D72-73C6-B3E4-DCB2-12AA794B1A74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75000" y="4235080"/>
                  <a:ext cx="1537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EA38503F-C0B8-5B0B-D7BE-2DFB57E6E5D8}"/>
                    </a:ext>
                  </a:extLst>
                </p14:cNvPr>
                <p14:cNvContentPartPr/>
                <p14:nvPr/>
              </p14:nvContentPartPr>
              <p14:xfrm>
                <a:off x="492800" y="4184320"/>
                <a:ext cx="143280" cy="29952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EA38503F-C0B8-5B0B-D7BE-2DFB57E6E5D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482360" y="4173520"/>
                  <a:ext cx="1645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FE793AB9-A031-6E4F-4C90-3C0331ED44D8}"/>
                    </a:ext>
                  </a:extLst>
                </p14:cNvPr>
                <p14:cNvContentPartPr/>
                <p14:nvPr/>
              </p14:nvContentPartPr>
              <p14:xfrm>
                <a:off x="699080" y="4331920"/>
                <a:ext cx="76680" cy="1360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FE793AB9-A031-6E4F-4C90-3C0331ED44D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88640" y="4321120"/>
                  <a:ext cx="9792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777EDF62-9917-FAD2-9DAE-B5FB360F6910}"/>
              </a:ext>
            </a:extLst>
          </p:cNvPr>
          <p:cNvGrpSpPr/>
          <p:nvPr/>
        </p:nvGrpSpPr>
        <p:grpSpPr>
          <a:xfrm>
            <a:off x="1235480" y="4035640"/>
            <a:ext cx="1069560" cy="467640"/>
            <a:chOff x="1235480" y="4035640"/>
            <a:chExt cx="1069560" cy="46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E09B0E95-1210-9012-63BC-E978538BE2A7}"/>
                    </a:ext>
                  </a:extLst>
                </p14:cNvPr>
                <p14:cNvContentPartPr/>
                <p14:nvPr/>
              </p14:nvContentPartPr>
              <p14:xfrm>
                <a:off x="1235480" y="4129240"/>
                <a:ext cx="133200" cy="34632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E09B0E95-1210-9012-63BC-E978538BE2A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224680" y="4118800"/>
                  <a:ext cx="1544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47E47218-7D34-3173-67F6-C91BF53DBD0F}"/>
                    </a:ext>
                  </a:extLst>
                </p14:cNvPr>
                <p14:cNvContentPartPr/>
                <p14:nvPr/>
              </p14:nvContentPartPr>
              <p14:xfrm>
                <a:off x="1391000" y="4323640"/>
                <a:ext cx="88200" cy="12708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47E47218-7D34-3173-67F6-C91BF53DBD0F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380560" y="4313200"/>
                  <a:ext cx="109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6FE0BDA0-ADC4-F611-19BE-D7F5580B5881}"/>
                    </a:ext>
                  </a:extLst>
                </p14:cNvPr>
                <p14:cNvContentPartPr/>
                <p14:nvPr/>
              </p14:nvContentPartPr>
              <p14:xfrm>
                <a:off x="1545800" y="4298440"/>
                <a:ext cx="94320" cy="12600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6FE0BDA0-ADC4-F611-19BE-D7F5580B5881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535360" y="4288000"/>
                  <a:ext cx="1155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77017080-9967-0EFA-A033-2346D2400508}"/>
                    </a:ext>
                  </a:extLst>
                </p14:cNvPr>
                <p14:cNvContentPartPr/>
                <p14:nvPr/>
              </p14:nvContentPartPr>
              <p14:xfrm>
                <a:off x="1642640" y="4276480"/>
                <a:ext cx="186120" cy="22680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77017080-9967-0EFA-A033-2346D240050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631840" y="4266040"/>
                  <a:ext cx="2073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8DBE95A6-D897-AE94-05CC-B58001E67E84}"/>
                    </a:ext>
                  </a:extLst>
                </p14:cNvPr>
                <p14:cNvContentPartPr/>
                <p14:nvPr/>
              </p14:nvContentPartPr>
              <p14:xfrm>
                <a:off x="1977440" y="4082440"/>
                <a:ext cx="62640" cy="2768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8DBE95A6-D897-AE94-05CC-B58001E67E84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966640" y="4072000"/>
                  <a:ext cx="838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700CE57E-2B1A-E7E3-D2F7-DFB46F6E6125}"/>
                    </a:ext>
                  </a:extLst>
                </p14:cNvPr>
                <p14:cNvContentPartPr/>
                <p14:nvPr/>
              </p14:nvContentPartPr>
              <p14:xfrm>
                <a:off x="1987520" y="4177480"/>
                <a:ext cx="186840" cy="9072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700CE57E-2B1A-E7E3-D2F7-DFB46F6E6125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977080" y="4166680"/>
                  <a:ext cx="2080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D02A4600-8706-AC91-5697-64355E61D0A2}"/>
                    </a:ext>
                  </a:extLst>
                </p14:cNvPr>
                <p14:cNvContentPartPr/>
                <p14:nvPr/>
              </p14:nvContentPartPr>
              <p14:xfrm>
                <a:off x="2172560" y="4035640"/>
                <a:ext cx="132480" cy="36036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D02A4600-8706-AC91-5697-64355E61D0A2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2162120" y="4025200"/>
                  <a:ext cx="153720" cy="38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0CDC297E-029F-DA24-3E6A-EC4C5708E72A}"/>
              </a:ext>
            </a:extLst>
          </p:cNvPr>
          <p:cNvGrpSpPr/>
          <p:nvPr/>
        </p:nvGrpSpPr>
        <p:grpSpPr>
          <a:xfrm>
            <a:off x="2626160" y="4014760"/>
            <a:ext cx="316440" cy="499680"/>
            <a:chOff x="2626160" y="4014760"/>
            <a:chExt cx="316440" cy="49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D40384F1-0C72-177D-5EE0-13482BB92BF5}"/>
                    </a:ext>
                  </a:extLst>
                </p14:cNvPr>
                <p14:cNvContentPartPr/>
                <p14:nvPr/>
              </p14:nvContentPartPr>
              <p14:xfrm>
                <a:off x="2626160" y="4014760"/>
                <a:ext cx="316440" cy="49968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D40384F1-0C72-177D-5EE0-13482BB92BF5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2615360" y="4004320"/>
                  <a:ext cx="33768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359430E7-9EAF-7263-5AB7-4D99B0D615E9}"/>
                    </a:ext>
                  </a:extLst>
                </p14:cNvPr>
                <p14:cNvContentPartPr/>
                <p14:nvPr/>
              </p14:nvContentPartPr>
              <p14:xfrm>
                <a:off x="2747840" y="4337320"/>
                <a:ext cx="186840" cy="4932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359430E7-9EAF-7263-5AB7-4D99B0D615E9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737400" y="4326520"/>
                  <a:ext cx="208080" cy="7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2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A7231264-A4C2-FD63-14AF-E8DA019BE764}"/>
                  </a:ext>
                </a:extLst>
              </p14:cNvPr>
              <p14:cNvContentPartPr/>
              <p14:nvPr/>
            </p14:nvContentPartPr>
            <p14:xfrm>
              <a:off x="3236000" y="4185400"/>
              <a:ext cx="230400" cy="122760"/>
            </p14:xfrm>
          </p:contentPart>
        </mc:Choice>
        <mc:Fallback xmlns=""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A7231264-A4C2-FD63-14AF-E8DA019BE764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3225560" y="4174600"/>
                <a:ext cx="251640" cy="14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1" name="Group 400">
            <a:extLst>
              <a:ext uri="{FF2B5EF4-FFF2-40B4-BE49-F238E27FC236}">
                <a16:creationId xmlns:a16="http://schemas.microsoft.com/office/drawing/2014/main" id="{808532D6-54CB-E123-E709-C16E305AB4CF}"/>
              </a:ext>
            </a:extLst>
          </p:cNvPr>
          <p:cNvGrpSpPr/>
          <p:nvPr/>
        </p:nvGrpSpPr>
        <p:grpSpPr>
          <a:xfrm>
            <a:off x="3685640" y="3960400"/>
            <a:ext cx="823320" cy="527760"/>
            <a:chOff x="3685640" y="3960400"/>
            <a:chExt cx="823320" cy="52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EDA35F8F-5491-9E31-5C4A-CB8607EDA5B8}"/>
                    </a:ext>
                  </a:extLst>
                </p14:cNvPr>
                <p14:cNvContentPartPr/>
                <p14:nvPr/>
              </p14:nvContentPartPr>
              <p14:xfrm>
                <a:off x="3685640" y="4165960"/>
                <a:ext cx="230760" cy="32220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EDA35F8F-5491-9E31-5C4A-CB8607EDA5B8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3674840" y="4155520"/>
                  <a:ext cx="2520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DDD346FB-EE41-7646-4B25-BE4086AA81FC}"/>
                    </a:ext>
                  </a:extLst>
                </p14:cNvPr>
                <p14:cNvContentPartPr/>
                <p14:nvPr/>
              </p14:nvContentPartPr>
              <p14:xfrm>
                <a:off x="3983720" y="4119160"/>
                <a:ext cx="156960" cy="1360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DDD346FB-EE41-7646-4B25-BE4086AA81FC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3973280" y="4108360"/>
                  <a:ext cx="1782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FD51EA64-E5A9-336F-346C-8045AE1B88EC}"/>
                    </a:ext>
                  </a:extLst>
                </p14:cNvPr>
                <p14:cNvContentPartPr/>
                <p14:nvPr/>
              </p14:nvContentPartPr>
              <p14:xfrm>
                <a:off x="4203680" y="3995680"/>
                <a:ext cx="142560" cy="27216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FD51EA64-E5A9-336F-346C-8045AE1B88EC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4193240" y="3985240"/>
                  <a:ext cx="1638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A30963BA-6DB1-C84D-2BB2-369A8012631D}"/>
                    </a:ext>
                  </a:extLst>
                </p14:cNvPr>
                <p14:cNvContentPartPr/>
                <p14:nvPr/>
              </p14:nvContentPartPr>
              <p14:xfrm>
                <a:off x="4194680" y="4135000"/>
                <a:ext cx="209880" cy="7452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A30963BA-6DB1-C84D-2BB2-369A8012631D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4184240" y="4124560"/>
                  <a:ext cx="2311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9EA08AD3-F64C-38B1-36E2-FD086719B4F1}"/>
                    </a:ext>
                  </a:extLst>
                </p14:cNvPr>
                <p14:cNvContentPartPr/>
                <p14:nvPr/>
              </p14:nvContentPartPr>
              <p14:xfrm>
                <a:off x="4397000" y="3960400"/>
                <a:ext cx="111960" cy="3405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9EA08AD3-F64C-38B1-36E2-FD086719B4F1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4386200" y="3949600"/>
                  <a:ext cx="133200" cy="36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BEA1F690-B37D-FF62-77A6-7293CEF18D17}"/>
              </a:ext>
            </a:extLst>
          </p:cNvPr>
          <p:cNvGrpSpPr/>
          <p:nvPr/>
        </p:nvGrpSpPr>
        <p:grpSpPr>
          <a:xfrm>
            <a:off x="4912160" y="3920440"/>
            <a:ext cx="1364760" cy="353520"/>
            <a:chOff x="4912160" y="3920440"/>
            <a:chExt cx="1364760" cy="35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3FBADA6E-A2A2-129F-A4C4-205C03874C62}"/>
                    </a:ext>
                  </a:extLst>
                </p14:cNvPr>
                <p14:cNvContentPartPr/>
                <p14:nvPr/>
              </p14:nvContentPartPr>
              <p14:xfrm>
                <a:off x="4912160" y="3956800"/>
                <a:ext cx="103680" cy="3171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3FBADA6E-A2A2-129F-A4C4-205C03874C62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4901360" y="3946360"/>
                  <a:ext cx="1249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74D8B95C-1ABA-9473-D150-C885BA3D390C}"/>
                    </a:ext>
                  </a:extLst>
                </p14:cNvPr>
                <p14:cNvContentPartPr/>
                <p14:nvPr/>
              </p14:nvContentPartPr>
              <p14:xfrm>
                <a:off x="5117720" y="4069840"/>
                <a:ext cx="98280" cy="16380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74D8B95C-1ABA-9473-D150-C885BA3D390C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5106920" y="4059040"/>
                  <a:ext cx="1195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F275EA9B-6820-52E2-DCA7-A84563FB55A5}"/>
                    </a:ext>
                  </a:extLst>
                </p14:cNvPr>
                <p14:cNvContentPartPr/>
                <p14:nvPr/>
              </p14:nvContentPartPr>
              <p14:xfrm>
                <a:off x="5381600" y="3920440"/>
                <a:ext cx="75240" cy="3132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F275EA9B-6820-52E2-DCA7-A84563FB55A5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5370800" y="3909640"/>
                  <a:ext cx="964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51F24CB1-0836-EF78-4D85-16EDE688D414}"/>
                    </a:ext>
                  </a:extLst>
                </p14:cNvPr>
                <p14:cNvContentPartPr/>
                <p14:nvPr/>
              </p14:nvContentPartPr>
              <p14:xfrm>
                <a:off x="5354960" y="4093960"/>
                <a:ext cx="178200" cy="219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51F24CB1-0836-EF78-4D85-16EDE688D414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5344160" y="4083520"/>
                  <a:ext cx="1994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A20286D-ACA2-04E3-AAB1-0AD9AEFEAC77}"/>
                    </a:ext>
                  </a:extLst>
                </p14:cNvPr>
                <p14:cNvContentPartPr/>
                <p14:nvPr/>
              </p14:nvContentPartPr>
              <p14:xfrm>
                <a:off x="5565560" y="4032400"/>
                <a:ext cx="185760" cy="15768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A20286D-ACA2-04E3-AAB1-0AD9AEFEAC7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5555120" y="4021600"/>
                  <a:ext cx="207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9D0BD799-D9AC-8B46-101B-42DC0EF00B1C}"/>
                    </a:ext>
                  </a:extLst>
                </p14:cNvPr>
                <p14:cNvContentPartPr/>
                <p14:nvPr/>
              </p14:nvContentPartPr>
              <p14:xfrm>
                <a:off x="5806040" y="4043200"/>
                <a:ext cx="80280" cy="1720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9D0BD799-D9AC-8B46-101B-42DC0EF00B1C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5795240" y="4032760"/>
                  <a:ext cx="1015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89B4EB74-4BAE-4B80-9930-070838A9ACE3}"/>
                    </a:ext>
                  </a:extLst>
                </p14:cNvPr>
                <p14:cNvContentPartPr/>
                <p14:nvPr/>
              </p14:nvContentPartPr>
              <p14:xfrm>
                <a:off x="6010880" y="4014760"/>
                <a:ext cx="108720" cy="15480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89B4EB74-4BAE-4B80-9930-070838A9ACE3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6000080" y="4004320"/>
                  <a:ext cx="1299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23E129B2-9194-0A1A-8792-EA9CDA8F85B7}"/>
                    </a:ext>
                  </a:extLst>
                </p14:cNvPr>
                <p14:cNvContentPartPr/>
                <p14:nvPr/>
              </p14:nvContentPartPr>
              <p14:xfrm>
                <a:off x="6161000" y="4040680"/>
                <a:ext cx="115920" cy="13500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23E129B2-9194-0A1A-8792-EA9CDA8F85B7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6150200" y="4029880"/>
                  <a:ext cx="13716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493078B5-0946-08E0-7340-DE4C9E3069EE}"/>
              </a:ext>
            </a:extLst>
          </p:cNvPr>
          <p:cNvGrpSpPr/>
          <p:nvPr/>
        </p:nvGrpSpPr>
        <p:grpSpPr>
          <a:xfrm>
            <a:off x="6620360" y="3873640"/>
            <a:ext cx="696960" cy="286200"/>
            <a:chOff x="6620360" y="3873640"/>
            <a:chExt cx="69696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AA33A564-7C34-D133-0238-DD93D17F52DB}"/>
                    </a:ext>
                  </a:extLst>
                </p14:cNvPr>
                <p14:cNvContentPartPr/>
                <p14:nvPr/>
              </p14:nvContentPartPr>
              <p14:xfrm>
                <a:off x="6677600" y="3873640"/>
                <a:ext cx="115920" cy="28620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AA33A564-7C34-D133-0238-DD93D17F52DB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6666800" y="3862840"/>
                  <a:ext cx="1371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1B446300-6A1C-7836-C405-542627D2F36B}"/>
                    </a:ext>
                  </a:extLst>
                </p14:cNvPr>
                <p14:cNvContentPartPr/>
                <p14:nvPr/>
              </p14:nvContentPartPr>
              <p14:xfrm>
                <a:off x="6620360" y="4015120"/>
                <a:ext cx="198360" cy="50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1B446300-6A1C-7836-C405-542627D2F36B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6609920" y="4004680"/>
                  <a:ext cx="219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C6E9BE3C-C959-8726-B236-A9008AF416BC}"/>
                    </a:ext>
                  </a:extLst>
                </p14:cNvPr>
                <p14:cNvContentPartPr/>
                <p14:nvPr/>
              </p14:nvContentPartPr>
              <p14:xfrm>
                <a:off x="6878480" y="3979840"/>
                <a:ext cx="256320" cy="15552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C6E9BE3C-C959-8726-B236-A9008AF416BC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6868040" y="3969040"/>
                  <a:ext cx="277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A9424126-06B5-3EB5-89B3-B312C30A728D}"/>
                    </a:ext>
                  </a:extLst>
                </p14:cNvPr>
                <p14:cNvContentPartPr/>
                <p14:nvPr/>
              </p14:nvContentPartPr>
              <p14:xfrm>
                <a:off x="7178360" y="3987040"/>
                <a:ext cx="138960" cy="1224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A9424126-06B5-3EB5-89B3-B312C30A728D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7167920" y="3976240"/>
                  <a:ext cx="16020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F610C9F9-F924-1B4A-A1FC-E56488552A34}"/>
              </a:ext>
            </a:extLst>
          </p:cNvPr>
          <p:cNvGrpSpPr/>
          <p:nvPr/>
        </p:nvGrpSpPr>
        <p:grpSpPr>
          <a:xfrm>
            <a:off x="7529000" y="3760240"/>
            <a:ext cx="1003320" cy="320400"/>
            <a:chOff x="7529000" y="3760240"/>
            <a:chExt cx="100332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738E619B-3CAD-69DC-F160-A633A638FF46}"/>
                    </a:ext>
                  </a:extLst>
                </p14:cNvPr>
                <p14:cNvContentPartPr/>
                <p14:nvPr/>
              </p14:nvContentPartPr>
              <p14:xfrm>
                <a:off x="7529000" y="3917200"/>
                <a:ext cx="397800" cy="16344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738E619B-3CAD-69DC-F160-A633A638FF46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7518560" y="3906400"/>
                  <a:ext cx="4190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1E9F3E67-65DC-B781-7087-F40CAB4E1924}"/>
                    </a:ext>
                  </a:extLst>
                </p14:cNvPr>
                <p14:cNvContentPartPr/>
                <p14:nvPr/>
              </p14:nvContentPartPr>
              <p14:xfrm>
                <a:off x="7983680" y="3760240"/>
                <a:ext cx="255600" cy="24300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1E9F3E67-65DC-B781-7087-F40CAB4E1924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972880" y="3749800"/>
                  <a:ext cx="2768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C64175DC-1BB4-E69D-7E4D-22C06D3356A9}"/>
                    </a:ext>
                  </a:extLst>
                </p14:cNvPr>
                <p14:cNvContentPartPr/>
                <p14:nvPr/>
              </p14:nvContentPartPr>
              <p14:xfrm>
                <a:off x="8251520" y="3869680"/>
                <a:ext cx="71280" cy="14688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C64175DC-1BB4-E69D-7E4D-22C06D3356A9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8240720" y="3859240"/>
                  <a:ext cx="92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942E4247-31CC-8F6E-9ECF-4B9A560525B4}"/>
                    </a:ext>
                  </a:extLst>
                </p14:cNvPr>
                <p14:cNvContentPartPr/>
                <p14:nvPr/>
              </p14:nvContentPartPr>
              <p14:xfrm>
                <a:off x="8403800" y="3897400"/>
                <a:ext cx="128520" cy="1432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942E4247-31CC-8F6E-9ECF-4B9A560525B4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8393000" y="3886600"/>
                  <a:ext cx="14976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E4E09C0B-743B-09D2-35D0-9FDFAF22C5FE}"/>
              </a:ext>
            </a:extLst>
          </p:cNvPr>
          <p:cNvGrpSpPr/>
          <p:nvPr/>
        </p:nvGrpSpPr>
        <p:grpSpPr>
          <a:xfrm>
            <a:off x="8867480" y="3742600"/>
            <a:ext cx="265320" cy="292680"/>
            <a:chOff x="8867480" y="3742600"/>
            <a:chExt cx="265320" cy="2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AB38B613-1562-4957-CF8A-3E90C8CDA6BF}"/>
                    </a:ext>
                  </a:extLst>
                </p14:cNvPr>
                <p14:cNvContentPartPr/>
                <p14:nvPr/>
              </p14:nvContentPartPr>
              <p14:xfrm>
                <a:off x="8867480" y="3896320"/>
                <a:ext cx="72360" cy="13896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AB38B613-1562-4957-CF8A-3E90C8CDA6BF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8856680" y="3885880"/>
                  <a:ext cx="936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A3C5DB67-0DF7-1D6D-E3FF-079950A3DAE6}"/>
                    </a:ext>
                  </a:extLst>
                </p14:cNvPr>
                <p14:cNvContentPartPr/>
                <p14:nvPr/>
              </p14:nvContentPartPr>
              <p14:xfrm>
                <a:off x="8942000" y="3742600"/>
                <a:ext cx="87480" cy="4896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A3C5DB67-0DF7-1D6D-E3FF-079950A3DAE6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8931200" y="3732160"/>
                  <a:ext cx="1087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7CB69E7E-0CA9-B7E7-797E-38C0251E036D}"/>
                    </a:ext>
                  </a:extLst>
                </p14:cNvPr>
                <p14:cNvContentPartPr/>
                <p14:nvPr/>
              </p14:nvContentPartPr>
              <p14:xfrm>
                <a:off x="9022280" y="3834760"/>
                <a:ext cx="110520" cy="15876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7CB69E7E-0CA9-B7E7-797E-38C0251E036D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9011480" y="3823960"/>
                  <a:ext cx="13176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D7FABFF9-AAD1-0DB6-A129-9FCFD5599B0C}"/>
              </a:ext>
            </a:extLst>
          </p:cNvPr>
          <p:cNvGrpSpPr/>
          <p:nvPr/>
        </p:nvGrpSpPr>
        <p:grpSpPr>
          <a:xfrm>
            <a:off x="9528080" y="3561520"/>
            <a:ext cx="2125080" cy="434160"/>
            <a:chOff x="9528080" y="3561520"/>
            <a:chExt cx="2125080" cy="43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A276D7C9-39EF-CEC2-424F-864DDCD8C0E2}"/>
                    </a:ext>
                  </a:extLst>
                </p14:cNvPr>
                <p14:cNvContentPartPr/>
                <p14:nvPr/>
              </p14:nvContentPartPr>
              <p14:xfrm>
                <a:off x="9528080" y="3816040"/>
                <a:ext cx="204840" cy="17964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A276D7C9-39EF-CEC2-424F-864DDCD8C0E2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517280" y="3805240"/>
                  <a:ext cx="2260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A64C3EAC-C832-F504-6E8A-2434C9621E83}"/>
                    </a:ext>
                  </a:extLst>
                </p14:cNvPr>
                <p14:cNvContentPartPr/>
                <p14:nvPr/>
              </p14:nvContentPartPr>
              <p14:xfrm>
                <a:off x="9811040" y="3837640"/>
                <a:ext cx="80640" cy="12528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A64C3EAC-C832-F504-6E8A-2434C9621E83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9800600" y="3826840"/>
                  <a:ext cx="101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0F7E269F-33EC-2D3E-4F99-62F398EFFA92}"/>
                    </a:ext>
                  </a:extLst>
                </p14:cNvPr>
                <p14:cNvContentPartPr/>
                <p14:nvPr/>
              </p14:nvContentPartPr>
              <p14:xfrm>
                <a:off x="10008680" y="3786520"/>
                <a:ext cx="142920" cy="20700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0F7E269F-33EC-2D3E-4F99-62F398EFFA92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9997880" y="3776080"/>
                  <a:ext cx="1641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DED945E4-5D2B-9CF3-3B51-2F831A74D03F}"/>
                    </a:ext>
                  </a:extLst>
                </p14:cNvPr>
                <p14:cNvContentPartPr/>
                <p14:nvPr/>
              </p14:nvContentPartPr>
              <p14:xfrm>
                <a:off x="10261040" y="3775360"/>
                <a:ext cx="137160" cy="12744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DED945E4-5D2B-9CF3-3B51-2F831A74D03F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0250600" y="3764560"/>
                  <a:ext cx="1584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6E11DB1D-FDFC-5648-4835-1C66D86E903F}"/>
                    </a:ext>
                  </a:extLst>
                </p14:cNvPr>
                <p14:cNvContentPartPr/>
                <p14:nvPr/>
              </p14:nvContentPartPr>
              <p14:xfrm>
                <a:off x="10459400" y="3766000"/>
                <a:ext cx="60480" cy="14796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6E11DB1D-FDFC-5648-4835-1C66D86E903F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448960" y="3755200"/>
                  <a:ext cx="81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0B33D5FD-B4C0-98D7-39CE-DD00B20F4AD8}"/>
                    </a:ext>
                  </a:extLst>
                </p14:cNvPr>
                <p14:cNvContentPartPr/>
                <p14:nvPr/>
              </p14:nvContentPartPr>
              <p14:xfrm>
                <a:off x="10582520" y="3771760"/>
                <a:ext cx="101160" cy="16128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0B33D5FD-B4C0-98D7-39CE-DD00B20F4AD8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0571720" y="3761320"/>
                  <a:ext cx="1224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056A8B9F-B683-0244-87AA-4B48EDEA8323}"/>
                    </a:ext>
                  </a:extLst>
                </p14:cNvPr>
                <p14:cNvContentPartPr/>
                <p14:nvPr/>
              </p14:nvContentPartPr>
              <p14:xfrm>
                <a:off x="10788080" y="3794080"/>
                <a:ext cx="50400" cy="15660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056A8B9F-B683-0244-87AA-4B48EDEA8323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0777280" y="3783280"/>
                  <a:ext cx="716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8A5094D4-AC69-075F-E1C7-6CF59CA60144}"/>
                    </a:ext>
                  </a:extLst>
                </p14:cNvPr>
                <p14:cNvContentPartPr/>
                <p14:nvPr/>
              </p14:nvContentPartPr>
              <p14:xfrm>
                <a:off x="10943600" y="3787960"/>
                <a:ext cx="78480" cy="11556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8A5094D4-AC69-075F-E1C7-6CF59CA60144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0932800" y="3777520"/>
                  <a:ext cx="997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30704DC0-7F87-78ED-2BFD-37177C0AF327}"/>
                    </a:ext>
                  </a:extLst>
                </p14:cNvPr>
                <p14:cNvContentPartPr/>
                <p14:nvPr/>
              </p14:nvContentPartPr>
              <p14:xfrm>
                <a:off x="11139080" y="3604000"/>
                <a:ext cx="12600" cy="26424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30704DC0-7F87-78ED-2BFD-37177C0AF327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1128280" y="3593200"/>
                  <a:ext cx="338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05D87073-6D83-8628-9023-29A790311D6D}"/>
                    </a:ext>
                  </a:extLst>
                </p14:cNvPr>
                <p14:cNvContentPartPr/>
                <p14:nvPr/>
              </p14:nvContentPartPr>
              <p14:xfrm>
                <a:off x="11105960" y="3764560"/>
                <a:ext cx="213480" cy="972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05D87073-6D83-8628-9023-29A790311D6D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1095520" y="3754120"/>
                  <a:ext cx="234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63B7640D-D551-0A8E-A0D4-AD78607B4256}"/>
                    </a:ext>
                  </a:extLst>
                </p14:cNvPr>
                <p14:cNvContentPartPr/>
                <p14:nvPr/>
              </p14:nvContentPartPr>
              <p14:xfrm>
                <a:off x="11335640" y="3730720"/>
                <a:ext cx="62640" cy="15912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63B7640D-D551-0A8E-A0D4-AD78607B4256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1325200" y="3719920"/>
                  <a:ext cx="838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EE05CC9F-5C29-D13C-B748-15EE9C667EEC}"/>
                    </a:ext>
                  </a:extLst>
                </p14:cNvPr>
                <p14:cNvContentPartPr/>
                <p14:nvPr/>
              </p14:nvContentPartPr>
              <p14:xfrm>
                <a:off x="11491520" y="3561520"/>
                <a:ext cx="161640" cy="28692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EE05CC9F-5C29-D13C-B748-15EE9C667EEC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1481080" y="3551080"/>
                  <a:ext cx="182880" cy="30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EA1F426E-649F-04D2-5FAE-60C991D714A7}"/>
              </a:ext>
            </a:extLst>
          </p:cNvPr>
          <p:cNvGrpSpPr/>
          <p:nvPr/>
        </p:nvGrpSpPr>
        <p:grpSpPr>
          <a:xfrm>
            <a:off x="304520" y="4790920"/>
            <a:ext cx="352080" cy="395280"/>
            <a:chOff x="304520" y="4790920"/>
            <a:chExt cx="352080" cy="39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E4BB523A-BAB2-D484-A77E-36C303898242}"/>
                    </a:ext>
                  </a:extLst>
                </p14:cNvPr>
                <p14:cNvContentPartPr/>
                <p14:nvPr/>
              </p14:nvContentPartPr>
              <p14:xfrm>
                <a:off x="304520" y="4790920"/>
                <a:ext cx="133200" cy="29124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E4BB523A-BAB2-D484-A77E-36C303898242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294080" y="4780120"/>
                  <a:ext cx="1544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9BC5A5A5-CAD1-DF74-C067-C7EF63648C30}"/>
                    </a:ext>
                  </a:extLst>
                </p14:cNvPr>
                <p14:cNvContentPartPr/>
                <p14:nvPr/>
              </p14:nvContentPartPr>
              <p14:xfrm>
                <a:off x="519800" y="4902880"/>
                <a:ext cx="115560" cy="14328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9BC5A5A5-CAD1-DF74-C067-C7EF63648C30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509360" y="4892080"/>
                  <a:ext cx="1368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65CA6DB8-789D-2300-40F4-257CCF69D856}"/>
                    </a:ext>
                  </a:extLst>
                </p14:cNvPr>
                <p14:cNvContentPartPr/>
                <p14:nvPr/>
              </p14:nvContentPartPr>
              <p14:xfrm>
                <a:off x="496040" y="4942840"/>
                <a:ext cx="160560" cy="24336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65CA6DB8-789D-2300-40F4-257CCF69D85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485240" y="4932040"/>
                  <a:ext cx="18180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D5737B5D-94A5-6DD3-6737-EE746DD274FE}"/>
              </a:ext>
            </a:extLst>
          </p:cNvPr>
          <p:cNvGrpSpPr/>
          <p:nvPr/>
        </p:nvGrpSpPr>
        <p:grpSpPr>
          <a:xfrm>
            <a:off x="1023080" y="4789840"/>
            <a:ext cx="519840" cy="246960"/>
            <a:chOff x="1023080" y="4789840"/>
            <a:chExt cx="519840" cy="24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069DF1D8-E570-7A27-19C8-1160C93C79C3}"/>
                    </a:ext>
                  </a:extLst>
                </p14:cNvPr>
                <p14:cNvContentPartPr/>
                <p14:nvPr/>
              </p14:nvContentPartPr>
              <p14:xfrm>
                <a:off x="1072760" y="4792000"/>
                <a:ext cx="109080" cy="24480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069DF1D8-E570-7A27-19C8-1160C93C79C3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061960" y="4781200"/>
                  <a:ext cx="1303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BCD53039-F1A6-3B00-09B7-4F51DF55BBB2}"/>
                    </a:ext>
                  </a:extLst>
                </p14:cNvPr>
                <p14:cNvContentPartPr/>
                <p14:nvPr/>
              </p14:nvContentPartPr>
              <p14:xfrm>
                <a:off x="1023080" y="4906120"/>
                <a:ext cx="140040" cy="324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BCD53039-F1A6-3B00-09B7-4F51DF55BBB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012280" y="4895680"/>
                  <a:ext cx="161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5DF46A33-35D2-C233-D82E-F09B407ADB74}"/>
                    </a:ext>
                  </a:extLst>
                </p14:cNvPr>
                <p14:cNvContentPartPr/>
                <p14:nvPr/>
              </p14:nvContentPartPr>
              <p14:xfrm>
                <a:off x="1275440" y="4789840"/>
                <a:ext cx="132480" cy="24372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5DF46A33-35D2-C233-D82E-F09B407ADB74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265000" y="4779040"/>
                  <a:ext cx="1537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96225609-88A5-3BA3-0237-F4E02F73231B}"/>
                    </a:ext>
                  </a:extLst>
                </p14:cNvPr>
                <p14:cNvContentPartPr/>
                <p14:nvPr/>
              </p14:nvContentPartPr>
              <p14:xfrm>
                <a:off x="1454000" y="4876240"/>
                <a:ext cx="88920" cy="15480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96225609-88A5-3BA3-0237-F4E02F73231B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443560" y="4865440"/>
                  <a:ext cx="11016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FF731425-F207-ECF6-0854-268CEAA00DE2}"/>
              </a:ext>
            </a:extLst>
          </p:cNvPr>
          <p:cNvGrpSpPr/>
          <p:nvPr/>
        </p:nvGrpSpPr>
        <p:grpSpPr>
          <a:xfrm>
            <a:off x="1972400" y="4707400"/>
            <a:ext cx="1366200" cy="299520"/>
            <a:chOff x="1972400" y="4707400"/>
            <a:chExt cx="1366200" cy="2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905FE799-CA87-0E46-4151-EE76BCE22A4F}"/>
                    </a:ext>
                  </a:extLst>
                </p14:cNvPr>
                <p14:cNvContentPartPr/>
                <p14:nvPr/>
              </p14:nvContentPartPr>
              <p14:xfrm>
                <a:off x="1972400" y="4867960"/>
                <a:ext cx="87840" cy="13896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905FE799-CA87-0E46-4151-EE76BCE22A4F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961600" y="4857520"/>
                  <a:ext cx="1090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A1F4C5C9-8938-1034-921C-EDB80CD627FC}"/>
                    </a:ext>
                  </a:extLst>
                </p14:cNvPr>
                <p14:cNvContentPartPr/>
                <p14:nvPr/>
              </p14:nvContentPartPr>
              <p14:xfrm>
                <a:off x="2152040" y="4851400"/>
                <a:ext cx="177480" cy="14508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A1F4C5C9-8938-1034-921C-EDB80CD627FC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2141240" y="4840600"/>
                  <a:ext cx="1987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486EA762-5B67-5207-4531-D9A5AF7D8485}"/>
                    </a:ext>
                  </a:extLst>
                </p14:cNvPr>
                <p14:cNvContentPartPr/>
                <p14:nvPr/>
              </p14:nvContentPartPr>
              <p14:xfrm>
                <a:off x="2349320" y="4858240"/>
                <a:ext cx="260640" cy="1234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486EA762-5B67-5207-4531-D9A5AF7D8485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2338880" y="4847800"/>
                  <a:ext cx="2818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A68220DA-0B27-ABCB-070C-4503660E858B}"/>
                    </a:ext>
                  </a:extLst>
                </p14:cNvPr>
                <p14:cNvContentPartPr/>
                <p14:nvPr/>
              </p14:nvContentPartPr>
              <p14:xfrm>
                <a:off x="2732360" y="4707400"/>
                <a:ext cx="165960" cy="26100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A68220DA-0B27-ABCB-070C-4503660E858B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2721920" y="4696600"/>
                  <a:ext cx="1872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FF9A0CCD-6F31-43C3-E306-CEA05A968256}"/>
                    </a:ext>
                  </a:extLst>
                </p14:cNvPr>
                <p14:cNvContentPartPr/>
                <p14:nvPr/>
              </p14:nvContentPartPr>
              <p14:xfrm>
                <a:off x="3019280" y="4815040"/>
                <a:ext cx="142560" cy="11304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FF9A0CCD-6F31-43C3-E306-CEA05A968256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3008840" y="4804240"/>
                  <a:ext cx="1638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C87E75F0-69AB-AD63-783B-1A3F990F4459}"/>
                    </a:ext>
                  </a:extLst>
                </p14:cNvPr>
                <p14:cNvContentPartPr/>
                <p14:nvPr/>
              </p14:nvContentPartPr>
              <p14:xfrm>
                <a:off x="3196040" y="4784080"/>
                <a:ext cx="142560" cy="1245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C87E75F0-69AB-AD63-783B-1A3F990F4459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3185240" y="4773640"/>
                  <a:ext cx="163800" cy="14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2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77B33DFC-EF6B-D419-6BD0-3DD247CA930E}"/>
                  </a:ext>
                </a:extLst>
              </p14:cNvPr>
              <p14:cNvContentPartPr/>
              <p14:nvPr/>
            </p14:nvContentPartPr>
            <p14:xfrm>
              <a:off x="3629120" y="4639000"/>
              <a:ext cx="327600" cy="426240"/>
            </p14:xfrm>
          </p:contentPart>
        </mc:Choice>
        <mc:Fallback xmlns=""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77B33DFC-EF6B-D419-6BD0-3DD247CA930E}"/>
                  </a:ext>
                </a:extLst>
              </p:cNvPr>
              <p:cNvPicPr/>
              <p:nvPr/>
            </p:nvPicPr>
            <p:blipFill>
              <a:blip r:embed="rId603"/>
              <a:stretch>
                <a:fillRect/>
              </a:stretch>
            </p:blipFill>
            <p:spPr>
              <a:xfrm>
                <a:off x="3618320" y="4628200"/>
                <a:ext cx="348840" cy="44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3" name="Group 472">
            <a:extLst>
              <a:ext uri="{FF2B5EF4-FFF2-40B4-BE49-F238E27FC236}">
                <a16:creationId xmlns:a16="http://schemas.microsoft.com/office/drawing/2014/main" id="{CA532B8C-00E7-6835-F93E-413081E0BCEE}"/>
              </a:ext>
            </a:extLst>
          </p:cNvPr>
          <p:cNvGrpSpPr/>
          <p:nvPr/>
        </p:nvGrpSpPr>
        <p:grpSpPr>
          <a:xfrm>
            <a:off x="4564760" y="4614880"/>
            <a:ext cx="1040400" cy="369000"/>
            <a:chOff x="4564760" y="4614880"/>
            <a:chExt cx="104040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0D9DD6D6-5897-1D49-2A47-18AAA61C51E0}"/>
                    </a:ext>
                  </a:extLst>
                </p14:cNvPr>
                <p14:cNvContentPartPr/>
                <p14:nvPr/>
              </p14:nvContentPartPr>
              <p14:xfrm>
                <a:off x="4564760" y="4695880"/>
                <a:ext cx="126000" cy="14220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0D9DD6D6-5897-1D49-2A47-18AAA61C51E0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4553960" y="4685080"/>
                  <a:ext cx="1472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94F3BEAE-31A8-AC75-D9DC-757BF301D8F0}"/>
                    </a:ext>
                  </a:extLst>
                </p14:cNvPr>
                <p14:cNvContentPartPr/>
                <p14:nvPr/>
              </p14:nvContentPartPr>
              <p14:xfrm>
                <a:off x="4774280" y="4614880"/>
                <a:ext cx="131400" cy="23940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94F3BEAE-31A8-AC75-D9DC-757BF301D8F0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4763840" y="4604080"/>
                  <a:ext cx="1526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F5F12B5C-72F1-40AD-6E3E-EE7B85DE6A16}"/>
                    </a:ext>
                  </a:extLst>
                </p14:cNvPr>
                <p14:cNvContentPartPr/>
                <p14:nvPr/>
              </p14:nvContentPartPr>
              <p14:xfrm>
                <a:off x="4966160" y="4713160"/>
                <a:ext cx="169560" cy="27072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F5F12B5C-72F1-40AD-6E3E-EE7B85DE6A16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4955720" y="4702360"/>
                  <a:ext cx="1908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419EA39D-4B67-0392-36F2-E1F8370C55A9}"/>
                    </a:ext>
                  </a:extLst>
                </p14:cNvPr>
                <p14:cNvContentPartPr/>
                <p14:nvPr/>
              </p14:nvContentPartPr>
              <p14:xfrm>
                <a:off x="5231840" y="4697320"/>
                <a:ext cx="92160" cy="13716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419EA39D-4B67-0392-36F2-E1F8370C55A9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5221040" y="4686880"/>
                  <a:ext cx="1134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A5E6D048-24A0-6EF8-6066-58E0EFECF2DB}"/>
                    </a:ext>
                  </a:extLst>
                </p14:cNvPr>
                <p14:cNvContentPartPr/>
                <p14:nvPr/>
              </p14:nvContentPartPr>
              <p14:xfrm>
                <a:off x="5418320" y="4673200"/>
                <a:ext cx="186840" cy="19116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A5E6D048-24A0-6EF8-6066-58E0EFECF2DB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5407880" y="4662400"/>
                  <a:ext cx="20808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BC3FDEA0-3D44-96F8-90E5-D2774B542BD1}"/>
              </a:ext>
            </a:extLst>
          </p:cNvPr>
          <p:cNvGrpSpPr/>
          <p:nvPr/>
        </p:nvGrpSpPr>
        <p:grpSpPr>
          <a:xfrm>
            <a:off x="5945360" y="4469800"/>
            <a:ext cx="1511640" cy="344160"/>
            <a:chOff x="5945360" y="4469800"/>
            <a:chExt cx="151164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8A3B17DB-CF0D-FB72-8049-3DFEF49A9261}"/>
                    </a:ext>
                  </a:extLst>
                </p14:cNvPr>
                <p14:cNvContentPartPr/>
                <p14:nvPr/>
              </p14:nvContentPartPr>
              <p14:xfrm>
                <a:off x="5945360" y="4484560"/>
                <a:ext cx="120600" cy="32940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8A3B17DB-CF0D-FB72-8049-3DFEF49A9261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5934920" y="4474120"/>
                  <a:ext cx="14184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0FE3DCD3-A800-882F-E63A-2400A05CDB63}"/>
                    </a:ext>
                  </a:extLst>
                </p14:cNvPr>
                <p14:cNvContentPartPr/>
                <p14:nvPr/>
              </p14:nvContentPartPr>
              <p14:xfrm>
                <a:off x="6177200" y="4625320"/>
                <a:ext cx="96840" cy="12456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0FE3DCD3-A800-882F-E63A-2400A05CDB63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6166760" y="4614880"/>
                  <a:ext cx="1180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8709DAF2-6972-CB70-C51E-C8A07FB3FA6F}"/>
                    </a:ext>
                  </a:extLst>
                </p14:cNvPr>
                <p14:cNvContentPartPr/>
                <p14:nvPr/>
              </p14:nvContentPartPr>
              <p14:xfrm>
                <a:off x="6440000" y="4469800"/>
                <a:ext cx="89280" cy="29844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8709DAF2-6972-CB70-C51E-C8A07FB3FA6F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6429560" y="4459360"/>
                  <a:ext cx="11052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7A9EC525-8493-7B90-7F0B-F688BAEA380E}"/>
                    </a:ext>
                  </a:extLst>
                </p14:cNvPr>
                <p14:cNvContentPartPr/>
                <p14:nvPr/>
              </p14:nvContentPartPr>
              <p14:xfrm>
                <a:off x="6407240" y="4637560"/>
                <a:ext cx="150120" cy="2196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7A9EC525-8493-7B90-7F0B-F688BAEA380E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6396440" y="4627120"/>
                  <a:ext cx="1713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1C4E3B58-4E95-09D1-EF92-00CB787D9B19}"/>
                    </a:ext>
                  </a:extLst>
                </p14:cNvPr>
                <p14:cNvContentPartPr/>
                <p14:nvPr/>
              </p14:nvContentPartPr>
              <p14:xfrm>
                <a:off x="6584000" y="4596520"/>
                <a:ext cx="232200" cy="11160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1C4E3B58-4E95-09D1-EF92-00CB787D9B19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6573560" y="4586080"/>
                  <a:ext cx="2534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80674AA5-E3EF-2D55-310B-1501A73089A7}"/>
                    </a:ext>
                  </a:extLst>
                </p14:cNvPr>
                <p14:cNvContentPartPr/>
                <p14:nvPr/>
              </p14:nvContentPartPr>
              <p14:xfrm>
                <a:off x="6909800" y="4607680"/>
                <a:ext cx="59760" cy="12168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80674AA5-E3EF-2D55-310B-1501A73089A7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6899360" y="4597240"/>
                  <a:ext cx="810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05A56415-0FE2-F566-CDD9-EF42919D332F}"/>
                    </a:ext>
                  </a:extLst>
                </p14:cNvPr>
                <p14:cNvContentPartPr/>
                <p14:nvPr/>
              </p14:nvContentPartPr>
              <p14:xfrm>
                <a:off x="7119320" y="4582480"/>
                <a:ext cx="124920" cy="14112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05A56415-0FE2-F566-CDD9-EF42919D332F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7108520" y="4572040"/>
                  <a:ext cx="146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9C9A494D-4AB4-7183-32C2-3CA66B8063E0}"/>
                    </a:ext>
                  </a:extLst>
                </p14:cNvPr>
                <p14:cNvContentPartPr/>
                <p14:nvPr/>
              </p14:nvContentPartPr>
              <p14:xfrm>
                <a:off x="7334960" y="4576360"/>
                <a:ext cx="122040" cy="12816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9C9A494D-4AB4-7183-32C2-3CA66B8063E0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7324520" y="4565560"/>
                  <a:ext cx="143280" cy="14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1393E9E6-3606-AC90-B691-156881418475}"/>
              </a:ext>
            </a:extLst>
          </p:cNvPr>
          <p:cNvGrpSpPr/>
          <p:nvPr/>
        </p:nvGrpSpPr>
        <p:grpSpPr>
          <a:xfrm>
            <a:off x="7833920" y="4358920"/>
            <a:ext cx="1061280" cy="306000"/>
            <a:chOff x="7833920" y="4358920"/>
            <a:chExt cx="106128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08B029C2-4DC6-72F7-5B4B-6F7D03122B20}"/>
                    </a:ext>
                  </a:extLst>
                </p14:cNvPr>
                <p14:cNvContentPartPr/>
                <p14:nvPr/>
              </p14:nvContentPartPr>
              <p14:xfrm>
                <a:off x="7877840" y="4426240"/>
                <a:ext cx="130320" cy="23868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08B029C2-4DC6-72F7-5B4B-6F7D03122B20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7867040" y="4415800"/>
                  <a:ext cx="1515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7C255917-4BA4-A85A-F227-79779BA731C2}"/>
                    </a:ext>
                  </a:extLst>
                </p14:cNvPr>
                <p14:cNvContentPartPr/>
                <p14:nvPr/>
              </p14:nvContentPartPr>
              <p14:xfrm>
                <a:off x="7833920" y="4546480"/>
                <a:ext cx="150120" cy="313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7C255917-4BA4-A85A-F227-79779BA731C2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7823120" y="4535680"/>
                  <a:ext cx="1713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AC83DC05-BB2C-C475-626F-367D6B1912FC}"/>
                    </a:ext>
                  </a:extLst>
                </p14:cNvPr>
                <p14:cNvContentPartPr/>
                <p14:nvPr/>
              </p14:nvContentPartPr>
              <p14:xfrm>
                <a:off x="8036960" y="4358920"/>
                <a:ext cx="186840" cy="24948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AC83DC05-BB2C-C475-626F-367D6B1912FC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8026520" y="4348480"/>
                  <a:ext cx="2080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E8516850-A14B-C2B7-E261-C8D85A8510B6}"/>
                    </a:ext>
                  </a:extLst>
                </p14:cNvPr>
                <p14:cNvContentPartPr/>
                <p14:nvPr/>
              </p14:nvContentPartPr>
              <p14:xfrm>
                <a:off x="8268800" y="4451080"/>
                <a:ext cx="59040" cy="14832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E8516850-A14B-C2B7-E261-C8D85A8510B6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8258360" y="4440280"/>
                  <a:ext cx="802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64D4AC29-9A50-2C8A-0015-D3D0B0CB8F06}"/>
                    </a:ext>
                  </a:extLst>
                </p14:cNvPr>
                <p14:cNvContentPartPr/>
                <p14:nvPr/>
              </p14:nvContentPartPr>
              <p14:xfrm>
                <a:off x="8417840" y="4444240"/>
                <a:ext cx="335520" cy="15264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64D4AC29-9A50-2C8A-0015-D3D0B0CB8F06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8407040" y="4433800"/>
                  <a:ext cx="3567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EAC2A1D9-DE1B-6B9C-9C1D-F19202AE6164}"/>
                    </a:ext>
                  </a:extLst>
                </p14:cNvPr>
                <p14:cNvContentPartPr/>
                <p14:nvPr/>
              </p14:nvContentPartPr>
              <p14:xfrm>
                <a:off x="8894840" y="4547560"/>
                <a:ext cx="360" cy="36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EAC2A1D9-DE1B-6B9C-9C1D-F19202AE616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884400" y="45367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3DF13F91-7228-C713-EF6B-28EB183FAB1A}"/>
              </a:ext>
            </a:extLst>
          </p:cNvPr>
          <p:cNvGrpSpPr/>
          <p:nvPr/>
        </p:nvGrpSpPr>
        <p:grpSpPr>
          <a:xfrm>
            <a:off x="1994360" y="5313640"/>
            <a:ext cx="1303200" cy="1058040"/>
            <a:chOff x="1994360" y="5313640"/>
            <a:chExt cx="1303200" cy="10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60AF5725-769B-74C8-F90B-2FD20D5C2A9A}"/>
                    </a:ext>
                  </a:extLst>
                </p14:cNvPr>
                <p14:cNvContentPartPr/>
                <p14:nvPr/>
              </p14:nvContentPartPr>
              <p14:xfrm>
                <a:off x="2537240" y="5313640"/>
                <a:ext cx="366120" cy="32832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60AF5725-769B-74C8-F90B-2FD20D5C2A9A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2526440" y="5302840"/>
                  <a:ext cx="3873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D9EBAF57-D9AA-D57B-1A25-E4626EC563D3}"/>
                    </a:ext>
                  </a:extLst>
                </p14:cNvPr>
                <p14:cNvContentPartPr/>
                <p14:nvPr/>
              </p14:nvContentPartPr>
              <p14:xfrm>
                <a:off x="2249600" y="5646280"/>
                <a:ext cx="431280" cy="43884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D9EBAF57-D9AA-D57B-1A25-E4626EC563D3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2239160" y="5635840"/>
                  <a:ext cx="45252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96931C1E-F33D-8BEA-7111-3F5A4F8352DD}"/>
                    </a:ext>
                  </a:extLst>
                </p14:cNvPr>
                <p14:cNvContentPartPr/>
                <p14:nvPr/>
              </p14:nvContentPartPr>
              <p14:xfrm>
                <a:off x="1994360" y="5981440"/>
                <a:ext cx="365040" cy="39024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96931C1E-F33D-8BEA-7111-3F5A4F8352DD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1983920" y="5971000"/>
                  <a:ext cx="38628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A14C0F18-EA71-B302-700D-295D76739C04}"/>
                    </a:ext>
                  </a:extLst>
                </p14:cNvPr>
                <p14:cNvContentPartPr/>
                <p14:nvPr/>
              </p14:nvContentPartPr>
              <p14:xfrm>
                <a:off x="2798600" y="5612080"/>
                <a:ext cx="289800" cy="45540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A14C0F18-EA71-B302-700D-295D76739C04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2788160" y="5601640"/>
                  <a:ext cx="31104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502B2DFF-7A64-51CF-6836-20DC2C07B0A2}"/>
                    </a:ext>
                  </a:extLst>
                </p14:cNvPr>
                <p14:cNvContentPartPr/>
                <p14:nvPr/>
              </p14:nvContentPartPr>
              <p14:xfrm>
                <a:off x="3016040" y="6042280"/>
                <a:ext cx="281520" cy="28692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502B2DFF-7A64-51CF-6836-20DC2C07B0A2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3005240" y="6031480"/>
                  <a:ext cx="302760" cy="30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1">
            <p14:nvContentPartPr>
              <p14:cNvPr id="503" name="Ink 502">
                <a:extLst>
                  <a:ext uri="{FF2B5EF4-FFF2-40B4-BE49-F238E27FC236}">
                    <a16:creationId xmlns:a16="http://schemas.microsoft.com/office/drawing/2014/main" id="{709D436F-CEE0-FA75-E010-0E6F7EEE392E}"/>
                  </a:ext>
                </a:extLst>
              </p14:cNvPr>
              <p14:cNvContentPartPr/>
              <p14:nvPr/>
            </p14:nvContentPartPr>
            <p14:xfrm>
              <a:off x="3495560" y="5770840"/>
              <a:ext cx="689760" cy="128520"/>
            </p14:xfrm>
          </p:contentPart>
        </mc:Choice>
        <mc:Fallback xmlns="">
          <p:pic>
            <p:nvPicPr>
              <p:cNvPr id="503" name="Ink 502">
                <a:extLst>
                  <a:ext uri="{FF2B5EF4-FFF2-40B4-BE49-F238E27FC236}">
                    <a16:creationId xmlns:a16="http://schemas.microsoft.com/office/drawing/2014/main" id="{709D436F-CEE0-FA75-E010-0E6F7EEE392E}"/>
                  </a:ext>
                </a:extLst>
              </p:cNvPr>
              <p:cNvPicPr/>
              <p:nvPr/>
            </p:nvPicPr>
            <p:blipFill>
              <a:blip r:embed="rId652"/>
              <a:stretch>
                <a:fillRect/>
              </a:stretch>
            </p:blipFill>
            <p:spPr>
              <a:xfrm>
                <a:off x="3484760" y="5760040"/>
                <a:ext cx="711000" cy="14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14" name="Group 513">
            <a:extLst>
              <a:ext uri="{FF2B5EF4-FFF2-40B4-BE49-F238E27FC236}">
                <a16:creationId xmlns:a16="http://schemas.microsoft.com/office/drawing/2014/main" id="{FA105036-AC00-ACD9-5254-959D1B670146}"/>
              </a:ext>
            </a:extLst>
          </p:cNvPr>
          <p:cNvGrpSpPr/>
          <p:nvPr/>
        </p:nvGrpSpPr>
        <p:grpSpPr>
          <a:xfrm>
            <a:off x="4717400" y="5453320"/>
            <a:ext cx="952560" cy="474840"/>
            <a:chOff x="4717400" y="5453320"/>
            <a:chExt cx="952560" cy="47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6F3E4D4E-D62B-DD5D-21EC-C3D9514A9E65}"/>
                    </a:ext>
                  </a:extLst>
                </p14:cNvPr>
                <p14:cNvContentPartPr/>
                <p14:nvPr/>
              </p14:nvContentPartPr>
              <p14:xfrm>
                <a:off x="4717400" y="5453320"/>
                <a:ext cx="69480" cy="47484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6F3E4D4E-D62B-DD5D-21EC-C3D9514A9E65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4706600" y="5442880"/>
                  <a:ext cx="9072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382EA89B-ABA8-80B9-F5E8-8D486F4C5C0C}"/>
                    </a:ext>
                  </a:extLst>
                </p14:cNvPr>
                <p14:cNvContentPartPr/>
                <p14:nvPr/>
              </p14:nvContentPartPr>
              <p14:xfrm>
                <a:off x="4820000" y="5651680"/>
                <a:ext cx="83880" cy="18936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382EA89B-ABA8-80B9-F5E8-8D486F4C5C0C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4809200" y="5641240"/>
                  <a:ext cx="105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BBC3A8B5-2F9F-A523-29DE-842857FE6BF3}"/>
                    </a:ext>
                  </a:extLst>
                </p14:cNvPr>
                <p14:cNvContentPartPr/>
                <p14:nvPr/>
              </p14:nvContentPartPr>
              <p14:xfrm>
                <a:off x="4985600" y="5679760"/>
                <a:ext cx="96840" cy="16092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BBC3A8B5-2F9F-A523-29DE-842857FE6BF3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4974800" y="5669320"/>
                  <a:ext cx="1180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4A61F3F8-B4E3-AEA6-075E-0EE2C0E352D6}"/>
                    </a:ext>
                  </a:extLst>
                </p14:cNvPr>
                <p14:cNvContentPartPr/>
                <p14:nvPr/>
              </p14:nvContentPartPr>
              <p14:xfrm>
                <a:off x="5121320" y="5673640"/>
                <a:ext cx="151920" cy="23292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4A61F3F8-B4E3-AEA6-075E-0EE2C0E352D6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5110880" y="5663200"/>
                  <a:ext cx="1731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5B08B2CE-45DF-E223-B64D-E852F2A722F6}"/>
                    </a:ext>
                  </a:extLst>
                </p14:cNvPr>
                <p14:cNvContentPartPr/>
                <p14:nvPr/>
              </p14:nvContentPartPr>
              <p14:xfrm>
                <a:off x="5377640" y="5463760"/>
                <a:ext cx="33480" cy="32724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5B08B2CE-45DF-E223-B64D-E852F2A722F6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5367200" y="5452960"/>
                  <a:ext cx="547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8E567A78-127E-33EC-E9F4-6F2B4A891FA3}"/>
                    </a:ext>
                  </a:extLst>
                </p14:cNvPr>
                <p14:cNvContentPartPr/>
                <p14:nvPr/>
              </p14:nvContentPartPr>
              <p14:xfrm>
                <a:off x="5342360" y="5690920"/>
                <a:ext cx="155160" cy="1188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8E567A78-127E-33EC-E9F4-6F2B4A891FA3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5331560" y="5680480"/>
                  <a:ext cx="176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5A9D6E0F-D249-D413-FF19-709D8319F714}"/>
                    </a:ext>
                  </a:extLst>
                </p14:cNvPr>
                <p14:cNvContentPartPr/>
                <p14:nvPr/>
              </p14:nvContentPartPr>
              <p14:xfrm>
                <a:off x="5559080" y="5460160"/>
                <a:ext cx="110880" cy="31536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5A9D6E0F-D249-D413-FF19-709D8319F714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5548640" y="5449720"/>
                  <a:ext cx="132120" cy="33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5D5CA708-D5F2-7B39-FAB5-D1E411EF2BD1}"/>
              </a:ext>
            </a:extLst>
          </p:cNvPr>
          <p:cNvGrpSpPr/>
          <p:nvPr/>
        </p:nvGrpSpPr>
        <p:grpSpPr>
          <a:xfrm>
            <a:off x="5934920" y="5633680"/>
            <a:ext cx="160560" cy="91800"/>
            <a:chOff x="5934920" y="5633680"/>
            <a:chExt cx="160560" cy="9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B7797407-31D3-68F5-C58C-BF34BFE804F5}"/>
                    </a:ext>
                  </a:extLst>
                </p14:cNvPr>
                <p14:cNvContentPartPr/>
                <p14:nvPr/>
              </p14:nvContentPartPr>
              <p14:xfrm>
                <a:off x="5952920" y="5718280"/>
                <a:ext cx="142560" cy="720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B7797407-31D3-68F5-C58C-BF34BFE804F5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5942120" y="5707840"/>
                  <a:ext cx="163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98342D4A-850F-8933-74D8-4817C50BF6E5}"/>
                    </a:ext>
                  </a:extLst>
                </p14:cNvPr>
                <p14:cNvContentPartPr/>
                <p14:nvPr/>
              </p14:nvContentPartPr>
              <p14:xfrm>
                <a:off x="5934920" y="5633680"/>
                <a:ext cx="114480" cy="2196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98342D4A-850F-8933-74D8-4817C50BF6E5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5924480" y="5623240"/>
                  <a:ext cx="13572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1">
            <p14:nvContentPartPr>
              <p14:cNvPr id="517" name="Ink 516">
                <a:extLst>
                  <a:ext uri="{FF2B5EF4-FFF2-40B4-BE49-F238E27FC236}">
                    <a16:creationId xmlns:a16="http://schemas.microsoft.com/office/drawing/2014/main" id="{9B197DEE-BC43-2614-2C22-98A9A93F90D7}"/>
                  </a:ext>
                </a:extLst>
              </p14:cNvPr>
              <p14:cNvContentPartPr/>
              <p14:nvPr/>
            </p14:nvContentPartPr>
            <p14:xfrm>
              <a:off x="6341000" y="5542600"/>
              <a:ext cx="334080" cy="263160"/>
            </p14:xfrm>
          </p:contentPart>
        </mc:Choice>
        <mc:Fallback xmlns="">
          <p:pic>
            <p:nvPicPr>
              <p:cNvPr id="517" name="Ink 516">
                <a:extLst>
                  <a:ext uri="{FF2B5EF4-FFF2-40B4-BE49-F238E27FC236}">
                    <a16:creationId xmlns:a16="http://schemas.microsoft.com/office/drawing/2014/main" id="{9B197DEE-BC43-2614-2C22-98A9A93F90D7}"/>
                  </a:ext>
                </a:extLst>
              </p:cNvPr>
              <p:cNvPicPr/>
              <p:nvPr/>
            </p:nvPicPr>
            <p:blipFill>
              <a:blip r:embed="rId672"/>
              <a:stretch>
                <a:fillRect/>
              </a:stretch>
            </p:blipFill>
            <p:spPr>
              <a:xfrm>
                <a:off x="6330560" y="5531800"/>
                <a:ext cx="35532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3">
            <p14:nvContentPartPr>
              <p14:cNvPr id="518" name="Ink 517">
                <a:extLst>
                  <a:ext uri="{FF2B5EF4-FFF2-40B4-BE49-F238E27FC236}">
                    <a16:creationId xmlns:a16="http://schemas.microsoft.com/office/drawing/2014/main" id="{1C8EFF5F-F767-09D6-0933-F34D16B84789}"/>
                  </a:ext>
                </a:extLst>
              </p14:cNvPr>
              <p14:cNvContentPartPr/>
              <p14:nvPr/>
            </p14:nvContentPartPr>
            <p14:xfrm>
              <a:off x="7040480" y="5568160"/>
              <a:ext cx="411480" cy="109440"/>
            </p14:xfrm>
          </p:contentPart>
        </mc:Choice>
        <mc:Fallback xmlns="">
          <p:pic>
            <p:nvPicPr>
              <p:cNvPr id="518" name="Ink 517">
                <a:extLst>
                  <a:ext uri="{FF2B5EF4-FFF2-40B4-BE49-F238E27FC236}">
                    <a16:creationId xmlns:a16="http://schemas.microsoft.com/office/drawing/2014/main" id="{1C8EFF5F-F767-09D6-0933-F34D16B84789}"/>
                  </a:ext>
                </a:extLst>
              </p:cNvPr>
              <p:cNvPicPr/>
              <p:nvPr/>
            </p:nvPicPr>
            <p:blipFill>
              <a:blip r:embed="rId674"/>
              <a:stretch>
                <a:fillRect/>
              </a:stretch>
            </p:blipFill>
            <p:spPr>
              <a:xfrm>
                <a:off x="7029680" y="5557360"/>
                <a:ext cx="43272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5">
            <p14:nvContentPartPr>
              <p14:cNvPr id="522" name="Ink 521">
                <a:extLst>
                  <a:ext uri="{FF2B5EF4-FFF2-40B4-BE49-F238E27FC236}">
                    <a16:creationId xmlns:a16="http://schemas.microsoft.com/office/drawing/2014/main" id="{7B6F0481-AD28-71B4-4683-67AA97587F4B}"/>
                  </a:ext>
                </a:extLst>
              </p14:cNvPr>
              <p14:cNvContentPartPr/>
              <p14:nvPr/>
            </p14:nvContentPartPr>
            <p14:xfrm>
              <a:off x="7900160" y="5433520"/>
              <a:ext cx="170280" cy="199080"/>
            </p14:xfrm>
          </p:contentPart>
        </mc:Choice>
        <mc:Fallback xmlns="">
          <p:pic>
            <p:nvPicPr>
              <p:cNvPr id="522" name="Ink 521">
                <a:extLst>
                  <a:ext uri="{FF2B5EF4-FFF2-40B4-BE49-F238E27FC236}">
                    <a16:creationId xmlns:a16="http://schemas.microsoft.com/office/drawing/2014/main" id="{7B6F0481-AD28-71B4-4683-67AA97587F4B}"/>
                  </a:ext>
                </a:extLst>
              </p:cNvPr>
              <p:cNvPicPr/>
              <p:nvPr/>
            </p:nvPicPr>
            <p:blipFill>
              <a:blip r:embed="rId676"/>
              <a:stretch>
                <a:fillRect/>
              </a:stretch>
            </p:blipFill>
            <p:spPr>
              <a:xfrm>
                <a:off x="7889360" y="5423080"/>
                <a:ext cx="191520" cy="22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9" name="Group 528">
            <a:extLst>
              <a:ext uri="{FF2B5EF4-FFF2-40B4-BE49-F238E27FC236}">
                <a16:creationId xmlns:a16="http://schemas.microsoft.com/office/drawing/2014/main" id="{96BF361E-0795-594C-BF39-2C66212A12D6}"/>
              </a:ext>
            </a:extLst>
          </p:cNvPr>
          <p:cNvGrpSpPr/>
          <p:nvPr/>
        </p:nvGrpSpPr>
        <p:grpSpPr>
          <a:xfrm>
            <a:off x="8378600" y="5369800"/>
            <a:ext cx="885960" cy="330840"/>
            <a:chOff x="8378600" y="5369800"/>
            <a:chExt cx="885960" cy="3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68A86F82-D1A3-0638-3AEF-B201D69A83B1}"/>
                    </a:ext>
                  </a:extLst>
                </p14:cNvPr>
                <p14:cNvContentPartPr/>
                <p14:nvPr/>
              </p14:nvContentPartPr>
              <p14:xfrm>
                <a:off x="8378600" y="5491840"/>
                <a:ext cx="142200" cy="15480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68A86F82-D1A3-0638-3AEF-B201D69A83B1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8368160" y="5481400"/>
                  <a:ext cx="1634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9D366194-3E00-FEA7-0A64-ACC4D7EEC31B}"/>
                    </a:ext>
                  </a:extLst>
                </p14:cNvPr>
                <p14:cNvContentPartPr/>
                <p14:nvPr/>
              </p14:nvContentPartPr>
              <p14:xfrm>
                <a:off x="8542040" y="5369800"/>
                <a:ext cx="139320" cy="22428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9D366194-3E00-FEA7-0A64-ACC4D7EEC31B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8531240" y="5359360"/>
                  <a:ext cx="1605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9E8C1840-85D0-9B6E-A8B7-47BA6264D37E}"/>
                    </a:ext>
                  </a:extLst>
                </p14:cNvPr>
                <p14:cNvContentPartPr/>
                <p14:nvPr/>
              </p14:nvContentPartPr>
              <p14:xfrm>
                <a:off x="8755520" y="5478160"/>
                <a:ext cx="119520" cy="22248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9E8C1840-85D0-9B6E-A8B7-47BA6264D37E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8744720" y="5467360"/>
                  <a:ext cx="1407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EAA873B7-F45D-4ADE-C1C4-277C5670F06A}"/>
                    </a:ext>
                  </a:extLst>
                </p14:cNvPr>
                <p14:cNvContentPartPr/>
                <p14:nvPr/>
              </p14:nvContentPartPr>
              <p14:xfrm>
                <a:off x="8926520" y="5473840"/>
                <a:ext cx="103320" cy="12132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EAA873B7-F45D-4ADE-C1C4-277C5670F06A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8916080" y="5463400"/>
                  <a:ext cx="1245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5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EC726F3D-6E5B-9D69-F5C5-1BBD62CA9759}"/>
                    </a:ext>
                  </a:extLst>
                </p14:cNvPr>
                <p14:cNvContentPartPr/>
                <p14:nvPr/>
              </p14:nvContentPartPr>
              <p14:xfrm>
                <a:off x="9081320" y="5452240"/>
                <a:ext cx="183240" cy="14436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EC726F3D-6E5B-9D69-F5C5-1BBD62CA9759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9070880" y="5441440"/>
                  <a:ext cx="204480" cy="165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04466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33F57D-DD0C-925A-4E08-6CD381E45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D414237-1247-BCF6-7735-75A0E01C5B40}"/>
                  </a:ext>
                </a:extLst>
              </p14:cNvPr>
              <p14:cNvContentPartPr/>
              <p14:nvPr/>
            </p14:nvContentPartPr>
            <p14:xfrm>
              <a:off x="1541480" y="376960"/>
              <a:ext cx="338400" cy="303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D414237-1247-BCF6-7735-75A0E01C5B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31040" y="366160"/>
                <a:ext cx="35964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A2F3B9E-FE5A-F063-C939-899EAFF8B8FC}"/>
                  </a:ext>
                </a:extLst>
              </p14:cNvPr>
              <p14:cNvContentPartPr/>
              <p14:nvPr/>
            </p14:nvContentPartPr>
            <p14:xfrm>
              <a:off x="823640" y="1109920"/>
              <a:ext cx="307440" cy="258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A2F3B9E-FE5A-F063-C939-899EAFF8B8F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3200" y="1099480"/>
                <a:ext cx="32868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90EDEF2-A63E-D93D-5820-7B0945ADBFDA}"/>
                  </a:ext>
                </a:extLst>
              </p14:cNvPr>
              <p14:cNvContentPartPr/>
              <p14:nvPr/>
            </p14:nvContentPartPr>
            <p14:xfrm>
              <a:off x="2206040" y="1062040"/>
              <a:ext cx="290160" cy="251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90EDEF2-A63E-D93D-5820-7B0945ADBFD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95240" y="1051600"/>
                <a:ext cx="311400" cy="27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076DFCEA-6CFC-A1EE-BE76-1FF4BB5D3F22}"/>
              </a:ext>
            </a:extLst>
          </p:cNvPr>
          <p:cNvGrpSpPr/>
          <p:nvPr/>
        </p:nvGrpSpPr>
        <p:grpSpPr>
          <a:xfrm>
            <a:off x="224960" y="1978600"/>
            <a:ext cx="168840" cy="346320"/>
            <a:chOff x="224960" y="1978600"/>
            <a:chExt cx="16884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64BDA04-BD1A-D95F-3C9C-BEC00D66C2CE}"/>
                    </a:ext>
                  </a:extLst>
                </p14:cNvPr>
                <p14:cNvContentPartPr/>
                <p14:nvPr/>
              </p14:nvContentPartPr>
              <p14:xfrm>
                <a:off x="224960" y="1978600"/>
                <a:ext cx="137160" cy="222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64BDA04-BD1A-D95F-3C9C-BEC00D66C2C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4160" y="1968160"/>
                  <a:ext cx="1584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0865CBF-0005-1F64-89EF-C5142823F50D}"/>
                    </a:ext>
                  </a:extLst>
                </p14:cNvPr>
                <p14:cNvContentPartPr/>
                <p14:nvPr/>
              </p14:nvContentPartPr>
              <p14:xfrm>
                <a:off x="374360" y="2050240"/>
                <a:ext cx="19440" cy="274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0865CBF-0005-1F64-89EF-C5142823F50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3560" y="2039800"/>
                  <a:ext cx="40680" cy="29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793D3CF-33B5-BA1D-48D2-CD11979F0124}"/>
                  </a:ext>
                </a:extLst>
              </p14:cNvPr>
              <p14:cNvContentPartPr/>
              <p14:nvPr/>
            </p14:nvContentPartPr>
            <p14:xfrm>
              <a:off x="466880" y="1594480"/>
              <a:ext cx="196920" cy="220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793D3CF-33B5-BA1D-48D2-CD11979F012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6440" y="1584040"/>
                <a:ext cx="218160" cy="24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8A44CA06-F8A7-E157-0FB7-9678B9151606}"/>
              </a:ext>
            </a:extLst>
          </p:cNvPr>
          <p:cNvGrpSpPr/>
          <p:nvPr/>
        </p:nvGrpSpPr>
        <p:grpSpPr>
          <a:xfrm>
            <a:off x="996440" y="1665400"/>
            <a:ext cx="543600" cy="561240"/>
            <a:chOff x="996440" y="1665400"/>
            <a:chExt cx="543600" cy="56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35E7BD0-6053-4150-56DA-2C8C10B145D5}"/>
                    </a:ext>
                  </a:extLst>
                </p14:cNvPr>
                <p14:cNvContentPartPr/>
                <p14:nvPr/>
              </p14:nvContentPartPr>
              <p14:xfrm>
                <a:off x="1311080" y="2032240"/>
                <a:ext cx="193680" cy="194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35E7BD0-6053-4150-56DA-2C8C10B145D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00280" y="2021440"/>
                  <a:ext cx="214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CEA22F2-2390-A55E-5CC8-0AA87148CC21}"/>
                    </a:ext>
                  </a:extLst>
                </p14:cNvPr>
                <p14:cNvContentPartPr/>
                <p14:nvPr/>
              </p14:nvContentPartPr>
              <p14:xfrm>
                <a:off x="1397480" y="1977160"/>
                <a:ext cx="142560" cy="25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CEA22F2-2390-A55E-5CC8-0AA87148CC2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86680" y="1966720"/>
                  <a:ext cx="1638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912DE84-F398-D0FC-1C97-087F0622B9FE}"/>
                    </a:ext>
                  </a:extLst>
                </p14:cNvPr>
                <p14:cNvContentPartPr/>
                <p14:nvPr/>
              </p14:nvContentPartPr>
              <p14:xfrm>
                <a:off x="996440" y="1665400"/>
                <a:ext cx="295920" cy="264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912DE84-F398-D0FC-1C97-087F0622B9F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85640" y="1654600"/>
                  <a:ext cx="317160" cy="28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3673A9D-C7F2-5519-3F6F-3F81E71762D3}"/>
                  </a:ext>
                </a:extLst>
              </p14:cNvPr>
              <p14:cNvContentPartPr/>
              <p14:nvPr/>
            </p14:nvContentPartPr>
            <p14:xfrm>
              <a:off x="1224680" y="878440"/>
              <a:ext cx="179280" cy="222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3673A9D-C7F2-5519-3F6F-3F81E71762D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14240" y="867640"/>
                <a:ext cx="20052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5416700-7570-6FEC-D3BD-1E00145D9539}"/>
                  </a:ext>
                </a:extLst>
              </p14:cNvPr>
              <p14:cNvContentPartPr/>
              <p14:nvPr/>
            </p14:nvContentPartPr>
            <p14:xfrm>
              <a:off x="1856840" y="894280"/>
              <a:ext cx="203400" cy="172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5416700-7570-6FEC-D3BD-1E00145D953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46400" y="883840"/>
                <a:ext cx="224640" cy="19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C6C999E2-2D10-5406-2D07-BD99203DBD52}"/>
              </a:ext>
            </a:extLst>
          </p:cNvPr>
          <p:cNvGrpSpPr/>
          <p:nvPr/>
        </p:nvGrpSpPr>
        <p:grpSpPr>
          <a:xfrm>
            <a:off x="72320" y="252400"/>
            <a:ext cx="6313680" cy="2225520"/>
            <a:chOff x="72320" y="252400"/>
            <a:chExt cx="6313680" cy="222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8BD7E15-7467-65BD-3CCA-8F18B302A62E}"/>
                    </a:ext>
                  </a:extLst>
                </p14:cNvPr>
                <p14:cNvContentPartPr/>
                <p14:nvPr/>
              </p14:nvContentPartPr>
              <p14:xfrm>
                <a:off x="72320" y="252400"/>
                <a:ext cx="2655720" cy="2225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8BD7E15-7467-65BD-3CCA-8F18B302A62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520" y="241600"/>
                  <a:ext cx="2676960" cy="22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B58CE63-5588-95A3-7870-26F407994394}"/>
                    </a:ext>
                  </a:extLst>
                </p14:cNvPr>
                <p14:cNvContentPartPr/>
                <p14:nvPr/>
              </p14:nvContentPartPr>
              <p14:xfrm>
                <a:off x="2962400" y="420880"/>
                <a:ext cx="1021680" cy="579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B58CE63-5588-95A3-7870-26F40799439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51600" y="410080"/>
                  <a:ext cx="104292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B8966D9-F7B7-1DEB-05E8-6ED920A1BF2D}"/>
                    </a:ext>
                  </a:extLst>
                </p14:cNvPr>
                <p14:cNvContentPartPr/>
                <p14:nvPr/>
              </p14:nvContentPartPr>
              <p14:xfrm>
                <a:off x="4408160" y="443200"/>
                <a:ext cx="37080" cy="200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B8966D9-F7B7-1DEB-05E8-6ED920A1BF2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97360" y="432400"/>
                  <a:ext cx="583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9141547-82B0-2607-0A12-D72B062DB44E}"/>
                    </a:ext>
                  </a:extLst>
                </p14:cNvPr>
                <p14:cNvContentPartPr/>
                <p14:nvPr/>
              </p14:nvContentPartPr>
              <p14:xfrm>
                <a:off x="4324280" y="378760"/>
                <a:ext cx="413640" cy="293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9141547-82B0-2607-0A12-D72B062DB44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13840" y="367960"/>
                  <a:ext cx="4348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73FC0F6-4BBD-AC3F-2D42-2DAEB66C8855}"/>
                    </a:ext>
                  </a:extLst>
                </p14:cNvPr>
                <p14:cNvContentPartPr/>
                <p14:nvPr/>
              </p14:nvContentPartPr>
              <p14:xfrm>
                <a:off x="4882640" y="509440"/>
                <a:ext cx="16920" cy="144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73FC0F6-4BBD-AC3F-2D42-2DAEB66C885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71840" y="498640"/>
                  <a:ext cx="381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B012815-EE4B-99CB-946C-0FDFFBE50E7D}"/>
                    </a:ext>
                  </a:extLst>
                </p14:cNvPr>
                <p14:cNvContentPartPr/>
                <p14:nvPr/>
              </p14:nvContentPartPr>
              <p14:xfrm>
                <a:off x="4838000" y="348520"/>
                <a:ext cx="76320" cy="58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B012815-EE4B-99CB-946C-0FDFFBE50E7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27560" y="338080"/>
                  <a:ext cx="97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9B01B2E-F38F-8DF9-071B-FC716686DE21}"/>
                    </a:ext>
                  </a:extLst>
                </p14:cNvPr>
                <p14:cNvContentPartPr/>
                <p14:nvPr/>
              </p14:nvContentPartPr>
              <p14:xfrm>
                <a:off x="5002520" y="461200"/>
                <a:ext cx="606600" cy="177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9B01B2E-F38F-8DF9-071B-FC716686DE2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92080" y="450760"/>
                  <a:ext cx="6278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41F7473-D6D3-8855-6939-8249EE256EB8}"/>
                    </a:ext>
                  </a:extLst>
                </p14:cNvPr>
                <p14:cNvContentPartPr/>
                <p14:nvPr/>
              </p14:nvContentPartPr>
              <p14:xfrm>
                <a:off x="5596880" y="446440"/>
                <a:ext cx="84600" cy="145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41F7473-D6D3-8855-6939-8249EE256EB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86440" y="436000"/>
                  <a:ext cx="105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D4D901A-33A2-4042-1AA6-2A7042683B68}"/>
                    </a:ext>
                  </a:extLst>
                </p14:cNvPr>
                <p14:cNvContentPartPr/>
                <p14:nvPr/>
              </p14:nvContentPartPr>
              <p14:xfrm>
                <a:off x="5829800" y="281920"/>
                <a:ext cx="12240" cy="329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D4D901A-33A2-4042-1AA6-2A7042683B6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19000" y="271480"/>
                  <a:ext cx="334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2226DE1-31DF-86B4-E1AA-CD1549F9BD53}"/>
                    </a:ext>
                  </a:extLst>
                </p14:cNvPr>
                <p14:cNvContentPartPr/>
                <p14:nvPr/>
              </p14:nvContentPartPr>
              <p14:xfrm>
                <a:off x="5790200" y="505840"/>
                <a:ext cx="185760" cy="2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2226DE1-31DF-86B4-E1AA-CD1549F9BD5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79760" y="495040"/>
                  <a:ext cx="207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37D42CA-5E52-2191-069E-7C40044CF886}"/>
                    </a:ext>
                  </a:extLst>
                </p14:cNvPr>
                <p14:cNvContentPartPr/>
                <p14:nvPr/>
              </p14:nvContentPartPr>
              <p14:xfrm>
                <a:off x="5960480" y="445360"/>
                <a:ext cx="103320" cy="118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37D42CA-5E52-2191-069E-7C40044CF88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49680" y="434560"/>
                  <a:ext cx="124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BAFF533-5BCD-FF73-3390-EF11F28EDF69}"/>
                    </a:ext>
                  </a:extLst>
                </p14:cNvPr>
                <p14:cNvContentPartPr/>
                <p14:nvPr/>
              </p14:nvContentPartPr>
              <p14:xfrm>
                <a:off x="6168560" y="401800"/>
                <a:ext cx="217440" cy="164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BAFF533-5BCD-FF73-3390-EF11F28EDF6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57760" y="391360"/>
                  <a:ext cx="23868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D0BBB49-E66D-61DA-DBC7-C316F3F9C87F}"/>
              </a:ext>
            </a:extLst>
          </p:cNvPr>
          <p:cNvGrpSpPr/>
          <p:nvPr/>
        </p:nvGrpSpPr>
        <p:grpSpPr>
          <a:xfrm>
            <a:off x="6767600" y="364360"/>
            <a:ext cx="360000" cy="228960"/>
            <a:chOff x="6767600" y="364360"/>
            <a:chExt cx="36000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488C822-80FF-60AF-90F5-483133FFE078}"/>
                    </a:ext>
                  </a:extLst>
                </p14:cNvPr>
                <p14:cNvContentPartPr/>
                <p14:nvPr/>
              </p14:nvContentPartPr>
              <p14:xfrm>
                <a:off x="6767600" y="520600"/>
                <a:ext cx="186840" cy="21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488C822-80FF-60AF-90F5-483133FFE07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57160" y="510160"/>
                  <a:ext cx="208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1BE1A8-E43C-1CCB-1941-73C2517961C6}"/>
                    </a:ext>
                  </a:extLst>
                </p14:cNvPr>
                <p14:cNvContentPartPr/>
                <p14:nvPr/>
              </p14:nvContentPartPr>
              <p14:xfrm>
                <a:off x="6779120" y="434920"/>
                <a:ext cx="126000" cy="15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1BE1A8-E43C-1CCB-1941-73C2517961C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68320" y="424480"/>
                  <a:ext cx="1472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D17DEB4-7C39-11C5-6FA7-684BD0AE1722}"/>
                    </a:ext>
                  </a:extLst>
                </p14:cNvPr>
                <p14:cNvContentPartPr/>
                <p14:nvPr/>
              </p14:nvContentPartPr>
              <p14:xfrm>
                <a:off x="6947960" y="364360"/>
                <a:ext cx="179640" cy="228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D17DEB4-7C39-11C5-6FA7-684BD0AE172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37160" y="353560"/>
                  <a:ext cx="200880" cy="25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7226073-795C-3F90-AFB5-7FD97FE756BC}"/>
                  </a:ext>
                </a:extLst>
              </p14:cNvPr>
              <p14:cNvContentPartPr/>
              <p14:nvPr/>
            </p14:nvContentPartPr>
            <p14:xfrm>
              <a:off x="7425680" y="320080"/>
              <a:ext cx="271800" cy="2160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7226073-795C-3F90-AFB5-7FD97FE756B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415240" y="309640"/>
                <a:ext cx="293040" cy="23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92FB4572-3E12-D2BD-3FC9-329664B6F994}"/>
              </a:ext>
            </a:extLst>
          </p:cNvPr>
          <p:cNvGrpSpPr/>
          <p:nvPr/>
        </p:nvGrpSpPr>
        <p:grpSpPr>
          <a:xfrm>
            <a:off x="1025600" y="3036280"/>
            <a:ext cx="1440360" cy="880200"/>
            <a:chOff x="1025600" y="3036280"/>
            <a:chExt cx="1440360" cy="88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DC1E7F9-0E6D-1193-D0F2-96CB2FE20AAB}"/>
                    </a:ext>
                  </a:extLst>
                </p14:cNvPr>
                <p14:cNvContentPartPr/>
                <p14:nvPr/>
              </p14:nvContentPartPr>
              <p14:xfrm>
                <a:off x="1639400" y="3036280"/>
                <a:ext cx="285120" cy="283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DC1E7F9-0E6D-1193-D0F2-96CB2FE20AA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628600" y="3025480"/>
                  <a:ext cx="3063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4A0F874-9A88-C429-E83A-63E112C67EB9}"/>
                    </a:ext>
                  </a:extLst>
                </p14:cNvPr>
                <p14:cNvContentPartPr/>
                <p14:nvPr/>
              </p14:nvContentPartPr>
              <p14:xfrm>
                <a:off x="1025600" y="3652240"/>
                <a:ext cx="258120" cy="264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4A0F874-9A88-C429-E83A-63E112C67EB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14800" y="3641800"/>
                  <a:ext cx="2793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D20AF2D-C97B-E2C0-B28F-E52600C02D57}"/>
                    </a:ext>
                  </a:extLst>
                </p14:cNvPr>
                <p14:cNvContentPartPr/>
                <p14:nvPr/>
              </p14:nvContentPartPr>
              <p14:xfrm>
                <a:off x="2148800" y="3596800"/>
                <a:ext cx="317160" cy="283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D20AF2D-C97B-E2C0-B28F-E52600C02D5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138000" y="3586360"/>
                  <a:ext cx="3384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86902E3-CEA5-7C83-2F97-0902303298BE}"/>
                    </a:ext>
                  </a:extLst>
                </p14:cNvPr>
                <p14:cNvContentPartPr/>
                <p14:nvPr/>
              </p14:nvContentPartPr>
              <p14:xfrm>
                <a:off x="1413680" y="3467920"/>
                <a:ext cx="84240" cy="92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86902E3-CEA5-7C83-2F97-0902303298B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403240" y="3457480"/>
                  <a:ext cx="1054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030A8A4-C206-33FD-BC35-C3358E3A8A8B}"/>
                    </a:ext>
                  </a:extLst>
                </p14:cNvPr>
                <p14:cNvContentPartPr/>
                <p14:nvPr/>
              </p14:nvContentPartPr>
              <p14:xfrm>
                <a:off x="1860800" y="3522640"/>
                <a:ext cx="117000" cy="98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030A8A4-C206-33FD-BC35-C3358E3A8A8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50000" y="3512200"/>
                  <a:ext cx="13824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73807AE-37E5-46CD-30DD-D3B99A3200F0}"/>
              </a:ext>
            </a:extLst>
          </p:cNvPr>
          <p:cNvGrpSpPr/>
          <p:nvPr/>
        </p:nvGrpSpPr>
        <p:grpSpPr>
          <a:xfrm>
            <a:off x="347000" y="4345240"/>
            <a:ext cx="145800" cy="291960"/>
            <a:chOff x="347000" y="4345240"/>
            <a:chExt cx="145800" cy="29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0247F70-66DA-AAC8-A068-D18FEDE9BE45}"/>
                    </a:ext>
                  </a:extLst>
                </p14:cNvPr>
                <p14:cNvContentPartPr/>
                <p14:nvPr/>
              </p14:nvContentPartPr>
              <p14:xfrm>
                <a:off x="347000" y="4345240"/>
                <a:ext cx="90000" cy="170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0247F70-66DA-AAC8-A068-D18FEDE9BE4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6200" y="4334800"/>
                  <a:ext cx="111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B78672-3966-DE11-731E-47A74A091BAF}"/>
                    </a:ext>
                  </a:extLst>
                </p14:cNvPr>
                <p14:cNvContentPartPr/>
                <p14:nvPr/>
              </p14:nvContentPartPr>
              <p14:xfrm>
                <a:off x="464360" y="4388800"/>
                <a:ext cx="28440" cy="248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B78672-3966-DE11-731E-47A74A091BA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3920" y="4378000"/>
                  <a:ext cx="49680" cy="26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0A3540E-4338-554B-3371-59E99828F500}"/>
              </a:ext>
            </a:extLst>
          </p:cNvPr>
          <p:cNvGrpSpPr/>
          <p:nvPr/>
        </p:nvGrpSpPr>
        <p:grpSpPr>
          <a:xfrm>
            <a:off x="714560" y="4088200"/>
            <a:ext cx="732600" cy="504360"/>
            <a:chOff x="714560" y="4088200"/>
            <a:chExt cx="732600" cy="50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8DB7020-F2B6-EA54-3B99-192D431F5A19}"/>
                    </a:ext>
                  </a:extLst>
                </p14:cNvPr>
                <p14:cNvContentPartPr/>
                <p14:nvPr/>
              </p14:nvContentPartPr>
              <p14:xfrm>
                <a:off x="1257800" y="4364680"/>
                <a:ext cx="189360" cy="227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8DB7020-F2B6-EA54-3B99-192D431F5A1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47000" y="4354240"/>
                  <a:ext cx="2106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93EC544-2ADA-9854-C03E-D91E61E0E933}"/>
                    </a:ext>
                  </a:extLst>
                </p14:cNvPr>
                <p14:cNvContentPartPr/>
                <p14:nvPr/>
              </p14:nvContentPartPr>
              <p14:xfrm>
                <a:off x="1284440" y="4306360"/>
                <a:ext cx="162720" cy="33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93EC544-2ADA-9854-C03E-D91E61E0E93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73640" y="4295920"/>
                  <a:ext cx="1839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737D6AC-5830-EADC-6978-16855E118A96}"/>
                    </a:ext>
                  </a:extLst>
                </p14:cNvPr>
                <p14:cNvContentPartPr/>
                <p14:nvPr/>
              </p14:nvContentPartPr>
              <p14:xfrm>
                <a:off x="714560" y="4088200"/>
                <a:ext cx="212400" cy="193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737D6AC-5830-EADC-6978-16855E118A9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3760" y="4077760"/>
                  <a:ext cx="2336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AA03C82-F633-CD79-BF08-E6EC0E38775D}"/>
                    </a:ext>
                  </a:extLst>
                </p14:cNvPr>
                <p14:cNvContentPartPr/>
                <p14:nvPr/>
              </p14:nvContentPartPr>
              <p14:xfrm>
                <a:off x="1095440" y="4124920"/>
                <a:ext cx="53640" cy="143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AA03C82-F633-CD79-BF08-E6EC0E38775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84640" y="4114120"/>
                  <a:ext cx="7488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8D03A53-427C-FC09-8AC4-A2D0B44DDFCC}"/>
              </a:ext>
            </a:extLst>
          </p:cNvPr>
          <p:cNvGrpSpPr/>
          <p:nvPr/>
        </p:nvGrpSpPr>
        <p:grpSpPr>
          <a:xfrm>
            <a:off x="902480" y="2895520"/>
            <a:ext cx="2628000" cy="1932840"/>
            <a:chOff x="902480" y="2895520"/>
            <a:chExt cx="2628000" cy="19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B24E3B6-4497-8384-2183-E84B4069E706}"/>
                    </a:ext>
                  </a:extLst>
                </p14:cNvPr>
                <p14:cNvContentPartPr/>
                <p14:nvPr/>
              </p14:nvContentPartPr>
              <p14:xfrm>
                <a:off x="902480" y="2895520"/>
                <a:ext cx="1680840" cy="1932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B24E3B6-4497-8384-2183-E84B4069E70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1680" y="2885080"/>
                  <a:ext cx="1702080" cy="19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0741009-6C05-E4E0-6BA5-72FE855B6A70}"/>
                    </a:ext>
                  </a:extLst>
                </p14:cNvPr>
                <p14:cNvContentPartPr/>
                <p14:nvPr/>
              </p14:nvContentPartPr>
              <p14:xfrm>
                <a:off x="2805080" y="2964280"/>
                <a:ext cx="725400" cy="554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0741009-6C05-E4E0-6BA5-72FE855B6A7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94280" y="2953480"/>
                  <a:ext cx="746640" cy="57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BB92B5FB-DB8F-2357-0A01-64E85FF4A0A6}"/>
                  </a:ext>
                </a:extLst>
              </p14:cNvPr>
              <p14:cNvContentPartPr/>
              <p14:nvPr/>
            </p14:nvContentPartPr>
            <p14:xfrm>
              <a:off x="3984080" y="2851240"/>
              <a:ext cx="28440" cy="234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BB92B5FB-DB8F-2357-0A01-64E85FF4A0A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973640" y="2840440"/>
                <a:ext cx="4968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17CA08E-15B0-DD27-C02E-73DA42BF6DD4}"/>
                  </a:ext>
                </a:extLst>
              </p14:cNvPr>
              <p14:cNvContentPartPr/>
              <p14:nvPr/>
            </p14:nvContentPartPr>
            <p14:xfrm>
              <a:off x="3792560" y="2805880"/>
              <a:ext cx="656280" cy="3909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17CA08E-15B0-DD27-C02E-73DA42BF6DD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781760" y="2795080"/>
                <a:ext cx="67752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720B109B-7802-B0C9-6498-EB0070BE9A5E}"/>
                  </a:ext>
                </a:extLst>
              </p14:cNvPr>
              <p14:cNvContentPartPr/>
              <p14:nvPr/>
            </p14:nvContentPartPr>
            <p14:xfrm>
              <a:off x="4542440" y="2971120"/>
              <a:ext cx="53640" cy="1659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720B109B-7802-B0C9-6498-EB0070BE9A5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532000" y="2960320"/>
                <a:ext cx="748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9FF2739-A3A1-FF13-16F6-C407D671CBB5}"/>
                  </a:ext>
                </a:extLst>
              </p14:cNvPr>
              <p14:cNvContentPartPr/>
              <p14:nvPr/>
            </p14:nvContentPartPr>
            <p14:xfrm>
              <a:off x="4504640" y="2837200"/>
              <a:ext cx="96120" cy="518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9FF2739-A3A1-FF13-16F6-C407D671CBB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493840" y="2826400"/>
                <a:ext cx="11736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66FAB53-1925-D3DE-2F3B-55FDC41D8D8C}"/>
                  </a:ext>
                </a:extLst>
              </p14:cNvPr>
              <p14:cNvContentPartPr/>
              <p14:nvPr/>
            </p14:nvContentPartPr>
            <p14:xfrm>
              <a:off x="4732880" y="2879680"/>
              <a:ext cx="571680" cy="2156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66FAB53-1925-D3DE-2F3B-55FDC41D8D8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722080" y="2868880"/>
                <a:ext cx="59292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BACE9A0-6F53-0558-8839-EC4F1479A745}"/>
                  </a:ext>
                </a:extLst>
              </p14:cNvPr>
              <p14:cNvContentPartPr/>
              <p14:nvPr/>
            </p14:nvContentPartPr>
            <p14:xfrm>
              <a:off x="5343800" y="2845480"/>
              <a:ext cx="56520" cy="1692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BACE9A0-6F53-0558-8839-EC4F1479A74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333360" y="2835040"/>
                <a:ext cx="7776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DC7910E-6B4E-48C0-31B9-829AAB43DB7A}"/>
                  </a:ext>
                </a:extLst>
              </p14:cNvPr>
              <p14:cNvContentPartPr/>
              <p14:nvPr/>
            </p14:nvContentPartPr>
            <p14:xfrm>
              <a:off x="5509760" y="2602120"/>
              <a:ext cx="77760" cy="3830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DC7910E-6B4E-48C0-31B9-829AAB43DB7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499320" y="2591320"/>
                <a:ext cx="9900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65683ED-D11B-A7AD-34EA-B3537108F401}"/>
                  </a:ext>
                </a:extLst>
              </p14:cNvPr>
              <p14:cNvContentPartPr/>
              <p14:nvPr/>
            </p14:nvContentPartPr>
            <p14:xfrm>
              <a:off x="5504720" y="2836120"/>
              <a:ext cx="145080" cy="39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65683ED-D11B-A7AD-34EA-B3537108F40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493920" y="2825320"/>
                <a:ext cx="1663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23DF6DDA-5D14-8A7B-2B00-67104224425D}"/>
                  </a:ext>
                </a:extLst>
              </p14:cNvPr>
              <p14:cNvContentPartPr/>
              <p14:nvPr/>
            </p14:nvContentPartPr>
            <p14:xfrm>
              <a:off x="5824400" y="2786440"/>
              <a:ext cx="218880" cy="1789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23DF6DDA-5D14-8A7B-2B00-67104224425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813600" y="2776000"/>
                <a:ext cx="24012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0A75D26E-5E96-CD0F-B9BA-3C3E58684BA7}"/>
                  </a:ext>
                </a:extLst>
              </p14:cNvPr>
              <p14:cNvContentPartPr/>
              <p14:nvPr/>
            </p14:nvContentPartPr>
            <p14:xfrm>
              <a:off x="6099800" y="2768800"/>
              <a:ext cx="93240" cy="1731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0A75D26E-5E96-CD0F-B9BA-3C3E58684BA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089360" y="2758000"/>
                <a:ext cx="114480" cy="19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B31CDB54-2795-075D-0682-A878B1AF8031}"/>
              </a:ext>
            </a:extLst>
          </p:cNvPr>
          <p:cNvGrpSpPr/>
          <p:nvPr/>
        </p:nvGrpSpPr>
        <p:grpSpPr>
          <a:xfrm>
            <a:off x="6428840" y="2720920"/>
            <a:ext cx="283320" cy="282600"/>
            <a:chOff x="6428840" y="2720920"/>
            <a:chExt cx="283320" cy="2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930C15F-9024-FA12-1BEA-74741F3A5921}"/>
                    </a:ext>
                  </a:extLst>
                </p14:cNvPr>
                <p14:cNvContentPartPr/>
                <p14:nvPr/>
              </p14:nvContentPartPr>
              <p14:xfrm>
                <a:off x="6446480" y="2866000"/>
                <a:ext cx="120960" cy="3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930C15F-9024-FA12-1BEA-74741F3A592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436040" y="2855200"/>
                  <a:ext cx="142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53B602E-AFFC-9F0D-E134-97609121D0A5}"/>
                    </a:ext>
                  </a:extLst>
                </p14:cNvPr>
                <p14:cNvContentPartPr/>
                <p14:nvPr/>
              </p14:nvContentPartPr>
              <p14:xfrm>
                <a:off x="6428840" y="2815600"/>
                <a:ext cx="114480" cy="16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53B602E-AFFC-9F0D-E134-97609121D0A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418040" y="2805160"/>
                  <a:ext cx="1357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9CD622A-2FFE-FA17-6EB4-9EAC406F24B8}"/>
                    </a:ext>
                  </a:extLst>
                </p14:cNvPr>
                <p14:cNvContentPartPr/>
                <p14:nvPr/>
              </p14:nvContentPartPr>
              <p14:xfrm>
                <a:off x="6555560" y="2720920"/>
                <a:ext cx="156600" cy="282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9CD622A-2FFE-FA17-6EB4-9EAC406F24B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45120" y="2710120"/>
                  <a:ext cx="177840" cy="30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F8F64D9E-F144-2338-7619-7088708B1675}"/>
                  </a:ext>
                </a:extLst>
              </p14:cNvPr>
              <p14:cNvContentPartPr/>
              <p14:nvPr/>
            </p14:nvContentPartPr>
            <p14:xfrm>
              <a:off x="6876680" y="2700760"/>
              <a:ext cx="212760" cy="2624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F8F64D9E-F144-2338-7619-7088708B167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866240" y="2690320"/>
                <a:ext cx="23400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E3349744-9884-C3C0-5140-AAD0097E8F7F}"/>
                  </a:ext>
                </a:extLst>
              </p14:cNvPr>
              <p14:cNvContentPartPr/>
              <p14:nvPr/>
            </p14:nvContentPartPr>
            <p14:xfrm>
              <a:off x="9751640" y="1536160"/>
              <a:ext cx="292320" cy="3556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E3349744-9884-C3C0-5140-AAD0097E8F7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741200" y="1525720"/>
                <a:ext cx="31356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4D9BC24D-AA3D-10BC-F796-88627FDF381A}"/>
                  </a:ext>
                </a:extLst>
              </p14:cNvPr>
              <p14:cNvContentPartPr/>
              <p14:nvPr/>
            </p14:nvContentPartPr>
            <p14:xfrm>
              <a:off x="9280760" y="2262640"/>
              <a:ext cx="298800" cy="2210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4D9BC24D-AA3D-10BC-F796-88627FDF381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270320" y="2252200"/>
                <a:ext cx="32004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75656BAE-5073-137E-576E-CDFCAA317FEF}"/>
                  </a:ext>
                </a:extLst>
              </p14:cNvPr>
              <p14:cNvContentPartPr/>
              <p14:nvPr/>
            </p14:nvContentPartPr>
            <p14:xfrm>
              <a:off x="10334840" y="2214760"/>
              <a:ext cx="299160" cy="22716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75656BAE-5073-137E-576E-CDFCAA317FE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324040" y="2204320"/>
                <a:ext cx="320400" cy="24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B11892D-3ACC-5C03-3533-294BFB9BDBAD}"/>
              </a:ext>
            </a:extLst>
          </p:cNvPr>
          <p:cNvGrpSpPr/>
          <p:nvPr/>
        </p:nvGrpSpPr>
        <p:grpSpPr>
          <a:xfrm>
            <a:off x="8710880" y="2916040"/>
            <a:ext cx="142560" cy="330840"/>
            <a:chOff x="8710880" y="2916040"/>
            <a:chExt cx="142560" cy="3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C85351B-42E3-C0E6-41F4-F99D0E5F056E}"/>
                    </a:ext>
                  </a:extLst>
                </p14:cNvPr>
                <p14:cNvContentPartPr/>
                <p14:nvPr/>
              </p14:nvContentPartPr>
              <p14:xfrm>
                <a:off x="8710880" y="2916040"/>
                <a:ext cx="119520" cy="185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C85351B-42E3-C0E6-41F4-F99D0E5F056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700080" y="2905600"/>
                  <a:ext cx="1407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32538B8-4C41-911E-B312-D52AE5DBE62B}"/>
                    </a:ext>
                  </a:extLst>
                </p14:cNvPr>
                <p14:cNvContentPartPr/>
                <p14:nvPr/>
              </p14:nvContentPartPr>
              <p14:xfrm>
                <a:off x="8812400" y="2965360"/>
                <a:ext cx="41040" cy="2815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32538B8-4C41-911E-B312-D52AE5DBE62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01960" y="2954560"/>
                  <a:ext cx="62280" cy="30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A365E7C-4E61-A589-BE4F-7C18FEEA492B}"/>
              </a:ext>
            </a:extLst>
          </p:cNvPr>
          <p:cNvGrpSpPr/>
          <p:nvPr/>
        </p:nvGrpSpPr>
        <p:grpSpPr>
          <a:xfrm>
            <a:off x="9062600" y="2620480"/>
            <a:ext cx="748800" cy="567720"/>
            <a:chOff x="9062600" y="2620480"/>
            <a:chExt cx="748800" cy="56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B9C7439-3C33-F9CA-1510-D6F3D589E4BA}"/>
                    </a:ext>
                  </a:extLst>
                </p14:cNvPr>
                <p14:cNvContentPartPr/>
                <p14:nvPr/>
              </p14:nvContentPartPr>
              <p14:xfrm>
                <a:off x="9546080" y="2966440"/>
                <a:ext cx="245160" cy="2217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B9C7439-3C33-F9CA-1510-D6F3D589E4B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535280" y="2956000"/>
                  <a:ext cx="2664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279DE64-C950-1481-57D3-1F7A8770A99C}"/>
                    </a:ext>
                  </a:extLst>
                </p14:cNvPr>
                <p14:cNvContentPartPr/>
                <p14:nvPr/>
              </p14:nvContentPartPr>
              <p14:xfrm>
                <a:off x="9665240" y="2886520"/>
                <a:ext cx="146160" cy="45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279DE64-C950-1481-57D3-1F7A8770A99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54800" y="2876080"/>
                  <a:ext cx="167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6FBFE93-D133-7A9B-399C-8F64BE170251}"/>
                    </a:ext>
                  </a:extLst>
                </p14:cNvPr>
                <p14:cNvContentPartPr/>
                <p14:nvPr/>
              </p14:nvContentPartPr>
              <p14:xfrm>
                <a:off x="9062600" y="2620480"/>
                <a:ext cx="198360" cy="2458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6FBFE93-D133-7A9B-399C-8F64BE17025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51800" y="2609680"/>
                  <a:ext cx="2196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9405E1A-62F3-D830-E43C-2BBC629C7F37}"/>
                    </a:ext>
                  </a:extLst>
                </p14:cNvPr>
                <p14:cNvContentPartPr/>
                <p14:nvPr/>
              </p14:nvContentPartPr>
              <p14:xfrm>
                <a:off x="9386240" y="2697880"/>
                <a:ext cx="82800" cy="1501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9405E1A-62F3-D830-E43C-2BBC629C7F3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375440" y="2687440"/>
                  <a:ext cx="10404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C607376-CA20-ADB7-2D0A-BC91F6CF59ED}"/>
              </a:ext>
            </a:extLst>
          </p:cNvPr>
          <p:cNvGrpSpPr/>
          <p:nvPr/>
        </p:nvGrpSpPr>
        <p:grpSpPr>
          <a:xfrm>
            <a:off x="9727520" y="2056000"/>
            <a:ext cx="375120" cy="160560"/>
            <a:chOff x="9727520" y="2056000"/>
            <a:chExt cx="375120" cy="16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3C90A98-7291-3755-939D-E3E8315306D5}"/>
                    </a:ext>
                  </a:extLst>
                </p14:cNvPr>
                <p14:cNvContentPartPr/>
                <p14:nvPr/>
              </p14:nvContentPartPr>
              <p14:xfrm>
                <a:off x="9727520" y="2056000"/>
                <a:ext cx="105840" cy="150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3C90A98-7291-3755-939D-E3E8315306D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717080" y="2045560"/>
                  <a:ext cx="127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6C98F5A-2F25-AFD4-6F6E-F6B44E3E7061}"/>
                    </a:ext>
                  </a:extLst>
                </p14:cNvPr>
                <p14:cNvContentPartPr/>
                <p14:nvPr/>
              </p14:nvContentPartPr>
              <p14:xfrm>
                <a:off x="10025960" y="2099560"/>
                <a:ext cx="76680" cy="1170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6C98F5A-2F25-AFD4-6F6E-F6B44E3E706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15160" y="2088760"/>
                  <a:ext cx="97920" cy="13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D8A90EA9-9F66-C9BB-B54E-2EAB4B701EA0}"/>
                  </a:ext>
                </a:extLst>
              </p14:cNvPr>
              <p14:cNvContentPartPr/>
              <p14:nvPr/>
            </p14:nvContentPartPr>
            <p14:xfrm>
              <a:off x="8318840" y="3302320"/>
              <a:ext cx="270720" cy="2858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D8A90EA9-9F66-C9BB-B54E-2EAB4B701EA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308040" y="3291520"/>
                <a:ext cx="29196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586BDE7F-3C35-84BC-2DBF-BD961C042166}"/>
                  </a:ext>
                </a:extLst>
              </p14:cNvPr>
              <p14:cNvContentPartPr/>
              <p14:nvPr/>
            </p14:nvContentPartPr>
            <p14:xfrm>
              <a:off x="7913480" y="3733960"/>
              <a:ext cx="168840" cy="2372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586BDE7F-3C35-84BC-2DBF-BD961C04216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903040" y="3723520"/>
                <a:ext cx="190080" cy="25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55036E0-E1A3-96CD-78D3-A74708EC7198}"/>
              </a:ext>
            </a:extLst>
          </p:cNvPr>
          <p:cNvGrpSpPr/>
          <p:nvPr/>
        </p:nvGrpSpPr>
        <p:grpSpPr>
          <a:xfrm>
            <a:off x="8818880" y="3344440"/>
            <a:ext cx="265680" cy="647280"/>
            <a:chOff x="8818880" y="3344440"/>
            <a:chExt cx="265680" cy="64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48AB78A-E6FB-EA17-1601-283AABB68A06}"/>
                    </a:ext>
                  </a:extLst>
                </p14:cNvPr>
                <p14:cNvContentPartPr/>
                <p14:nvPr/>
              </p14:nvContentPartPr>
              <p14:xfrm>
                <a:off x="8858120" y="3344440"/>
                <a:ext cx="132480" cy="283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48AB78A-E6FB-EA17-1601-283AABB68A0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847320" y="3334000"/>
                  <a:ext cx="1537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5A53A7B-8BC1-14B2-EE37-0F0E43402DE6}"/>
                    </a:ext>
                  </a:extLst>
                </p14:cNvPr>
                <p14:cNvContentPartPr/>
                <p14:nvPr/>
              </p14:nvContentPartPr>
              <p14:xfrm>
                <a:off x="8818880" y="3723880"/>
                <a:ext cx="195840" cy="267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5A53A7B-8BC1-14B2-EE37-0F0E43402DE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808080" y="3713080"/>
                  <a:ext cx="2170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84AA7C9-200E-C367-3E2F-6B0BBFAEA4D3}"/>
                    </a:ext>
                  </a:extLst>
                </p14:cNvPr>
                <p14:cNvContentPartPr/>
                <p14:nvPr/>
              </p14:nvContentPartPr>
              <p14:xfrm>
                <a:off x="8898800" y="3884800"/>
                <a:ext cx="185760" cy="9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84AA7C9-200E-C367-3E2F-6B0BBFAEA4D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888000" y="3874360"/>
                  <a:ext cx="20700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FCAC167-74ED-A4CE-545A-BB1F5001F24E}"/>
              </a:ext>
            </a:extLst>
          </p:cNvPr>
          <p:cNvGrpSpPr/>
          <p:nvPr/>
        </p:nvGrpSpPr>
        <p:grpSpPr>
          <a:xfrm>
            <a:off x="9793400" y="3384760"/>
            <a:ext cx="633600" cy="566640"/>
            <a:chOff x="9793400" y="3384760"/>
            <a:chExt cx="633600" cy="56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FBA285B-86A9-FB5F-5103-BEAA51CE6E6C}"/>
                    </a:ext>
                  </a:extLst>
                </p14:cNvPr>
                <p14:cNvContentPartPr/>
                <p14:nvPr/>
              </p14:nvContentPartPr>
              <p14:xfrm>
                <a:off x="9793400" y="3384760"/>
                <a:ext cx="336600" cy="2311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FBA285B-86A9-FB5F-5103-BEAA51CE6E6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782960" y="3373960"/>
                  <a:ext cx="3578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A8D3F06-C618-6BF2-769F-8E26F237D21F}"/>
                    </a:ext>
                  </a:extLst>
                </p14:cNvPr>
                <p14:cNvContentPartPr/>
                <p14:nvPr/>
              </p14:nvContentPartPr>
              <p14:xfrm>
                <a:off x="10231520" y="3638560"/>
                <a:ext cx="159120" cy="1706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A8D3F06-C618-6BF2-769F-8E26F237D21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220720" y="3627760"/>
                  <a:ext cx="1803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FECA4C7-303D-5EC9-FA2F-0565615037A7}"/>
                    </a:ext>
                  </a:extLst>
                </p14:cNvPr>
                <p14:cNvContentPartPr/>
                <p14:nvPr/>
              </p14:nvContentPartPr>
              <p14:xfrm>
                <a:off x="10234040" y="3796600"/>
                <a:ext cx="192960" cy="154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FECA4C7-303D-5EC9-FA2F-0565615037A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223240" y="3785800"/>
                  <a:ext cx="21420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681E56E4-536D-732D-BF36-A25ECA33BAD4}"/>
                  </a:ext>
                </a:extLst>
              </p14:cNvPr>
              <p14:cNvContentPartPr/>
              <p14:nvPr/>
            </p14:nvContentPartPr>
            <p14:xfrm>
              <a:off x="7757600" y="2161120"/>
              <a:ext cx="2892960" cy="20152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681E56E4-536D-732D-BF36-A25ECA33BAD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747160" y="2150320"/>
                <a:ext cx="2914200" cy="203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29699D4C-C0B1-3D07-C656-418CFE2033F6}"/>
              </a:ext>
            </a:extLst>
          </p:cNvPr>
          <p:cNvGrpSpPr/>
          <p:nvPr/>
        </p:nvGrpSpPr>
        <p:grpSpPr>
          <a:xfrm>
            <a:off x="656600" y="5421280"/>
            <a:ext cx="800640" cy="328320"/>
            <a:chOff x="656600" y="5421280"/>
            <a:chExt cx="80064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4E861A5-7090-2796-317E-54C9B504CDE3}"/>
                    </a:ext>
                  </a:extLst>
                </p14:cNvPr>
                <p14:cNvContentPartPr/>
                <p14:nvPr/>
              </p14:nvContentPartPr>
              <p14:xfrm>
                <a:off x="656600" y="5421280"/>
                <a:ext cx="228960" cy="328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4E861A5-7090-2796-317E-54C9B504CDE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45800" y="5410840"/>
                  <a:ext cx="2502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248AA04-721C-8CE4-0182-832F4D36DE39}"/>
                    </a:ext>
                  </a:extLst>
                </p14:cNvPr>
                <p14:cNvContentPartPr/>
                <p14:nvPr/>
              </p14:nvContentPartPr>
              <p14:xfrm>
                <a:off x="975920" y="5469520"/>
                <a:ext cx="183240" cy="2221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248AA04-721C-8CE4-0182-832F4D36DE3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65480" y="5458720"/>
                  <a:ext cx="2044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E0418D7-041E-3413-640F-B44A8CC252B1}"/>
                    </a:ext>
                  </a:extLst>
                </p14:cNvPr>
                <p14:cNvContentPartPr/>
                <p14:nvPr/>
              </p14:nvContentPartPr>
              <p14:xfrm>
                <a:off x="1189040" y="5434960"/>
                <a:ext cx="131040" cy="241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E0418D7-041E-3413-640F-B44A8CC252B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78600" y="5424520"/>
                  <a:ext cx="1522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0AD9D93-2CE5-6B3B-F4BC-B48E88745809}"/>
                    </a:ext>
                  </a:extLst>
                </p14:cNvPr>
                <p14:cNvContentPartPr/>
                <p14:nvPr/>
              </p14:nvContentPartPr>
              <p14:xfrm>
                <a:off x="1355000" y="5446840"/>
                <a:ext cx="102240" cy="197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0AD9D93-2CE5-6B3B-F4BC-B48E8874580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44560" y="5436040"/>
                  <a:ext cx="12348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D2357BE-9BCF-E55B-FAF0-EE2F9E075E54}"/>
              </a:ext>
            </a:extLst>
          </p:cNvPr>
          <p:cNvGrpSpPr/>
          <p:nvPr/>
        </p:nvGrpSpPr>
        <p:grpSpPr>
          <a:xfrm>
            <a:off x="1816160" y="5222560"/>
            <a:ext cx="1546560" cy="446040"/>
            <a:chOff x="1816160" y="5222560"/>
            <a:chExt cx="15465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452C1F0-ABA8-6F2B-B1B1-C63477D892BB}"/>
                    </a:ext>
                  </a:extLst>
                </p14:cNvPr>
                <p14:cNvContentPartPr/>
                <p14:nvPr/>
              </p14:nvContentPartPr>
              <p14:xfrm>
                <a:off x="1816160" y="5449000"/>
                <a:ext cx="82800" cy="2196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452C1F0-ABA8-6F2B-B1B1-C63477D892B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805720" y="5438200"/>
                  <a:ext cx="1040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08E4EFC-13EF-C034-CA0C-271BBA747B9A}"/>
                    </a:ext>
                  </a:extLst>
                </p14:cNvPr>
                <p14:cNvContentPartPr/>
                <p14:nvPr/>
              </p14:nvContentPartPr>
              <p14:xfrm>
                <a:off x="1963760" y="5429200"/>
                <a:ext cx="119520" cy="2152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08E4EFC-13EF-C034-CA0C-271BBA747B9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952960" y="5418760"/>
                  <a:ext cx="1407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74324A7-6410-3CAF-A1A1-407DE7DFC632}"/>
                    </a:ext>
                  </a:extLst>
                </p14:cNvPr>
                <p14:cNvContentPartPr/>
                <p14:nvPr/>
              </p14:nvContentPartPr>
              <p14:xfrm>
                <a:off x="2154920" y="5329480"/>
                <a:ext cx="308880" cy="307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74324A7-6410-3CAF-A1A1-407DE7DFC63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144480" y="5318680"/>
                  <a:ext cx="3301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1B5241D-6167-C775-6F22-B42867C63F38}"/>
                    </a:ext>
                  </a:extLst>
                </p14:cNvPr>
                <p14:cNvContentPartPr/>
                <p14:nvPr/>
              </p14:nvContentPartPr>
              <p14:xfrm>
                <a:off x="2718680" y="5415880"/>
                <a:ext cx="99360" cy="165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1B5241D-6167-C775-6F22-B42867C63F3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708240" y="5405080"/>
                  <a:ext cx="1206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E9B6C49-50A1-83B1-CEFC-22507B211F69}"/>
                    </a:ext>
                  </a:extLst>
                </p14:cNvPr>
                <p14:cNvContentPartPr/>
                <p14:nvPr/>
              </p14:nvContentPartPr>
              <p14:xfrm>
                <a:off x="2876000" y="5398600"/>
                <a:ext cx="142200" cy="171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E9B6C49-50A1-83B1-CEFC-22507B211F6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865560" y="5387800"/>
                  <a:ext cx="1634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B893ABD-5CC5-3B42-5A2D-C1BB04151D89}"/>
                    </a:ext>
                  </a:extLst>
                </p14:cNvPr>
                <p14:cNvContentPartPr/>
                <p14:nvPr/>
              </p14:nvContentPartPr>
              <p14:xfrm>
                <a:off x="3075440" y="5222560"/>
                <a:ext cx="162000" cy="3477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B893ABD-5CC5-3B42-5A2D-C1BB04151D8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064640" y="5212120"/>
                  <a:ext cx="18324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D9E80C2-8776-7D34-C787-74A5019A096C}"/>
                    </a:ext>
                  </a:extLst>
                </p14:cNvPr>
                <p14:cNvContentPartPr/>
                <p14:nvPr/>
              </p14:nvContentPartPr>
              <p14:xfrm>
                <a:off x="3298640" y="5338480"/>
                <a:ext cx="64080" cy="192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D9E80C2-8776-7D34-C787-74A5019A096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87840" y="5327680"/>
                  <a:ext cx="85320" cy="21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48CE2363-8689-6822-C066-CD756754451B}"/>
                  </a:ext>
                </a:extLst>
              </p14:cNvPr>
              <p14:cNvContentPartPr/>
              <p14:nvPr/>
            </p14:nvContentPartPr>
            <p14:xfrm>
              <a:off x="3711200" y="5275120"/>
              <a:ext cx="261720" cy="22068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48CE2363-8689-6822-C066-CD756754451B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700760" y="5264680"/>
                <a:ext cx="28296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6C451016-4981-C4E0-F324-82C6FE5CCF48}"/>
                  </a:ext>
                </a:extLst>
              </p14:cNvPr>
              <p14:cNvContentPartPr/>
              <p14:nvPr/>
            </p14:nvContentPartPr>
            <p14:xfrm>
              <a:off x="4034840" y="5271880"/>
              <a:ext cx="170280" cy="1681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6C451016-4981-C4E0-F324-82C6FE5CCF48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4024400" y="5261080"/>
                <a:ext cx="19152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3BB1537E-43A0-0698-8754-4CD528257AD2}"/>
                  </a:ext>
                </a:extLst>
              </p14:cNvPr>
              <p14:cNvContentPartPr/>
              <p14:nvPr/>
            </p14:nvContentPartPr>
            <p14:xfrm>
              <a:off x="4236800" y="5263600"/>
              <a:ext cx="166680" cy="12960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3BB1537E-43A0-0698-8754-4CD528257AD2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226000" y="5253160"/>
                <a:ext cx="18792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2C0CDD74-FDE2-48AA-3504-CBA77E6BF568}"/>
                  </a:ext>
                </a:extLst>
              </p14:cNvPr>
              <p14:cNvContentPartPr/>
              <p14:nvPr/>
            </p14:nvContentPartPr>
            <p14:xfrm>
              <a:off x="4296200" y="5227240"/>
              <a:ext cx="44640" cy="2106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2C0CDD74-FDE2-48AA-3504-CBA77E6BF568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285760" y="5216440"/>
                <a:ext cx="65880" cy="23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864773E-D986-A4F0-41EA-FC14F2E01DD5}"/>
              </a:ext>
            </a:extLst>
          </p:cNvPr>
          <p:cNvGrpSpPr/>
          <p:nvPr/>
        </p:nvGrpSpPr>
        <p:grpSpPr>
          <a:xfrm>
            <a:off x="4630280" y="4786240"/>
            <a:ext cx="910440" cy="567000"/>
            <a:chOff x="4630280" y="4786240"/>
            <a:chExt cx="910440" cy="56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7696BB2-3A56-9316-1770-EF696BD65B15}"/>
                    </a:ext>
                  </a:extLst>
                </p14:cNvPr>
                <p14:cNvContentPartPr/>
                <p14:nvPr/>
              </p14:nvContentPartPr>
              <p14:xfrm>
                <a:off x="4630280" y="5002240"/>
                <a:ext cx="106920" cy="3510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7696BB2-3A56-9316-1770-EF696BD65B1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619480" y="4991440"/>
                  <a:ext cx="1281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FCD935B-92E4-88BD-FA46-FC50B4C855DF}"/>
                    </a:ext>
                  </a:extLst>
                </p14:cNvPr>
                <p14:cNvContentPartPr/>
                <p14:nvPr/>
              </p14:nvContentPartPr>
              <p14:xfrm>
                <a:off x="4898120" y="5094760"/>
                <a:ext cx="95400" cy="138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FCD935B-92E4-88BD-FA46-FC50B4C855D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887320" y="5083960"/>
                  <a:ext cx="116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FF26719-7C45-A680-A917-33E3F675C59F}"/>
                    </a:ext>
                  </a:extLst>
                </p14:cNvPr>
                <p14:cNvContentPartPr/>
                <p14:nvPr/>
              </p14:nvContentPartPr>
              <p14:xfrm>
                <a:off x="5003960" y="5060920"/>
                <a:ext cx="178200" cy="2689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FF26719-7C45-A680-A917-33E3F675C59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993160" y="5050120"/>
                  <a:ext cx="1994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10E46E4-C514-0276-A019-CEC8F89D7318}"/>
                    </a:ext>
                  </a:extLst>
                </p14:cNvPr>
                <p14:cNvContentPartPr/>
                <p14:nvPr/>
              </p14:nvContentPartPr>
              <p14:xfrm>
                <a:off x="5165960" y="4792000"/>
                <a:ext cx="128520" cy="4125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10E46E4-C514-0276-A019-CEC8F89D731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155160" y="4781200"/>
                  <a:ext cx="14976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EEC16A4-EB3A-D5EA-B47C-5B9C56ED1367}"/>
                    </a:ext>
                  </a:extLst>
                </p14:cNvPr>
                <p14:cNvContentPartPr/>
                <p14:nvPr/>
              </p14:nvContentPartPr>
              <p14:xfrm>
                <a:off x="5142920" y="4980280"/>
                <a:ext cx="179280" cy="345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EEC16A4-EB3A-D5EA-B47C-5B9C56ED136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132480" y="4969840"/>
                  <a:ext cx="2005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645CB3D-7109-5B2D-EF48-D3474D7199A8}"/>
                    </a:ext>
                  </a:extLst>
                </p14:cNvPr>
                <p14:cNvContentPartPr/>
                <p14:nvPr/>
              </p14:nvContentPartPr>
              <p14:xfrm>
                <a:off x="5323280" y="4786240"/>
                <a:ext cx="217440" cy="4014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645CB3D-7109-5B2D-EF48-D3474D7199A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312480" y="4775440"/>
                  <a:ext cx="23868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1BBA910-4743-94C6-0DEA-9E41B93C63B4}"/>
                    </a:ext>
                  </a:extLst>
                </p14:cNvPr>
                <p14:cNvContentPartPr/>
                <p14:nvPr/>
              </p14:nvContentPartPr>
              <p14:xfrm>
                <a:off x="4770320" y="5114560"/>
                <a:ext cx="46080" cy="174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1BBA910-4743-94C6-0DEA-9E41B93C63B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759880" y="5104120"/>
                  <a:ext cx="6732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CCE40818-D537-5B95-5AD0-DEB53B6D0B79}"/>
              </a:ext>
            </a:extLst>
          </p:cNvPr>
          <p:cNvGrpSpPr/>
          <p:nvPr/>
        </p:nvGrpSpPr>
        <p:grpSpPr>
          <a:xfrm>
            <a:off x="673880" y="5967040"/>
            <a:ext cx="265680" cy="408960"/>
            <a:chOff x="673880" y="5967040"/>
            <a:chExt cx="265680" cy="40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FBA9E48-F316-D248-6365-C03137DFC50B}"/>
                    </a:ext>
                  </a:extLst>
                </p14:cNvPr>
                <p14:cNvContentPartPr/>
                <p14:nvPr/>
              </p14:nvContentPartPr>
              <p14:xfrm>
                <a:off x="673880" y="5967040"/>
                <a:ext cx="257040" cy="4089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FBA9E48-F316-D248-6365-C03137DFC50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63080" y="5956240"/>
                  <a:ext cx="27828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5686EAA-08FB-5B2F-979B-DDB42004BD52}"/>
                    </a:ext>
                  </a:extLst>
                </p14:cNvPr>
                <p14:cNvContentPartPr/>
                <p14:nvPr/>
              </p14:nvContentPartPr>
              <p14:xfrm>
                <a:off x="828680" y="6117160"/>
                <a:ext cx="110880" cy="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5686EAA-08FB-5B2F-979B-DDB42004BD5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18240" y="6106360"/>
                  <a:ext cx="13212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D6BA689D-C46D-D824-698F-4B740B53ECA4}"/>
              </a:ext>
            </a:extLst>
          </p:cNvPr>
          <p:cNvGrpSpPr/>
          <p:nvPr/>
        </p:nvGrpSpPr>
        <p:grpSpPr>
          <a:xfrm>
            <a:off x="1218560" y="5985760"/>
            <a:ext cx="380880" cy="389520"/>
            <a:chOff x="1218560" y="5985760"/>
            <a:chExt cx="380880" cy="38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5A8574A-C8B3-FD69-6E14-14388DB61142}"/>
                    </a:ext>
                  </a:extLst>
                </p14:cNvPr>
                <p14:cNvContentPartPr/>
                <p14:nvPr/>
              </p14:nvContentPartPr>
              <p14:xfrm>
                <a:off x="1218560" y="5985760"/>
                <a:ext cx="122040" cy="3556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5A8574A-C8B3-FD69-6E14-14388DB6114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207760" y="5974960"/>
                  <a:ext cx="14328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1CE8577-727D-B9F8-7DA2-553FB8D39F35}"/>
                    </a:ext>
                  </a:extLst>
                </p14:cNvPr>
                <p14:cNvContentPartPr/>
                <p14:nvPr/>
              </p14:nvContentPartPr>
              <p14:xfrm>
                <a:off x="1407560" y="6174040"/>
                <a:ext cx="9360" cy="1785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1CE8577-727D-B9F8-7DA2-553FB8D39F3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396760" y="6163600"/>
                  <a:ext cx="306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3339894-88B8-756D-5C3C-C38A8F02D995}"/>
                    </a:ext>
                  </a:extLst>
                </p14:cNvPr>
                <p14:cNvContentPartPr/>
                <p14:nvPr/>
              </p14:nvContentPartPr>
              <p14:xfrm>
                <a:off x="1374440" y="6000520"/>
                <a:ext cx="69480" cy="94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3339894-88B8-756D-5C3C-C38A8F02D99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364000" y="5989720"/>
                  <a:ext cx="90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D9CBE2E-5752-C34B-7250-68AC02649581}"/>
                    </a:ext>
                  </a:extLst>
                </p14:cNvPr>
                <p14:cNvContentPartPr/>
                <p14:nvPr/>
              </p14:nvContentPartPr>
              <p14:xfrm>
                <a:off x="1501520" y="6116080"/>
                <a:ext cx="97920" cy="2592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D9CBE2E-5752-C34B-7250-68AC0264958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490720" y="6105640"/>
                  <a:ext cx="11916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B5B7D3AB-9EEA-8DFB-E3FD-DD0937D2F1F1}"/>
              </a:ext>
            </a:extLst>
          </p:cNvPr>
          <p:cNvGrpSpPr/>
          <p:nvPr/>
        </p:nvGrpSpPr>
        <p:grpSpPr>
          <a:xfrm>
            <a:off x="1997600" y="5864440"/>
            <a:ext cx="497880" cy="544320"/>
            <a:chOff x="1997600" y="5864440"/>
            <a:chExt cx="497880" cy="54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144FE17-6F2A-DEA4-B633-75658E4ED66C}"/>
                    </a:ext>
                  </a:extLst>
                </p14:cNvPr>
                <p14:cNvContentPartPr/>
                <p14:nvPr/>
              </p14:nvContentPartPr>
              <p14:xfrm>
                <a:off x="1997600" y="5967400"/>
                <a:ext cx="33480" cy="369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144FE17-6F2A-DEA4-B633-75658E4ED66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987160" y="5956960"/>
                  <a:ext cx="5472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3A083AB-166D-56DB-545C-51D6EB32643F}"/>
                    </a:ext>
                  </a:extLst>
                </p14:cNvPr>
                <p14:cNvContentPartPr/>
                <p14:nvPr/>
              </p14:nvContentPartPr>
              <p14:xfrm>
                <a:off x="2060600" y="6124360"/>
                <a:ext cx="68400" cy="1929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3A083AB-166D-56DB-545C-51D6EB32643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049800" y="6113560"/>
                  <a:ext cx="89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AF6234C-5312-C2EB-A5B1-F6BB3065D840}"/>
                    </a:ext>
                  </a:extLst>
                </p14:cNvPr>
                <p14:cNvContentPartPr/>
                <p14:nvPr/>
              </p14:nvContentPartPr>
              <p14:xfrm>
                <a:off x="2196320" y="5892160"/>
                <a:ext cx="140760" cy="5166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AF6234C-5312-C2EB-A5B1-F6BB3065D84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185520" y="5881720"/>
                  <a:ext cx="16200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B326616-32C9-A4DF-83FA-8FF140E26D47}"/>
                    </a:ext>
                  </a:extLst>
                </p14:cNvPr>
                <p14:cNvContentPartPr/>
                <p14:nvPr/>
              </p14:nvContentPartPr>
              <p14:xfrm>
                <a:off x="2430320" y="5864440"/>
                <a:ext cx="27360" cy="4503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B326616-32C9-A4DF-83FA-8FF140E26D4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419520" y="5854000"/>
                  <a:ext cx="4860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C89162D-FDD5-7D00-4FB7-A6B65325ED95}"/>
                    </a:ext>
                  </a:extLst>
                </p14:cNvPr>
                <p14:cNvContentPartPr/>
                <p14:nvPr/>
              </p14:nvContentPartPr>
              <p14:xfrm>
                <a:off x="2393600" y="6137680"/>
                <a:ext cx="101880" cy="208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C89162D-FDD5-7D00-4FB7-A6B65325ED9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383160" y="6126880"/>
                  <a:ext cx="12312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3A1B0917-5966-341B-954B-F07525FD0354}"/>
              </a:ext>
            </a:extLst>
          </p:cNvPr>
          <p:cNvGrpSpPr/>
          <p:nvPr/>
        </p:nvGrpSpPr>
        <p:grpSpPr>
          <a:xfrm>
            <a:off x="2723000" y="5956960"/>
            <a:ext cx="528120" cy="363240"/>
            <a:chOff x="2723000" y="5956960"/>
            <a:chExt cx="52812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04C53BE-941B-8661-7CB2-67A648D33E63}"/>
                    </a:ext>
                  </a:extLst>
                </p14:cNvPr>
                <p14:cNvContentPartPr/>
                <p14:nvPr/>
              </p14:nvContentPartPr>
              <p14:xfrm>
                <a:off x="2723000" y="6085480"/>
                <a:ext cx="265320" cy="2239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04C53BE-941B-8661-7CB2-67A648D33E6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712200" y="6074680"/>
                  <a:ext cx="2865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52ACCB7-6674-CC09-EEDF-473261BE1F81}"/>
                    </a:ext>
                  </a:extLst>
                </p14:cNvPr>
                <p14:cNvContentPartPr/>
                <p14:nvPr/>
              </p14:nvContentPartPr>
              <p14:xfrm>
                <a:off x="3076880" y="5956960"/>
                <a:ext cx="174240" cy="3632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52ACCB7-6674-CC09-EEDF-473261BE1F8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066080" y="5946520"/>
                  <a:ext cx="195480" cy="38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13C422A7-A1F0-FE27-7B15-572DB6C0C08D}"/>
              </a:ext>
            </a:extLst>
          </p:cNvPr>
          <p:cNvGrpSpPr/>
          <p:nvPr/>
        </p:nvGrpSpPr>
        <p:grpSpPr>
          <a:xfrm>
            <a:off x="3612200" y="5912680"/>
            <a:ext cx="788400" cy="477360"/>
            <a:chOff x="3612200" y="5912680"/>
            <a:chExt cx="788400" cy="47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7D92252-C389-A559-37B8-3A96B03B8B2D}"/>
                    </a:ext>
                  </a:extLst>
                </p14:cNvPr>
                <p14:cNvContentPartPr/>
                <p14:nvPr/>
              </p14:nvContentPartPr>
              <p14:xfrm>
                <a:off x="3612200" y="6048400"/>
                <a:ext cx="134640" cy="2156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7D92252-C389-A559-37B8-3A96B03B8B2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601760" y="6037960"/>
                  <a:ext cx="1558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7D5AFFC-6C4D-A4E6-7037-4BD93768B69B}"/>
                    </a:ext>
                  </a:extLst>
                </p14:cNvPr>
                <p14:cNvContentPartPr/>
                <p14:nvPr/>
              </p14:nvContentPartPr>
              <p14:xfrm>
                <a:off x="3826760" y="6067840"/>
                <a:ext cx="6840" cy="1674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7D5AFFC-6C4D-A4E6-7037-4BD93768B69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815960" y="6057400"/>
                  <a:ext cx="280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A96352E-884A-888E-F7EE-3183F69005FF}"/>
                    </a:ext>
                  </a:extLst>
                </p14:cNvPr>
                <p14:cNvContentPartPr/>
                <p14:nvPr/>
              </p14:nvContentPartPr>
              <p14:xfrm>
                <a:off x="3817760" y="5990080"/>
                <a:ext cx="360" cy="3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A96352E-884A-888E-F7EE-3183F69005F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807320" y="59796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FCFB2A4-77C3-E77C-E77B-AF132DF3FAA8}"/>
                    </a:ext>
                  </a:extLst>
                </p14:cNvPr>
                <p14:cNvContentPartPr/>
                <p14:nvPr/>
              </p14:nvContentPartPr>
              <p14:xfrm>
                <a:off x="3885440" y="6021040"/>
                <a:ext cx="138600" cy="3690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FCFB2A4-77C3-E77C-E77B-AF132DF3FAA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875000" y="6010600"/>
                  <a:ext cx="15984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C665E7E-AA96-8850-1247-8C3C7976E64F}"/>
                    </a:ext>
                  </a:extLst>
                </p14:cNvPr>
                <p14:cNvContentPartPr/>
                <p14:nvPr/>
              </p14:nvContentPartPr>
              <p14:xfrm>
                <a:off x="4061480" y="5912680"/>
                <a:ext cx="131040" cy="3783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C665E7E-AA96-8850-1247-8C3C7976E64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051040" y="5901880"/>
                  <a:ext cx="15228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7B68A05-76D3-E0A3-6CF4-1B9F9E500094}"/>
                    </a:ext>
                  </a:extLst>
                </p14:cNvPr>
                <p14:cNvContentPartPr/>
                <p14:nvPr/>
              </p14:nvContentPartPr>
              <p14:xfrm>
                <a:off x="4275320" y="5937520"/>
                <a:ext cx="49320" cy="2952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7B68A05-76D3-E0A3-6CF4-1B9F9E50009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264880" y="5927080"/>
                  <a:ext cx="705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2005EFC-9B07-9DA8-B476-772FEFDC09F5}"/>
                    </a:ext>
                  </a:extLst>
                </p14:cNvPr>
                <p14:cNvContentPartPr/>
                <p14:nvPr/>
              </p14:nvContentPartPr>
              <p14:xfrm>
                <a:off x="4213760" y="6046240"/>
                <a:ext cx="186840" cy="482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2005EFC-9B07-9DA8-B476-772FEFDC09F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203320" y="6035440"/>
                  <a:ext cx="208080" cy="6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BF2FAA3B-15C5-D059-AAA3-63E5EBAAE94E}"/>
                  </a:ext>
                </a:extLst>
              </p14:cNvPr>
              <p14:cNvContentPartPr/>
              <p14:nvPr/>
            </p14:nvContentPartPr>
            <p14:xfrm>
              <a:off x="5089640" y="5270800"/>
              <a:ext cx="1049760" cy="99864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BF2FAA3B-15C5-D059-AAA3-63E5EBAAE94E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079200" y="5260360"/>
                <a:ext cx="1071000" cy="101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Group 272">
            <a:extLst>
              <a:ext uri="{FF2B5EF4-FFF2-40B4-BE49-F238E27FC236}">
                <a16:creationId xmlns:a16="http://schemas.microsoft.com/office/drawing/2014/main" id="{720881B1-6194-6BE7-2DC4-D6D114DFA122}"/>
              </a:ext>
            </a:extLst>
          </p:cNvPr>
          <p:cNvGrpSpPr/>
          <p:nvPr/>
        </p:nvGrpSpPr>
        <p:grpSpPr>
          <a:xfrm>
            <a:off x="6359000" y="4792000"/>
            <a:ext cx="556200" cy="476640"/>
            <a:chOff x="6359000" y="4792000"/>
            <a:chExt cx="556200" cy="47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CE4D06D-1693-D1D5-5CDE-B37BDB6172D7}"/>
                    </a:ext>
                  </a:extLst>
                </p14:cNvPr>
                <p14:cNvContentPartPr/>
                <p14:nvPr/>
              </p14:nvContentPartPr>
              <p14:xfrm>
                <a:off x="6359000" y="4792000"/>
                <a:ext cx="156600" cy="4766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CE4D06D-1693-D1D5-5CDE-B37BDB6172D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348200" y="4781200"/>
                  <a:ext cx="17784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6D39D191-91B4-2766-6294-9A4651BE357F}"/>
                    </a:ext>
                  </a:extLst>
                </p14:cNvPr>
                <p14:cNvContentPartPr/>
                <p14:nvPr/>
              </p14:nvContentPartPr>
              <p14:xfrm>
                <a:off x="6603800" y="4996480"/>
                <a:ext cx="164160" cy="2419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6D39D191-91B4-2766-6294-9A4651BE357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593360" y="4985680"/>
                  <a:ext cx="1854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4FEED7A-D00E-90DD-43B5-335EE5B01C25}"/>
                    </a:ext>
                  </a:extLst>
                </p14:cNvPr>
                <p14:cNvContentPartPr/>
                <p14:nvPr/>
              </p14:nvContentPartPr>
              <p14:xfrm>
                <a:off x="6808280" y="5063800"/>
                <a:ext cx="106920" cy="1396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4FEED7A-D00E-90DD-43B5-335EE5B01C2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797480" y="5053000"/>
                  <a:ext cx="1281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89D9FBBD-36AD-E66C-7EAF-6D581083777A}"/>
                    </a:ext>
                  </a:extLst>
                </p14:cNvPr>
                <p14:cNvContentPartPr/>
                <p14:nvPr/>
              </p14:nvContentPartPr>
              <p14:xfrm>
                <a:off x="6842480" y="5012320"/>
                <a:ext cx="36000" cy="2368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89D9FBBD-36AD-E66C-7EAF-6D581083777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832040" y="5001880"/>
                  <a:ext cx="5724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954BA0C4-8974-57BA-190C-A9246CE1A3B9}"/>
              </a:ext>
            </a:extLst>
          </p:cNvPr>
          <p:cNvGrpSpPr/>
          <p:nvPr/>
        </p:nvGrpSpPr>
        <p:grpSpPr>
          <a:xfrm>
            <a:off x="7217240" y="4786240"/>
            <a:ext cx="803520" cy="520200"/>
            <a:chOff x="7217240" y="4786240"/>
            <a:chExt cx="803520" cy="52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F64B340-D716-874F-98BF-8A9DB0FF9451}"/>
                    </a:ext>
                  </a:extLst>
                </p14:cNvPr>
                <p14:cNvContentPartPr/>
                <p14:nvPr/>
              </p14:nvContentPartPr>
              <p14:xfrm>
                <a:off x="7217240" y="4786240"/>
                <a:ext cx="135720" cy="4586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F64B340-D716-874F-98BF-8A9DB0FF945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206800" y="4775440"/>
                  <a:ext cx="15696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F67E696-8469-6391-220E-4DF8AE20142C}"/>
                    </a:ext>
                  </a:extLst>
                </p14:cNvPr>
                <p14:cNvContentPartPr/>
                <p14:nvPr/>
              </p14:nvContentPartPr>
              <p14:xfrm>
                <a:off x="7336040" y="5045440"/>
                <a:ext cx="64080" cy="1778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F67E696-8469-6391-220E-4DF8AE20142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325600" y="5034640"/>
                  <a:ext cx="853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6F97DB0-5DBC-97B4-FCD2-AAA137753288}"/>
                    </a:ext>
                  </a:extLst>
                </p14:cNvPr>
                <p14:cNvContentPartPr/>
                <p14:nvPr/>
              </p14:nvContentPartPr>
              <p14:xfrm>
                <a:off x="7479680" y="5059480"/>
                <a:ext cx="67680" cy="1350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6F97DB0-5DBC-97B4-FCD2-AAA13775328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468880" y="5048680"/>
                  <a:ext cx="889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F785DAA-02EC-EA6C-6020-7AE998536960}"/>
                    </a:ext>
                  </a:extLst>
                </p14:cNvPr>
                <p14:cNvContentPartPr/>
                <p14:nvPr/>
              </p14:nvContentPartPr>
              <p14:xfrm>
                <a:off x="7572920" y="5027080"/>
                <a:ext cx="111600" cy="2793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F785DAA-02EC-EA6C-6020-7AE99853696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562120" y="5016640"/>
                  <a:ext cx="1328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8BEC735-93BD-433D-07EA-371B56054050}"/>
                    </a:ext>
                  </a:extLst>
                </p14:cNvPr>
                <p14:cNvContentPartPr/>
                <p14:nvPr/>
              </p14:nvContentPartPr>
              <p14:xfrm>
                <a:off x="7745000" y="4839880"/>
                <a:ext cx="42120" cy="3657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8BEC735-93BD-433D-07EA-371B5605405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734200" y="4829440"/>
                  <a:ext cx="6336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6F85842-497E-73C0-06AF-E4C65733DC31}"/>
                    </a:ext>
                  </a:extLst>
                </p14:cNvPr>
                <p14:cNvContentPartPr/>
                <p14:nvPr/>
              </p14:nvContentPartPr>
              <p14:xfrm>
                <a:off x="7714400" y="4966600"/>
                <a:ext cx="108360" cy="162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6F85842-497E-73C0-06AF-E4C65733DC3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703960" y="4956160"/>
                  <a:ext cx="129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9D8C217-6B6C-0F22-CC92-3C07E5FBF7C1}"/>
                    </a:ext>
                  </a:extLst>
                </p14:cNvPr>
                <p14:cNvContentPartPr/>
                <p14:nvPr/>
              </p14:nvContentPartPr>
              <p14:xfrm>
                <a:off x="7913840" y="4808920"/>
                <a:ext cx="106920" cy="3898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9D8C217-6B6C-0F22-CC92-3C07E5FBF7C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903040" y="4798480"/>
                  <a:ext cx="128160" cy="41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02805802-83C3-1A56-2563-072C93ABFE01}"/>
              </a:ext>
            </a:extLst>
          </p:cNvPr>
          <p:cNvGrpSpPr/>
          <p:nvPr/>
        </p:nvGrpSpPr>
        <p:grpSpPr>
          <a:xfrm>
            <a:off x="8350520" y="4817200"/>
            <a:ext cx="682920" cy="486000"/>
            <a:chOff x="8350520" y="4817200"/>
            <a:chExt cx="682920" cy="48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BE28326-18F1-59F9-3274-7ABD8E216722}"/>
                    </a:ext>
                  </a:extLst>
                </p14:cNvPr>
                <p14:cNvContentPartPr/>
                <p14:nvPr/>
              </p14:nvContentPartPr>
              <p14:xfrm>
                <a:off x="8350520" y="4827280"/>
                <a:ext cx="188280" cy="4104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BE28326-18F1-59F9-3274-7ABD8E21672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339720" y="4816840"/>
                  <a:ext cx="20952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2FF43AD-52CD-8182-FE92-B60AE947012B}"/>
                    </a:ext>
                  </a:extLst>
                </p14:cNvPr>
                <p14:cNvContentPartPr/>
                <p14:nvPr/>
              </p14:nvContentPartPr>
              <p14:xfrm>
                <a:off x="8517200" y="5038600"/>
                <a:ext cx="72360" cy="1533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2FF43AD-52CD-8182-FE92-B60AE947012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506400" y="5028160"/>
                  <a:ext cx="936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BD7EF9F-598C-B794-713C-7B1FD02CE10D}"/>
                    </a:ext>
                  </a:extLst>
                </p14:cNvPr>
                <p14:cNvContentPartPr/>
                <p14:nvPr/>
              </p14:nvContentPartPr>
              <p14:xfrm>
                <a:off x="8696840" y="4817200"/>
                <a:ext cx="133560" cy="4860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BD7EF9F-598C-B794-713C-7B1FD02CE10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686400" y="4806760"/>
                  <a:ext cx="15480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DC944D4A-4DB7-4642-EE89-FE7EAD9448E3}"/>
                    </a:ext>
                  </a:extLst>
                </p14:cNvPr>
                <p14:cNvContentPartPr/>
                <p14:nvPr/>
              </p14:nvContentPartPr>
              <p14:xfrm>
                <a:off x="8942000" y="4862920"/>
                <a:ext cx="16920" cy="3373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DC944D4A-4DB7-4642-EE89-FE7EAD9448E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931200" y="4852120"/>
                  <a:ext cx="381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B8612BD-5153-8524-5508-CB9D7057D999}"/>
                    </a:ext>
                  </a:extLst>
                </p14:cNvPr>
                <p14:cNvContentPartPr/>
                <p14:nvPr/>
              </p14:nvContentPartPr>
              <p14:xfrm>
                <a:off x="8899880" y="5089000"/>
                <a:ext cx="133560" cy="118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B8612BD-5153-8524-5508-CB9D7057D99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889440" y="5078200"/>
                  <a:ext cx="15480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D1C48E40-404E-7C03-1FBB-FBF4868A8D1E}"/>
                  </a:ext>
                </a:extLst>
              </p14:cNvPr>
              <p14:cNvContentPartPr/>
              <p14:nvPr/>
            </p14:nvContentPartPr>
            <p14:xfrm>
              <a:off x="9356720" y="4830880"/>
              <a:ext cx="107280" cy="46512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D1C48E40-404E-7C03-1FBB-FBF4868A8D1E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9346280" y="4820080"/>
                <a:ext cx="128520" cy="48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9" name="Group 278">
            <a:extLst>
              <a:ext uri="{FF2B5EF4-FFF2-40B4-BE49-F238E27FC236}">
                <a16:creationId xmlns:a16="http://schemas.microsoft.com/office/drawing/2014/main" id="{914D8BD6-11EE-89B5-CEBC-D472C58C4338}"/>
              </a:ext>
            </a:extLst>
          </p:cNvPr>
          <p:cNvGrpSpPr/>
          <p:nvPr/>
        </p:nvGrpSpPr>
        <p:grpSpPr>
          <a:xfrm>
            <a:off x="9519080" y="4772560"/>
            <a:ext cx="594720" cy="529200"/>
            <a:chOff x="9519080" y="4772560"/>
            <a:chExt cx="594720" cy="52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F80B1AA-9ED6-A2B6-A458-4F93C7538B04}"/>
                    </a:ext>
                  </a:extLst>
                </p14:cNvPr>
                <p14:cNvContentPartPr/>
                <p14:nvPr/>
              </p14:nvContentPartPr>
              <p14:xfrm>
                <a:off x="9519080" y="4922320"/>
                <a:ext cx="108360" cy="2163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F80B1AA-9ED6-A2B6-A458-4F93C7538B0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508640" y="4911520"/>
                  <a:ext cx="1296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A798B5D2-595C-54DD-4700-9003945DCE04}"/>
                    </a:ext>
                  </a:extLst>
                </p14:cNvPr>
                <p14:cNvContentPartPr/>
                <p14:nvPr/>
              </p14:nvContentPartPr>
              <p14:xfrm>
                <a:off x="9655160" y="4772560"/>
                <a:ext cx="112320" cy="5292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A798B5D2-595C-54DD-4700-9003945DCE0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644720" y="4761760"/>
                  <a:ext cx="13356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A8F32943-4BB1-7F0D-08D3-C06241A27293}"/>
                    </a:ext>
                  </a:extLst>
                </p14:cNvPr>
                <p14:cNvContentPartPr/>
                <p14:nvPr/>
              </p14:nvContentPartPr>
              <p14:xfrm>
                <a:off x="9905360" y="5018080"/>
                <a:ext cx="208440" cy="1638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A8F32943-4BB1-7F0D-08D3-C06241A2729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894560" y="5007280"/>
                  <a:ext cx="229680" cy="18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6BF2A49A-6AED-5277-6B76-1B957BFDA615}"/>
                  </a:ext>
                </a:extLst>
              </p14:cNvPr>
              <p14:cNvContentPartPr/>
              <p14:nvPr/>
            </p14:nvContentPartPr>
            <p14:xfrm>
              <a:off x="10278320" y="4913680"/>
              <a:ext cx="223920" cy="35676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6BF2A49A-6AED-5277-6B76-1B957BFDA615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10267880" y="4902880"/>
                <a:ext cx="245160" cy="37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6" name="Group 285">
            <a:extLst>
              <a:ext uri="{FF2B5EF4-FFF2-40B4-BE49-F238E27FC236}">
                <a16:creationId xmlns:a16="http://schemas.microsoft.com/office/drawing/2014/main" id="{BA0CBCDE-AB2E-0096-A8E2-D711CF1E398A}"/>
              </a:ext>
            </a:extLst>
          </p:cNvPr>
          <p:cNvGrpSpPr/>
          <p:nvPr/>
        </p:nvGrpSpPr>
        <p:grpSpPr>
          <a:xfrm>
            <a:off x="6317240" y="5553400"/>
            <a:ext cx="637200" cy="359280"/>
            <a:chOff x="6317240" y="5553400"/>
            <a:chExt cx="63720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DD3FB23-C503-5F4A-806E-5CC75BEFD592}"/>
                    </a:ext>
                  </a:extLst>
                </p14:cNvPr>
                <p14:cNvContentPartPr/>
                <p14:nvPr/>
              </p14:nvContentPartPr>
              <p14:xfrm>
                <a:off x="6317240" y="5553400"/>
                <a:ext cx="195480" cy="3592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DD3FB23-C503-5F4A-806E-5CC75BEFD59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306800" y="5542600"/>
                  <a:ext cx="2167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CBB8E44C-EA76-B3C7-99B1-D317C258F43D}"/>
                    </a:ext>
                  </a:extLst>
                </p14:cNvPr>
                <p14:cNvContentPartPr/>
                <p14:nvPr/>
              </p14:nvContentPartPr>
              <p14:xfrm>
                <a:off x="6590840" y="5689120"/>
                <a:ext cx="164520" cy="1670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CBB8E44C-EA76-B3C7-99B1-D317C258F43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580400" y="5678680"/>
                  <a:ext cx="185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356720C-8927-8E81-32AE-F3DDA288B260}"/>
                    </a:ext>
                  </a:extLst>
                </p14:cNvPr>
                <p14:cNvContentPartPr/>
                <p14:nvPr/>
              </p14:nvContentPartPr>
              <p14:xfrm>
                <a:off x="6813320" y="5724040"/>
                <a:ext cx="132480" cy="1270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356720C-8927-8E81-32AE-F3DDA288B26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802520" y="5713600"/>
                  <a:ext cx="153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5481002C-DA33-4AF1-E41B-8F96EFE66C31}"/>
                    </a:ext>
                  </a:extLst>
                </p14:cNvPr>
                <p14:cNvContentPartPr/>
                <p14:nvPr/>
              </p14:nvContentPartPr>
              <p14:xfrm>
                <a:off x="6833480" y="5661400"/>
                <a:ext cx="120960" cy="2448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5481002C-DA33-4AF1-E41B-8F96EFE66C3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823040" y="5650600"/>
                  <a:ext cx="14220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478FC2CE-C039-1BA9-0FA9-299788ED3BC3}"/>
              </a:ext>
            </a:extLst>
          </p:cNvPr>
          <p:cNvGrpSpPr/>
          <p:nvPr/>
        </p:nvGrpSpPr>
        <p:grpSpPr>
          <a:xfrm>
            <a:off x="7228760" y="5493280"/>
            <a:ext cx="803520" cy="416160"/>
            <a:chOff x="7228760" y="5493280"/>
            <a:chExt cx="803520" cy="41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ACEF5739-F44F-49C4-765D-7F908288CC01}"/>
                    </a:ext>
                  </a:extLst>
                </p14:cNvPr>
                <p14:cNvContentPartPr/>
                <p14:nvPr/>
              </p14:nvContentPartPr>
              <p14:xfrm>
                <a:off x="7228760" y="5551600"/>
                <a:ext cx="163440" cy="32004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ACEF5739-F44F-49C4-765D-7F908288CC0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218320" y="5540800"/>
                  <a:ext cx="1846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418CFF9D-044E-41EC-4C7F-4585D7F057CE}"/>
                    </a:ext>
                  </a:extLst>
                </p14:cNvPr>
                <p14:cNvContentPartPr/>
                <p14:nvPr/>
              </p14:nvContentPartPr>
              <p14:xfrm>
                <a:off x="7392560" y="5697040"/>
                <a:ext cx="78840" cy="1278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418CFF9D-044E-41EC-4C7F-4585D7F057C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381760" y="5686600"/>
                  <a:ext cx="1000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A4542DFB-664A-E57A-166D-04298364B885}"/>
                    </a:ext>
                  </a:extLst>
                </p14:cNvPr>
                <p14:cNvContentPartPr/>
                <p14:nvPr/>
              </p14:nvContentPartPr>
              <p14:xfrm>
                <a:off x="7563560" y="5702800"/>
                <a:ext cx="86760" cy="1324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A4542DFB-664A-E57A-166D-04298364B88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552760" y="5692000"/>
                  <a:ext cx="1080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D16913B-DAB8-DD14-F280-575E182A130B}"/>
                    </a:ext>
                  </a:extLst>
                </p14:cNvPr>
                <p14:cNvContentPartPr/>
                <p14:nvPr/>
              </p14:nvContentPartPr>
              <p14:xfrm>
                <a:off x="7663280" y="5655280"/>
                <a:ext cx="117000" cy="2541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D16913B-DAB8-DD14-F280-575E182A130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652840" y="5644480"/>
                  <a:ext cx="1382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2A8373A4-77B5-E792-5D14-5587E36685FF}"/>
                    </a:ext>
                  </a:extLst>
                </p14:cNvPr>
                <p14:cNvContentPartPr/>
                <p14:nvPr/>
              </p14:nvContentPartPr>
              <p14:xfrm>
                <a:off x="7840040" y="5525320"/>
                <a:ext cx="15480" cy="3009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2A8373A4-77B5-E792-5D14-5587E36685F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829600" y="5514520"/>
                  <a:ext cx="367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FBC20AA-BBDF-1738-528F-FEE7D4144F14}"/>
                    </a:ext>
                  </a:extLst>
                </p14:cNvPr>
                <p14:cNvContentPartPr/>
                <p14:nvPr/>
              </p14:nvContentPartPr>
              <p14:xfrm>
                <a:off x="7809800" y="5694520"/>
                <a:ext cx="92880" cy="118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FBC20AA-BBDF-1738-528F-FEE7D4144F1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799000" y="5683720"/>
                  <a:ext cx="114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6943179-6F1A-82A2-B6C9-D419722F76C1}"/>
                    </a:ext>
                  </a:extLst>
                </p14:cNvPr>
                <p14:cNvContentPartPr/>
                <p14:nvPr/>
              </p14:nvContentPartPr>
              <p14:xfrm>
                <a:off x="7965680" y="5493280"/>
                <a:ext cx="66600" cy="3866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6943179-6F1A-82A2-B6C9-D419722F76C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955240" y="5482840"/>
                  <a:ext cx="87840" cy="40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4AFD6735-3DE9-F713-6A29-6622AFD52484}"/>
              </a:ext>
            </a:extLst>
          </p:cNvPr>
          <p:cNvGrpSpPr/>
          <p:nvPr/>
        </p:nvGrpSpPr>
        <p:grpSpPr>
          <a:xfrm>
            <a:off x="8300840" y="5514880"/>
            <a:ext cx="929520" cy="442080"/>
            <a:chOff x="8300840" y="5514880"/>
            <a:chExt cx="929520" cy="44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21449D60-8AEE-7298-7708-8F98BEA11A9C}"/>
                    </a:ext>
                  </a:extLst>
                </p14:cNvPr>
                <p14:cNvContentPartPr/>
                <p14:nvPr/>
              </p14:nvContentPartPr>
              <p14:xfrm>
                <a:off x="8373200" y="5592640"/>
                <a:ext cx="360" cy="2174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21449D60-8AEE-7298-7708-8F98BEA11A9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362760" y="5582200"/>
                  <a:ext cx="216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D5A9CF20-8476-F575-71F0-D37D8A7BDDCD}"/>
                    </a:ext>
                  </a:extLst>
                </p14:cNvPr>
                <p14:cNvContentPartPr/>
                <p14:nvPr/>
              </p14:nvContentPartPr>
              <p14:xfrm>
                <a:off x="8300840" y="5535040"/>
                <a:ext cx="208080" cy="2966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D5A9CF20-8476-F575-71F0-D37D8A7BDDC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290400" y="5524600"/>
                  <a:ext cx="2293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0FA9770E-CAFC-428F-909D-3F2063079D20}"/>
                    </a:ext>
                  </a:extLst>
                </p14:cNvPr>
                <p14:cNvContentPartPr/>
                <p14:nvPr/>
              </p14:nvContentPartPr>
              <p14:xfrm>
                <a:off x="8594240" y="5716120"/>
                <a:ext cx="2880" cy="1544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0FA9770E-CAFC-428F-909D-3F2063079D2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583440" y="5705320"/>
                  <a:ext cx="241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DE9573A1-C41C-905B-2C63-69EC5CA7B522}"/>
                    </a:ext>
                  </a:extLst>
                </p14:cNvPr>
                <p14:cNvContentPartPr/>
                <p14:nvPr/>
              </p14:nvContentPartPr>
              <p14:xfrm>
                <a:off x="8599280" y="5631520"/>
                <a:ext cx="360" cy="3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DE9573A1-C41C-905B-2C63-69EC5CA7B52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588480" y="56210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1EE95BFE-34AA-5213-B742-4E4563132A32}"/>
                    </a:ext>
                  </a:extLst>
                </p14:cNvPr>
                <p14:cNvContentPartPr/>
                <p14:nvPr/>
              </p14:nvContentPartPr>
              <p14:xfrm>
                <a:off x="8681000" y="5663560"/>
                <a:ext cx="156240" cy="2934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1EE95BFE-34AA-5213-B742-4E4563132A3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670200" y="5652760"/>
                  <a:ext cx="1774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8EABE4AD-BAC2-1833-221B-25510E882AE1}"/>
                    </a:ext>
                  </a:extLst>
                </p14:cNvPr>
                <p14:cNvContentPartPr/>
                <p14:nvPr/>
              </p14:nvContentPartPr>
              <p14:xfrm>
                <a:off x="8899880" y="5516320"/>
                <a:ext cx="118440" cy="3146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8EABE4AD-BAC2-1833-221B-25510E882AE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889440" y="5505520"/>
                  <a:ext cx="13968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E2B8B68-706A-1918-F9C8-A0558038CD4F}"/>
                    </a:ext>
                  </a:extLst>
                </p14:cNvPr>
                <p14:cNvContentPartPr/>
                <p14:nvPr/>
              </p14:nvContentPartPr>
              <p14:xfrm>
                <a:off x="9147560" y="5514880"/>
                <a:ext cx="1800" cy="2538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E2B8B68-706A-1918-F9C8-A0558038CD4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136760" y="5504440"/>
                  <a:ext cx="230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9907198-65DA-A938-2A16-92270B8B3761}"/>
                    </a:ext>
                  </a:extLst>
                </p14:cNvPr>
                <p14:cNvContentPartPr/>
                <p14:nvPr/>
              </p14:nvContentPartPr>
              <p14:xfrm>
                <a:off x="9071240" y="5663560"/>
                <a:ext cx="159120" cy="129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9907198-65DA-A938-2A16-92270B8B376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060800" y="5652760"/>
                  <a:ext cx="18036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3407EC5D-740D-0CD5-FC98-751F0DA513A4}"/>
              </a:ext>
            </a:extLst>
          </p:cNvPr>
          <p:cNvGrpSpPr/>
          <p:nvPr/>
        </p:nvGrpSpPr>
        <p:grpSpPr>
          <a:xfrm>
            <a:off x="9449960" y="5483200"/>
            <a:ext cx="1180440" cy="426600"/>
            <a:chOff x="9449960" y="5483200"/>
            <a:chExt cx="1180440" cy="42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7C1E3BC-62E1-3E5E-8343-52BBA44FDA92}"/>
                    </a:ext>
                  </a:extLst>
                </p14:cNvPr>
                <p14:cNvContentPartPr/>
                <p14:nvPr/>
              </p14:nvContentPartPr>
              <p14:xfrm>
                <a:off x="9449960" y="5566360"/>
                <a:ext cx="124200" cy="3178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7C1E3BC-62E1-3E5E-8343-52BBA44FDA9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439520" y="5555920"/>
                  <a:ext cx="1454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42D347F-D68E-CE36-A3DA-5AB5B0A3899B}"/>
                    </a:ext>
                  </a:extLst>
                </p14:cNvPr>
                <p14:cNvContentPartPr/>
                <p14:nvPr/>
              </p14:nvContentPartPr>
              <p14:xfrm>
                <a:off x="9578840" y="5565280"/>
                <a:ext cx="150120" cy="23472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42D347F-D68E-CE36-A3DA-5AB5B0A3899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568400" y="5554840"/>
                  <a:ext cx="1713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04BE013-25A0-7956-C9FE-258C2930B00D}"/>
                    </a:ext>
                  </a:extLst>
                </p14:cNvPr>
                <p14:cNvContentPartPr/>
                <p14:nvPr/>
              </p14:nvContentPartPr>
              <p14:xfrm>
                <a:off x="9695840" y="5483200"/>
                <a:ext cx="92520" cy="4266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04BE013-25A0-7956-C9FE-258C2930B00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685040" y="5472400"/>
                  <a:ext cx="11376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9BE55E9D-2FEC-2FA3-283F-F6F8C0112DCD}"/>
                    </a:ext>
                  </a:extLst>
                </p14:cNvPr>
                <p14:cNvContentPartPr/>
                <p14:nvPr/>
              </p14:nvContentPartPr>
              <p14:xfrm>
                <a:off x="9981320" y="5704240"/>
                <a:ext cx="182880" cy="1641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9BE55E9D-2FEC-2FA3-283F-F6F8C0112DC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970880" y="5693800"/>
                  <a:ext cx="2041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A44B638D-4521-3AAE-80E9-A2E80287E6E2}"/>
                    </a:ext>
                  </a:extLst>
                </p14:cNvPr>
                <p14:cNvContentPartPr/>
                <p14:nvPr/>
              </p14:nvContentPartPr>
              <p14:xfrm>
                <a:off x="10372280" y="5587600"/>
                <a:ext cx="258120" cy="2797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A44B638D-4521-3AAE-80E9-A2E80287E6E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361840" y="5576800"/>
                  <a:ext cx="279360" cy="30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FA4D5C8D-3091-2241-2FBE-A5F8D61E97E9}"/>
              </a:ext>
            </a:extLst>
          </p:cNvPr>
          <p:cNvGrpSpPr/>
          <p:nvPr/>
        </p:nvGrpSpPr>
        <p:grpSpPr>
          <a:xfrm>
            <a:off x="11103440" y="5023840"/>
            <a:ext cx="284760" cy="258480"/>
            <a:chOff x="11103440" y="5023840"/>
            <a:chExt cx="28476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3B6B2CBA-7DCC-FCB2-A410-1E8799EF3DF0}"/>
                    </a:ext>
                  </a:extLst>
                </p14:cNvPr>
                <p14:cNvContentPartPr/>
                <p14:nvPr/>
              </p14:nvContentPartPr>
              <p14:xfrm>
                <a:off x="11217560" y="5023840"/>
                <a:ext cx="24480" cy="2584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3B6B2CBA-7DCC-FCB2-A410-1E8799EF3DF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207120" y="5013040"/>
                  <a:ext cx="457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7768B47E-ECE4-C62D-137C-9F54C760B1E4}"/>
                    </a:ext>
                  </a:extLst>
                </p14:cNvPr>
                <p14:cNvContentPartPr/>
                <p14:nvPr/>
              </p14:nvContentPartPr>
              <p14:xfrm>
                <a:off x="11103440" y="5171080"/>
                <a:ext cx="284760" cy="86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7768B47E-ECE4-C62D-137C-9F54C760B1E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093000" y="5160280"/>
                  <a:ext cx="30600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51061E24-4485-BDC6-40C9-326185A0F7B5}"/>
              </a:ext>
            </a:extLst>
          </p:cNvPr>
          <p:cNvGrpSpPr/>
          <p:nvPr/>
        </p:nvGrpSpPr>
        <p:grpSpPr>
          <a:xfrm>
            <a:off x="9691880" y="6095200"/>
            <a:ext cx="1731600" cy="699480"/>
            <a:chOff x="9691880" y="6095200"/>
            <a:chExt cx="1731600" cy="69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90A46939-7EAA-46A0-376D-E5925C734F04}"/>
                    </a:ext>
                  </a:extLst>
                </p14:cNvPr>
                <p14:cNvContentPartPr/>
                <p14:nvPr/>
              </p14:nvContentPartPr>
              <p14:xfrm>
                <a:off x="9691880" y="6095200"/>
                <a:ext cx="1731600" cy="1533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90A46939-7EAA-46A0-376D-E5925C734F0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681440" y="6084760"/>
                  <a:ext cx="17528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ED6FD785-B552-1C66-AA1C-92BF7B06FDD5}"/>
                    </a:ext>
                  </a:extLst>
                </p14:cNvPr>
                <p14:cNvContentPartPr/>
                <p14:nvPr/>
              </p14:nvContentPartPr>
              <p14:xfrm>
                <a:off x="10591520" y="6309040"/>
                <a:ext cx="162000" cy="24480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ED6FD785-B552-1C66-AA1C-92BF7B06FDD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580720" y="6298240"/>
                  <a:ext cx="1832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301B0B9B-6351-044C-F672-908E4E5F1F2D}"/>
                    </a:ext>
                  </a:extLst>
                </p14:cNvPr>
                <p14:cNvContentPartPr/>
                <p14:nvPr/>
              </p14:nvContentPartPr>
              <p14:xfrm>
                <a:off x="10770800" y="6410560"/>
                <a:ext cx="4320" cy="2790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301B0B9B-6351-044C-F672-908E4E5F1F2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760360" y="6400120"/>
                  <a:ext cx="255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DD4A8057-64A8-65C6-0E65-EA10F36EED7C}"/>
                    </a:ext>
                  </a:extLst>
                </p14:cNvPr>
                <p14:cNvContentPartPr/>
                <p14:nvPr/>
              </p14:nvContentPartPr>
              <p14:xfrm>
                <a:off x="10397840" y="6171160"/>
                <a:ext cx="609120" cy="6235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DD4A8057-64A8-65C6-0E65-EA10F36EED7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387040" y="6160720"/>
                  <a:ext cx="630360" cy="64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E4959286-BF9E-C235-8F0D-4FBA2876C054}"/>
              </a:ext>
            </a:extLst>
          </p:cNvPr>
          <p:cNvGrpSpPr/>
          <p:nvPr/>
        </p:nvGrpSpPr>
        <p:grpSpPr>
          <a:xfrm>
            <a:off x="8087360" y="105160"/>
            <a:ext cx="3897720" cy="1269360"/>
            <a:chOff x="8087360" y="105160"/>
            <a:chExt cx="3897720" cy="12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CB088A40-5F22-17FF-CE0A-6BFDE6B1073F}"/>
                    </a:ext>
                  </a:extLst>
                </p14:cNvPr>
                <p14:cNvContentPartPr/>
                <p14:nvPr/>
              </p14:nvContentPartPr>
              <p14:xfrm>
                <a:off x="8087360" y="114160"/>
                <a:ext cx="3897720" cy="12603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CB088A40-5F22-17FF-CE0A-6BFDE6B1073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076920" y="103360"/>
                  <a:ext cx="3918960" cy="12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9291FD68-5D25-163A-AE54-75C4368B8E20}"/>
                    </a:ext>
                  </a:extLst>
                </p14:cNvPr>
                <p14:cNvContentPartPr/>
                <p14:nvPr/>
              </p14:nvContentPartPr>
              <p14:xfrm>
                <a:off x="8508200" y="134680"/>
                <a:ext cx="209520" cy="2131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9291FD68-5D25-163A-AE54-75C4368B8E2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497760" y="123880"/>
                  <a:ext cx="2307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ABD30547-A445-CC44-4720-F5E95BCA09B0}"/>
                    </a:ext>
                  </a:extLst>
                </p14:cNvPr>
                <p14:cNvContentPartPr/>
                <p14:nvPr/>
              </p14:nvContentPartPr>
              <p14:xfrm>
                <a:off x="8816720" y="202000"/>
                <a:ext cx="65880" cy="1227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ABD30547-A445-CC44-4720-F5E95BCA09B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805920" y="191560"/>
                  <a:ext cx="87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C4CB275C-177A-32C5-C0F5-2C81958C3FCB}"/>
                    </a:ext>
                  </a:extLst>
                </p14:cNvPr>
                <p14:cNvContentPartPr/>
                <p14:nvPr/>
              </p14:nvContentPartPr>
              <p14:xfrm>
                <a:off x="9268520" y="198040"/>
                <a:ext cx="137160" cy="11268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C4CB275C-177A-32C5-C0F5-2C81958C3FC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257720" y="187600"/>
                  <a:ext cx="158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12F3F74D-8D70-C70B-4F21-5EC61EFF7213}"/>
                    </a:ext>
                  </a:extLst>
                </p14:cNvPr>
                <p14:cNvContentPartPr/>
                <p14:nvPr/>
              </p14:nvContentPartPr>
              <p14:xfrm>
                <a:off x="9440600" y="169240"/>
                <a:ext cx="273240" cy="12240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12F3F74D-8D70-C70B-4F21-5EC61EFF721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429800" y="158800"/>
                  <a:ext cx="2944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AD61398-7A44-3B1D-6C69-6D2917ECA6D7}"/>
                    </a:ext>
                  </a:extLst>
                </p14:cNvPr>
                <p14:cNvContentPartPr/>
                <p14:nvPr/>
              </p14:nvContentPartPr>
              <p14:xfrm>
                <a:off x="10039640" y="194800"/>
                <a:ext cx="110880" cy="1256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AD61398-7A44-3B1D-6C69-6D2917ECA6D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028840" y="184360"/>
                  <a:ext cx="1321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1B400301-35C4-A051-E152-02A4BA4B396E}"/>
                    </a:ext>
                  </a:extLst>
                </p14:cNvPr>
                <p14:cNvContentPartPr/>
                <p14:nvPr/>
              </p14:nvContentPartPr>
              <p14:xfrm>
                <a:off x="10263920" y="179680"/>
                <a:ext cx="72000" cy="1404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1B400301-35C4-A051-E152-02A4BA4B396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253120" y="169240"/>
                  <a:ext cx="932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FEDD543F-0384-850D-8E64-57017E63BA4A}"/>
                    </a:ext>
                  </a:extLst>
                </p14:cNvPr>
                <p14:cNvContentPartPr/>
                <p14:nvPr/>
              </p14:nvContentPartPr>
              <p14:xfrm>
                <a:off x="10486760" y="155200"/>
                <a:ext cx="133560" cy="1612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FEDD543F-0384-850D-8E64-57017E63BA4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475960" y="144400"/>
                  <a:ext cx="1548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F315F664-7E7A-F082-AF1E-52F8F17D1252}"/>
                    </a:ext>
                  </a:extLst>
                </p14:cNvPr>
                <p14:cNvContentPartPr/>
                <p14:nvPr/>
              </p14:nvContentPartPr>
              <p14:xfrm>
                <a:off x="11075360" y="167440"/>
                <a:ext cx="164160" cy="1558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F315F664-7E7A-F082-AF1E-52F8F17D125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064920" y="157000"/>
                  <a:ext cx="185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A906D168-91C4-FFA6-4192-C62288C27D82}"/>
                    </a:ext>
                  </a:extLst>
                </p14:cNvPr>
                <p14:cNvContentPartPr/>
                <p14:nvPr/>
              </p14:nvContentPartPr>
              <p14:xfrm>
                <a:off x="11215400" y="156280"/>
                <a:ext cx="171360" cy="14184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A906D168-91C4-FFA6-4192-C62288C27D8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204960" y="145840"/>
                  <a:ext cx="192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5C160811-6A32-9B26-18D5-F70625243782}"/>
                    </a:ext>
                  </a:extLst>
                </p14:cNvPr>
                <p14:cNvContentPartPr/>
                <p14:nvPr/>
              </p14:nvContentPartPr>
              <p14:xfrm>
                <a:off x="11481440" y="105160"/>
                <a:ext cx="345600" cy="1717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5C160811-6A32-9B26-18D5-F7062524378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471000" y="94720"/>
                  <a:ext cx="366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AC2AD581-22C8-1BE8-EDA0-314376C7636B}"/>
                    </a:ext>
                  </a:extLst>
                </p14:cNvPr>
                <p14:cNvContentPartPr/>
                <p14:nvPr/>
              </p14:nvContentPartPr>
              <p14:xfrm>
                <a:off x="8501360" y="601960"/>
                <a:ext cx="43560" cy="2322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AC2AD581-22C8-1BE8-EDA0-314376C7636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490920" y="591160"/>
                  <a:ext cx="648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4FE0D80D-FA56-E3B2-DB47-201F22721E67}"/>
                    </a:ext>
                  </a:extLst>
                </p14:cNvPr>
                <p14:cNvContentPartPr/>
                <p14:nvPr/>
              </p14:nvContentPartPr>
              <p14:xfrm>
                <a:off x="8495240" y="609880"/>
                <a:ext cx="133920" cy="1245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4FE0D80D-FA56-E3B2-DB47-201F22721E6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484440" y="599080"/>
                  <a:ext cx="1551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C3374B22-6E70-127E-F6AE-8BF4238643E5}"/>
                    </a:ext>
                  </a:extLst>
                </p14:cNvPr>
                <p14:cNvContentPartPr/>
                <p14:nvPr/>
              </p14:nvContentPartPr>
              <p14:xfrm>
                <a:off x="8658680" y="622480"/>
                <a:ext cx="169200" cy="1450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C3374B22-6E70-127E-F6AE-8BF4238643E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648240" y="611680"/>
                  <a:ext cx="1904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374D7393-EDE6-C502-1EF1-E679799C27F5}"/>
                    </a:ext>
                  </a:extLst>
                </p14:cNvPr>
                <p14:cNvContentPartPr/>
                <p14:nvPr/>
              </p14:nvContentPartPr>
              <p14:xfrm>
                <a:off x="8873240" y="511600"/>
                <a:ext cx="32040" cy="2221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374D7393-EDE6-C502-1EF1-E679799C27F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862800" y="500800"/>
                  <a:ext cx="532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31AE9234-5F77-B13E-0F39-FB987FF44463}"/>
                    </a:ext>
                  </a:extLst>
                </p14:cNvPr>
                <p14:cNvContentPartPr/>
                <p14:nvPr/>
              </p14:nvContentPartPr>
              <p14:xfrm>
                <a:off x="8862080" y="645160"/>
                <a:ext cx="96840" cy="61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31AE9234-5F77-B13E-0F39-FB987FF44463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851280" y="634720"/>
                  <a:ext cx="1180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91B80AF6-E827-838C-1B8B-DBE1AEFB1C09}"/>
                    </a:ext>
                  </a:extLst>
                </p14:cNvPr>
                <p14:cNvContentPartPr/>
                <p14:nvPr/>
              </p14:nvContentPartPr>
              <p14:xfrm>
                <a:off x="9012920" y="480640"/>
                <a:ext cx="111960" cy="2484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91B80AF6-E827-838C-1B8B-DBE1AEFB1C0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002480" y="470200"/>
                  <a:ext cx="1332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487A1DB7-9DF5-07D2-19B5-CEE67580DA76}"/>
                    </a:ext>
                  </a:extLst>
                </p14:cNvPr>
                <p14:cNvContentPartPr/>
                <p14:nvPr/>
              </p14:nvContentPartPr>
              <p14:xfrm>
                <a:off x="9502880" y="412960"/>
                <a:ext cx="149760" cy="3808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487A1DB7-9DF5-07D2-19B5-CEE67580DA7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492440" y="402520"/>
                  <a:ext cx="1710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48E296C2-D467-3422-30C1-31F20496085B}"/>
                    </a:ext>
                  </a:extLst>
                </p14:cNvPr>
                <p14:cNvContentPartPr/>
                <p14:nvPr/>
              </p14:nvContentPartPr>
              <p14:xfrm>
                <a:off x="9533480" y="672520"/>
                <a:ext cx="161640" cy="93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48E296C2-D467-3422-30C1-31F20496085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522680" y="662080"/>
                  <a:ext cx="1828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04323376-1DBE-B1DF-8EFC-4BC7B0DF0861}"/>
                    </a:ext>
                  </a:extLst>
                </p14:cNvPr>
                <p14:cNvContentPartPr/>
                <p14:nvPr/>
              </p14:nvContentPartPr>
              <p14:xfrm>
                <a:off x="9735080" y="545440"/>
                <a:ext cx="127440" cy="13104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04323376-1DBE-B1DF-8EFC-4BC7B0DF086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724640" y="535000"/>
                  <a:ext cx="1486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23775195-BF89-4442-4FE2-AAE9F29F3FF1}"/>
                    </a:ext>
                  </a:extLst>
                </p14:cNvPr>
                <p14:cNvContentPartPr/>
                <p14:nvPr/>
              </p14:nvContentPartPr>
              <p14:xfrm>
                <a:off x="9883760" y="550840"/>
                <a:ext cx="376200" cy="1382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23775195-BF89-4442-4FE2-AAE9F29F3FF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872960" y="540040"/>
                  <a:ext cx="3974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3AA0997-8BF6-DBA9-66B0-BC509603DD05}"/>
                    </a:ext>
                  </a:extLst>
                </p14:cNvPr>
                <p14:cNvContentPartPr/>
                <p14:nvPr/>
              </p14:nvContentPartPr>
              <p14:xfrm>
                <a:off x="10566320" y="483160"/>
                <a:ext cx="121680" cy="17064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3AA0997-8BF6-DBA9-66B0-BC509603DD0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555880" y="472360"/>
                  <a:ext cx="1429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A36422BF-1803-E0C3-8F7E-2CA43D563CD1}"/>
                    </a:ext>
                  </a:extLst>
                </p14:cNvPr>
                <p14:cNvContentPartPr/>
                <p14:nvPr/>
              </p14:nvContentPartPr>
              <p14:xfrm>
                <a:off x="10511960" y="560560"/>
                <a:ext cx="127440" cy="14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A36422BF-1803-E0C3-8F7E-2CA43D563CD1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501520" y="550120"/>
                  <a:ext cx="1486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C65A798B-C82C-570E-5D72-F741482D1521}"/>
                    </a:ext>
                  </a:extLst>
                </p14:cNvPr>
                <p14:cNvContentPartPr/>
                <p14:nvPr/>
              </p14:nvContentPartPr>
              <p14:xfrm>
                <a:off x="10743080" y="438520"/>
                <a:ext cx="190800" cy="1969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C65A798B-C82C-570E-5D72-F741482D1521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732280" y="427720"/>
                  <a:ext cx="2120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94162E91-5BBF-90C7-958F-B6D819D16160}"/>
                    </a:ext>
                  </a:extLst>
                </p14:cNvPr>
                <p14:cNvContentPartPr/>
                <p14:nvPr/>
              </p14:nvContentPartPr>
              <p14:xfrm>
                <a:off x="10946120" y="490360"/>
                <a:ext cx="23760" cy="13248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94162E91-5BBF-90C7-958F-B6D819D1616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935320" y="479560"/>
                  <a:ext cx="450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5AAA37D6-1695-2062-1428-AC91F12538A1}"/>
                    </a:ext>
                  </a:extLst>
                </p14:cNvPr>
                <p14:cNvContentPartPr/>
                <p14:nvPr/>
              </p14:nvContentPartPr>
              <p14:xfrm>
                <a:off x="8655080" y="983560"/>
                <a:ext cx="38520" cy="1170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5AAA37D6-1695-2062-1428-AC91F12538A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644280" y="972760"/>
                  <a:ext cx="597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6C3E98B3-6ED6-B8DC-D005-2D11C3372BDA}"/>
                    </a:ext>
                  </a:extLst>
                </p14:cNvPr>
                <p14:cNvContentPartPr/>
                <p14:nvPr/>
              </p14:nvContentPartPr>
              <p14:xfrm>
                <a:off x="8741480" y="998320"/>
                <a:ext cx="32040" cy="9072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6C3E98B3-6ED6-B8DC-D005-2D11C3372BD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730680" y="987520"/>
                  <a:ext cx="532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813E7C5-31D6-E252-9259-21D32E2AFA6B}"/>
                    </a:ext>
                  </a:extLst>
                </p14:cNvPr>
                <p14:cNvContentPartPr/>
                <p14:nvPr/>
              </p14:nvContentPartPr>
              <p14:xfrm>
                <a:off x="8873240" y="1054120"/>
                <a:ext cx="79200" cy="15912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813E7C5-31D6-E252-9259-21D32E2AFA6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862800" y="1043680"/>
                  <a:ext cx="1004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AB28E7AA-A47B-A0AD-6185-567CBB672754}"/>
                    </a:ext>
                  </a:extLst>
                </p14:cNvPr>
                <p14:cNvContentPartPr/>
                <p14:nvPr/>
              </p14:nvContentPartPr>
              <p14:xfrm>
                <a:off x="9042440" y="1075720"/>
                <a:ext cx="52200" cy="10476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AB28E7AA-A47B-A0AD-6185-567CBB67275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031640" y="1064920"/>
                  <a:ext cx="73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39C77069-5FE3-4FBC-FF49-E2586FE2C95F}"/>
                    </a:ext>
                  </a:extLst>
                </p14:cNvPr>
                <p14:cNvContentPartPr/>
                <p14:nvPr/>
              </p14:nvContentPartPr>
              <p14:xfrm>
                <a:off x="9172760" y="1068160"/>
                <a:ext cx="95400" cy="10368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39C77069-5FE3-4FBC-FF49-E2586FE2C95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162320" y="1057720"/>
                  <a:ext cx="116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7512541F-D920-F0D9-8F4F-3CC8A20E835B}"/>
                    </a:ext>
                  </a:extLst>
                </p14:cNvPr>
                <p14:cNvContentPartPr/>
                <p14:nvPr/>
              </p14:nvContentPartPr>
              <p14:xfrm>
                <a:off x="9330440" y="883840"/>
                <a:ext cx="23040" cy="29268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7512541F-D920-F0D9-8F4F-3CC8A20E835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319640" y="873400"/>
                  <a:ext cx="442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2B74420A-DB6D-2A42-185E-7334F223F2B2}"/>
                    </a:ext>
                  </a:extLst>
                </p14:cNvPr>
                <p14:cNvContentPartPr/>
                <p14:nvPr/>
              </p14:nvContentPartPr>
              <p14:xfrm>
                <a:off x="9297320" y="1001200"/>
                <a:ext cx="100440" cy="432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2B74420A-DB6D-2A42-185E-7334F223F2B2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286520" y="990400"/>
                  <a:ext cx="121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E620A535-1EEB-E10C-ADD5-F86E5896D074}"/>
                    </a:ext>
                  </a:extLst>
                </p14:cNvPr>
                <p14:cNvContentPartPr/>
                <p14:nvPr/>
              </p14:nvContentPartPr>
              <p14:xfrm>
                <a:off x="9432680" y="1016680"/>
                <a:ext cx="57960" cy="1245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E620A535-1EEB-E10C-ADD5-F86E5896D074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422240" y="1005880"/>
                  <a:ext cx="792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304B1EFB-5A9F-A557-7DBE-FDBDC9006640}"/>
                    </a:ext>
                  </a:extLst>
                </p14:cNvPr>
                <p14:cNvContentPartPr/>
                <p14:nvPr/>
              </p14:nvContentPartPr>
              <p14:xfrm>
                <a:off x="9576680" y="1008400"/>
                <a:ext cx="95400" cy="11340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304B1EFB-5A9F-A557-7DBE-FDBDC9006640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565880" y="997960"/>
                  <a:ext cx="1166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4D26895E-4959-69FE-1184-B961ADEC024A}"/>
                    </a:ext>
                  </a:extLst>
                </p14:cNvPr>
                <p14:cNvContentPartPr/>
                <p14:nvPr/>
              </p14:nvContentPartPr>
              <p14:xfrm>
                <a:off x="9755600" y="944680"/>
                <a:ext cx="82800" cy="712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4D26895E-4959-69FE-1184-B961ADEC024A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744800" y="933880"/>
                  <a:ext cx="1040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88616199-92F3-AC39-5C52-0047AAAC646D}"/>
                    </a:ext>
                  </a:extLst>
                </p14:cNvPr>
                <p14:cNvContentPartPr/>
                <p14:nvPr/>
              </p14:nvContentPartPr>
              <p14:xfrm>
                <a:off x="9836600" y="873760"/>
                <a:ext cx="71280" cy="9648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88616199-92F3-AC39-5C52-0047AAAC646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826160" y="862960"/>
                  <a:ext cx="925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673BEA26-CD48-4C6C-400F-6C14A79440DB}"/>
                    </a:ext>
                  </a:extLst>
                </p14:cNvPr>
                <p14:cNvContentPartPr/>
                <p14:nvPr/>
              </p14:nvContentPartPr>
              <p14:xfrm>
                <a:off x="10223960" y="993640"/>
                <a:ext cx="144000" cy="17640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673BEA26-CD48-4C6C-400F-6C14A79440D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213160" y="983200"/>
                  <a:ext cx="1652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746F13DA-06B6-04AE-CB31-8A3BD874C79E}"/>
                    </a:ext>
                  </a:extLst>
                </p14:cNvPr>
                <p14:cNvContentPartPr/>
                <p14:nvPr/>
              </p14:nvContentPartPr>
              <p14:xfrm>
                <a:off x="10419440" y="1008040"/>
                <a:ext cx="118440" cy="1281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746F13DA-06B6-04AE-CB31-8A3BD874C79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408640" y="997600"/>
                  <a:ext cx="1396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DE0EF231-B7DC-4668-9585-A4B4990B2440}"/>
                    </a:ext>
                  </a:extLst>
                </p14:cNvPr>
                <p14:cNvContentPartPr/>
                <p14:nvPr/>
              </p14:nvContentPartPr>
              <p14:xfrm>
                <a:off x="10589000" y="874840"/>
                <a:ext cx="155520" cy="23184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DE0EF231-B7DC-4668-9585-A4B4990B244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578200" y="864040"/>
                  <a:ext cx="1767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93EAAF16-D1B9-8A51-BBE9-832AC8090464}"/>
                    </a:ext>
                  </a:extLst>
                </p14:cNvPr>
                <p14:cNvContentPartPr/>
                <p14:nvPr/>
              </p14:nvContentPartPr>
              <p14:xfrm>
                <a:off x="10838840" y="928120"/>
                <a:ext cx="55440" cy="14904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93EAAF16-D1B9-8A51-BBE9-832AC8090464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828040" y="917680"/>
                  <a:ext cx="7668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49734F0C-69B6-655F-CB8C-17B602A8B149}"/>
              </a:ext>
            </a:extLst>
          </p:cNvPr>
          <p:cNvGrpSpPr/>
          <p:nvPr/>
        </p:nvGrpSpPr>
        <p:grpSpPr>
          <a:xfrm>
            <a:off x="8342600" y="2147080"/>
            <a:ext cx="1378800" cy="511560"/>
            <a:chOff x="8342600" y="2147080"/>
            <a:chExt cx="1378800" cy="51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93CA85BA-5711-D472-8730-50BEF84EFC5E}"/>
                    </a:ext>
                  </a:extLst>
                </p14:cNvPr>
                <p14:cNvContentPartPr/>
                <p14:nvPr/>
              </p14:nvContentPartPr>
              <p14:xfrm>
                <a:off x="9131360" y="2185240"/>
                <a:ext cx="590040" cy="47340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93CA85BA-5711-D472-8730-50BEF84EFC5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120920" y="2174440"/>
                  <a:ext cx="61128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7EFC2153-1F92-A7DE-4B05-8A36CE9EC3D4}"/>
                    </a:ext>
                  </a:extLst>
                </p14:cNvPr>
                <p14:cNvContentPartPr/>
                <p14:nvPr/>
              </p14:nvContentPartPr>
              <p14:xfrm>
                <a:off x="8342600" y="2147080"/>
                <a:ext cx="849600" cy="25344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7EFC2153-1F92-A7DE-4B05-8A36CE9EC3D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332160" y="2136280"/>
                  <a:ext cx="870840" cy="27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9C37D7B1-FAAE-BD07-BCF9-AC5D20EB3B40}"/>
                  </a:ext>
                </a:extLst>
              </p14:cNvPr>
              <p14:cNvContentPartPr/>
              <p14:nvPr/>
            </p14:nvContentPartPr>
            <p14:xfrm>
              <a:off x="8667320" y="1647040"/>
              <a:ext cx="105840" cy="173880"/>
            </p14:xfrm>
          </p:contentPart>
        </mc:Choice>
        <mc:Fallback xmlns=""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9C37D7B1-FAAE-BD07-BCF9-AC5D20EB3B40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8656880" y="1636600"/>
                <a:ext cx="12708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3A908D6D-9A93-913B-90BE-DF2439DDDB12}"/>
                  </a:ext>
                </a:extLst>
              </p14:cNvPr>
              <p14:cNvContentPartPr/>
              <p14:nvPr/>
            </p14:nvContentPartPr>
            <p14:xfrm>
              <a:off x="8799080" y="1640560"/>
              <a:ext cx="104040" cy="132480"/>
            </p14:xfrm>
          </p:contentPart>
        </mc:Choice>
        <mc:Fallback xmlns=""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3A908D6D-9A93-913B-90BE-DF2439DDDB12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8788280" y="1630120"/>
                <a:ext cx="1252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8AC7FC31-074E-59C1-D055-96B46002D4B5}"/>
                  </a:ext>
                </a:extLst>
              </p14:cNvPr>
              <p14:cNvContentPartPr/>
              <p14:nvPr/>
            </p14:nvContentPartPr>
            <p14:xfrm>
              <a:off x="8902040" y="1535080"/>
              <a:ext cx="140400" cy="205560"/>
            </p14:xfrm>
          </p:contentPart>
        </mc:Choice>
        <mc:Fallback xmlns=""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8AC7FC31-074E-59C1-D055-96B46002D4B5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8891240" y="1524640"/>
                <a:ext cx="16164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13D1D636-C2C3-C15E-5EDF-19E03152D280}"/>
                  </a:ext>
                </a:extLst>
              </p14:cNvPr>
              <p14:cNvContentPartPr/>
              <p14:nvPr/>
            </p14:nvContentPartPr>
            <p14:xfrm>
              <a:off x="9073040" y="1568920"/>
              <a:ext cx="67320" cy="148320"/>
            </p14:xfrm>
          </p:contentPart>
        </mc:Choice>
        <mc:Fallback xmlns=""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13D1D636-C2C3-C15E-5EDF-19E03152D280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9062600" y="1558120"/>
                <a:ext cx="88560" cy="16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4" name="Group 433">
            <a:extLst>
              <a:ext uri="{FF2B5EF4-FFF2-40B4-BE49-F238E27FC236}">
                <a16:creationId xmlns:a16="http://schemas.microsoft.com/office/drawing/2014/main" id="{1B76490F-58EE-7615-4EE5-D22D22E29A00}"/>
              </a:ext>
            </a:extLst>
          </p:cNvPr>
          <p:cNvGrpSpPr/>
          <p:nvPr/>
        </p:nvGrpSpPr>
        <p:grpSpPr>
          <a:xfrm>
            <a:off x="5628920" y="1032520"/>
            <a:ext cx="2809440" cy="967680"/>
            <a:chOff x="5628920" y="1032520"/>
            <a:chExt cx="2809440" cy="96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7670795D-1587-9A0E-DCB0-ACC7033E314F}"/>
                    </a:ext>
                  </a:extLst>
                </p14:cNvPr>
                <p14:cNvContentPartPr/>
                <p14:nvPr/>
              </p14:nvContentPartPr>
              <p14:xfrm>
                <a:off x="7595960" y="1852600"/>
                <a:ext cx="196200" cy="1476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7670795D-1587-9A0E-DCB0-ACC7033E314F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585520" y="1842160"/>
                  <a:ext cx="2174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B110ABE6-766C-CE72-1A47-737B4C239725}"/>
                    </a:ext>
                  </a:extLst>
                </p14:cNvPr>
                <p14:cNvContentPartPr/>
                <p14:nvPr/>
              </p14:nvContentPartPr>
              <p14:xfrm>
                <a:off x="7808720" y="1838200"/>
                <a:ext cx="114120" cy="12924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B110ABE6-766C-CE72-1A47-737B4C239725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798280" y="1827400"/>
                  <a:ext cx="1353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9FFC9EE4-AE63-7671-B931-2BEF67557744}"/>
                    </a:ext>
                  </a:extLst>
                </p14:cNvPr>
                <p14:cNvContentPartPr/>
                <p14:nvPr/>
              </p14:nvContentPartPr>
              <p14:xfrm>
                <a:off x="7922840" y="1806880"/>
                <a:ext cx="140040" cy="16056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9FFC9EE4-AE63-7671-B931-2BEF67557744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912040" y="1796080"/>
                  <a:ext cx="1612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853AABCB-1B63-D516-5D7B-2A5940211E9B}"/>
                    </a:ext>
                  </a:extLst>
                </p14:cNvPr>
                <p14:cNvContentPartPr/>
                <p14:nvPr/>
              </p14:nvContentPartPr>
              <p14:xfrm>
                <a:off x="8064680" y="1627600"/>
                <a:ext cx="126720" cy="28980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853AABCB-1B63-D516-5D7B-2A5940211E9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054240" y="1617160"/>
                  <a:ext cx="1479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E45D53A2-CE68-7CFF-2666-1CB334FB7DC4}"/>
                    </a:ext>
                  </a:extLst>
                </p14:cNvPr>
                <p14:cNvContentPartPr/>
                <p14:nvPr/>
              </p14:nvContentPartPr>
              <p14:xfrm>
                <a:off x="8049560" y="1769440"/>
                <a:ext cx="166680" cy="612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E45D53A2-CE68-7CFF-2666-1CB334FB7DC4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039120" y="1758640"/>
                  <a:ext cx="1879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31A9474F-47A7-DF72-1E62-BC078E1CD917}"/>
                    </a:ext>
                  </a:extLst>
                </p14:cNvPr>
                <p14:cNvContentPartPr/>
                <p14:nvPr/>
              </p14:nvContentPartPr>
              <p14:xfrm>
                <a:off x="8226320" y="1740280"/>
                <a:ext cx="92880" cy="1414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31A9474F-47A7-DF72-1E62-BC078E1CD917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8215520" y="1729480"/>
                  <a:ext cx="1141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995200DF-3D85-D0E9-53FB-7908579AB27F}"/>
                    </a:ext>
                  </a:extLst>
                </p14:cNvPr>
                <p14:cNvContentPartPr/>
                <p14:nvPr/>
              </p14:nvContentPartPr>
              <p14:xfrm>
                <a:off x="8376440" y="1666480"/>
                <a:ext cx="61920" cy="10872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995200DF-3D85-D0E9-53FB-7908579AB27F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365640" y="1656040"/>
                  <a:ext cx="831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3DD71106-8F06-8810-1BB2-B15D0C657113}"/>
                    </a:ext>
                  </a:extLst>
                </p14:cNvPr>
                <p14:cNvContentPartPr/>
                <p14:nvPr/>
              </p14:nvContentPartPr>
              <p14:xfrm>
                <a:off x="6812600" y="1751080"/>
                <a:ext cx="803160" cy="18576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3DD71106-8F06-8810-1BB2-B15D0C657113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802160" y="1740280"/>
                  <a:ext cx="8244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3A30652E-6525-ECC7-8DE1-33FAEFCB9124}"/>
                    </a:ext>
                  </a:extLst>
                </p14:cNvPr>
                <p14:cNvContentPartPr/>
                <p14:nvPr/>
              </p14:nvContentPartPr>
              <p14:xfrm>
                <a:off x="5628920" y="1265440"/>
                <a:ext cx="155160" cy="40464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3A30652E-6525-ECC7-8DE1-33FAEFCB9124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5618480" y="1255000"/>
                  <a:ext cx="17640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C4A934C5-293F-6EA5-434A-D2447F84AB3E}"/>
                    </a:ext>
                  </a:extLst>
                </p14:cNvPr>
                <p14:cNvContentPartPr/>
                <p14:nvPr/>
              </p14:nvContentPartPr>
              <p14:xfrm>
                <a:off x="5829800" y="1518160"/>
                <a:ext cx="32040" cy="14616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C4A934C5-293F-6EA5-434A-D2447F84AB3E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819000" y="1507360"/>
                  <a:ext cx="532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8736DBDC-5EA2-DFD1-1DC6-69EFD472D38F}"/>
                    </a:ext>
                  </a:extLst>
                </p14:cNvPr>
                <p14:cNvContentPartPr/>
                <p14:nvPr/>
              </p14:nvContentPartPr>
              <p14:xfrm>
                <a:off x="5832320" y="1404760"/>
                <a:ext cx="360" cy="36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8736DBDC-5EA2-DFD1-1DC6-69EFD472D38F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821520" y="13943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19A104EA-6437-27C8-737B-FAC424551C41}"/>
                    </a:ext>
                  </a:extLst>
                </p14:cNvPr>
                <p14:cNvContentPartPr/>
                <p14:nvPr/>
              </p14:nvContentPartPr>
              <p14:xfrm>
                <a:off x="5904680" y="1414120"/>
                <a:ext cx="110880" cy="22500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19A104EA-6437-27C8-737B-FAC424551C4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5893880" y="1403320"/>
                  <a:ext cx="1321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B88ED657-862B-03D1-093E-907C61A7D2BE}"/>
                    </a:ext>
                  </a:extLst>
                </p14:cNvPr>
                <p14:cNvContentPartPr/>
                <p14:nvPr/>
              </p14:nvContentPartPr>
              <p14:xfrm>
                <a:off x="6050480" y="1297480"/>
                <a:ext cx="175680" cy="27108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B88ED657-862B-03D1-093E-907C61A7D2BE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040040" y="1287040"/>
                  <a:ext cx="1969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B1B3F925-0611-684A-F052-06A9BA24C6CB}"/>
                    </a:ext>
                  </a:extLst>
                </p14:cNvPr>
                <p14:cNvContentPartPr/>
                <p14:nvPr/>
              </p14:nvContentPartPr>
              <p14:xfrm>
                <a:off x="6204560" y="1393960"/>
                <a:ext cx="50760" cy="13572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B1B3F925-0611-684A-F052-06A9BA24C6CB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194120" y="1383520"/>
                  <a:ext cx="72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130E89AD-008C-89D3-8014-187718E8CC11}"/>
                    </a:ext>
                  </a:extLst>
                </p14:cNvPr>
                <p14:cNvContentPartPr/>
                <p14:nvPr/>
              </p14:nvContentPartPr>
              <p14:xfrm>
                <a:off x="6373040" y="1371640"/>
                <a:ext cx="30960" cy="16056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130E89AD-008C-89D3-8014-187718E8CC11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362240" y="1361200"/>
                  <a:ext cx="52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63B9080C-52BB-1000-E686-B1C72945E3FF}"/>
                    </a:ext>
                  </a:extLst>
                </p14:cNvPr>
                <p14:cNvContentPartPr/>
                <p14:nvPr/>
              </p14:nvContentPartPr>
              <p14:xfrm>
                <a:off x="6445400" y="1179760"/>
                <a:ext cx="89640" cy="2790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63B9080C-52BB-1000-E686-B1C72945E3FF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434600" y="1169320"/>
                  <a:ext cx="1108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703FB989-9902-498B-D40C-114D57E53FD6}"/>
                    </a:ext>
                  </a:extLst>
                </p14:cNvPr>
                <p14:cNvContentPartPr/>
                <p14:nvPr/>
              </p14:nvContentPartPr>
              <p14:xfrm>
                <a:off x="6427400" y="1288480"/>
                <a:ext cx="147600" cy="1296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703FB989-9902-498B-D40C-114D57E53FD6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416960" y="1277680"/>
                  <a:ext cx="168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90BACA6A-6133-D1AA-9F7D-9A12EFD5DBD3}"/>
                    </a:ext>
                  </a:extLst>
                </p14:cNvPr>
                <p14:cNvContentPartPr/>
                <p14:nvPr/>
              </p14:nvContentPartPr>
              <p14:xfrm>
                <a:off x="6777680" y="1161760"/>
                <a:ext cx="66240" cy="26784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90BACA6A-6133-D1AA-9F7D-9A12EFD5DBD3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767240" y="1150960"/>
                  <a:ext cx="874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C15433D5-3AEB-9001-362F-D59813BDCCE4}"/>
                    </a:ext>
                  </a:extLst>
                </p14:cNvPr>
                <p14:cNvContentPartPr/>
                <p14:nvPr/>
              </p14:nvContentPartPr>
              <p14:xfrm>
                <a:off x="6885680" y="1233400"/>
                <a:ext cx="55080" cy="1569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C15433D5-3AEB-9001-362F-D59813BDCCE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875240" y="1222600"/>
                  <a:ext cx="763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D9AA1EA8-EFA9-BA28-03AA-A140F75D6DCA}"/>
                    </a:ext>
                  </a:extLst>
                </p14:cNvPr>
                <p14:cNvContentPartPr/>
                <p14:nvPr/>
              </p14:nvContentPartPr>
              <p14:xfrm>
                <a:off x="7013840" y="1194880"/>
                <a:ext cx="114480" cy="20880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D9AA1EA8-EFA9-BA28-03AA-A140F75D6DCA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003400" y="1184080"/>
                  <a:ext cx="1357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C035A2AC-F79B-0FBA-D222-033F1E42A330}"/>
                    </a:ext>
                  </a:extLst>
                </p14:cNvPr>
                <p14:cNvContentPartPr/>
                <p14:nvPr/>
              </p14:nvContentPartPr>
              <p14:xfrm>
                <a:off x="7201400" y="1209640"/>
                <a:ext cx="74160" cy="16272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C035A2AC-F79B-0FBA-D222-033F1E42A330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190960" y="1198840"/>
                  <a:ext cx="954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311F28CF-A930-980B-3A28-25FE8AFE658E}"/>
                    </a:ext>
                  </a:extLst>
                </p14:cNvPr>
                <p14:cNvContentPartPr/>
                <p14:nvPr/>
              </p14:nvContentPartPr>
              <p14:xfrm>
                <a:off x="7262600" y="1032520"/>
                <a:ext cx="108360" cy="34668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311F28CF-A930-980B-3A28-25FE8AFE658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252160" y="1021720"/>
                  <a:ext cx="129600" cy="367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7945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599993-A7FE-65F9-FF43-6E568A65C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1F605905-1319-8DA7-8308-4B97077C2056}"/>
              </a:ext>
            </a:extLst>
          </p:cNvPr>
          <p:cNvGrpSpPr/>
          <p:nvPr/>
        </p:nvGrpSpPr>
        <p:grpSpPr>
          <a:xfrm>
            <a:off x="365720" y="229360"/>
            <a:ext cx="506160" cy="347760"/>
            <a:chOff x="365720" y="229360"/>
            <a:chExt cx="50616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FBB2C9E-A14B-EC8C-7C76-A906435A4B35}"/>
                    </a:ext>
                  </a:extLst>
                </p14:cNvPr>
                <p14:cNvContentPartPr/>
                <p14:nvPr/>
              </p14:nvContentPartPr>
              <p14:xfrm>
                <a:off x="365720" y="229360"/>
                <a:ext cx="283680" cy="347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FBB2C9E-A14B-EC8C-7C76-A906435A4B3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5280" y="218920"/>
                  <a:ext cx="30492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C0A7D5A-8098-67B4-80D6-64FE70029A6E}"/>
                    </a:ext>
                  </a:extLst>
                </p14:cNvPr>
                <p14:cNvContentPartPr/>
                <p14:nvPr/>
              </p14:nvContentPartPr>
              <p14:xfrm>
                <a:off x="712040" y="437440"/>
                <a:ext cx="159840" cy="120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C0A7D5A-8098-67B4-80D6-64FE70029A6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1600" y="427000"/>
                  <a:ext cx="18108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4AEA5BB-78B2-37F0-2430-45E97065DA14}"/>
              </a:ext>
            </a:extLst>
          </p:cNvPr>
          <p:cNvGrpSpPr/>
          <p:nvPr/>
        </p:nvGrpSpPr>
        <p:grpSpPr>
          <a:xfrm>
            <a:off x="1466960" y="147280"/>
            <a:ext cx="577440" cy="389880"/>
            <a:chOff x="1466960" y="147280"/>
            <a:chExt cx="577440" cy="38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CE0E1B2-CE01-7165-9018-7A5B5979C608}"/>
                    </a:ext>
                  </a:extLst>
                </p14:cNvPr>
                <p14:cNvContentPartPr/>
                <p14:nvPr/>
              </p14:nvContentPartPr>
              <p14:xfrm>
                <a:off x="1466960" y="147280"/>
                <a:ext cx="172080" cy="388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CE0E1B2-CE01-7165-9018-7A5B5979C60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56520" y="136480"/>
                  <a:ext cx="19332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4145BAD-A5D4-C43F-CEF2-4220889A0114}"/>
                    </a:ext>
                  </a:extLst>
                </p14:cNvPr>
                <p14:cNvContentPartPr/>
                <p14:nvPr/>
              </p14:nvContentPartPr>
              <p14:xfrm>
                <a:off x="1659560" y="352840"/>
                <a:ext cx="60840" cy="184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4145BAD-A5D4-C43F-CEF2-4220889A01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48760" y="342040"/>
                  <a:ext cx="820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A7B0577-2ECB-EDD2-FC46-4A22F4B66D99}"/>
                    </a:ext>
                  </a:extLst>
                </p14:cNvPr>
                <p14:cNvContentPartPr/>
                <p14:nvPr/>
              </p14:nvContentPartPr>
              <p14:xfrm>
                <a:off x="1820480" y="327640"/>
                <a:ext cx="116640" cy="174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A7B0577-2ECB-EDD2-FC46-4A22F4B66D9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09680" y="317200"/>
                  <a:ext cx="137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A024EBE-D281-E7B7-390D-29E3A71B7646}"/>
                    </a:ext>
                  </a:extLst>
                </p14:cNvPr>
                <p14:cNvContentPartPr/>
                <p14:nvPr/>
              </p14:nvContentPartPr>
              <p14:xfrm>
                <a:off x="1976360" y="351400"/>
                <a:ext cx="68040" cy="151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A024EBE-D281-E7B7-390D-29E3A71B764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65920" y="340960"/>
                  <a:ext cx="8928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9F6910D-F08A-56B7-DC8C-0C0E8824D0C0}"/>
              </a:ext>
            </a:extLst>
          </p:cNvPr>
          <p:cNvGrpSpPr/>
          <p:nvPr/>
        </p:nvGrpSpPr>
        <p:grpSpPr>
          <a:xfrm>
            <a:off x="2473880" y="255640"/>
            <a:ext cx="258120" cy="210960"/>
            <a:chOff x="2473880" y="255640"/>
            <a:chExt cx="258120" cy="21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A9B636C-8866-5DC2-14FC-E10D1A5F9756}"/>
                    </a:ext>
                  </a:extLst>
                </p14:cNvPr>
                <p14:cNvContentPartPr/>
                <p14:nvPr/>
              </p14:nvContentPartPr>
              <p14:xfrm>
                <a:off x="2473880" y="341320"/>
                <a:ext cx="39600" cy="125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A9B636C-8866-5DC2-14FC-E10D1A5F975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63080" y="330880"/>
                  <a:ext cx="608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4BEE085-823E-1DE7-1135-9530E65F24B0}"/>
                    </a:ext>
                  </a:extLst>
                </p14:cNvPr>
                <p14:cNvContentPartPr/>
                <p14:nvPr/>
              </p14:nvContentPartPr>
              <p14:xfrm>
                <a:off x="2473880" y="255640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4BEE085-823E-1DE7-1135-9530E65F24B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63080" y="2452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3007AA8-FBD1-9C3B-8DA5-6748252B1F2B}"/>
                    </a:ext>
                  </a:extLst>
                </p14:cNvPr>
                <p14:cNvContentPartPr/>
                <p14:nvPr/>
              </p14:nvContentPartPr>
              <p14:xfrm>
                <a:off x="2599520" y="311800"/>
                <a:ext cx="132480" cy="145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3007AA8-FBD1-9C3B-8DA5-6748252B1F2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88720" y="301000"/>
                  <a:ext cx="15372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E075235-ED75-AED3-0ACA-F24F7927E4B8}"/>
              </a:ext>
            </a:extLst>
          </p:cNvPr>
          <p:cNvGrpSpPr/>
          <p:nvPr/>
        </p:nvGrpSpPr>
        <p:grpSpPr>
          <a:xfrm>
            <a:off x="3364880" y="198760"/>
            <a:ext cx="553320" cy="313920"/>
            <a:chOff x="3364880" y="198760"/>
            <a:chExt cx="55332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2D6F88-66A1-D652-6B10-E42FD3B42736}"/>
                    </a:ext>
                  </a:extLst>
                </p14:cNvPr>
                <p14:cNvContentPartPr/>
                <p14:nvPr/>
              </p14:nvContentPartPr>
              <p14:xfrm>
                <a:off x="3398360" y="207760"/>
                <a:ext cx="91080" cy="304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2D6F88-66A1-D652-6B10-E42FD3B4273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87560" y="196960"/>
                  <a:ext cx="1123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30C57C4-A5A2-18BE-AC5D-C74DEA6FC30C}"/>
                    </a:ext>
                  </a:extLst>
                </p14:cNvPr>
                <p14:cNvContentPartPr/>
                <p14:nvPr/>
              </p14:nvContentPartPr>
              <p14:xfrm>
                <a:off x="3364880" y="367600"/>
                <a:ext cx="132480" cy="2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30C57C4-A5A2-18BE-AC5D-C74DEA6FC30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54080" y="357160"/>
                  <a:ext cx="153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443B3C5-B667-CF9A-58B3-94F967343D07}"/>
                    </a:ext>
                  </a:extLst>
                </p14:cNvPr>
                <p14:cNvContentPartPr/>
                <p14:nvPr/>
              </p14:nvContentPartPr>
              <p14:xfrm>
                <a:off x="3638840" y="198760"/>
                <a:ext cx="170280" cy="274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443B3C5-B667-CF9A-58B3-94F967343D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28400" y="187960"/>
                  <a:ext cx="1915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C7A5D36-A73B-243A-6CB1-9534A00B3FA5}"/>
                    </a:ext>
                  </a:extLst>
                </p14:cNvPr>
                <p14:cNvContentPartPr/>
                <p14:nvPr/>
              </p14:nvContentPartPr>
              <p14:xfrm>
                <a:off x="3836840" y="318280"/>
                <a:ext cx="81360" cy="151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C7A5D36-A73B-243A-6CB1-9534A00B3FA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26400" y="307840"/>
                  <a:ext cx="10260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5B46970-EDF7-9CEF-68BD-43233E6D73DF}"/>
              </a:ext>
            </a:extLst>
          </p:cNvPr>
          <p:cNvGrpSpPr/>
          <p:nvPr/>
        </p:nvGrpSpPr>
        <p:grpSpPr>
          <a:xfrm>
            <a:off x="4329320" y="195520"/>
            <a:ext cx="852120" cy="284040"/>
            <a:chOff x="4329320" y="195520"/>
            <a:chExt cx="85212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E53BD47-098C-E837-88C2-DD9F5848ADED}"/>
                    </a:ext>
                  </a:extLst>
                </p14:cNvPr>
                <p14:cNvContentPartPr/>
                <p14:nvPr/>
              </p14:nvContentPartPr>
              <p14:xfrm>
                <a:off x="4368560" y="360760"/>
                <a:ext cx="11160" cy="118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E53BD47-098C-E837-88C2-DD9F5848ADE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58120" y="350320"/>
                  <a:ext cx="324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9EFF0FF-7ADC-AED5-D6F8-C0E1AF9E4551}"/>
                    </a:ext>
                  </a:extLst>
                </p14:cNvPr>
                <p14:cNvContentPartPr/>
                <p14:nvPr/>
              </p14:nvContentPartPr>
              <p14:xfrm>
                <a:off x="4329320" y="264640"/>
                <a:ext cx="81000" cy="62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9EFF0FF-7ADC-AED5-D6F8-C0E1AF9E455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18880" y="254200"/>
                  <a:ext cx="1022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610F2D0-6902-0F79-D5A8-5032CE5C08C0}"/>
                    </a:ext>
                  </a:extLst>
                </p14:cNvPr>
                <p14:cNvContentPartPr/>
                <p14:nvPr/>
              </p14:nvContentPartPr>
              <p14:xfrm>
                <a:off x="4532720" y="195520"/>
                <a:ext cx="141120" cy="282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610F2D0-6902-0F79-D5A8-5032CE5C08C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22280" y="185080"/>
                  <a:ext cx="1623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1D4B438-5036-D4FB-9A83-7B5504A56F32}"/>
                    </a:ext>
                  </a:extLst>
                </p14:cNvPr>
                <p14:cNvContentPartPr/>
                <p14:nvPr/>
              </p14:nvContentPartPr>
              <p14:xfrm>
                <a:off x="4730360" y="275800"/>
                <a:ext cx="118800" cy="174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1D4B438-5036-D4FB-9A83-7B5504A56F3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19560" y="265000"/>
                  <a:ext cx="1400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2CBB365-1012-36A2-225C-BFFCDC520731}"/>
                    </a:ext>
                  </a:extLst>
                </p14:cNvPr>
                <p14:cNvContentPartPr/>
                <p14:nvPr/>
              </p14:nvContentPartPr>
              <p14:xfrm>
                <a:off x="4925120" y="294520"/>
                <a:ext cx="256320" cy="162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2CBB365-1012-36A2-225C-BFFCDC52073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14320" y="284080"/>
                  <a:ext cx="277560" cy="18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AE6148F-7946-D810-7BCB-9A685598A49A}"/>
                  </a:ext>
                </a:extLst>
              </p14:cNvPr>
              <p14:cNvContentPartPr/>
              <p14:nvPr/>
            </p14:nvContentPartPr>
            <p14:xfrm>
              <a:off x="5393480" y="390280"/>
              <a:ext cx="75960" cy="774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AE6148F-7946-D810-7BCB-9A685598A49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383040" y="379480"/>
                <a:ext cx="972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9514815-E54F-7320-A274-26098598A00E}"/>
                  </a:ext>
                </a:extLst>
              </p14:cNvPr>
              <p14:cNvContentPartPr/>
              <p14:nvPr/>
            </p14:nvContentPartPr>
            <p14:xfrm>
              <a:off x="5353520" y="234400"/>
              <a:ext cx="90720" cy="496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9514815-E54F-7320-A274-26098598A00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343080" y="223960"/>
                <a:ext cx="111960" cy="7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9ED38AAA-CB31-6368-FC7A-C44B5BBB1FCB}"/>
              </a:ext>
            </a:extLst>
          </p:cNvPr>
          <p:cNvGrpSpPr/>
          <p:nvPr/>
        </p:nvGrpSpPr>
        <p:grpSpPr>
          <a:xfrm>
            <a:off x="463280" y="704560"/>
            <a:ext cx="1980360" cy="497520"/>
            <a:chOff x="463280" y="704560"/>
            <a:chExt cx="1980360" cy="49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25F87D1-B62C-7747-7C3B-E5B08AF5F173}"/>
                    </a:ext>
                  </a:extLst>
                </p14:cNvPr>
                <p14:cNvContentPartPr/>
                <p14:nvPr/>
              </p14:nvContentPartPr>
              <p14:xfrm>
                <a:off x="583880" y="893200"/>
                <a:ext cx="18000" cy="308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25F87D1-B62C-7747-7C3B-E5B08AF5F17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3080" y="882400"/>
                  <a:ext cx="392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57B80BA-2E0D-2407-E267-9C5F1AC7FD0E}"/>
                    </a:ext>
                  </a:extLst>
                </p14:cNvPr>
                <p14:cNvContentPartPr/>
                <p14:nvPr/>
              </p14:nvContentPartPr>
              <p14:xfrm>
                <a:off x="463280" y="816520"/>
                <a:ext cx="408960" cy="339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57B80BA-2E0D-2407-E267-9C5F1AC7FD0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2480" y="806080"/>
                  <a:ext cx="43020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72DC3F6-4B27-5218-2187-7E610EA99EDF}"/>
                    </a:ext>
                  </a:extLst>
                </p14:cNvPr>
                <p14:cNvContentPartPr/>
                <p14:nvPr/>
              </p14:nvContentPartPr>
              <p14:xfrm>
                <a:off x="857120" y="962320"/>
                <a:ext cx="100080" cy="193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72DC3F6-4B27-5218-2187-7E610EA99ED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46680" y="951880"/>
                  <a:ext cx="1213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33416B6-19FD-7F05-B52B-410C8FE3243A}"/>
                    </a:ext>
                  </a:extLst>
                </p14:cNvPr>
                <p14:cNvContentPartPr/>
                <p14:nvPr/>
              </p14:nvContentPartPr>
              <p14:xfrm>
                <a:off x="1044320" y="997240"/>
                <a:ext cx="272160" cy="120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33416B6-19FD-7F05-B52B-410C8FE3243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33520" y="986800"/>
                  <a:ext cx="2934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43449B6-C831-F0DF-48A8-82F46788E2D8}"/>
                    </a:ext>
                  </a:extLst>
                </p14:cNvPr>
                <p14:cNvContentPartPr/>
                <p14:nvPr/>
              </p14:nvContentPartPr>
              <p14:xfrm>
                <a:off x="1412600" y="958360"/>
                <a:ext cx="117000" cy="132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43449B6-C831-F0DF-48A8-82F46788E2D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01800" y="947920"/>
                  <a:ext cx="1382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8B73A99-9CFB-4F19-9DAC-91292097D8AD}"/>
                    </a:ext>
                  </a:extLst>
                </p14:cNvPr>
                <p14:cNvContentPartPr/>
                <p14:nvPr/>
              </p14:nvContentPartPr>
              <p14:xfrm>
                <a:off x="1565960" y="942160"/>
                <a:ext cx="98280" cy="182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8B73A99-9CFB-4F19-9DAC-91292097D8A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55520" y="931720"/>
                  <a:ext cx="1195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6A8ECD3-DF0D-6F76-B185-5ED0A184EF34}"/>
                    </a:ext>
                  </a:extLst>
                </p14:cNvPr>
                <p14:cNvContentPartPr/>
                <p14:nvPr/>
              </p14:nvContentPartPr>
              <p14:xfrm>
                <a:off x="1753880" y="969520"/>
                <a:ext cx="19440" cy="124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6A8ECD3-DF0D-6F76-B185-5ED0A184EF3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43440" y="959080"/>
                  <a:ext cx="406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82C31E5-7768-7289-C2C8-541520C332D1}"/>
                    </a:ext>
                  </a:extLst>
                </p14:cNvPr>
                <p14:cNvContentPartPr/>
                <p14:nvPr/>
              </p14:nvContentPartPr>
              <p14:xfrm>
                <a:off x="1774400" y="865840"/>
                <a:ext cx="36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82C31E5-7768-7289-C2C8-541520C332D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63600" y="8550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E2DB15D-F5A9-308D-AF37-49ECF40FDCEF}"/>
                    </a:ext>
                  </a:extLst>
                </p14:cNvPr>
                <p14:cNvContentPartPr/>
                <p14:nvPr/>
              </p14:nvContentPartPr>
              <p14:xfrm>
                <a:off x="1902560" y="907960"/>
                <a:ext cx="87840" cy="190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E2DB15D-F5A9-308D-AF37-49ECF40FDCE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891760" y="897520"/>
                  <a:ext cx="1090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2C6746-658D-31C6-6F02-607BB11E10D4}"/>
                    </a:ext>
                  </a:extLst>
                </p14:cNvPr>
                <p14:cNvContentPartPr/>
                <p14:nvPr/>
              </p14:nvContentPartPr>
              <p14:xfrm>
                <a:off x="2082920" y="931000"/>
                <a:ext cx="42120" cy="137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2C6746-658D-31C6-6F02-607BB11E10D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072120" y="920560"/>
                  <a:ext cx="633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6A490F8-A42A-87F8-A722-56D5DD13F92F}"/>
                    </a:ext>
                  </a:extLst>
                </p14:cNvPr>
                <p14:cNvContentPartPr/>
                <p14:nvPr/>
              </p14:nvContentPartPr>
              <p14:xfrm>
                <a:off x="2231240" y="704560"/>
                <a:ext cx="28080" cy="396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6A490F8-A42A-87F8-A722-56D5DD13F92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220800" y="694120"/>
                  <a:ext cx="4932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9D3E7E5-B363-4D5E-0C33-DF4753AA72C6}"/>
                    </a:ext>
                  </a:extLst>
                </p14:cNvPr>
                <p14:cNvContentPartPr/>
                <p14:nvPr/>
              </p14:nvContentPartPr>
              <p14:xfrm>
                <a:off x="2315480" y="906880"/>
                <a:ext cx="128160" cy="284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9D3E7E5-B363-4D5E-0C33-DF4753AA72C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305040" y="896080"/>
                  <a:ext cx="149400" cy="30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7215300-6D1C-1EC2-F9FB-04708862EB69}"/>
              </a:ext>
            </a:extLst>
          </p:cNvPr>
          <p:cNvGrpSpPr/>
          <p:nvPr/>
        </p:nvGrpSpPr>
        <p:grpSpPr>
          <a:xfrm>
            <a:off x="2952680" y="682240"/>
            <a:ext cx="654840" cy="501480"/>
            <a:chOff x="2952680" y="682240"/>
            <a:chExt cx="654840" cy="50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300AD27-ADD3-6C56-61C2-56362134FCA4}"/>
                    </a:ext>
                  </a:extLst>
                </p14:cNvPr>
                <p14:cNvContentPartPr/>
                <p14:nvPr/>
              </p14:nvContentPartPr>
              <p14:xfrm>
                <a:off x="2952680" y="682240"/>
                <a:ext cx="266400" cy="501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300AD27-ADD3-6C56-61C2-56362134FCA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942240" y="671800"/>
                  <a:ext cx="28764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0CAA5CB-A93A-F4F3-4319-C9040BC33416}"/>
                    </a:ext>
                  </a:extLst>
                </p14:cNvPr>
                <p14:cNvContentPartPr/>
                <p14:nvPr/>
              </p14:nvContentPartPr>
              <p14:xfrm>
                <a:off x="3209720" y="841720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0CAA5CB-A93A-F4F3-4319-C9040BC3341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99280" y="8312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6766A82-CCBD-F81A-F894-A0B5B534F4E0}"/>
                    </a:ext>
                  </a:extLst>
                </p14:cNvPr>
                <p14:cNvContentPartPr/>
                <p14:nvPr/>
              </p14:nvContentPartPr>
              <p14:xfrm>
                <a:off x="3282440" y="880600"/>
                <a:ext cx="153720" cy="160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6766A82-CCBD-F81A-F894-A0B5B534F4E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72000" y="870160"/>
                  <a:ext cx="174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1510CBF-D04C-8A73-15B7-04EBB72DB877}"/>
                    </a:ext>
                  </a:extLst>
                </p14:cNvPr>
                <p14:cNvContentPartPr/>
                <p14:nvPr/>
              </p14:nvContentPartPr>
              <p14:xfrm>
                <a:off x="3468200" y="756040"/>
                <a:ext cx="139320" cy="291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1510CBF-D04C-8A73-15B7-04EBB72DB87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57760" y="745240"/>
                  <a:ext cx="160560" cy="31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9DE7EB0-566B-025F-6234-B49C339A3D04}"/>
              </a:ext>
            </a:extLst>
          </p:cNvPr>
          <p:cNvGrpSpPr/>
          <p:nvPr/>
        </p:nvGrpSpPr>
        <p:grpSpPr>
          <a:xfrm>
            <a:off x="4018280" y="736600"/>
            <a:ext cx="519480" cy="309600"/>
            <a:chOff x="4018280" y="736600"/>
            <a:chExt cx="51948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23C8D00-BBDE-FAD0-8B9C-D1D0241D449E}"/>
                    </a:ext>
                  </a:extLst>
                </p14:cNvPr>
                <p14:cNvContentPartPr/>
                <p14:nvPr/>
              </p14:nvContentPartPr>
              <p14:xfrm>
                <a:off x="4103600" y="754960"/>
                <a:ext cx="100440" cy="291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23C8D00-BBDE-FAD0-8B9C-D1D0241D449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93160" y="744160"/>
                  <a:ext cx="1216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292B506-FD78-6A25-95B1-5CED0882BF1E}"/>
                    </a:ext>
                  </a:extLst>
                </p14:cNvPr>
                <p14:cNvContentPartPr/>
                <p14:nvPr/>
              </p14:nvContentPartPr>
              <p14:xfrm>
                <a:off x="4018280" y="901120"/>
                <a:ext cx="167760" cy="9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292B506-FD78-6A25-95B1-5CED0882BF1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07840" y="890320"/>
                  <a:ext cx="189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BDD8E5E-AD83-E5A9-D763-3A4B6623C064}"/>
                    </a:ext>
                  </a:extLst>
                </p14:cNvPr>
                <p14:cNvContentPartPr/>
                <p14:nvPr/>
              </p14:nvContentPartPr>
              <p14:xfrm>
                <a:off x="4263440" y="736600"/>
                <a:ext cx="185760" cy="286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BDD8E5E-AD83-E5A9-D763-3A4B6623C06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52640" y="726160"/>
                  <a:ext cx="2070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F623379-F29D-9F38-CD57-90A2327BA36D}"/>
                    </a:ext>
                  </a:extLst>
                </p14:cNvPr>
                <p14:cNvContentPartPr/>
                <p14:nvPr/>
              </p14:nvContentPartPr>
              <p14:xfrm>
                <a:off x="4465040" y="840280"/>
                <a:ext cx="72720" cy="171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F623379-F29D-9F38-CD57-90A2327BA36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54600" y="829480"/>
                  <a:ext cx="9396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934ECA7-8CAC-6C32-FD9B-3BED2F2A6E90}"/>
              </a:ext>
            </a:extLst>
          </p:cNvPr>
          <p:cNvGrpSpPr/>
          <p:nvPr/>
        </p:nvGrpSpPr>
        <p:grpSpPr>
          <a:xfrm>
            <a:off x="4996400" y="816520"/>
            <a:ext cx="754920" cy="177480"/>
            <a:chOff x="4996400" y="816520"/>
            <a:chExt cx="754920" cy="17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348E83C-7ED1-EB81-DA2A-BE2793E4A6F6}"/>
                    </a:ext>
                  </a:extLst>
                </p14:cNvPr>
                <p14:cNvContentPartPr/>
                <p14:nvPr/>
              </p14:nvContentPartPr>
              <p14:xfrm>
                <a:off x="4996400" y="818680"/>
                <a:ext cx="321840" cy="175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348E83C-7ED1-EB81-DA2A-BE2793E4A6F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85960" y="808240"/>
                  <a:ext cx="343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6B9D343-EECE-1F4C-BA0B-7E2BC7DEAE8C}"/>
                    </a:ext>
                  </a:extLst>
                </p14:cNvPr>
                <p14:cNvContentPartPr/>
                <p14:nvPr/>
              </p14:nvContentPartPr>
              <p14:xfrm>
                <a:off x="5355320" y="816520"/>
                <a:ext cx="201600" cy="144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6B9D343-EECE-1F4C-BA0B-7E2BC7DEAE8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44880" y="805720"/>
                  <a:ext cx="222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2330E9A-A94C-7123-3C38-2158A78FB303}"/>
                    </a:ext>
                  </a:extLst>
                </p14:cNvPr>
                <p14:cNvContentPartPr/>
                <p14:nvPr/>
              </p14:nvContentPartPr>
              <p14:xfrm>
                <a:off x="5605160" y="861160"/>
                <a:ext cx="146160" cy="117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2330E9A-A94C-7123-3C38-2158A78FB30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594360" y="850360"/>
                  <a:ext cx="1674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C59DF9C-7254-7928-A1F0-9EC3A37C70CA}"/>
                    </a:ext>
                  </a:extLst>
                </p14:cNvPr>
                <p14:cNvContentPartPr/>
                <p14:nvPr/>
              </p14:nvContentPartPr>
              <p14:xfrm>
                <a:off x="5634320" y="831280"/>
                <a:ext cx="96840" cy="159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C59DF9C-7254-7928-A1F0-9EC3A37C70C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623520" y="820840"/>
                  <a:ext cx="11808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E7EEDDE-C2AF-7C8C-BC04-96A402E139E0}"/>
              </a:ext>
            </a:extLst>
          </p:cNvPr>
          <p:cNvGrpSpPr/>
          <p:nvPr/>
        </p:nvGrpSpPr>
        <p:grpSpPr>
          <a:xfrm>
            <a:off x="6221840" y="553720"/>
            <a:ext cx="1095480" cy="433440"/>
            <a:chOff x="6221840" y="553720"/>
            <a:chExt cx="1095480" cy="43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8D4F70C-264B-AE42-3491-E3E709B0B3C4}"/>
                    </a:ext>
                  </a:extLst>
                </p14:cNvPr>
                <p14:cNvContentPartPr/>
                <p14:nvPr/>
              </p14:nvContentPartPr>
              <p14:xfrm>
                <a:off x="6221840" y="639400"/>
                <a:ext cx="84240" cy="342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8D4F70C-264B-AE42-3491-E3E709B0B3C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11040" y="628960"/>
                  <a:ext cx="1054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E7B3DC6-8DE1-2FFE-7A3A-B78B98F27ED0}"/>
                    </a:ext>
                  </a:extLst>
                </p14:cNvPr>
                <p14:cNvContentPartPr/>
                <p14:nvPr/>
              </p14:nvContentPartPr>
              <p14:xfrm>
                <a:off x="6321920" y="796360"/>
                <a:ext cx="75240" cy="119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E7B3DC6-8DE1-2FFE-7A3A-B78B98F27ED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11480" y="785560"/>
                  <a:ext cx="964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AF85392-0E07-8C05-0990-40002F8544AE}"/>
                    </a:ext>
                  </a:extLst>
                </p14:cNvPr>
                <p14:cNvContentPartPr/>
                <p14:nvPr/>
              </p14:nvContentPartPr>
              <p14:xfrm>
                <a:off x="6490400" y="806080"/>
                <a:ext cx="136800" cy="153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AF85392-0E07-8C05-0990-40002F8544A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79960" y="795640"/>
                  <a:ext cx="1580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9621083-B79B-5571-1CC1-82F1B7D4052A}"/>
                    </a:ext>
                  </a:extLst>
                </p14:cNvPr>
                <p14:cNvContentPartPr/>
                <p14:nvPr/>
              </p14:nvContentPartPr>
              <p14:xfrm>
                <a:off x="6671840" y="740200"/>
                <a:ext cx="146160" cy="246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9621083-B79B-5571-1CC1-82F1B7D4052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661400" y="729760"/>
                  <a:ext cx="1674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3AF1E2B-48EE-6480-421E-51F9ED2ECDC6}"/>
                    </a:ext>
                  </a:extLst>
                </p14:cNvPr>
                <p14:cNvContentPartPr/>
                <p14:nvPr/>
              </p14:nvContentPartPr>
              <p14:xfrm>
                <a:off x="6916280" y="588280"/>
                <a:ext cx="99720" cy="332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3AF1E2B-48EE-6480-421E-51F9ED2ECDC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05480" y="577480"/>
                  <a:ext cx="1209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68532EE-EC69-C4EB-A84B-E11106B584B0}"/>
                    </a:ext>
                  </a:extLst>
                </p14:cNvPr>
                <p14:cNvContentPartPr/>
                <p14:nvPr/>
              </p14:nvContentPartPr>
              <p14:xfrm>
                <a:off x="6899720" y="800680"/>
                <a:ext cx="167760" cy="8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68532EE-EC69-C4EB-A84B-E11106B584B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88920" y="789880"/>
                  <a:ext cx="1890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3FD05A4-5F75-E4CE-D973-563A54F23B0A}"/>
                    </a:ext>
                  </a:extLst>
                </p14:cNvPr>
                <p14:cNvContentPartPr/>
                <p14:nvPr/>
              </p14:nvContentPartPr>
              <p14:xfrm>
                <a:off x="7122920" y="553720"/>
                <a:ext cx="194400" cy="365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3FD05A4-5F75-E4CE-D973-563A54F23B0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12480" y="543280"/>
                  <a:ext cx="215640" cy="38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9B1C4C7-AF9A-FC1B-1F38-072B159C9ADB}"/>
              </a:ext>
            </a:extLst>
          </p:cNvPr>
          <p:cNvGrpSpPr/>
          <p:nvPr/>
        </p:nvGrpSpPr>
        <p:grpSpPr>
          <a:xfrm>
            <a:off x="7741040" y="589360"/>
            <a:ext cx="405360" cy="316800"/>
            <a:chOff x="7741040" y="589360"/>
            <a:chExt cx="40536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6437C13-EDB1-B0FE-F2A1-BC8EE2AEA77B}"/>
                    </a:ext>
                  </a:extLst>
                </p14:cNvPr>
                <p14:cNvContentPartPr/>
                <p14:nvPr/>
              </p14:nvContentPartPr>
              <p14:xfrm>
                <a:off x="7741040" y="744160"/>
                <a:ext cx="178200" cy="151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6437C13-EDB1-B0FE-F2A1-BC8EE2AEA77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730240" y="733360"/>
                  <a:ext cx="199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41D1D1F-D5BF-369D-9210-278EF8BCAE45}"/>
                    </a:ext>
                  </a:extLst>
                </p14:cNvPr>
                <p14:cNvContentPartPr/>
                <p14:nvPr/>
              </p14:nvContentPartPr>
              <p14:xfrm>
                <a:off x="7978640" y="589360"/>
                <a:ext cx="51120" cy="316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41D1D1F-D5BF-369D-9210-278EF8BCAE4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67840" y="578560"/>
                  <a:ext cx="723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06BC156-9E37-809B-D2AE-79758BF147F7}"/>
                    </a:ext>
                  </a:extLst>
                </p14:cNvPr>
                <p14:cNvContentPartPr/>
                <p14:nvPr/>
              </p14:nvContentPartPr>
              <p14:xfrm>
                <a:off x="7964600" y="747760"/>
                <a:ext cx="181800" cy="3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06BC156-9E37-809B-D2AE-79758BF147F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53800" y="737320"/>
                  <a:ext cx="20304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3A680C2-E296-7204-97C7-3CDE9FE5ED90}"/>
              </a:ext>
            </a:extLst>
          </p:cNvPr>
          <p:cNvGrpSpPr/>
          <p:nvPr/>
        </p:nvGrpSpPr>
        <p:grpSpPr>
          <a:xfrm>
            <a:off x="8543480" y="497920"/>
            <a:ext cx="743760" cy="403920"/>
            <a:chOff x="8543480" y="497920"/>
            <a:chExt cx="74376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C545084-362E-E1AC-CEE8-9CC4B991FDCC}"/>
                    </a:ext>
                  </a:extLst>
                </p14:cNvPr>
                <p14:cNvContentPartPr/>
                <p14:nvPr/>
              </p14:nvContentPartPr>
              <p14:xfrm>
                <a:off x="8543480" y="557320"/>
                <a:ext cx="123480" cy="321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C545084-362E-E1AC-CEE8-9CC4B991FDC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532680" y="546520"/>
                  <a:ext cx="1447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680268B-EEB7-F7EC-1F8E-733DF30C4020}"/>
                    </a:ext>
                  </a:extLst>
                </p14:cNvPr>
                <p14:cNvContentPartPr/>
                <p14:nvPr/>
              </p14:nvContentPartPr>
              <p14:xfrm>
                <a:off x="8666960" y="670000"/>
                <a:ext cx="106560" cy="167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680268B-EEB7-F7EC-1F8E-733DF30C402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656520" y="659560"/>
                  <a:ext cx="1278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F7DD081-0235-1726-8497-BBAF12E89CCF}"/>
                    </a:ext>
                  </a:extLst>
                </p14:cNvPr>
                <p14:cNvContentPartPr/>
                <p14:nvPr/>
              </p14:nvContentPartPr>
              <p14:xfrm>
                <a:off x="8923640" y="501160"/>
                <a:ext cx="93960" cy="4006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F7DD081-0235-1726-8497-BBAF12E89CC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13200" y="490720"/>
                  <a:ext cx="11520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B62DD7F-30A4-98DD-28C1-B9C42C152BA0}"/>
                    </a:ext>
                  </a:extLst>
                </p14:cNvPr>
                <p14:cNvContentPartPr/>
                <p14:nvPr/>
              </p14:nvContentPartPr>
              <p14:xfrm>
                <a:off x="8907440" y="781600"/>
                <a:ext cx="170280" cy="5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B62DD7F-30A4-98DD-28C1-B9C42C152BA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97000" y="771160"/>
                  <a:ext cx="1915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74FF928-5B8E-DB83-ECF5-3AD6009D237D}"/>
                    </a:ext>
                  </a:extLst>
                </p14:cNvPr>
                <p14:cNvContentPartPr/>
                <p14:nvPr/>
              </p14:nvContentPartPr>
              <p14:xfrm>
                <a:off x="9172760" y="497920"/>
                <a:ext cx="32400" cy="296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74FF928-5B8E-DB83-ECF5-3AD6009D237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61960" y="487120"/>
                  <a:ext cx="536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B1DC8F9-F53B-4278-295C-EB84224ACA19}"/>
                    </a:ext>
                  </a:extLst>
                </p14:cNvPr>
                <p14:cNvContentPartPr/>
                <p14:nvPr/>
              </p14:nvContentPartPr>
              <p14:xfrm>
                <a:off x="9119480" y="687640"/>
                <a:ext cx="167760" cy="8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B1DC8F9-F53B-4278-295C-EB84224ACA1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109040" y="677200"/>
                  <a:ext cx="18900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618C55E-AE1D-C120-D1B2-02CAA7800649}"/>
              </a:ext>
            </a:extLst>
          </p:cNvPr>
          <p:cNvGrpSpPr/>
          <p:nvPr/>
        </p:nvGrpSpPr>
        <p:grpSpPr>
          <a:xfrm>
            <a:off x="9717080" y="563080"/>
            <a:ext cx="532080" cy="275040"/>
            <a:chOff x="9717080" y="563080"/>
            <a:chExt cx="53208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83FAC50-D0ED-73CE-C56E-621C6AB31EDE}"/>
                    </a:ext>
                  </a:extLst>
                </p14:cNvPr>
                <p14:cNvContentPartPr/>
                <p14:nvPr/>
              </p14:nvContentPartPr>
              <p14:xfrm>
                <a:off x="9717080" y="695200"/>
                <a:ext cx="348480" cy="142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83FAC50-D0ED-73CE-C56E-621C6AB31ED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706280" y="684760"/>
                  <a:ext cx="3697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9F91A84-5A5F-663B-A562-5E6EE84AFFD5}"/>
                    </a:ext>
                  </a:extLst>
                </p14:cNvPr>
                <p14:cNvContentPartPr/>
                <p14:nvPr/>
              </p14:nvContentPartPr>
              <p14:xfrm>
                <a:off x="10097240" y="563080"/>
                <a:ext cx="151920" cy="264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9F91A84-5A5F-663B-A562-5E6EE84AFFD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086800" y="552640"/>
                  <a:ext cx="17316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5873141-D015-E64E-48FD-2879CB8090DE}"/>
              </a:ext>
            </a:extLst>
          </p:cNvPr>
          <p:cNvGrpSpPr/>
          <p:nvPr/>
        </p:nvGrpSpPr>
        <p:grpSpPr>
          <a:xfrm>
            <a:off x="10577840" y="487480"/>
            <a:ext cx="923040" cy="343440"/>
            <a:chOff x="10577840" y="487480"/>
            <a:chExt cx="92304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FF065AF-3CE2-9FC9-AB7C-0CF2F619EBE6}"/>
                    </a:ext>
                  </a:extLst>
                </p14:cNvPr>
                <p14:cNvContentPartPr/>
                <p14:nvPr/>
              </p14:nvContentPartPr>
              <p14:xfrm>
                <a:off x="10577840" y="653080"/>
                <a:ext cx="160200" cy="157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FF065AF-3CE2-9FC9-AB7C-0CF2F619EBE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567400" y="642280"/>
                  <a:ext cx="1814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599C869-58A5-7C26-72DF-516FF239A1ED}"/>
                    </a:ext>
                  </a:extLst>
                </p14:cNvPr>
                <p14:cNvContentPartPr/>
                <p14:nvPr/>
              </p14:nvContentPartPr>
              <p14:xfrm>
                <a:off x="10798880" y="671440"/>
                <a:ext cx="14400" cy="136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599C869-58A5-7C26-72DF-516FF239A1E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788080" y="661000"/>
                  <a:ext cx="35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9284091-3BC4-93AF-39AD-9742879CCAAE}"/>
                    </a:ext>
                  </a:extLst>
                </p14:cNvPr>
                <p14:cNvContentPartPr/>
                <p14:nvPr/>
              </p14:nvContentPartPr>
              <p14:xfrm>
                <a:off x="10808960" y="576760"/>
                <a:ext cx="360" cy="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9284091-3BC4-93AF-39AD-9742879CCAA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798520" y="5659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922348A-0B98-95A2-4FA9-31FC05C3600B}"/>
                    </a:ext>
                  </a:extLst>
                </p14:cNvPr>
                <p14:cNvContentPartPr/>
                <p14:nvPr/>
              </p14:nvContentPartPr>
              <p14:xfrm>
                <a:off x="10869440" y="608440"/>
                <a:ext cx="149040" cy="222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922348A-0B98-95A2-4FA9-31FC05C3600B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859000" y="597640"/>
                  <a:ext cx="1702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5C1ABEB-3760-8750-4834-8E63315D7E3A}"/>
                    </a:ext>
                  </a:extLst>
                </p14:cNvPr>
                <p14:cNvContentPartPr/>
                <p14:nvPr/>
              </p14:nvContentPartPr>
              <p14:xfrm>
                <a:off x="11149160" y="487480"/>
                <a:ext cx="103320" cy="3020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5C1ABEB-3760-8750-4834-8E63315D7E3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138360" y="477040"/>
                  <a:ext cx="1245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A270348-2155-AFA0-E4C1-027C720E9FC6}"/>
                    </a:ext>
                  </a:extLst>
                </p14:cNvPr>
                <p14:cNvContentPartPr/>
                <p14:nvPr/>
              </p14:nvContentPartPr>
              <p14:xfrm>
                <a:off x="11366240" y="524200"/>
                <a:ext cx="25200" cy="274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A270348-2155-AFA0-E4C1-027C720E9FC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355440" y="513400"/>
                  <a:ext cx="464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E76C90B-9095-37B3-3A42-BB134FD3798F}"/>
                    </a:ext>
                  </a:extLst>
                </p14:cNvPr>
                <p14:cNvContentPartPr/>
                <p14:nvPr/>
              </p14:nvContentPartPr>
              <p14:xfrm>
                <a:off x="11314040" y="645160"/>
                <a:ext cx="186840" cy="9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E76C90B-9095-37B3-3A42-BB134FD3798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303600" y="634360"/>
                  <a:ext cx="20808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AF8DF4C-0C40-6761-3199-65A3934E4527}"/>
                  </a:ext>
                </a:extLst>
              </p14:cNvPr>
              <p14:cNvContentPartPr/>
              <p14:nvPr/>
            </p14:nvContentPartPr>
            <p14:xfrm>
              <a:off x="494600" y="1457680"/>
              <a:ext cx="324360" cy="4528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AF8DF4C-0C40-6761-3199-65A3934E4527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84160" y="1447240"/>
                <a:ext cx="345600" cy="47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001897E-F35A-64DE-D23E-F3943BF1D01D}"/>
              </a:ext>
            </a:extLst>
          </p:cNvPr>
          <p:cNvGrpSpPr/>
          <p:nvPr/>
        </p:nvGrpSpPr>
        <p:grpSpPr>
          <a:xfrm>
            <a:off x="1296320" y="1529320"/>
            <a:ext cx="877680" cy="282600"/>
            <a:chOff x="1296320" y="1529320"/>
            <a:chExt cx="877680" cy="2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D959234-3660-E055-9B12-E0AD0752B87B}"/>
                    </a:ext>
                  </a:extLst>
                </p14:cNvPr>
                <p14:cNvContentPartPr/>
                <p14:nvPr/>
              </p14:nvContentPartPr>
              <p14:xfrm>
                <a:off x="1296320" y="1550200"/>
                <a:ext cx="88200" cy="177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D959234-3660-E055-9B12-E0AD0752B87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285880" y="1539400"/>
                  <a:ext cx="1094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7684858-0C8A-5F7B-411A-CACD888CEDED}"/>
                    </a:ext>
                  </a:extLst>
                </p14:cNvPr>
                <p14:cNvContentPartPr/>
                <p14:nvPr/>
              </p14:nvContentPartPr>
              <p14:xfrm>
                <a:off x="1477400" y="1545520"/>
                <a:ext cx="173160" cy="172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7684858-0C8A-5F7B-411A-CACD888CEDE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466600" y="1534720"/>
                  <a:ext cx="1944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CF3F5AA-7E54-F4ED-B99A-0EF4D08FA43C}"/>
                    </a:ext>
                  </a:extLst>
                </p14:cNvPr>
                <p14:cNvContentPartPr/>
                <p14:nvPr/>
              </p14:nvContentPartPr>
              <p14:xfrm>
                <a:off x="1673600" y="1558120"/>
                <a:ext cx="70560" cy="170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CF3F5AA-7E54-F4ED-B99A-0EF4D08FA43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663160" y="1547680"/>
                  <a:ext cx="91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3287D68-94CF-00CA-927B-89CFC5B53C9E}"/>
                    </a:ext>
                  </a:extLst>
                </p14:cNvPr>
                <p14:cNvContentPartPr/>
                <p14:nvPr/>
              </p14:nvContentPartPr>
              <p14:xfrm>
                <a:off x="1848920" y="1529320"/>
                <a:ext cx="117360" cy="134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3287D68-94CF-00CA-927B-89CFC5B53C9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838480" y="1518520"/>
                  <a:ext cx="1386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2D2B806-0806-70F2-52F5-90D529D00689}"/>
                    </a:ext>
                  </a:extLst>
                </p14:cNvPr>
                <p14:cNvContentPartPr/>
                <p14:nvPr/>
              </p14:nvContentPartPr>
              <p14:xfrm>
                <a:off x="2035040" y="1536160"/>
                <a:ext cx="138960" cy="275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2D2B806-0806-70F2-52F5-90D529D00689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024240" y="1525720"/>
                  <a:ext cx="160200" cy="29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28F140C-60AA-1B1C-4666-4D222642B9C1}"/>
              </a:ext>
            </a:extLst>
          </p:cNvPr>
          <p:cNvGrpSpPr/>
          <p:nvPr/>
        </p:nvGrpSpPr>
        <p:grpSpPr>
          <a:xfrm>
            <a:off x="2639840" y="1367320"/>
            <a:ext cx="584280" cy="310680"/>
            <a:chOff x="2639840" y="1367320"/>
            <a:chExt cx="58428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A00770D-BF47-4B27-526E-5243792359FA}"/>
                    </a:ext>
                  </a:extLst>
                </p14:cNvPr>
                <p14:cNvContentPartPr/>
                <p14:nvPr/>
              </p14:nvContentPartPr>
              <p14:xfrm>
                <a:off x="2639840" y="1534360"/>
                <a:ext cx="109440" cy="118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A00770D-BF47-4B27-526E-5243792359F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629400" y="1523560"/>
                  <a:ext cx="1306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57F8377-3768-B551-BC7A-5BB85794E449}"/>
                    </a:ext>
                  </a:extLst>
                </p14:cNvPr>
                <p14:cNvContentPartPr/>
                <p14:nvPr/>
              </p14:nvContentPartPr>
              <p14:xfrm>
                <a:off x="2777000" y="1550920"/>
                <a:ext cx="144720" cy="127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57F8377-3768-B551-BC7A-5BB85794E44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766560" y="1540120"/>
                  <a:ext cx="1659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9FBACBD-38BF-50D9-50E0-ABECC9E28197}"/>
                    </a:ext>
                  </a:extLst>
                </p14:cNvPr>
                <p14:cNvContentPartPr/>
                <p14:nvPr/>
              </p14:nvContentPartPr>
              <p14:xfrm>
                <a:off x="2956280" y="1367320"/>
                <a:ext cx="126360" cy="293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9FBACBD-38BF-50D9-50E0-ABECC9E2819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945840" y="1356520"/>
                  <a:ext cx="1476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77A13DC-7969-C125-5733-4DDA6779C92D}"/>
                    </a:ext>
                  </a:extLst>
                </p14:cNvPr>
                <p14:cNvContentPartPr/>
                <p14:nvPr/>
              </p14:nvContentPartPr>
              <p14:xfrm>
                <a:off x="3169400" y="1467400"/>
                <a:ext cx="54720" cy="165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77A13DC-7969-C125-5733-4DDA6779C92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158600" y="1456960"/>
                  <a:ext cx="7596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8E61394-202D-3E43-B82B-4421E5B331C3}"/>
              </a:ext>
            </a:extLst>
          </p:cNvPr>
          <p:cNvGrpSpPr/>
          <p:nvPr/>
        </p:nvGrpSpPr>
        <p:grpSpPr>
          <a:xfrm>
            <a:off x="3898400" y="1364800"/>
            <a:ext cx="537840" cy="369000"/>
            <a:chOff x="3898400" y="1364800"/>
            <a:chExt cx="53784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E902609-404B-5750-813A-3B29A51A274F}"/>
                    </a:ext>
                  </a:extLst>
                </p14:cNvPr>
                <p14:cNvContentPartPr/>
                <p14:nvPr/>
              </p14:nvContentPartPr>
              <p14:xfrm>
                <a:off x="3898400" y="1581160"/>
                <a:ext cx="332280" cy="1526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E902609-404B-5750-813A-3B29A51A274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887960" y="1570720"/>
                  <a:ext cx="3535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5D5E704-5F8A-3D33-B400-2EE031C5F01A}"/>
                    </a:ext>
                  </a:extLst>
                </p14:cNvPr>
                <p14:cNvContentPartPr/>
                <p14:nvPr/>
              </p14:nvContentPartPr>
              <p14:xfrm>
                <a:off x="4270640" y="1364800"/>
                <a:ext cx="165600" cy="3042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5D5E704-5F8A-3D33-B400-2EE031C5F01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259840" y="1354360"/>
                  <a:ext cx="186840" cy="32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0E5F583-145F-0597-BD96-6B6DEFA63639}"/>
              </a:ext>
            </a:extLst>
          </p:cNvPr>
          <p:cNvGrpSpPr/>
          <p:nvPr/>
        </p:nvGrpSpPr>
        <p:grpSpPr>
          <a:xfrm>
            <a:off x="4896680" y="1242760"/>
            <a:ext cx="1014840" cy="374040"/>
            <a:chOff x="4896680" y="1242760"/>
            <a:chExt cx="101484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403924D-E3BC-1D9B-1989-6B962F09710D}"/>
                    </a:ext>
                  </a:extLst>
                </p14:cNvPr>
                <p14:cNvContentPartPr/>
                <p14:nvPr/>
              </p14:nvContentPartPr>
              <p14:xfrm>
                <a:off x="4896680" y="1431040"/>
                <a:ext cx="164160" cy="185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403924D-E3BC-1D9B-1989-6B962F09710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886240" y="1420600"/>
                  <a:ext cx="1854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1C13452-BA42-6DB6-DCB0-A70BBFFAD4DE}"/>
                    </a:ext>
                  </a:extLst>
                </p14:cNvPr>
                <p14:cNvContentPartPr/>
                <p14:nvPr/>
              </p14:nvContentPartPr>
              <p14:xfrm>
                <a:off x="5090000" y="1444000"/>
                <a:ext cx="72360" cy="148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1C13452-BA42-6DB6-DCB0-A70BBFFAD4D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079560" y="1433560"/>
                  <a:ext cx="936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DABD075-D8AF-E911-FDCA-42F4BAFB5A30}"/>
                    </a:ext>
                  </a:extLst>
                </p14:cNvPr>
                <p14:cNvContentPartPr/>
                <p14:nvPr/>
              </p14:nvContentPartPr>
              <p14:xfrm>
                <a:off x="5294840" y="1242760"/>
                <a:ext cx="39240" cy="312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DABD075-D8AF-E911-FDCA-42F4BAFB5A3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284040" y="1231960"/>
                  <a:ext cx="6048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7BEE2D0-88C9-8BC9-64DB-8587EC8600E5}"/>
                    </a:ext>
                  </a:extLst>
                </p14:cNvPr>
                <p14:cNvContentPartPr/>
                <p14:nvPr/>
              </p14:nvContentPartPr>
              <p14:xfrm>
                <a:off x="5305280" y="1433560"/>
                <a:ext cx="213480" cy="131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7BEE2D0-88C9-8BC9-64DB-8587EC8600E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294840" y="1422760"/>
                  <a:ext cx="2347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1BC6DA6-A675-A1E8-D138-2459A2C82E9F}"/>
                    </a:ext>
                  </a:extLst>
                </p14:cNvPr>
                <p14:cNvContentPartPr/>
                <p14:nvPr/>
              </p14:nvContentPartPr>
              <p14:xfrm>
                <a:off x="5593640" y="1416640"/>
                <a:ext cx="122040" cy="141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1BC6DA6-A675-A1E8-D138-2459A2C82E9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582840" y="1406200"/>
                  <a:ext cx="1432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2444DA4-71CB-A36D-BDD0-2C75EF869D86}"/>
                    </a:ext>
                  </a:extLst>
                </p14:cNvPr>
                <p14:cNvContentPartPr/>
                <p14:nvPr/>
              </p14:nvContentPartPr>
              <p14:xfrm>
                <a:off x="5786600" y="1417000"/>
                <a:ext cx="124920" cy="160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2444DA4-71CB-A36D-BDD0-2C75EF869D8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775800" y="1406200"/>
                  <a:ext cx="14616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329A790-8E86-0DC5-719A-1EB2D39B2F75}"/>
              </a:ext>
            </a:extLst>
          </p:cNvPr>
          <p:cNvGrpSpPr/>
          <p:nvPr/>
        </p:nvGrpSpPr>
        <p:grpSpPr>
          <a:xfrm>
            <a:off x="6424880" y="1292800"/>
            <a:ext cx="498240" cy="286200"/>
            <a:chOff x="6424880" y="1292800"/>
            <a:chExt cx="49824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460DDB6-E84D-B1B4-8D8B-EE753CFA9DBD}"/>
                    </a:ext>
                  </a:extLst>
                </p14:cNvPr>
                <p14:cNvContentPartPr/>
                <p14:nvPr/>
              </p14:nvContentPartPr>
              <p14:xfrm>
                <a:off x="6456560" y="1292800"/>
                <a:ext cx="156600" cy="286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460DDB6-E84D-B1B4-8D8B-EE753CFA9DB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446120" y="1282360"/>
                  <a:ext cx="1778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B1716A8-659F-18C9-30AD-DAD8A6617EB8}"/>
                    </a:ext>
                  </a:extLst>
                </p14:cNvPr>
                <p14:cNvContentPartPr/>
                <p14:nvPr/>
              </p14:nvContentPartPr>
              <p14:xfrm>
                <a:off x="6424880" y="1439320"/>
                <a:ext cx="167760" cy="15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B1716A8-659F-18C9-30AD-DAD8A6617EB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414440" y="1428520"/>
                  <a:ext cx="189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C1D7DA0-D3F8-8F5E-4C2B-272343CAEBFA}"/>
                    </a:ext>
                  </a:extLst>
                </p14:cNvPr>
                <p14:cNvContentPartPr/>
                <p14:nvPr/>
              </p14:nvContentPartPr>
              <p14:xfrm>
                <a:off x="6665000" y="1294240"/>
                <a:ext cx="180720" cy="248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C1D7DA0-D3F8-8F5E-4C2B-272343CAEBF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654200" y="1283440"/>
                  <a:ext cx="2019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8F89608-83A2-01B9-6D7E-3DD6AB323AA7}"/>
                    </a:ext>
                  </a:extLst>
                </p14:cNvPr>
                <p14:cNvContentPartPr/>
                <p14:nvPr/>
              </p14:nvContentPartPr>
              <p14:xfrm>
                <a:off x="6866240" y="1393240"/>
                <a:ext cx="56880" cy="118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8F89608-83A2-01B9-6D7E-3DD6AB323AA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855440" y="1382440"/>
                  <a:ext cx="7812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A18EA43-22E4-1E34-C2EF-421EF99EFF9F}"/>
              </a:ext>
            </a:extLst>
          </p:cNvPr>
          <p:cNvGrpSpPr/>
          <p:nvPr/>
        </p:nvGrpSpPr>
        <p:grpSpPr>
          <a:xfrm>
            <a:off x="7363400" y="1366600"/>
            <a:ext cx="769320" cy="166680"/>
            <a:chOff x="7363400" y="1366600"/>
            <a:chExt cx="769320" cy="16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2DB0B22-4F43-082E-A8A0-9AF94209FA06}"/>
                    </a:ext>
                  </a:extLst>
                </p14:cNvPr>
                <p14:cNvContentPartPr/>
                <p14:nvPr/>
              </p14:nvContentPartPr>
              <p14:xfrm>
                <a:off x="7363400" y="1382800"/>
                <a:ext cx="327240" cy="147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2DB0B22-4F43-082E-A8A0-9AF94209FA0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352960" y="1372000"/>
                  <a:ext cx="348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7C76A53-B60E-1F61-681F-DE229E9438D6}"/>
                    </a:ext>
                  </a:extLst>
                </p14:cNvPr>
                <p14:cNvContentPartPr/>
                <p14:nvPr/>
              </p14:nvContentPartPr>
              <p14:xfrm>
                <a:off x="7680200" y="1366600"/>
                <a:ext cx="221400" cy="1245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7C76A53-B60E-1F61-681F-DE229E9438D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669400" y="1355800"/>
                  <a:ext cx="2426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985DB98-E741-4D53-5966-CF4742B0B339}"/>
                    </a:ext>
                  </a:extLst>
                </p14:cNvPr>
                <p14:cNvContentPartPr/>
                <p14:nvPr/>
              </p14:nvContentPartPr>
              <p14:xfrm>
                <a:off x="7954520" y="1401520"/>
                <a:ext cx="178200" cy="1252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985DB98-E741-4D53-5966-CF4742B0B33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943720" y="1390720"/>
                  <a:ext cx="1994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0EAA3F6-BDDB-ECF5-AFF8-5734895F1601}"/>
                    </a:ext>
                  </a:extLst>
                </p14:cNvPr>
                <p14:cNvContentPartPr/>
                <p14:nvPr/>
              </p14:nvContentPartPr>
              <p14:xfrm>
                <a:off x="7965680" y="1367320"/>
                <a:ext cx="110880" cy="1659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0EAA3F6-BDDB-ECF5-AFF8-5734895F160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955240" y="1356520"/>
                  <a:ext cx="13212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6E54E75-60E9-75C8-9217-74EF2107A583}"/>
              </a:ext>
            </a:extLst>
          </p:cNvPr>
          <p:cNvGrpSpPr/>
          <p:nvPr/>
        </p:nvGrpSpPr>
        <p:grpSpPr>
          <a:xfrm>
            <a:off x="8540960" y="1305760"/>
            <a:ext cx="794880" cy="192960"/>
            <a:chOff x="8540960" y="1305760"/>
            <a:chExt cx="794880" cy="1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3540123-4933-861F-D533-1A58B4D50400}"/>
                    </a:ext>
                  </a:extLst>
                </p14:cNvPr>
                <p14:cNvContentPartPr/>
                <p14:nvPr/>
              </p14:nvContentPartPr>
              <p14:xfrm>
                <a:off x="8807360" y="1341040"/>
                <a:ext cx="119520" cy="1468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3540123-4933-861F-D533-1A58B4D5040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796560" y="1330240"/>
                  <a:ext cx="1407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CEDF910-9519-786F-BC69-7931A3E13D9C}"/>
                    </a:ext>
                  </a:extLst>
                </p14:cNvPr>
                <p14:cNvContentPartPr/>
                <p14:nvPr/>
              </p14:nvContentPartPr>
              <p14:xfrm>
                <a:off x="9005360" y="1332400"/>
                <a:ext cx="330480" cy="166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CEDF910-9519-786F-BC69-7931A3E13D9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994560" y="1321960"/>
                  <a:ext cx="3517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FC661BB-8B4F-A6CA-9FE2-BDE43CCD408E}"/>
                    </a:ext>
                  </a:extLst>
                </p14:cNvPr>
                <p14:cNvContentPartPr/>
                <p14:nvPr/>
              </p14:nvContentPartPr>
              <p14:xfrm>
                <a:off x="8540960" y="1305760"/>
                <a:ext cx="165240" cy="183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FC661BB-8B4F-A6CA-9FE2-BDE43CCD408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530160" y="1295320"/>
                  <a:ext cx="18648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F32C695-EEB6-33DA-4CDF-415DA287155C}"/>
              </a:ext>
            </a:extLst>
          </p:cNvPr>
          <p:cNvGrpSpPr/>
          <p:nvPr/>
        </p:nvGrpSpPr>
        <p:grpSpPr>
          <a:xfrm>
            <a:off x="9624200" y="1155280"/>
            <a:ext cx="349920" cy="450000"/>
            <a:chOff x="9624200" y="1155280"/>
            <a:chExt cx="34992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5AA4C3E-5258-E167-4354-E33F1AE4E17F}"/>
                    </a:ext>
                  </a:extLst>
                </p14:cNvPr>
                <p14:cNvContentPartPr/>
                <p14:nvPr/>
              </p14:nvContentPartPr>
              <p14:xfrm>
                <a:off x="9624200" y="1155280"/>
                <a:ext cx="273240" cy="4500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5AA4C3E-5258-E167-4354-E33F1AE4E17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613400" y="1144480"/>
                  <a:ext cx="29448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2E3EA63-725B-7DC5-E70A-572DCEAA1FAB}"/>
                    </a:ext>
                  </a:extLst>
                </p14:cNvPr>
                <p14:cNvContentPartPr/>
                <p14:nvPr/>
              </p14:nvContentPartPr>
              <p14:xfrm>
                <a:off x="9839120" y="1471000"/>
                <a:ext cx="135000" cy="118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2E3EA63-725B-7DC5-E70A-572DCEAA1FA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828680" y="1460560"/>
                  <a:ext cx="15624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3CD90B86-B256-6191-121A-3179F25F6C79}"/>
              </a:ext>
            </a:extLst>
          </p:cNvPr>
          <p:cNvGrpSpPr/>
          <p:nvPr/>
        </p:nvGrpSpPr>
        <p:grpSpPr>
          <a:xfrm>
            <a:off x="10352840" y="1109200"/>
            <a:ext cx="417240" cy="400680"/>
            <a:chOff x="10352840" y="1109200"/>
            <a:chExt cx="41724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8DFC1D3-945B-999A-2D84-E355D68E09C2}"/>
                    </a:ext>
                  </a:extLst>
                </p14:cNvPr>
                <p14:cNvContentPartPr/>
                <p14:nvPr/>
              </p14:nvContentPartPr>
              <p14:xfrm>
                <a:off x="10352840" y="1112080"/>
                <a:ext cx="144000" cy="330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8DFC1D3-945B-999A-2D84-E355D68E09C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342400" y="1101280"/>
                  <a:ext cx="16524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7CDBDE3-CEED-0B44-7A61-5CDDDE8EF133}"/>
                    </a:ext>
                  </a:extLst>
                </p14:cNvPr>
                <p14:cNvContentPartPr/>
                <p14:nvPr/>
              </p14:nvContentPartPr>
              <p14:xfrm>
                <a:off x="10502960" y="1303960"/>
                <a:ext cx="67680" cy="1126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7CDBDE3-CEED-0B44-7A61-5CDDDE8EF13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492520" y="1293520"/>
                  <a:ext cx="889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C3CB09C-A4F4-1BD3-AB38-4389EED4D32C}"/>
                    </a:ext>
                  </a:extLst>
                </p14:cNvPr>
                <p14:cNvContentPartPr/>
                <p14:nvPr/>
              </p14:nvContentPartPr>
              <p14:xfrm>
                <a:off x="10649480" y="1109200"/>
                <a:ext cx="108000" cy="4006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C3CB09C-A4F4-1BD3-AB38-4389EED4D32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638680" y="1098400"/>
                  <a:ext cx="12924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66958C4-A363-D79C-CEA0-B581F3243348}"/>
                    </a:ext>
                  </a:extLst>
                </p14:cNvPr>
                <p14:cNvContentPartPr/>
                <p14:nvPr/>
              </p14:nvContentPartPr>
              <p14:xfrm>
                <a:off x="10659200" y="1373080"/>
                <a:ext cx="110880" cy="9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66958C4-A363-D79C-CEA0-B581F324334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648400" y="1362280"/>
                  <a:ext cx="13212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F995DDB2-6369-A1C8-EF70-776CA2957122}"/>
              </a:ext>
            </a:extLst>
          </p:cNvPr>
          <p:cNvGrpSpPr/>
          <p:nvPr/>
        </p:nvGrpSpPr>
        <p:grpSpPr>
          <a:xfrm>
            <a:off x="10961960" y="1140880"/>
            <a:ext cx="386640" cy="266760"/>
            <a:chOff x="10961960" y="1140880"/>
            <a:chExt cx="386640" cy="26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D6EADB3-7F5F-621D-7474-79EEB01A63E9}"/>
                    </a:ext>
                  </a:extLst>
                </p14:cNvPr>
                <p14:cNvContentPartPr/>
                <p14:nvPr/>
              </p14:nvContentPartPr>
              <p14:xfrm>
                <a:off x="10961960" y="1283080"/>
                <a:ext cx="276480" cy="1245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D6EADB3-7F5F-621D-7474-79EEB01A63E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951160" y="1272280"/>
                  <a:ext cx="297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FA5E277-03C8-BEB6-89E7-E5D5465F1DE0}"/>
                    </a:ext>
                  </a:extLst>
                </p14:cNvPr>
                <p14:cNvContentPartPr/>
                <p14:nvPr/>
              </p14:nvContentPartPr>
              <p14:xfrm>
                <a:off x="11226200" y="1140880"/>
                <a:ext cx="122400" cy="2419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FA5E277-03C8-BEB6-89E7-E5D5465F1DE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215760" y="1130440"/>
                  <a:ext cx="14364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F4930B7-3408-F2A4-3B7F-BE1BB41F7E89}"/>
              </a:ext>
            </a:extLst>
          </p:cNvPr>
          <p:cNvGrpSpPr/>
          <p:nvPr/>
        </p:nvGrpSpPr>
        <p:grpSpPr>
          <a:xfrm>
            <a:off x="614120" y="2009200"/>
            <a:ext cx="910440" cy="351360"/>
            <a:chOff x="614120" y="2009200"/>
            <a:chExt cx="910440" cy="3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CAD0476-4ED3-7B37-E0AE-9A4C6EBC1A8C}"/>
                    </a:ext>
                  </a:extLst>
                </p14:cNvPr>
                <p14:cNvContentPartPr/>
                <p14:nvPr/>
              </p14:nvContentPartPr>
              <p14:xfrm>
                <a:off x="614120" y="2160040"/>
                <a:ext cx="162720" cy="2005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CAD0476-4ED3-7B37-E0AE-9A4C6EBC1A8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03680" y="2149240"/>
                  <a:ext cx="1839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D5806E8-EB2D-5566-9844-71E63F9BED03}"/>
                    </a:ext>
                  </a:extLst>
                </p14:cNvPr>
                <p14:cNvContentPartPr/>
                <p14:nvPr/>
              </p14:nvContentPartPr>
              <p14:xfrm>
                <a:off x="847760" y="2182720"/>
                <a:ext cx="24480" cy="1677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D5806E8-EB2D-5566-9844-71E63F9BED0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37320" y="2172280"/>
                  <a:ext cx="457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D436138-C25E-B0E9-1FCD-C0D570B9F81A}"/>
                    </a:ext>
                  </a:extLst>
                </p14:cNvPr>
                <p14:cNvContentPartPr/>
                <p14:nvPr/>
              </p14:nvContentPartPr>
              <p14:xfrm>
                <a:off x="862880" y="2131600"/>
                <a:ext cx="360" cy="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D436138-C25E-B0E9-1FCD-C0D570B9F81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2440" y="212080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CDB715D-D491-7CE5-2ABC-986ABA767AFD}"/>
                    </a:ext>
                  </a:extLst>
                </p14:cNvPr>
                <p14:cNvContentPartPr/>
                <p14:nvPr/>
              </p14:nvContentPartPr>
              <p14:xfrm>
                <a:off x="956120" y="2146720"/>
                <a:ext cx="145440" cy="1778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CDB715D-D491-7CE5-2ABC-986ABA767AF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45320" y="2136280"/>
                  <a:ext cx="1666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91A8737-129D-EA8C-F95A-AD9851E8682F}"/>
                    </a:ext>
                  </a:extLst>
                </p14:cNvPr>
                <p14:cNvContentPartPr/>
                <p14:nvPr/>
              </p14:nvContentPartPr>
              <p14:xfrm>
                <a:off x="1189040" y="2009200"/>
                <a:ext cx="148680" cy="3135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91A8737-129D-EA8C-F95A-AD9851E8682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78600" y="1998400"/>
                  <a:ext cx="1699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4AEBB67-2D0B-52C1-4C2B-F8F7CDDA7579}"/>
                    </a:ext>
                  </a:extLst>
                </p14:cNvPr>
                <p14:cNvContentPartPr/>
                <p14:nvPr/>
              </p14:nvContentPartPr>
              <p14:xfrm>
                <a:off x="1429160" y="2075440"/>
                <a:ext cx="15480" cy="2574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4AEBB67-2D0B-52C1-4C2B-F8F7CDDA757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418360" y="2064640"/>
                  <a:ext cx="367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5DBCF55-75FB-B778-1A91-CC6BC8ABACF8}"/>
                    </a:ext>
                  </a:extLst>
                </p14:cNvPr>
                <p14:cNvContentPartPr/>
                <p14:nvPr/>
              </p14:nvContentPartPr>
              <p14:xfrm>
                <a:off x="1355360" y="2204680"/>
                <a:ext cx="169200" cy="140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5DBCF55-75FB-B778-1A91-CC6BC8ABACF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344920" y="2193880"/>
                  <a:ext cx="19044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45057788-DD78-AF69-7FE5-3A6782FF85D0}"/>
              </a:ext>
            </a:extLst>
          </p:cNvPr>
          <p:cNvGrpSpPr/>
          <p:nvPr/>
        </p:nvGrpSpPr>
        <p:grpSpPr>
          <a:xfrm>
            <a:off x="1724720" y="2084440"/>
            <a:ext cx="102960" cy="268560"/>
            <a:chOff x="1724720" y="2084440"/>
            <a:chExt cx="102960" cy="26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6570DFA-F81B-BAB3-ABDE-54D6903D484E}"/>
                    </a:ext>
                  </a:extLst>
                </p14:cNvPr>
                <p14:cNvContentPartPr/>
                <p14:nvPr/>
              </p14:nvContentPartPr>
              <p14:xfrm>
                <a:off x="1724720" y="2252200"/>
                <a:ext cx="94680" cy="1008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6570DFA-F81B-BAB3-ABDE-54D6903D484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714280" y="2241760"/>
                  <a:ext cx="1159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8EB4FFC-931E-C20B-5266-36EC32091B75}"/>
                    </a:ext>
                  </a:extLst>
                </p14:cNvPr>
                <p14:cNvContentPartPr/>
                <p14:nvPr/>
              </p14:nvContentPartPr>
              <p14:xfrm>
                <a:off x="1727240" y="2084440"/>
                <a:ext cx="100440" cy="799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8EB4FFC-931E-C20B-5266-36EC32091B7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716800" y="2074000"/>
                  <a:ext cx="12168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7BCF3CCB-DA8E-15DB-E114-DFDAA959FFF4}"/>
                  </a:ext>
                </a:extLst>
              </p14:cNvPr>
              <p14:cNvContentPartPr/>
              <p14:nvPr/>
            </p14:nvContentPartPr>
            <p14:xfrm>
              <a:off x="1964480" y="2930080"/>
              <a:ext cx="272520" cy="28836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7BCF3CCB-DA8E-15DB-E114-DFDAA959FFF4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953680" y="2919280"/>
                <a:ext cx="29376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791966F1-BA3E-7A93-2A95-65744569F9E0}"/>
                  </a:ext>
                </a:extLst>
              </p14:cNvPr>
              <p14:cNvContentPartPr/>
              <p14:nvPr/>
            </p14:nvContentPartPr>
            <p14:xfrm>
              <a:off x="1321160" y="3600400"/>
              <a:ext cx="259200" cy="2595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791966F1-BA3E-7A93-2A95-65744569F9E0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1310720" y="3589960"/>
                <a:ext cx="28044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4923943B-28BE-6499-B915-1EEAC2F55548}"/>
                  </a:ext>
                </a:extLst>
              </p14:cNvPr>
              <p14:cNvContentPartPr/>
              <p14:nvPr/>
            </p14:nvContentPartPr>
            <p14:xfrm>
              <a:off x="2463440" y="3532360"/>
              <a:ext cx="224280" cy="31428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4923943B-28BE-6499-B915-1EEAC2F55548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2453000" y="3521560"/>
                <a:ext cx="245520" cy="33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238EB8FF-9A64-9CE0-5047-EAF2E8D78E99}"/>
              </a:ext>
            </a:extLst>
          </p:cNvPr>
          <p:cNvGrpSpPr/>
          <p:nvPr/>
        </p:nvGrpSpPr>
        <p:grpSpPr>
          <a:xfrm>
            <a:off x="502520" y="4017280"/>
            <a:ext cx="446040" cy="699480"/>
            <a:chOff x="502520" y="4017280"/>
            <a:chExt cx="446040" cy="69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3485F8C-E53A-94EC-CD69-850268122F72}"/>
                    </a:ext>
                  </a:extLst>
                </p14:cNvPr>
                <p14:cNvContentPartPr/>
                <p14:nvPr/>
              </p14:nvContentPartPr>
              <p14:xfrm>
                <a:off x="502520" y="4360000"/>
                <a:ext cx="113400" cy="216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3485F8C-E53A-94EC-CD69-850268122F7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92080" y="4349560"/>
                  <a:ext cx="1346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83A1A76-15A2-796A-80D1-07D1BD8773C3}"/>
                    </a:ext>
                  </a:extLst>
                </p14:cNvPr>
                <p14:cNvContentPartPr/>
                <p14:nvPr/>
              </p14:nvContentPartPr>
              <p14:xfrm>
                <a:off x="619160" y="4404640"/>
                <a:ext cx="34920" cy="3121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83A1A76-15A2-796A-80D1-07D1BD8773C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08360" y="4394200"/>
                  <a:ext cx="5616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4C8BA7B-32F3-C741-39B4-7A15E4B2B969}"/>
                    </a:ext>
                  </a:extLst>
                </p14:cNvPr>
                <p14:cNvContentPartPr/>
                <p14:nvPr/>
              </p14:nvContentPartPr>
              <p14:xfrm>
                <a:off x="733640" y="4017280"/>
                <a:ext cx="214920" cy="236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4C8BA7B-32F3-C741-39B4-7A15E4B2B96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22840" y="4006840"/>
                  <a:ext cx="23616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DB6914D0-E25D-89B2-03C2-5138ECB5EF74}"/>
              </a:ext>
            </a:extLst>
          </p:cNvPr>
          <p:cNvGrpSpPr/>
          <p:nvPr/>
        </p:nvGrpSpPr>
        <p:grpSpPr>
          <a:xfrm>
            <a:off x="1204520" y="4072360"/>
            <a:ext cx="414360" cy="603360"/>
            <a:chOff x="1204520" y="4072360"/>
            <a:chExt cx="414360" cy="60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2359D6F-D6C4-9984-9F21-646E166E6BC5}"/>
                    </a:ext>
                  </a:extLst>
                </p14:cNvPr>
                <p14:cNvContentPartPr/>
                <p14:nvPr/>
              </p14:nvContentPartPr>
              <p14:xfrm>
                <a:off x="1430240" y="4399960"/>
                <a:ext cx="172800" cy="2757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2359D6F-D6C4-9984-9F21-646E166E6BC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419800" y="4389520"/>
                  <a:ext cx="1940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7B8CF12-FDB3-E3F2-2C7A-1E834BAFFFE2}"/>
                    </a:ext>
                  </a:extLst>
                </p14:cNvPr>
                <p14:cNvContentPartPr/>
                <p14:nvPr/>
              </p14:nvContentPartPr>
              <p14:xfrm>
                <a:off x="1443200" y="4317880"/>
                <a:ext cx="175680" cy="450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7B8CF12-FDB3-E3F2-2C7A-1E834BAFFFE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432400" y="4307080"/>
                  <a:ext cx="1969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81F32AA-93A6-441F-1799-994E2B9BDDF3}"/>
                    </a:ext>
                  </a:extLst>
                </p14:cNvPr>
                <p14:cNvContentPartPr/>
                <p14:nvPr/>
              </p14:nvContentPartPr>
              <p14:xfrm>
                <a:off x="1204520" y="4072360"/>
                <a:ext cx="152640" cy="2232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81F32AA-93A6-441F-1799-994E2B9BDDF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93720" y="4061560"/>
                  <a:ext cx="173880" cy="24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56C0A8C9-1A76-F8A5-D2FE-B57F0FDE826A}"/>
                  </a:ext>
                </a:extLst>
              </p14:cNvPr>
              <p14:cNvContentPartPr/>
              <p14:nvPr/>
            </p14:nvContentPartPr>
            <p14:xfrm>
              <a:off x="1705640" y="3351280"/>
              <a:ext cx="160200" cy="17172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56C0A8C9-1A76-F8A5-D2FE-B57F0FDE826A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695200" y="3340840"/>
                <a:ext cx="1814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343F4791-3379-A3D2-E6F4-2F0CAA2D582D}"/>
                  </a:ext>
                </a:extLst>
              </p14:cNvPr>
              <p14:cNvContentPartPr/>
              <p14:nvPr/>
            </p14:nvContentPartPr>
            <p14:xfrm>
              <a:off x="2094080" y="3464680"/>
              <a:ext cx="152640" cy="28476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343F4791-3379-A3D2-E6F4-2F0CAA2D582D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2083640" y="3453880"/>
                <a:ext cx="173880" cy="30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1" name="Group 350">
            <a:extLst>
              <a:ext uri="{FF2B5EF4-FFF2-40B4-BE49-F238E27FC236}">
                <a16:creationId xmlns:a16="http://schemas.microsoft.com/office/drawing/2014/main" id="{2EDEFD25-4703-F294-16D3-F4EDC43490D4}"/>
              </a:ext>
            </a:extLst>
          </p:cNvPr>
          <p:cNvGrpSpPr/>
          <p:nvPr/>
        </p:nvGrpSpPr>
        <p:grpSpPr>
          <a:xfrm>
            <a:off x="367880" y="5205280"/>
            <a:ext cx="7760160" cy="1570320"/>
            <a:chOff x="367880" y="5205280"/>
            <a:chExt cx="7760160" cy="157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B4885FD8-836A-F5B6-F944-6514C1C30736}"/>
                    </a:ext>
                  </a:extLst>
                </p14:cNvPr>
                <p14:cNvContentPartPr/>
                <p14:nvPr/>
              </p14:nvContentPartPr>
              <p14:xfrm>
                <a:off x="367880" y="5437480"/>
                <a:ext cx="138600" cy="2628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B4885FD8-836A-F5B6-F944-6514C1C3073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57440" y="5426680"/>
                  <a:ext cx="1598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17574656-DA0A-2BFD-271E-9CE2D35F7289}"/>
                    </a:ext>
                  </a:extLst>
                </p14:cNvPr>
                <p14:cNvContentPartPr/>
                <p14:nvPr/>
              </p14:nvContentPartPr>
              <p14:xfrm>
                <a:off x="536720" y="5475640"/>
                <a:ext cx="73440" cy="2052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17574656-DA0A-2BFD-271E-9CE2D35F728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26280" y="5465200"/>
                  <a:ext cx="946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79A42DF-3EC5-F85F-0ABF-049ECB8136A4}"/>
                    </a:ext>
                  </a:extLst>
                </p14:cNvPr>
                <p14:cNvContentPartPr/>
                <p14:nvPr/>
              </p14:nvContentPartPr>
              <p14:xfrm>
                <a:off x="712760" y="5422360"/>
                <a:ext cx="231840" cy="1882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79A42DF-3EC5-F85F-0ABF-049ECB8136A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02320" y="5411920"/>
                  <a:ext cx="253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D777B8B-7B01-FBF9-5DBD-99B55CC99DE9}"/>
                    </a:ext>
                  </a:extLst>
                </p14:cNvPr>
                <p14:cNvContentPartPr/>
                <p14:nvPr/>
              </p14:nvContentPartPr>
              <p14:xfrm>
                <a:off x="1026680" y="5456200"/>
                <a:ext cx="58680" cy="1267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D777B8B-7B01-FBF9-5DBD-99B55CC99DE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16240" y="5445400"/>
                  <a:ext cx="799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7D3A42F-B201-4741-3C79-459A996B35A3}"/>
                    </a:ext>
                  </a:extLst>
                </p14:cNvPr>
                <p14:cNvContentPartPr/>
                <p14:nvPr/>
              </p14:nvContentPartPr>
              <p14:xfrm>
                <a:off x="1181480" y="5379160"/>
                <a:ext cx="48600" cy="2127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7D3A42F-B201-4741-3C79-459A996B35A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70680" y="5368360"/>
                  <a:ext cx="698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9631B72-8DB4-83D6-D418-7E19E96AC236}"/>
                    </a:ext>
                  </a:extLst>
                </p14:cNvPr>
                <p14:cNvContentPartPr/>
                <p14:nvPr/>
              </p14:nvContentPartPr>
              <p14:xfrm>
                <a:off x="1341680" y="5398600"/>
                <a:ext cx="21960" cy="1274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9631B72-8DB4-83D6-D418-7E19E96AC23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330880" y="5387800"/>
                  <a:ext cx="432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8FBC1EB7-A0F8-0055-60B5-EBF3917DD113}"/>
                    </a:ext>
                  </a:extLst>
                </p14:cNvPr>
                <p14:cNvContentPartPr/>
                <p14:nvPr/>
              </p14:nvContentPartPr>
              <p14:xfrm>
                <a:off x="1344920" y="5266120"/>
                <a:ext cx="10800" cy="723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8FBC1EB7-A0F8-0055-60B5-EBF3917DD11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334120" y="5255320"/>
                  <a:ext cx="320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18CBA29C-37F7-C40F-F7BB-5F8D95184121}"/>
                    </a:ext>
                  </a:extLst>
                </p14:cNvPr>
                <p14:cNvContentPartPr/>
                <p14:nvPr/>
              </p14:nvContentPartPr>
              <p14:xfrm>
                <a:off x="1451840" y="5344960"/>
                <a:ext cx="298800" cy="1411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18CBA29C-37F7-C40F-F7BB-5F8D9518412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441400" y="5334520"/>
                  <a:ext cx="320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C7ACCB0-763A-CE4C-1027-3F7C64E6632F}"/>
                    </a:ext>
                  </a:extLst>
                </p14:cNvPr>
                <p14:cNvContentPartPr/>
                <p14:nvPr/>
              </p14:nvContentPartPr>
              <p14:xfrm>
                <a:off x="2032160" y="5205280"/>
                <a:ext cx="76680" cy="1929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C7ACCB0-763A-CE4C-1027-3F7C64E6632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021360" y="5194840"/>
                  <a:ext cx="979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9C91FB0A-5646-BF6E-E69F-CE6C9B5BFA58}"/>
                    </a:ext>
                  </a:extLst>
                </p14:cNvPr>
                <p14:cNvContentPartPr/>
                <p14:nvPr/>
              </p14:nvContentPartPr>
              <p14:xfrm>
                <a:off x="1978520" y="5292400"/>
                <a:ext cx="205920" cy="313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9C91FB0A-5646-BF6E-E69F-CE6C9B5BFA5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968080" y="5281600"/>
                  <a:ext cx="2271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0354AEB-7831-8DA4-B4C4-2CE5C6FD9308}"/>
                    </a:ext>
                  </a:extLst>
                </p14:cNvPr>
                <p14:cNvContentPartPr/>
                <p14:nvPr/>
              </p14:nvContentPartPr>
              <p14:xfrm>
                <a:off x="392000" y="6052360"/>
                <a:ext cx="161640" cy="2174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0354AEB-7831-8DA4-B4C4-2CE5C6FD930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81560" y="6041920"/>
                  <a:ext cx="182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0AB894D-27C8-0171-D594-07A09A8676D0}"/>
                    </a:ext>
                  </a:extLst>
                </p14:cNvPr>
                <p14:cNvContentPartPr/>
                <p14:nvPr/>
              </p14:nvContentPartPr>
              <p14:xfrm>
                <a:off x="567680" y="5994760"/>
                <a:ext cx="438120" cy="1760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0AB894D-27C8-0171-D594-07A09A8676D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56880" y="5984320"/>
                  <a:ext cx="459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5B340BF-A3B7-B229-AC1A-AD357A354163}"/>
                    </a:ext>
                  </a:extLst>
                </p14:cNvPr>
                <p14:cNvContentPartPr/>
                <p14:nvPr/>
              </p14:nvContentPartPr>
              <p14:xfrm>
                <a:off x="1034240" y="5865520"/>
                <a:ext cx="81720" cy="1926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5B340BF-A3B7-B229-AC1A-AD357A35416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23800" y="5854720"/>
                  <a:ext cx="1029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FB8363C-51C5-7CF0-21BD-1D5193461935}"/>
                    </a:ext>
                  </a:extLst>
                </p14:cNvPr>
                <p14:cNvContentPartPr/>
                <p14:nvPr/>
              </p14:nvContentPartPr>
              <p14:xfrm>
                <a:off x="1523480" y="5730880"/>
                <a:ext cx="138240" cy="1785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FB8363C-51C5-7CF0-21BD-1D519346193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512680" y="5720440"/>
                  <a:ext cx="1594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95B092A-926B-9454-7DCA-2155F5E348B2}"/>
                    </a:ext>
                  </a:extLst>
                </p14:cNvPr>
                <p14:cNvContentPartPr/>
                <p14:nvPr/>
              </p14:nvContentPartPr>
              <p14:xfrm>
                <a:off x="1576400" y="5848600"/>
                <a:ext cx="162720" cy="230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95B092A-926B-9454-7DCA-2155F5E348B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565600" y="5837800"/>
                  <a:ext cx="1839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A9B6996-63E8-E175-89B0-CCD3FF190CFE}"/>
                    </a:ext>
                  </a:extLst>
                </p14:cNvPr>
                <p14:cNvContentPartPr/>
                <p14:nvPr/>
              </p14:nvContentPartPr>
              <p14:xfrm>
                <a:off x="1797080" y="5722960"/>
                <a:ext cx="56160" cy="1123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A9B6996-63E8-E175-89B0-CCD3FF190CF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786640" y="5712160"/>
                  <a:ext cx="77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5F6B7861-219F-D336-9508-14EFF8D480B7}"/>
                    </a:ext>
                  </a:extLst>
                </p14:cNvPr>
                <p14:cNvContentPartPr/>
                <p14:nvPr/>
              </p14:nvContentPartPr>
              <p14:xfrm>
                <a:off x="1828760" y="5656720"/>
                <a:ext cx="360" cy="3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5F6B7861-219F-D336-9508-14EFF8D480B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818320" y="56459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30EFECD-D2BD-2F5E-E90E-2F1BC4ACF34C}"/>
                    </a:ext>
                  </a:extLst>
                </p14:cNvPr>
                <p14:cNvContentPartPr/>
                <p14:nvPr/>
              </p14:nvContentPartPr>
              <p14:xfrm>
                <a:off x="1936760" y="5671840"/>
                <a:ext cx="137520" cy="1177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30EFECD-D2BD-2F5E-E90E-2F1BC4ACF34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926320" y="5661400"/>
                  <a:ext cx="158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561C6E74-A86E-4593-2103-AAA6BB251F64}"/>
                    </a:ext>
                  </a:extLst>
                </p14:cNvPr>
                <p14:cNvContentPartPr/>
                <p14:nvPr/>
              </p14:nvContentPartPr>
              <p14:xfrm>
                <a:off x="2114240" y="5477440"/>
                <a:ext cx="102600" cy="2379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561C6E74-A86E-4593-2103-AAA6BB251F6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103440" y="5466640"/>
                  <a:ext cx="1238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18987FF-8850-7D60-B0D0-066B8A532833}"/>
                    </a:ext>
                  </a:extLst>
                </p14:cNvPr>
                <p14:cNvContentPartPr/>
                <p14:nvPr/>
              </p14:nvContentPartPr>
              <p14:xfrm>
                <a:off x="2503760" y="5264320"/>
                <a:ext cx="297720" cy="4510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18987FF-8850-7D60-B0D0-066B8A53283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492960" y="5253880"/>
                  <a:ext cx="31896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549E3A07-CA80-E468-9757-09499A5046E0}"/>
                    </a:ext>
                  </a:extLst>
                </p14:cNvPr>
                <p14:cNvContentPartPr/>
                <p14:nvPr/>
              </p14:nvContentPartPr>
              <p14:xfrm>
                <a:off x="2722640" y="5535760"/>
                <a:ext cx="161640" cy="1270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549E3A07-CA80-E468-9757-09499A5046E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711840" y="5524960"/>
                  <a:ext cx="1828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2ECD15D-500E-A237-E639-DA9D405082A6}"/>
                    </a:ext>
                  </a:extLst>
                </p14:cNvPr>
                <p14:cNvContentPartPr/>
                <p14:nvPr/>
              </p14:nvContentPartPr>
              <p14:xfrm>
                <a:off x="854240" y="6373120"/>
                <a:ext cx="114840" cy="2743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2ECD15D-500E-A237-E639-DA9D405082A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43440" y="6362320"/>
                  <a:ext cx="1360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2B8AF17E-7BFE-E277-C40A-60372F63FB73}"/>
                    </a:ext>
                  </a:extLst>
                </p14:cNvPr>
                <p14:cNvContentPartPr/>
                <p14:nvPr/>
              </p14:nvContentPartPr>
              <p14:xfrm>
                <a:off x="866840" y="6527200"/>
                <a:ext cx="213480" cy="655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2B8AF17E-7BFE-E277-C40A-60372F63FB7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56040" y="6516400"/>
                  <a:ext cx="234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32E35EA1-78E2-0932-312E-0EEF68D15C40}"/>
                    </a:ext>
                  </a:extLst>
                </p14:cNvPr>
                <p14:cNvContentPartPr/>
                <p14:nvPr/>
              </p14:nvContentPartPr>
              <p14:xfrm>
                <a:off x="1117040" y="6390040"/>
                <a:ext cx="162720" cy="1213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32E35EA1-78E2-0932-312E-0EEF68D15C4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06240" y="6379600"/>
                  <a:ext cx="1839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9A76C84-E1A0-83AD-29EA-5A45B07CCD19}"/>
                    </a:ext>
                  </a:extLst>
                </p14:cNvPr>
                <p14:cNvContentPartPr/>
                <p14:nvPr/>
              </p14:nvContentPartPr>
              <p14:xfrm>
                <a:off x="1311080" y="6277000"/>
                <a:ext cx="140760" cy="2530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9A76C84-E1A0-83AD-29EA-5A45B07CCD1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300280" y="6266200"/>
                  <a:ext cx="1620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3A7D6357-EF0D-264A-F77C-DB181D52C685}"/>
                    </a:ext>
                  </a:extLst>
                </p14:cNvPr>
                <p14:cNvContentPartPr/>
                <p14:nvPr/>
              </p14:nvContentPartPr>
              <p14:xfrm>
                <a:off x="1520240" y="6364840"/>
                <a:ext cx="70200" cy="972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3A7D6357-EF0D-264A-F77C-DB181D52C68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509800" y="6354400"/>
                  <a:ext cx="91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58BCC66-2D2F-C6BF-6EA4-DE30F88119CC}"/>
                    </a:ext>
                  </a:extLst>
                </p14:cNvPr>
                <p14:cNvContentPartPr/>
                <p14:nvPr/>
              </p14:nvContentPartPr>
              <p14:xfrm>
                <a:off x="1574960" y="6075760"/>
                <a:ext cx="127440" cy="3236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58BCC66-2D2F-C6BF-6EA4-DE30F88119C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564520" y="6065320"/>
                  <a:ext cx="1486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589A4AD-D614-75A9-17DA-7CD6291D3AD4}"/>
                    </a:ext>
                  </a:extLst>
                </p14:cNvPr>
                <p14:cNvContentPartPr/>
                <p14:nvPr/>
              </p14:nvContentPartPr>
              <p14:xfrm>
                <a:off x="1763240" y="6238120"/>
                <a:ext cx="158760" cy="982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6589A4AD-D614-75A9-17DA-7CD6291D3AD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752800" y="6227680"/>
                  <a:ext cx="1800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34750F6-3E8B-0C02-08DA-5D4589FF8484}"/>
                    </a:ext>
                  </a:extLst>
                </p14:cNvPr>
                <p14:cNvContentPartPr/>
                <p14:nvPr/>
              </p14:nvContentPartPr>
              <p14:xfrm>
                <a:off x="1877000" y="6012040"/>
                <a:ext cx="91800" cy="2790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34750F6-3E8B-0C02-08DA-5D4589FF848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866560" y="6001240"/>
                  <a:ext cx="1130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3318860B-E220-9B90-5C5F-2BC2D2CA955C}"/>
                    </a:ext>
                  </a:extLst>
                </p14:cNvPr>
                <p14:cNvContentPartPr/>
                <p14:nvPr/>
              </p14:nvContentPartPr>
              <p14:xfrm>
                <a:off x="1919120" y="6144520"/>
                <a:ext cx="146160" cy="1076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3318860B-E220-9B90-5C5F-2BC2D2CA955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908320" y="6133720"/>
                  <a:ext cx="1674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DF9ADD81-CB9A-6983-722B-05705B49147C}"/>
                    </a:ext>
                  </a:extLst>
                </p14:cNvPr>
                <p14:cNvContentPartPr/>
                <p14:nvPr/>
              </p14:nvContentPartPr>
              <p14:xfrm>
                <a:off x="1996520" y="6079360"/>
                <a:ext cx="360" cy="3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DF9ADD81-CB9A-6983-722B-05705B49147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985720" y="60685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50C1344-B7EF-6BBF-10A1-41AE9EDCA636}"/>
                    </a:ext>
                  </a:extLst>
                </p14:cNvPr>
                <p14:cNvContentPartPr/>
                <p14:nvPr/>
              </p14:nvContentPartPr>
              <p14:xfrm>
                <a:off x="2095520" y="6079000"/>
                <a:ext cx="320040" cy="1782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50C1344-B7EF-6BBF-10A1-41AE9EDCA63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084720" y="6068200"/>
                  <a:ext cx="3412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2DB04C9-836F-52EC-6AF3-4D8B866C8A0E}"/>
                    </a:ext>
                  </a:extLst>
                </p14:cNvPr>
                <p14:cNvContentPartPr/>
                <p14:nvPr/>
              </p14:nvContentPartPr>
              <p14:xfrm>
                <a:off x="2731280" y="5884600"/>
                <a:ext cx="288360" cy="2408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2DB04C9-836F-52EC-6AF3-4D8B866C8A0E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720840" y="5874160"/>
                  <a:ext cx="3096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2D76F85-6D98-AD24-ECCA-639AA1F31834}"/>
                    </a:ext>
                  </a:extLst>
                </p14:cNvPr>
                <p14:cNvContentPartPr/>
                <p14:nvPr/>
              </p14:nvContentPartPr>
              <p14:xfrm>
                <a:off x="3048800" y="5806480"/>
                <a:ext cx="138600" cy="1393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2D76F85-6D98-AD24-ECCA-639AA1F31834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038000" y="5795680"/>
                  <a:ext cx="1598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AD92BFAF-887E-D891-082B-CD664D1BEA6F}"/>
                    </a:ext>
                  </a:extLst>
                </p14:cNvPr>
                <p14:cNvContentPartPr/>
                <p14:nvPr/>
              </p14:nvContentPartPr>
              <p14:xfrm>
                <a:off x="3247880" y="5776960"/>
                <a:ext cx="132120" cy="1544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AD92BFAF-887E-D891-082B-CD664D1BEA6F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237440" y="5766520"/>
                  <a:ext cx="153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46118EC-0E8D-26D6-1322-6D7177C46F72}"/>
                    </a:ext>
                  </a:extLst>
                </p14:cNvPr>
                <p14:cNvContentPartPr/>
                <p14:nvPr/>
              </p14:nvContentPartPr>
              <p14:xfrm>
                <a:off x="3439760" y="5564200"/>
                <a:ext cx="162000" cy="2343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46118EC-0E8D-26D6-1322-6D7177C46F72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428960" y="5553400"/>
                  <a:ext cx="1832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FC9F7B5C-8545-BD7B-DFD2-B09A32FB8D24}"/>
                    </a:ext>
                  </a:extLst>
                </p14:cNvPr>
                <p14:cNvContentPartPr/>
                <p14:nvPr/>
              </p14:nvContentPartPr>
              <p14:xfrm>
                <a:off x="3644960" y="5624680"/>
                <a:ext cx="129960" cy="1486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FC9F7B5C-8545-BD7B-DFD2-B09A32FB8D24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634520" y="5614240"/>
                  <a:ext cx="151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52BD3938-0E92-8A0D-6805-A4E698110BEB}"/>
                    </a:ext>
                  </a:extLst>
                </p14:cNvPr>
                <p14:cNvContentPartPr/>
                <p14:nvPr/>
              </p14:nvContentPartPr>
              <p14:xfrm>
                <a:off x="3785000" y="5414800"/>
                <a:ext cx="99720" cy="1544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52BD3938-0E92-8A0D-6805-A4E698110BE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774200" y="5404000"/>
                  <a:ext cx="1209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2B8C1550-7135-EDE8-90E3-DDBFB3716EE7}"/>
                    </a:ext>
                  </a:extLst>
                </p14:cNvPr>
                <p14:cNvContentPartPr/>
                <p14:nvPr/>
              </p14:nvContentPartPr>
              <p14:xfrm>
                <a:off x="3919280" y="5709280"/>
                <a:ext cx="360" cy="3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2B8C1550-7135-EDE8-90E3-DDBFB3716EE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908840" y="569848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2A3715D0-0CB2-420E-DD61-77848AE7B2FB}"/>
                    </a:ext>
                  </a:extLst>
                </p14:cNvPr>
                <p14:cNvContentPartPr/>
                <p14:nvPr/>
              </p14:nvContentPartPr>
              <p14:xfrm>
                <a:off x="2562440" y="6448360"/>
                <a:ext cx="53640" cy="2116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2A3715D0-0CB2-420E-DD61-77848AE7B2F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552000" y="6437560"/>
                  <a:ext cx="74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9DACD9C7-CED9-B12B-4A45-43AE8BEE2030}"/>
                    </a:ext>
                  </a:extLst>
                </p14:cNvPr>
                <p14:cNvContentPartPr/>
                <p14:nvPr/>
              </p14:nvContentPartPr>
              <p14:xfrm>
                <a:off x="2449400" y="6395800"/>
                <a:ext cx="306360" cy="860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9DACD9C7-CED9-B12B-4A45-43AE8BEE203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438960" y="6385000"/>
                  <a:ext cx="3276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268CE77-8784-851D-7CC1-01E3393C2984}"/>
                    </a:ext>
                  </a:extLst>
                </p14:cNvPr>
                <p14:cNvContentPartPr/>
                <p14:nvPr/>
              </p14:nvContentPartPr>
              <p14:xfrm>
                <a:off x="2522120" y="6602440"/>
                <a:ext cx="273240" cy="612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268CE77-8784-851D-7CC1-01E3393C298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511320" y="6592000"/>
                  <a:ext cx="2944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0CAC431-509C-9BE4-9248-6894FBDCF777}"/>
                    </a:ext>
                  </a:extLst>
                </p14:cNvPr>
                <p14:cNvContentPartPr/>
                <p14:nvPr/>
              </p14:nvContentPartPr>
              <p14:xfrm>
                <a:off x="3136280" y="6311920"/>
                <a:ext cx="273240" cy="1868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0CAC431-509C-9BE4-9248-6894FBDCF77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125480" y="6301480"/>
                  <a:ext cx="2944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95F5D13-04EB-D514-6B5C-E08500D4E4DC}"/>
                    </a:ext>
                  </a:extLst>
                </p14:cNvPr>
                <p14:cNvContentPartPr/>
                <p14:nvPr/>
              </p14:nvContentPartPr>
              <p14:xfrm>
                <a:off x="3406640" y="6211120"/>
                <a:ext cx="72720" cy="1278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95F5D13-04EB-D514-6B5C-E08500D4E4D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395840" y="6200680"/>
                  <a:ext cx="939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201D3A5-CFB2-E25A-0479-09A67ECBFE6F}"/>
                    </a:ext>
                  </a:extLst>
                </p14:cNvPr>
                <p14:cNvContentPartPr/>
                <p14:nvPr/>
              </p14:nvContentPartPr>
              <p14:xfrm>
                <a:off x="3551000" y="6066760"/>
                <a:ext cx="432360" cy="2325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201D3A5-CFB2-E25A-0479-09A67ECBFE6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540200" y="6056320"/>
                  <a:ext cx="4536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4AA186F9-E59C-DAE1-71F7-9C6869BFA494}"/>
                    </a:ext>
                  </a:extLst>
                </p14:cNvPr>
                <p14:cNvContentPartPr/>
                <p14:nvPr/>
              </p14:nvContentPartPr>
              <p14:xfrm>
                <a:off x="3609680" y="6579040"/>
                <a:ext cx="294840" cy="1965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4AA186F9-E59C-DAE1-71F7-9C6869BFA49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599240" y="6568240"/>
                  <a:ext cx="3160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190C605-1D21-ECA7-319F-8D519889C0F3}"/>
                    </a:ext>
                  </a:extLst>
                </p14:cNvPr>
                <p14:cNvContentPartPr/>
                <p14:nvPr/>
              </p14:nvContentPartPr>
              <p14:xfrm>
                <a:off x="3940160" y="6442600"/>
                <a:ext cx="181440" cy="1436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8190C605-1D21-ECA7-319F-8D519889C0F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929360" y="6432160"/>
                  <a:ext cx="2026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93F4B2C-D338-8D02-B49B-69324DCFD8C3}"/>
                    </a:ext>
                  </a:extLst>
                </p14:cNvPr>
                <p14:cNvContentPartPr/>
                <p14:nvPr/>
              </p14:nvContentPartPr>
              <p14:xfrm>
                <a:off x="4173440" y="6440440"/>
                <a:ext cx="193320" cy="709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93F4B2C-D338-8D02-B49B-69324DCFD8C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162640" y="6429640"/>
                  <a:ext cx="214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862C13F2-4429-D9F3-F949-897AD50C8C74}"/>
                    </a:ext>
                  </a:extLst>
                </p14:cNvPr>
                <p14:cNvContentPartPr/>
                <p14:nvPr/>
              </p14:nvContentPartPr>
              <p14:xfrm>
                <a:off x="4229240" y="6384280"/>
                <a:ext cx="101880" cy="1558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862C13F2-4429-D9F3-F949-897AD50C8C74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218440" y="6373840"/>
                  <a:ext cx="123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AF411F2-BAA4-8DD3-D4B7-A8A2319FE1A8}"/>
                    </a:ext>
                  </a:extLst>
                </p14:cNvPr>
                <p14:cNvContentPartPr/>
                <p14:nvPr/>
              </p14:nvContentPartPr>
              <p14:xfrm>
                <a:off x="4534880" y="6115720"/>
                <a:ext cx="150120" cy="31464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AF411F2-BAA4-8DD3-D4B7-A8A2319FE1A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524440" y="6105280"/>
                  <a:ext cx="1713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05986C1-8E15-F658-C694-46528E7167CA}"/>
                    </a:ext>
                  </a:extLst>
                </p14:cNvPr>
                <p14:cNvContentPartPr/>
                <p14:nvPr/>
              </p14:nvContentPartPr>
              <p14:xfrm>
                <a:off x="4710200" y="6097360"/>
                <a:ext cx="181800" cy="19764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05986C1-8E15-F658-C694-46528E7167C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699400" y="6086560"/>
                  <a:ext cx="2030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133C3FA2-4FB7-534F-90A7-12245242E005}"/>
                    </a:ext>
                  </a:extLst>
                </p14:cNvPr>
                <p14:cNvContentPartPr/>
                <p14:nvPr/>
              </p14:nvContentPartPr>
              <p14:xfrm>
                <a:off x="4815320" y="5922760"/>
                <a:ext cx="157680" cy="3189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133C3FA2-4FB7-534F-90A7-12245242E00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804880" y="5912320"/>
                  <a:ext cx="1789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F248A370-1950-FD6A-3B03-0D869D0670AE}"/>
                    </a:ext>
                  </a:extLst>
                </p14:cNvPr>
                <p14:cNvContentPartPr/>
                <p14:nvPr/>
              </p14:nvContentPartPr>
              <p14:xfrm>
                <a:off x="5349560" y="5830240"/>
                <a:ext cx="130320" cy="2498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F248A370-1950-FD6A-3B03-0D869D0670A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338760" y="5819800"/>
                  <a:ext cx="1515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F2A52BC7-DB13-FEA9-EA78-3D8221C5D935}"/>
                    </a:ext>
                  </a:extLst>
                </p14:cNvPr>
                <p14:cNvContentPartPr/>
                <p14:nvPr/>
              </p14:nvContentPartPr>
              <p14:xfrm>
                <a:off x="5517680" y="5848240"/>
                <a:ext cx="49320" cy="1447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F2A52BC7-DB13-FEA9-EA78-3D8221C5D93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507240" y="5837800"/>
                  <a:ext cx="705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7A611ECC-7A01-A4E8-2E68-318EBA3042DE}"/>
                    </a:ext>
                  </a:extLst>
                </p14:cNvPr>
                <p14:cNvContentPartPr/>
                <p14:nvPr/>
              </p14:nvContentPartPr>
              <p14:xfrm>
                <a:off x="5641880" y="5780560"/>
                <a:ext cx="95760" cy="2314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7A611ECC-7A01-A4E8-2E68-318EBA3042D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631080" y="5770120"/>
                  <a:ext cx="1170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9CCC976A-927B-E4E5-707C-17E712D72DF3}"/>
                    </a:ext>
                  </a:extLst>
                </p14:cNvPr>
                <p14:cNvContentPartPr/>
                <p14:nvPr/>
              </p14:nvContentPartPr>
              <p14:xfrm>
                <a:off x="5820800" y="5778760"/>
                <a:ext cx="232920" cy="1227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9CCC976A-927B-E4E5-707C-17E712D72DF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810000" y="5768320"/>
                  <a:ext cx="2541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173326F2-6D68-463A-B04C-D8079F09464A}"/>
                    </a:ext>
                  </a:extLst>
                </p14:cNvPr>
                <p14:cNvContentPartPr/>
                <p14:nvPr/>
              </p14:nvContentPartPr>
              <p14:xfrm>
                <a:off x="6081800" y="5592640"/>
                <a:ext cx="97200" cy="22788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173326F2-6D68-463A-B04C-D8079F09464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071360" y="5582200"/>
                  <a:ext cx="1184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0958610F-CBE1-2F04-EC67-0A382758F07B}"/>
                    </a:ext>
                  </a:extLst>
                </p14:cNvPr>
                <p14:cNvContentPartPr/>
                <p14:nvPr/>
              </p14:nvContentPartPr>
              <p14:xfrm>
                <a:off x="5135720" y="6451960"/>
                <a:ext cx="232200" cy="1875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0958610F-CBE1-2F04-EC67-0A382758F07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124920" y="6441520"/>
                  <a:ext cx="2534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43762F0B-D34C-4881-5984-32D751755376}"/>
                    </a:ext>
                  </a:extLst>
                </p14:cNvPr>
                <p14:cNvContentPartPr/>
                <p14:nvPr/>
              </p14:nvContentPartPr>
              <p14:xfrm>
                <a:off x="5689040" y="6277000"/>
                <a:ext cx="291960" cy="1623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43762F0B-D34C-4881-5984-32D75175537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678600" y="6266560"/>
                  <a:ext cx="3132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AEC8E275-921E-98FE-2B83-F20F90A3B1D8}"/>
                    </a:ext>
                  </a:extLst>
                </p14:cNvPr>
                <p14:cNvContentPartPr/>
                <p14:nvPr/>
              </p14:nvContentPartPr>
              <p14:xfrm>
                <a:off x="5997200" y="6146680"/>
                <a:ext cx="221040" cy="1371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AEC8E275-921E-98FE-2B83-F20F90A3B1D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986400" y="6136240"/>
                  <a:ext cx="242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6A7535A5-B267-CB87-4D7E-0596C10D67EC}"/>
                    </a:ext>
                  </a:extLst>
                </p14:cNvPr>
                <p14:cNvContentPartPr/>
                <p14:nvPr/>
              </p14:nvContentPartPr>
              <p14:xfrm>
                <a:off x="6272600" y="6124000"/>
                <a:ext cx="129960" cy="7776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6A7535A5-B267-CB87-4D7E-0596C10D67E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262160" y="6113200"/>
                  <a:ext cx="1512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D4E8FD04-FAEB-7C3F-7C16-B70CC5B2C026}"/>
                    </a:ext>
                  </a:extLst>
                </p14:cNvPr>
                <p14:cNvContentPartPr/>
                <p14:nvPr/>
              </p14:nvContentPartPr>
              <p14:xfrm>
                <a:off x="6304280" y="6048400"/>
                <a:ext cx="86760" cy="1969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D4E8FD04-FAEB-7C3F-7C16-B70CC5B2C02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293840" y="6037960"/>
                  <a:ext cx="1080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120AEDF8-B0D5-7359-733C-FD88F0ADA5C1}"/>
                    </a:ext>
                  </a:extLst>
                </p14:cNvPr>
                <p14:cNvContentPartPr/>
                <p14:nvPr/>
              </p14:nvContentPartPr>
              <p14:xfrm>
                <a:off x="6664280" y="5820160"/>
                <a:ext cx="102600" cy="2710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120AEDF8-B0D5-7359-733C-FD88F0ADA5C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653480" y="5809360"/>
                  <a:ext cx="1238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8EF8DD20-382B-47F0-9B3B-6212A9F5D253}"/>
                    </a:ext>
                  </a:extLst>
                </p14:cNvPr>
                <p14:cNvContentPartPr/>
                <p14:nvPr/>
              </p14:nvContentPartPr>
              <p14:xfrm>
                <a:off x="6784160" y="5815840"/>
                <a:ext cx="124920" cy="1962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8EF8DD20-382B-47F0-9B3B-6212A9F5D25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773360" y="5805400"/>
                  <a:ext cx="1461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2BE4B0B9-9C7C-6D2F-57DD-F17D9995E47D}"/>
                    </a:ext>
                  </a:extLst>
                </p14:cNvPr>
                <p14:cNvContentPartPr/>
                <p14:nvPr/>
              </p14:nvContentPartPr>
              <p14:xfrm>
                <a:off x="6902240" y="5692000"/>
                <a:ext cx="111960" cy="2552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2BE4B0B9-9C7C-6D2F-57DD-F17D9995E47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891440" y="5681560"/>
                  <a:ext cx="133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6D827C1D-80ED-513F-8EA2-B1AB4CE9239D}"/>
                    </a:ext>
                  </a:extLst>
                </p14:cNvPr>
                <p14:cNvContentPartPr/>
                <p14:nvPr/>
              </p14:nvContentPartPr>
              <p14:xfrm>
                <a:off x="6187640" y="6526840"/>
                <a:ext cx="271800" cy="16668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6D827C1D-80ED-513F-8EA2-B1AB4CE9239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176840" y="6516400"/>
                  <a:ext cx="2930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662932CB-22F7-5B63-DA8A-0C3A92DFF88E}"/>
                    </a:ext>
                  </a:extLst>
                </p14:cNvPr>
                <p14:cNvContentPartPr/>
                <p14:nvPr/>
              </p14:nvContentPartPr>
              <p14:xfrm>
                <a:off x="6482120" y="6367360"/>
                <a:ext cx="134640" cy="23544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662932CB-22F7-5B63-DA8A-0C3A92DFF88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471320" y="6356560"/>
                  <a:ext cx="1558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EFF0F6E-8AEA-7CD9-1A67-5E77F6A48803}"/>
                    </a:ext>
                  </a:extLst>
                </p14:cNvPr>
                <p14:cNvContentPartPr/>
                <p14:nvPr/>
              </p14:nvContentPartPr>
              <p14:xfrm>
                <a:off x="6989720" y="6300760"/>
                <a:ext cx="213840" cy="2095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EFF0F6E-8AEA-7CD9-1A67-5E77F6A48803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978920" y="6289960"/>
                  <a:ext cx="2350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ACE63D05-EA83-C12C-01E1-012B044C00D6}"/>
                    </a:ext>
                  </a:extLst>
                </p14:cNvPr>
                <p14:cNvContentPartPr/>
                <p14:nvPr/>
              </p14:nvContentPartPr>
              <p14:xfrm>
                <a:off x="7230560" y="6172960"/>
                <a:ext cx="169560" cy="1069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ACE63D05-EA83-C12C-01E1-012B044C00D6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220120" y="6162520"/>
                  <a:ext cx="1908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60BBFEAE-7EF9-348F-9DAB-42ED557082A1}"/>
                    </a:ext>
                  </a:extLst>
                </p14:cNvPr>
                <p14:cNvContentPartPr/>
                <p14:nvPr/>
              </p14:nvContentPartPr>
              <p14:xfrm>
                <a:off x="7422440" y="6117160"/>
                <a:ext cx="160200" cy="802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60BBFEAE-7EF9-348F-9DAB-42ED557082A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412000" y="6106360"/>
                  <a:ext cx="1814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16FFD378-FA9C-50EE-662A-D556D55F438A}"/>
                    </a:ext>
                  </a:extLst>
                </p14:cNvPr>
                <p14:cNvContentPartPr/>
                <p14:nvPr/>
              </p14:nvContentPartPr>
              <p14:xfrm>
                <a:off x="7506320" y="6054160"/>
                <a:ext cx="34560" cy="1764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16FFD378-FA9C-50EE-662A-D556D55F438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495880" y="6043720"/>
                  <a:ext cx="558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26D16580-72CA-734B-FA9F-125CB343A37B}"/>
                    </a:ext>
                  </a:extLst>
                </p14:cNvPr>
                <p14:cNvContentPartPr/>
                <p14:nvPr/>
              </p14:nvContentPartPr>
              <p14:xfrm>
                <a:off x="7642040" y="5881720"/>
                <a:ext cx="147600" cy="3394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26D16580-72CA-734B-FA9F-125CB343A37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631600" y="5870920"/>
                  <a:ext cx="1688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C3BF6B5C-B8FD-4633-8A5C-D24586A99ECC}"/>
                    </a:ext>
                  </a:extLst>
                </p14:cNvPr>
                <p14:cNvContentPartPr/>
                <p14:nvPr/>
              </p14:nvContentPartPr>
              <p14:xfrm>
                <a:off x="7788200" y="5882800"/>
                <a:ext cx="179640" cy="2073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C3BF6B5C-B8FD-4633-8A5C-D24586A99ECC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777400" y="5872000"/>
                  <a:ext cx="2008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5C84285B-21C6-495B-EC3A-8E05A9F7DAA5}"/>
                    </a:ext>
                  </a:extLst>
                </p14:cNvPr>
                <p14:cNvContentPartPr/>
                <p14:nvPr/>
              </p14:nvContentPartPr>
              <p14:xfrm>
                <a:off x="7983680" y="5731960"/>
                <a:ext cx="144360" cy="3063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5C84285B-21C6-495B-EC3A-8E05A9F7DAA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972880" y="5721520"/>
                  <a:ext cx="16560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54FBCE4A-C5DA-BD64-23CE-295A00A96FD9}"/>
              </a:ext>
            </a:extLst>
          </p:cNvPr>
          <p:cNvGrpSpPr/>
          <p:nvPr/>
        </p:nvGrpSpPr>
        <p:grpSpPr>
          <a:xfrm>
            <a:off x="4480520" y="2059960"/>
            <a:ext cx="4353120" cy="3405960"/>
            <a:chOff x="4480520" y="2059960"/>
            <a:chExt cx="4353120" cy="340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B5A508C-74FE-C773-6FDA-C5F1B409702B}"/>
                    </a:ext>
                  </a:extLst>
                </p14:cNvPr>
                <p14:cNvContentPartPr/>
                <p14:nvPr/>
              </p14:nvContentPartPr>
              <p14:xfrm>
                <a:off x="5358560" y="2150680"/>
                <a:ext cx="110520" cy="31564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B5A508C-74FE-C773-6FDA-C5F1B409702B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348120" y="2140240"/>
                  <a:ext cx="131760" cy="31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642BBFF-5E96-B9A4-C87B-097465D796CC}"/>
                    </a:ext>
                  </a:extLst>
                </p14:cNvPr>
                <p14:cNvContentPartPr/>
                <p14:nvPr/>
              </p14:nvContentPartPr>
              <p14:xfrm>
                <a:off x="4480520" y="2575840"/>
                <a:ext cx="3549240" cy="70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642BBFF-5E96-B9A4-C87B-097465D796C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4469720" y="2565040"/>
                  <a:ext cx="35704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0BBAABA-D90A-77C0-6998-5C0CC7065049}"/>
                    </a:ext>
                  </a:extLst>
                </p14:cNvPr>
                <p14:cNvContentPartPr/>
                <p14:nvPr/>
              </p14:nvContentPartPr>
              <p14:xfrm>
                <a:off x="4524800" y="3202960"/>
                <a:ext cx="4005000" cy="1281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0BBAABA-D90A-77C0-6998-5C0CC7065049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514360" y="3192160"/>
                  <a:ext cx="40262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CD24541-DC63-279A-EAFB-8C529D7A7B81}"/>
                    </a:ext>
                  </a:extLst>
                </p14:cNvPr>
                <p14:cNvContentPartPr/>
                <p14:nvPr/>
              </p14:nvContentPartPr>
              <p14:xfrm>
                <a:off x="4539920" y="3723880"/>
                <a:ext cx="4000680" cy="1501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CD24541-DC63-279A-EAFB-8C529D7A7B8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529480" y="3713080"/>
                  <a:ext cx="40219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287E777-527E-023F-1E3F-06392A65B2A0}"/>
                    </a:ext>
                  </a:extLst>
                </p14:cNvPr>
                <p14:cNvContentPartPr/>
                <p14:nvPr/>
              </p14:nvContentPartPr>
              <p14:xfrm>
                <a:off x="4578080" y="4218520"/>
                <a:ext cx="3842280" cy="1087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287E777-527E-023F-1E3F-06392A65B2A0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567640" y="4207720"/>
                  <a:ext cx="3863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9DCF0DB-4D2B-0E38-C1E9-6B8D6E91FF81}"/>
                    </a:ext>
                  </a:extLst>
                </p14:cNvPr>
                <p14:cNvContentPartPr/>
                <p14:nvPr/>
              </p14:nvContentPartPr>
              <p14:xfrm>
                <a:off x="4681040" y="4742680"/>
                <a:ext cx="4152600" cy="1443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9DCF0DB-4D2B-0E38-C1E9-6B8D6E91FF8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670240" y="4732240"/>
                  <a:ext cx="4173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A1826FD-8F89-89B8-886F-3D04A0A1E86A}"/>
                    </a:ext>
                  </a:extLst>
                </p14:cNvPr>
                <p14:cNvContentPartPr/>
                <p14:nvPr/>
              </p14:nvContentPartPr>
              <p14:xfrm>
                <a:off x="6679400" y="2080120"/>
                <a:ext cx="128160" cy="33858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A1826FD-8F89-89B8-886F-3D04A0A1E86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668600" y="2069320"/>
                  <a:ext cx="149400" cy="34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425BF83-32E1-8012-5935-431A555AEC95}"/>
                    </a:ext>
                  </a:extLst>
                </p14:cNvPr>
                <p14:cNvContentPartPr/>
                <p14:nvPr/>
              </p14:nvContentPartPr>
              <p14:xfrm>
                <a:off x="5558000" y="2175880"/>
                <a:ext cx="177840" cy="2743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425BF83-32E1-8012-5935-431A555AEC95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547560" y="2165440"/>
                  <a:ext cx="1990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2323BA4-B82E-4066-9A79-E47771B174E4}"/>
                    </a:ext>
                  </a:extLst>
                </p14:cNvPr>
                <p14:cNvContentPartPr/>
                <p14:nvPr/>
              </p14:nvContentPartPr>
              <p14:xfrm>
                <a:off x="5767520" y="2264080"/>
                <a:ext cx="62640" cy="1281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2323BA4-B82E-4066-9A79-E47771B174E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756720" y="2253280"/>
                  <a:ext cx="838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395605D-EDAB-B837-6F9B-22E69D1D9CB6}"/>
                    </a:ext>
                  </a:extLst>
                </p14:cNvPr>
                <p14:cNvContentPartPr/>
                <p14:nvPr/>
              </p14:nvContentPartPr>
              <p14:xfrm>
                <a:off x="5967680" y="2068240"/>
                <a:ext cx="184680" cy="3675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395605D-EDAB-B837-6F9B-22E69D1D9CB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957240" y="2057800"/>
                  <a:ext cx="20592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C1AD17B-C360-20E4-2E05-345D302F5013}"/>
                    </a:ext>
                  </a:extLst>
                </p14:cNvPr>
                <p14:cNvContentPartPr/>
                <p14:nvPr/>
              </p14:nvContentPartPr>
              <p14:xfrm>
                <a:off x="6192680" y="2081200"/>
                <a:ext cx="14400" cy="3099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C1AD17B-C360-20E4-2E05-345D302F5013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181880" y="2070400"/>
                  <a:ext cx="356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3043F89-477D-1B91-160B-0E49D7C7DCDD}"/>
                    </a:ext>
                  </a:extLst>
                </p14:cNvPr>
                <p14:cNvContentPartPr/>
                <p14:nvPr/>
              </p14:nvContentPartPr>
              <p14:xfrm>
                <a:off x="6171080" y="2266240"/>
                <a:ext cx="114480" cy="50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3043F89-477D-1B91-160B-0E49D7C7DCD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160280" y="2255440"/>
                  <a:ext cx="135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34F76B1-57BA-D0D3-F5FA-5CECB9668DDD}"/>
                    </a:ext>
                  </a:extLst>
                </p14:cNvPr>
                <p14:cNvContentPartPr/>
                <p14:nvPr/>
              </p14:nvContentPartPr>
              <p14:xfrm>
                <a:off x="7090160" y="2117560"/>
                <a:ext cx="14400" cy="2127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34F76B1-57BA-D0D3-F5FA-5CECB9668DD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079360" y="2107120"/>
                  <a:ext cx="35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F432C7E-317B-7D2A-96C7-7BD6303E5AE5}"/>
                    </a:ext>
                  </a:extLst>
                </p14:cNvPr>
                <p14:cNvContentPartPr/>
                <p14:nvPr/>
              </p14:nvContentPartPr>
              <p14:xfrm>
                <a:off x="6997280" y="2059960"/>
                <a:ext cx="282240" cy="3002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F432C7E-317B-7D2A-96C7-7BD6303E5AE5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986840" y="2049160"/>
                  <a:ext cx="3034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917FC77-A943-95A7-C33A-2E2C88432678}"/>
                    </a:ext>
                  </a:extLst>
                </p14:cNvPr>
                <p14:cNvContentPartPr/>
                <p14:nvPr/>
              </p14:nvContentPartPr>
              <p14:xfrm>
                <a:off x="7313360" y="2247880"/>
                <a:ext cx="360" cy="93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917FC77-A943-95A7-C33A-2E2C88432678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302920" y="2237440"/>
                  <a:ext cx="216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845AC84-FE6B-06BA-5EB8-DA5B62F2423E}"/>
                    </a:ext>
                  </a:extLst>
                </p14:cNvPr>
                <p14:cNvContentPartPr/>
                <p14:nvPr/>
              </p14:nvContentPartPr>
              <p14:xfrm>
                <a:off x="7334960" y="2129080"/>
                <a:ext cx="360" cy="3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845AC84-FE6B-06BA-5EB8-DA5B62F2423E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7324520" y="21186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22E325B-F1CE-A402-BC46-0894CB196524}"/>
                    </a:ext>
                  </a:extLst>
                </p14:cNvPr>
                <p14:cNvContentPartPr/>
                <p14:nvPr/>
              </p14:nvContentPartPr>
              <p14:xfrm>
                <a:off x="7408040" y="2143840"/>
                <a:ext cx="126360" cy="1890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22E325B-F1CE-A402-BC46-0894CB196524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7397600" y="2133400"/>
                  <a:ext cx="1476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8E79521-B70E-FB2F-70F8-3A19F45D4DD2}"/>
                    </a:ext>
                  </a:extLst>
                </p14:cNvPr>
                <p14:cNvContentPartPr/>
                <p14:nvPr/>
              </p14:nvContentPartPr>
              <p14:xfrm>
                <a:off x="7581200" y="2073280"/>
                <a:ext cx="109440" cy="246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8E79521-B70E-FB2F-70F8-3A19F45D4DD2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570760" y="2062480"/>
                  <a:ext cx="1306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3B4158A-61FC-6038-C4CB-E7760D8CD9F3}"/>
                    </a:ext>
                  </a:extLst>
                </p14:cNvPr>
                <p14:cNvContentPartPr/>
                <p14:nvPr/>
              </p14:nvContentPartPr>
              <p14:xfrm>
                <a:off x="7822400" y="2085880"/>
                <a:ext cx="9360" cy="2563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3B4158A-61FC-6038-C4CB-E7760D8CD9F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811600" y="2075080"/>
                  <a:ext cx="306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931A3AB-D89C-4D1F-64D9-58D8F1129376}"/>
                    </a:ext>
                  </a:extLst>
                </p14:cNvPr>
                <p14:cNvContentPartPr/>
                <p14:nvPr/>
              </p14:nvContentPartPr>
              <p14:xfrm>
                <a:off x="7771640" y="2209000"/>
                <a:ext cx="157680" cy="140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931A3AB-D89C-4D1F-64D9-58D8F112937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760840" y="2198560"/>
                  <a:ext cx="178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D5F15B5-10F0-A91B-0229-18E30854C240}"/>
                    </a:ext>
                  </a:extLst>
                </p14:cNvPr>
                <p14:cNvContentPartPr/>
                <p14:nvPr/>
              </p14:nvContentPartPr>
              <p14:xfrm>
                <a:off x="4773560" y="2860240"/>
                <a:ext cx="165600" cy="2322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D5F15B5-10F0-A91B-0229-18E30854C240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4763120" y="2849440"/>
                  <a:ext cx="1868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F38A8C7-CC1F-C17C-FC88-A7EB3F000EAE}"/>
                    </a:ext>
                  </a:extLst>
                </p14:cNvPr>
                <p14:cNvContentPartPr/>
                <p14:nvPr/>
              </p14:nvContentPartPr>
              <p14:xfrm>
                <a:off x="4836920" y="2879680"/>
                <a:ext cx="213480" cy="198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F38A8C7-CC1F-C17C-FC88-A7EB3F000EAE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4826480" y="2868880"/>
                  <a:ext cx="2347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4D2E318-9AFF-053E-2BB6-7BA309DDC2D1}"/>
                    </a:ext>
                  </a:extLst>
                </p14:cNvPr>
                <p14:cNvContentPartPr/>
                <p14:nvPr/>
              </p14:nvContentPartPr>
              <p14:xfrm>
                <a:off x="4854200" y="3442720"/>
                <a:ext cx="114120" cy="1674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4D2E318-9AFF-053E-2BB6-7BA309DDC2D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843400" y="3432280"/>
                  <a:ext cx="135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4474D8A-29F1-F7A5-AF8A-6CAB4BEDEC69}"/>
                    </a:ext>
                  </a:extLst>
                </p14:cNvPr>
                <p14:cNvContentPartPr/>
                <p14:nvPr/>
              </p14:nvContentPartPr>
              <p14:xfrm>
                <a:off x="4956440" y="3495280"/>
                <a:ext cx="42120" cy="2232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4474D8A-29F1-F7A5-AF8A-6CAB4BEDEC69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945640" y="3484840"/>
                  <a:ext cx="633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59D817D-BFAB-BA78-2834-B5CA61FB2433}"/>
                    </a:ext>
                  </a:extLst>
                </p14:cNvPr>
                <p14:cNvContentPartPr/>
                <p14:nvPr/>
              </p14:nvContentPartPr>
              <p14:xfrm>
                <a:off x="4867520" y="3970480"/>
                <a:ext cx="144360" cy="1879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59D817D-BFAB-BA78-2834-B5CA61FB2433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857080" y="3960040"/>
                  <a:ext cx="165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5CFC72C-5100-9AC7-9C96-669AFB15C328}"/>
                    </a:ext>
                  </a:extLst>
                </p14:cNvPr>
                <p14:cNvContentPartPr/>
                <p14:nvPr/>
              </p14:nvContentPartPr>
              <p14:xfrm>
                <a:off x="4923320" y="4507600"/>
                <a:ext cx="184320" cy="1875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5CFC72C-5100-9AC7-9C96-669AFB15C328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912880" y="4496800"/>
                  <a:ext cx="2055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6FA42C4-2C26-58AC-730A-D73592548384}"/>
                    </a:ext>
                  </a:extLst>
                </p14:cNvPr>
                <p14:cNvContentPartPr/>
                <p14:nvPr/>
              </p14:nvContentPartPr>
              <p14:xfrm>
                <a:off x="4982000" y="5036800"/>
                <a:ext cx="194400" cy="2124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6FA42C4-2C26-58AC-730A-D7359254838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971560" y="5026360"/>
                  <a:ext cx="2156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39718F3-194E-B7B2-0BC2-44A99679D8A4}"/>
                    </a:ext>
                  </a:extLst>
                </p14:cNvPr>
                <p14:cNvContentPartPr/>
                <p14:nvPr/>
              </p14:nvContentPartPr>
              <p14:xfrm>
                <a:off x="5941040" y="2850160"/>
                <a:ext cx="165600" cy="164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39718F3-194E-B7B2-0BC2-44A99679D8A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930600" y="2839720"/>
                  <a:ext cx="1868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D63416C-8E9E-0BB0-EB23-6DED6F371935}"/>
                    </a:ext>
                  </a:extLst>
                </p14:cNvPr>
                <p14:cNvContentPartPr/>
                <p14:nvPr/>
              </p14:nvContentPartPr>
              <p14:xfrm>
                <a:off x="7441520" y="2870680"/>
                <a:ext cx="252000" cy="1699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D63416C-8E9E-0BB0-EB23-6DED6F37193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430720" y="2859880"/>
                  <a:ext cx="2732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9715AA0-E9FD-B62B-E8BD-327BA6489CA1}"/>
                    </a:ext>
                  </a:extLst>
                </p14:cNvPr>
                <p14:cNvContentPartPr/>
                <p14:nvPr/>
              </p14:nvContentPartPr>
              <p14:xfrm>
                <a:off x="5885600" y="3404920"/>
                <a:ext cx="197280" cy="1976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9715AA0-E9FD-B62B-E8BD-327BA6489CA1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874800" y="3394120"/>
                  <a:ext cx="2185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60104EF-A8B4-EF46-D415-8F8C66B1F92A}"/>
                    </a:ext>
                  </a:extLst>
                </p14:cNvPr>
                <p14:cNvContentPartPr/>
                <p14:nvPr/>
              </p14:nvContentPartPr>
              <p14:xfrm>
                <a:off x="7392920" y="3394120"/>
                <a:ext cx="223560" cy="1857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60104EF-A8B4-EF46-D415-8F8C66B1F92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382120" y="3383680"/>
                  <a:ext cx="2448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D56759B-3D61-9E4B-E497-329AAAE876E7}"/>
                    </a:ext>
                  </a:extLst>
                </p14:cNvPr>
                <p14:cNvContentPartPr/>
                <p14:nvPr/>
              </p14:nvContentPartPr>
              <p14:xfrm>
                <a:off x="5907200" y="3911800"/>
                <a:ext cx="217800" cy="1710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D56759B-3D61-9E4B-E497-329AAAE876E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896400" y="3901000"/>
                  <a:ext cx="2390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66AB2EC-E5CB-B43F-9976-D9A3C8A0F251}"/>
                    </a:ext>
                  </a:extLst>
                </p14:cNvPr>
                <p14:cNvContentPartPr/>
                <p14:nvPr/>
              </p14:nvContentPartPr>
              <p14:xfrm>
                <a:off x="7388240" y="3873280"/>
                <a:ext cx="186840" cy="1735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66AB2EC-E5CB-B43F-9976-D9A3C8A0F251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377800" y="3862480"/>
                  <a:ext cx="2080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A38C9BF-9EE9-D20B-2D3F-408B7C0168B0}"/>
                    </a:ext>
                  </a:extLst>
                </p14:cNvPr>
                <p14:cNvContentPartPr/>
                <p14:nvPr/>
              </p14:nvContentPartPr>
              <p14:xfrm>
                <a:off x="5964080" y="4415080"/>
                <a:ext cx="250560" cy="191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A38C9BF-9EE9-D20B-2D3F-408B7C0168B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953280" y="4404280"/>
                  <a:ext cx="2718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C382791-69B7-FA6D-42AD-2FF51D4DFA02}"/>
                    </a:ext>
                  </a:extLst>
                </p14:cNvPr>
                <p14:cNvContentPartPr/>
                <p14:nvPr/>
              </p14:nvContentPartPr>
              <p14:xfrm>
                <a:off x="7529360" y="4364680"/>
                <a:ext cx="284400" cy="1796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C382791-69B7-FA6D-42AD-2FF51D4DFA02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518560" y="4354240"/>
                  <a:ext cx="3056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5DD063E4-BCE9-CE02-3E7E-A5A1AC4F9136}"/>
                    </a:ext>
                  </a:extLst>
                </p14:cNvPr>
                <p14:cNvContentPartPr/>
                <p14:nvPr/>
              </p14:nvContentPartPr>
              <p14:xfrm>
                <a:off x="5968040" y="4963000"/>
                <a:ext cx="322920" cy="2188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5DD063E4-BCE9-CE02-3E7E-A5A1AC4F9136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5957240" y="4952560"/>
                  <a:ext cx="3441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AFF35BB4-1BB5-E0F5-146E-A5D04E463175}"/>
                    </a:ext>
                  </a:extLst>
                </p14:cNvPr>
                <p14:cNvContentPartPr/>
                <p14:nvPr/>
              </p14:nvContentPartPr>
              <p14:xfrm>
                <a:off x="7631240" y="4943920"/>
                <a:ext cx="321120" cy="27324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AFF35BB4-1BB5-E0F5-146E-A5D04E46317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620440" y="4933120"/>
                  <a:ext cx="3423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E39C867E-01F0-E344-4786-639DEDA967CC}"/>
                    </a:ext>
                  </a:extLst>
                </p14:cNvPr>
                <p14:cNvContentPartPr/>
                <p14:nvPr/>
              </p14:nvContentPartPr>
              <p14:xfrm>
                <a:off x="8400920" y="2185240"/>
                <a:ext cx="51480" cy="327240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E39C867E-01F0-E344-4786-639DEDA967CC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390480" y="2174440"/>
                  <a:ext cx="72720" cy="329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2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B0B15A56-FB46-5C47-DB89-D5FE44B1D941}"/>
                  </a:ext>
                </a:extLst>
              </p14:cNvPr>
              <p14:cNvContentPartPr/>
              <p14:nvPr/>
            </p14:nvContentPartPr>
            <p14:xfrm>
              <a:off x="8852360" y="2862400"/>
              <a:ext cx="233640" cy="20196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B0B15A56-FB46-5C47-DB89-D5FE44B1D941}"/>
                  </a:ext>
                </a:extLst>
              </p:cNvPr>
              <p:cNvPicPr/>
              <p:nvPr/>
            </p:nvPicPr>
            <p:blipFill>
              <a:blip r:embed="rId473"/>
              <a:stretch>
                <a:fillRect/>
              </a:stretch>
            </p:blipFill>
            <p:spPr>
              <a:xfrm>
                <a:off x="8841560" y="2851600"/>
                <a:ext cx="2548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4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DFAD5DD1-9714-B1C4-2BE2-B3A2468A403E}"/>
                  </a:ext>
                </a:extLst>
              </p14:cNvPr>
              <p14:cNvContentPartPr/>
              <p14:nvPr/>
            </p14:nvContentPartPr>
            <p14:xfrm>
              <a:off x="8874320" y="3395920"/>
              <a:ext cx="244440" cy="219600"/>
            </p14:xfrm>
          </p:contentPart>
        </mc:Choice>
        <mc:Fallback xmlns=""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DFAD5DD1-9714-B1C4-2BE2-B3A2468A403E}"/>
                  </a:ext>
                </a:extLst>
              </p:cNvPr>
              <p:cNvPicPr/>
              <p:nvPr/>
            </p:nvPicPr>
            <p:blipFill>
              <a:blip r:embed="rId475"/>
              <a:stretch>
                <a:fillRect/>
              </a:stretch>
            </p:blipFill>
            <p:spPr>
              <a:xfrm>
                <a:off x="8863880" y="3385120"/>
                <a:ext cx="26568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6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85ACECD3-C174-ABBB-5BB6-06EE78C7DAAB}"/>
                  </a:ext>
                </a:extLst>
              </p14:cNvPr>
              <p14:cNvContentPartPr/>
              <p14:nvPr/>
            </p14:nvContentPartPr>
            <p14:xfrm>
              <a:off x="8904920" y="3884800"/>
              <a:ext cx="182160" cy="194040"/>
            </p14:xfrm>
          </p:contentPart>
        </mc:Choice>
        <mc:Fallback xmlns=""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85ACECD3-C174-ABBB-5BB6-06EE78C7DAAB}"/>
                  </a:ext>
                </a:extLst>
              </p:cNvPr>
              <p:cNvPicPr/>
              <p:nvPr/>
            </p:nvPicPr>
            <p:blipFill>
              <a:blip r:embed="rId477"/>
              <a:stretch>
                <a:fillRect/>
              </a:stretch>
            </p:blipFill>
            <p:spPr>
              <a:xfrm>
                <a:off x="8894120" y="3874360"/>
                <a:ext cx="2034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8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5A892054-BE57-F816-90CC-2F758B0727C6}"/>
                  </a:ext>
                </a:extLst>
              </p14:cNvPr>
              <p14:cNvContentPartPr/>
              <p14:nvPr/>
            </p14:nvContentPartPr>
            <p14:xfrm>
              <a:off x="8921480" y="4396000"/>
              <a:ext cx="264240" cy="18144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5A892054-BE57-F816-90CC-2F758B0727C6}"/>
                  </a:ext>
                </a:extLst>
              </p:cNvPr>
              <p:cNvPicPr/>
              <p:nvPr/>
            </p:nvPicPr>
            <p:blipFill>
              <a:blip r:embed="rId479"/>
              <a:stretch>
                <a:fillRect/>
              </a:stretch>
            </p:blipFill>
            <p:spPr>
              <a:xfrm>
                <a:off x="8911040" y="4385560"/>
                <a:ext cx="2854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0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68D39D1F-1114-E81E-E5EB-8A1F4D2428EF}"/>
                  </a:ext>
                </a:extLst>
              </p14:cNvPr>
              <p14:cNvContentPartPr/>
              <p14:nvPr/>
            </p14:nvContentPartPr>
            <p14:xfrm>
              <a:off x="8959640" y="4916560"/>
              <a:ext cx="280800" cy="27324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68D39D1F-1114-E81E-E5EB-8A1F4D2428EF}"/>
                  </a:ext>
                </a:extLst>
              </p:cNvPr>
              <p:cNvPicPr/>
              <p:nvPr/>
            </p:nvPicPr>
            <p:blipFill>
              <a:blip r:embed="rId481"/>
              <a:stretch>
                <a:fillRect/>
              </a:stretch>
            </p:blipFill>
            <p:spPr>
              <a:xfrm>
                <a:off x="8949200" y="4905760"/>
                <a:ext cx="30204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2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AD87EE61-585B-3869-3FD9-F4D02E0DCDF4}"/>
                  </a:ext>
                </a:extLst>
              </p14:cNvPr>
              <p14:cNvContentPartPr/>
              <p14:nvPr/>
            </p14:nvContentPartPr>
            <p14:xfrm>
              <a:off x="8954960" y="4951840"/>
              <a:ext cx="295560" cy="21096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AD87EE61-585B-3869-3FD9-F4D02E0DCDF4}"/>
                  </a:ext>
                </a:extLst>
              </p:cNvPr>
              <p:cNvPicPr/>
              <p:nvPr/>
            </p:nvPicPr>
            <p:blipFill>
              <a:blip r:embed="rId483"/>
              <a:stretch>
                <a:fillRect/>
              </a:stretch>
            </p:blipFill>
            <p:spPr>
              <a:xfrm>
                <a:off x="8901320" y="4844200"/>
                <a:ext cx="403200" cy="42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2" name="Group 381">
            <a:extLst>
              <a:ext uri="{FF2B5EF4-FFF2-40B4-BE49-F238E27FC236}">
                <a16:creationId xmlns:a16="http://schemas.microsoft.com/office/drawing/2014/main" id="{A23E07E7-8ECD-84FA-FD22-424B6C77BEBC}"/>
              </a:ext>
            </a:extLst>
          </p:cNvPr>
          <p:cNvGrpSpPr/>
          <p:nvPr/>
        </p:nvGrpSpPr>
        <p:grpSpPr>
          <a:xfrm>
            <a:off x="9627440" y="1862320"/>
            <a:ext cx="1915200" cy="454680"/>
            <a:chOff x="9627440" y="1862320"/>
            <a:chExt cx="1915200" cy="45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A54E9952-3CB5-A841-E257-682CA5309888}"/>
                    </a:ext>
                  </a:extLst>
                </p14:cNvPr>
                <p14:cNvContentPartPr/>
                <p14:nvPr/>
              </p14:nvContentPartPr>
              <p14:xfrm>
                <a:off x="9627440" y="2083360"/>
                <a:ext cx="248040" cy="23364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A54E9952-3CB5-A841-E257-682CA5309888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616640" y="2072560"/>
                  <a:ext cx="2692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C4FD265E-CDDA-5718-0AC9-2200E5B668C1}"/>
                    </a:ext>
                  </a:extLst>
                </p14:cNvPr>
                <p14:cNvContentPartPr/>
                <p14:nvPr/>
              </p14:nvContentPartPr>
              <p14:xfrm>
                <a:off x="9945320" y="2079760"/>
                <a:ext cx="135720" cy="1170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C4FD265E-CDDA-5718-0AC9-2200E5B668C1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934520" y="2069320"/>
                  <a:ext cx="1569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6972B11A-602C-728A-BB4A-785977A93DA2}"/>
                    </a:ext>
                  </a:extLst>
                </p14:cNvPr>
                <p14:cNvContentPartPr/>
                <p14:nvPr/>
              </p14:nvContentPartPr>
              <p14:xfrm>
                <a:off x="10150160" y="2100640"/>
                <a:ext cx="119520" cy="849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6972B11A-602C-728A-BB4A-785977A93DA2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0139720" y="2089840"/>
                  <a:ext cx="1407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C6E26D69-C23E-1071-04DD-BBD6C49301D2}"/>
                    </a:ext>
                  </a:extLst>
                </p14:cNvPr>
                <p14:cNvContentPartPr/>
                <p14:nvPr/>
              </p14:nvContentPartPr>
              <p14:xfrm>
                <a:off x="10181840" y="2070760"/>
                <a:ext cx="82800" cy="1612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C6E26D69-C23E-1071-04DD-BBD6C49301D2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0171400" y="2060320"/>
                  <a:ext cx="1040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D1BA26A7-C63D-D26D-A146-B2BF43365DFC}"/>
                    </a:ext>
                  </a:extLst>
                </p14:cNvPr>
                <p14:cNvContentPartPr/>
                <p14:nvPr/>
              </p14:nvContentPartPr>
              <p14:xfrm>
                <a:off x="10438160" y="1956640"/>
                <a:ext cx="175680" cy="2390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D1BA26A7-C63D-D26D-A146-B2BF43365DFC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0427720" y="1946200"/>
                  <a:ext cx="1969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5E2198E2-CEFE-2BAC-A828-D9AE31F0FDE4}"/>
                    </a:ext>
                  </a:extLst>
                </p14:cNvPr>
                <p14:cNvContentPartPr/>
                <p14:nvPr/>
              </p14:nvContentPartPr>
              <p14:xfrm>
                <a:off x="10622480" y="2057080"/>
                <a:ext cx="47880" cy="975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5E2198E2-CEFE-2BAC-A828-D9AE31F0FDE4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612040" y="2046280"/>
                  <a:ext cx="691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A512931E-6240-7CDB-9B49-2DCA5C8B4FC8}"/>
                    </a:ext>
                  </a:extLst>
                </p14:cNvPr>
                <p14:cNvContentPartPr/>
                <p14:nvPr/>
              </p14:nvContentPartPr>
              <p14:xfrm>
                <a:off x="10786640" y="1862320"/>
                <a:ext cx="84960" cy="38916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A512931E-6240-7CDB-9B49-2DCA5C8B4FC8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0776200" y="1851520"/>
                  <a:ext cx="1062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6CA55A05-5893-5BC5-F4E6-86439D5C2274}"/>
                    </a:ext>
                  </a:extLst>
                </p14:cNvPr>
                <p14:cNvContentPartPr/>
                <p14:nvPr/>
              </p14:nvContentPartPr>
              <p14:xfrm>
                <a:off x="10760720" y="2130160"/>
                <a:ext cx="124920" cy="93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6CA55A05-5893-5BC5-F4E6-86439D5C2274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750280" y="2119720"/>
                  <a:ext cx="1461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A5670123-064D-A01A-F0DC-CCD418CADBF0}"/>
                    </a:ext>
                  </a:extLst>
                </p14:cNvPr>
                <p14:cNvContentPartPr/>
                <p14:nvPr/>
              </p14:nvContentPartPr>
              <p14:xfrm>
                <a:off x="10944680" y="1948720"/>
                <a:ext cx="42120" cy="22428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A5670123-064D-A01A-F0DC-CCD418CADBF0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0934240" y="1937920"/>
                  <a:ext cx="633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15C7E186-A3FD-8AE8-2A80-3768BFCB2DAB}"/>
                    </a:ext>
                  </a:extLst>
                </p14:cNvPr>
                <p14:cNvContentPartPr/>
                <p14:nvPr/>
              </p14:nvContentPartPr>
              <p14:xfrm>
                <a:off x="10929560" y="2062840"/>
                <a:ext cx="117000" cy="151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15C7E186-A3FD-8AE8-2A80-3768BFCB2DAB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0919120" y="2052400"/>
                  <a:ext cx="1382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55CDB453-765D-9663-66E4-BD5CFDBD856C}"/>
                    </a:ext>
                  </a:extLst>
                </p14:cNvPr>
                <p14:cNvContentPartPr/>
                <p14:nvPr/>
              </p14:nvContentPartPr>
              <p14:xfrm>
                <a:off x="11185880" y="1948720"/>
                <a:ext cx="109440" cy="2768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55CDB453-765D-9663-66E4-BD5CFDBD856C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1175440" y="1937920"/>
                  <a:ext cx="1306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8A801279-9D3B-2F4C-4807-89D0CE8BB16B}"/>
                    </a:ext>
                  </a:extLst>
                </p14:cNvPr>
                <p14:cNvContentPartPr/>
                <p14:nvPr/>
              </p14:nvContentPartPr>
              <p14:xfrm>
                <a:off x="11330240" y="1986160"/>
                <a:ext cx="112320" cy="20268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8A801279-9D3B-2F4C-4807-89D0CE8BB16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1319440" y="1975720"/>
                  <a:ext cx="1335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55A3125B-5B4F-8B6D-383C-07924E30EB96}"/>
                    </a:ext>
                  </a:extLst>
                </p14:cNvPr>
                <p14:cNvContentPartPr/>
                <p14:nvPr/>
              </p14:nvContentPartPr>
              <p14:xfrm>
                <a:off x="11444720" y="1938280"/>
                <a:ext cx="97920" cy="28944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55A3125B-5B4F-8B6D-383C-07924E30EB96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1434280" y="1927840"/>
                  <a:ext cx="11916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DE7A263C-BA35-0A6B-B344-6A6A44EC2698}"/>
              </a:ext>
            </a:extLst>
          </p:cNvPr>
          <p:cNvGrpSpPr/>
          <p:nvPr/>
        </p:nvGrpSpPr>
        <p:grpSpPr>
          <a:xfrm>
            <a:off x="9642560" y="2752960"/>
            <a:ext cx="127080" cy="91440"/>
            <a:chOff x="9642560" y="2752960"/>
            <a:chExt cx="127080" cy="9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AC026F63-A590-57A0-E0DE-FBE721762E9D}"/>
                    </a:ext>
                  </a:extLst>
                </p14:cNvPr>
                <p14:cNvContentPartPr/>
                <p14:nvPr/>
              </p14:nvContentPartPr>
              <p14:xfrm>
                <a:off x="9660200" y="2838640"/>
                <a:ext cx="109440" cy="57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AC026F63-A590-57A0-E0DE-FBE721762E9D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9649760" y="2827840"/>
                  <a:ext cx="1306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B0E5EDE7-997C-262B-7C86-4934CECD1CBF}"/>
                    </a:ext>
                  </a:extLst>
                </p14:cNvPr>
                <p14:cNvContentPartPr/>
                <p14:nvPr/>
              </p14:nvContentPartPr>
              <p14:xfrm>
                <a:off x="9642560" y="2752960"/>
                <a:ext cx="113400" cy="198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B0E5EDE7-997C-262B-7C86-4934CECD1CB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631760" y="2742160"/>
                  <a:ext cx="13464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3FAC1D74-E467-ABD8-5B19-E0C1465E790F}"/>
              </a:ext>
            </a:extLst>
          </p:cNvPr>
          <p:cNvGrpSpPr/>
          <p:nvPr/>
        </p:nvGrpSpPr>
        <p:grpSpPr>
          <a:xfrm>
            <a:off x="9966200" y="2674480"/>
            <a:ext cx="554760" cy="212400"/>
            <a:chOff x="9966200" y="2674480"/>
            <a:chExt cx="554760" cy="21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11828704-6DED-C94A-64F6-90FFD8B04A1B}"/>
                    </a:ext>
                  </a:extLst>
                </p14:cNvPr>
                <p14:cNvContentPartPr/>
                <p14:nvPr/>
              </p14:nvContentPartPr>
              <p14:xfrm>
                <a:off x="9966200" y="2674480"/>
                <a:ext cx="239040" cy="2124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11828704-6DED-C94A-64F6-90FFD8B04A1B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9955400" y="2664040"/>
                  <a:ext cx="2602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AD564DE9-C7DB-5DF2-558B-77A7E829FA72}"/>
                    </a:ext>
                  </a:extLst>
                </p14:cNvPr>
                <p14:cNvContentPartPr/>
                <p14:nvPr/>
              </p14:nvContentPartPr>
              <p14:xfrm>
                <a:off x="10228280" y="2702560"/>
                <a:ext cx="135720" cy="14616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AD564DE9-C7DB-5DF2-558B-77A7E829FA7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0217480" y="2692120"/>
                  <a:ext cx="156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9B9D6E8C-E270-1215-5318-3FCF341801F6}"/>
                    </a:ext>
                  </a:extLst>
                </p14:cNvPr>
                <p14:cNvContentPartPr/>
                <p14:nvPr/>
              </p14:nvContentPartPr>
              <p14:xfrm>
                <a:off x="10430600" y="2743600"/>
                <a:ext cx="90360" cy="13176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9B9D6E8C-E270-1215-5318-3FCF341801F6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0420160" y="2733160"/>
                  <a:ext cx="1116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966C3B45-0DA5-AA54-7FF8-C4AD19A800D0}"/>
                    </a:ext>
                  </a:extLst>
                </p14:cNvPr>
                <p14:cNvContentPartPr/>
                <p14:nvPr/>
              </p14:nvContentPartPr>
              <p14:xfrm>
                <a:off x="10434560" y="2714080"/>
                <a:ext cx="67680" cy="1648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966C3B45-0DA5-AA54-7FF8-C4AD19A800D0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0423760" y="2703280"/>
                  <a:ext cx="88920" cy="18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2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CB338A12-0D76-507E-5E6B-13B4404CC501}"/>
                  </a:ext>
                </a:extLst>
              </p14:cNvPr>
              <p14:cNvContentPartPr/>
              <p14:nvPr/>
            </p14:nvContentPartPr>
            <p14:xfrm>
              <a:off x="10702040" y="2500240"/>
              <a:ext cx="154080" cy="482400"/>
            </p14:xfrm>
          </p:contentPart>
        </mc:Choice>
        <mc:Fallback xmlns=""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CB338A12-0D76-507E-5E6B-13B4404CC501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10691600" y="2489800"/>
                <a:ext cx="175320" cy="50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4" name="Group 413">
            <a:extLst>
              <a:ext uri="{FF2B5EF4-FFF2-40B4-BE49-F238E27FC236}">
                <a16:creationId xmlns:a16="http://schemas.microsoft.com/office/drawing/2014/main" id="{BFE4B73C-87E7-23ED-5E5F-794368E1EB7C}"/>
              </a:ext>
            </a:extLst>
          </p:cNvPr>
          <p:cNvGrpSpPr/>
          <p:nvPr/>
        </p:nvGrpSpPr>
        <p:grpSpPr>
          <a:xfrm>
            <a:off x="9990320" y="3072640"/>
            <a:ext cx="1926720" cy="403560"/>
            <a:chOff x="9990320" y="3072640"/>
            <a:chExt cx="192672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74F6C4FA-D263-6B72-8AFB-D626BF9A6D7B}"/>
                    </a:ext>
                  </a:extLst>
                </p14:cNvPr>
                <p14:cNvContentPartPr/>
                <p14:nvPr/>
              </p14:nvContentPartPr>
              <p14:xfrm>
                <a:off x="9990320" y="3236440"/>
                <a:ext cx="261720" cy="1623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74F6C4FA-D263-6B72-8AFB-D626BF9A6D7B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979520" y="3226000"/>
                  <a:ext cx="282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6103DDCC-DAD2-074C-BA16-81C3488F0E36}"/>
                    </a:ext>
                  </a:extLst>
                </p14:cNvPr>
                <p14:cNvContentPartPr/>
                <p14:nvPr/>
              </p14:nvContentPartPr>
              <p14:xfrm>
                <a:off x="10306040" y="3235000"/>
                <a:ext cx="188640" cy="12240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6103DDCC-DAD2-074C-BA16-81C3488F0E36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0295600" y="3224200"/>
                  <a:ext cx="2098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F873BDBB-4E99-6AC4-149D-FEE693FFCBC5}"/>
                    </a:ext>
                  </a:extLst>
                </p14:cNvPr>
                <p14:cNvContentPartPr/>
                <p14:nvPr/>
              </p14:nvContentPartPr>
              <p14:xfrm>
                <a:off x="10520960" y="3264520"/>
                <a:ext cx="101880" cy="964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F873BDBB-4E99-6AC4-149D-FEE693FFCBC5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0510160" y="3254080"/>
                  <a:ext cx="1231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D74A9524-125E-41EF-5C1B-1DE5F466E983}"/>
                    </a:ext>
                  </a:extLst>
                </p14:cNvPr>
                <p14:cNvContentPartPr/>
                <p14:nvPr/>
              </p14:nvContentPartPr>
              <p14:xfrm>
                <a:off x="10542560" y="3229240"/>
                <a:ext cx="49680" cy="1612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D74A9524-125E-41EF-5C1B-1DE5F466E983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0531760" y="3218440"/>
                  <a:ext cx="709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22F2F047-AD38-92AF-465A-CECC9E456572}"/>
                    </a:ext>
                  </a:extLst>
                </p14:cNvPr>
                <p14:cNvContentPartPr/>
                <p14:nvPr/>
              </p14:nvContentPartPr>
              <p14:xfrm>
                <a:off x="10754240" y="3154000"/>
                <a:ext cx="155160" cy="2253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22F2F047-AD38-92AF-465A-CECC9E456572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0743800" y="3143200"/>
                  <a:ext cx="1764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545E751-5B4D-AE5F-3D93-A16CB7516809}"/>
                    </a:ext>
                  </a:extLst>
                </p14:cNvPr>
                <p14:cNvContentPartPr/>
                <p14:nvPr/>
              </p14:nvContentPartPr>
              <p14:xfrm>
                <a:off x="10982840" y="3232840"/>
                <a:ext cx="63720" cy="13248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545E751-5B4D-AE5F-3D93-A16CB7516809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0972400" y="3222400"/>
                  <a:ext cx="84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26A867EC-0DDD-F09A-E363-87D2A2C54C1A}"/>
                    </a:ext>
                  </a:extLst>
                </p14:cNvPr>
                <p14:cNvContentPartPr/>
                <p14:nvPr/>
              </p14:nvContentPartPr>
              <p14:xfrm>
                <a:off x="11135480" y="3143560"/>
                <a:ext cx="66240" cy="2869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26A867EC-0DDD-F09A-E363-87D2A2C54C1A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1124680" y="3132760"/>
                  <a:ext cx="874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73B24758-52C7-A8FB-92CB-06593CCED047}"/>
                    </a:ext>
                  </a:extLst>
                </p14:cNvPr>
                <p14:cNvContentPartPr/>
                <p14:nvPr/>
              </p14:nvContentPartPr>
              <p14:xfrm>
                <a:off x="11132600" y="3322480"/>
                <a:ext cx="124920" cy="180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73B24758-52C7-A8FB-92CB-06593CCED047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1122160" y="3312040"/>
                  <a:ext cx="146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5BDC5A6E-8739-17C6-6E28-74B5D93FC281}"/>
                    </a:ext>
                  </a:extLst>
                </p14:cNvPr>
                <p14:cNvContentPartPr/>
                <p14:nvPr/>
              </p14:nvContentPartPr>
              <p14:xfrm>
                <a:off x="11309000" y="3124120"/>
                <a:ext cx="24840" cy="23904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5BDC5A6E-8739-17C6-6E28-74B5D93FC281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11298560" y="3113320"/>
                  <a:ext cx="460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656F615A-AB1B-855F-332B-3B19D97143D7}"/>
                    </a:ext>
                  </a:extLst>
                </p14:cNvPr>
                <p14:cNvContentPartPr/>
                <p14:nvPr/>
              </p14:nvContentPartPr>
              <p14:xfrm>
                <a:off x="11294960" y="3251200"/>
                <a:ext cx="85320" cy="684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656F615A-AB1B-855F-332B-3B19D97143D7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1284520" y="3240400"/>
                  <a:ext cx="106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0C10E910-4334-D61D-0FFF-4DCCA0B19A5B}"/>
                    </a:ext>
                  </a:extLst>
                </p14:cNvPr>
                <p14:cNvContentPartPr/>
                <p14:nvPr/>
              </p14:nvContentPartPr>
              <p14:xfrm>
                <a:off x="11461280" y="3077320"/>
                <a:ext cx="65160" cy="2937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0C10E910-4334-D61D-0FFF-4DCCA0B19A5B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11450480" y="3066520"/>
                  <a:ext cx="864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E1C85A6A-CA53-F1AB-4340-37404C35BC29}"/>
                    </a:ext>
                  </a:extLst>
                </p14:cNvPr>
                <p14:cNvContentPartPr/>
                <p14:nvPr/>
              </p14:nvContentPartPr>
              <p14:xfrm>
                <a:off x="11588360" y="3134560"/>
                <a:ext cx="113400" cy="17856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E1C85A6A-CA53-F1AB-4340-37404C35BC29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1577560" y="3124120"/>
                  <a:ext cx="1346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6862436E-2A15-D282-6400-9611341C98CC}"/>
                    </a:ext>
                  </a:extLst>
                </p14:cNvPr>
                <p14:cNvContentPartPr/>
                <p14:nvPr/>
              </p14:nvContentPartPr>
              <p14:xfrm>
                <a:off x="11692400" y="3072640"/>
                <a:ext cx="93960" cy="2448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6862436E-2A15-D282-6400-9611341C98CC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1681600" y="3062200"/>
                  <a:ext cx="115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D2E4F22A-F6F0-585C-754A-E822134ABD5A}"/>
                    </a:ext>
                  </a:extLst>
                </p14:cNvPr>
                <p14:cNvContentPartPr/>
                <p14:nvPr/>
              </p14:nvContentPartPr>
              <p14:xfrm>
                <a:off x="11882840" y="3303400"/>
                <a:ext cx="34200" cy="17280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D2E4F22A-F6F0-585C-754A-E822134ABD5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1872040" y="3292960"/>
                  <a:ext cx="5544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DD8B57EE-7F45-36C0-63DA-8391AAA518A9}"/>
              </a:ext>
            </a:extLst>
          </p:cNvPr>
          <p:cNvGrpSpPr/>
          <p:nvPr/>
        </p:nvGrpSpPr>
        <p:grpSpPr>
          <a:xfrm>
            <a:off x="9956480" y="3678160"/>
            <a:ext cx="1812960" cy="303120"/>
            <a:chOff x="9956480" y="3678160"/>
            <a:chExt cx="181296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04C34BF5-36A3-470F-646D-FFA48EB52DD0}"/>
                    </a:ext>
                  </a:extLst>
                </p14:cNvPr>
                <p14:cNvContentPartPr/>
                <p14:nvPr/>
              </p14:nvContentPartPr>
              <p14:xfrm>
                <a:off x="9956480" y="3813880"/>
                <a:ext cx="265320" cy="1674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04C34BF5-36A3-470F-646D-FFA48EB52DD0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945680" y="3803080"/>
                  <a:ext cx="2865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AE6DB60C-A528-4B82-4A6B-1BEB4468BB9F}"/>
                    </a:ext>
                  </a:extLst>
                </p14:cNvPr>
                <p14:cNvContentPartPr/>
                <p14:nvPr/>
              </p14:nvContentPartPr>
              <p14:xfrm>
                <a:off x="10222880" y="3805600"/>
                <a:ext cx="157320" cy="1375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AE6DB60C-A528-4B82-4A6B-1BEB4468BB9F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0212080" y="3794800"/>
                  <a:ext cx="178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B50C5FC8-F8B0-544F-B8FB-C1A5428A5957}"/>
                    </a:ext>
                  </a:extLst>
                </p14:cNvPr>
                <p14:cNvContentPartPr/>
                <p14:nvPr/>
              </p14:nvContentPartPr>
              <p14:xfrm>
                <a:off x="10435640" y="3836920"/>
                <a:ext cx="95400" cy="997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B50C5FC8-F8B0-544F-B8FB-C1A5428A5957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0425200" y="3826480"/>
                  <a:ext cx="116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B0F430E6-472B-275E-AC34-45991709F79F}"/>
                    </a:ext>
                  </a:extLst>
                </p14:cNvPr>
                <p14:cNvContentPartPr/>
                <p14:nvPr/>
              </p14:nvContentPartPr>
              <p14:xfrm>
                <a:off x="10465160" y="3819640"/>
                <a:ext cx="67680" cy="13968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B0F430E6-472B-275E-AC34-45991709F79F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0454360" y="3809200"/>
                  <a:ext cx="889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A668C081-0BA3-6E64-44FA-57EC839CC2CC}"/>
                    </a:ext>
                  </a:extLst>
                </p14:cNvPr>
                <p14:cNvContentPartPr/>
                <p14:nvPr/>
              </p14:nvContentPartPr>
              <p14:xfrm>
                <a:off x="10640120" y="3722800"/>
                <a:ext cx="155160" cy="2116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A668C081-0BA3-6E64-44FA-57EC839CC2CC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629680" y="3712360"/>
                  <a:ext cx="1764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774D8BB0-F240-F841-727E-C19E020F8F46}"/>
                    </a:ext>
                  </a:extLst>
                </p14:cNvPr>
                <p14:cNvContentPartPr/>
                <p14:nvPr/>
              </p14:nvContentPartPr>
              <p14:xfrm>
                <a:off x="10853240" y="3795880"/>
                <a:ext cx="16920" cy="12996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774D8BB0-F240-F841-727E-C19E020F8F46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0842800" y="3785080"/>
                  <a:ext cx="381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C35489DD-CA70-D69E-F0B3-88DE0C8CF63C}"/>
                    </a:ext>
                  </a:extLst>
                </p14:cNvPr>
                <p14:cNvContentPartPr/>
                <p14:nvPr/>
              </p14:nvContentPartPr>
              <p14:xfrm>
                <a:off x="10857200" y="3729640"/>
                <a:ext cx="360" cy="36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C35489DD-CA70-D69E-F0B3-88DE0C8CF63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0846760" y="37188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89AF3DFC-1E52-AB76-2EAA-71B959BBDC94}"/>
                    </a:ext>
                  </a:extLst>
                </p14:cNvPr>
                <p14:cNvContentPartPr/>
                <p14:nvPr/>
              </p14:nvContentPartPr>
              <p14:xfrm>
                <a:off x="10916600" y="3713080"/>
                <a:ext cx="122040" cy="2044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89AF3DFC-1E52-AB76-2EAA-71B959BBDC94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0905800" y="3702280"/>
                  <a:ext cx="1432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D941EB18-8FB5-F34A-1B9B-C33075031E74}"/>
                    </a:ext>
                  </a:extLst>
                </p14:cNvPr>
                <p14:cNvContentPartPr/>
                <p14:nvPr/>
              </p14:nvContentPartPr>
              <p14:xfrm>
                <a:off x="11072840" y="3678160"/>
                <a:ext cx="113400" cy="23112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D941EB18-8FB5-F34A-1B9B-C33075031E74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1062400" y="3667360"/>
                  <a:ext cx="1346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4E5456A8-6D42-374D-A10A-B535C1387340}"/>
                    </a:ext>
                  </a:extLst>
                </p14:cNvPr>
                <p14:cNvContentPartPr/>
                <p14:nvPr/>
              </p14:nvContentPartPr>
              <p14:xfrm>
                <a:off x="11277320" y="3702280"/>
                <a:ext cx="6840" cy="20016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4E5456A8-6D42-374D-A10A-B535C1387340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1266880" y="3691480"/>
                  <a:ext cx="280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216C6FD6-2403-5F3D-BFFD-3389C555D80F}"/>
                    </a:ext>
                  </a:extLst>
                </p14:cNvPr>
                <p14:cNvContentPartPr/>
                <p14:nvPr/>
              </p14:nvContentPartPr>
              <p14:xfrm>
                <a:off x="11216480" y="3805960"/>
                <a:ext cx="143640" cy="720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216C6FD6-2403-5F3D-BFFD-3389C555D80F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1205680" y="3795520"/>
                  <a:ext cx="164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E13FB88A-7A18-13F5-A7B4-B477E398BE4B}"/>
                    </a:ext>
                  </a:extLst>
                </p14:cNvPr>
                <p14:cNvContentPartPr/>
                <p14:nvPr/>
              </p14:nvContentPartPr>
              <p14:xfrm>
                <a:off x="11434280" y="3713440"/>
                <a:ext cx="88560" cy="22788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E13FB88A-7A18-13F5-A7B4-B477E398BE4B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1423480" y="3703000"/>
                  <a:ext cx="1098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EC47739-4691-EE51-8333-8B10E5D76164}"/>
                    </a:ext>
                  </a:extLst>
                </p14:cNvPr>
                <p14:cNvContentPartPr/>
                <p14:nvPr/>
              </p14:nvContentPartPr>
              <p14:xfrm>
                <a:off x="11546240" y="3776440"/>
                <a:ext cx="111960" cy="13464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EC47739-4691-EE51-8333-8B10E5D76164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1535800" y="3765640"/>
                  <a:ext cx="1332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B7DC8035-AD71-5E08-9605-2EF4C2D96D34}"/>
                    </a:ext>
                  </a:extLst>
                </p14:cNvPr>
                <p14:cNvContentPartPr/>
                <p14:nvPr/>
              </p14:nvContentPartPr>
              <p14:xfrm>
                <a:off x="11683400" y="3685000"/>
                <a:ext cx="86040" cy="26784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B7DC8035-AD71-5E08-9605-2EF4C2D96D34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1672960" y="3674560"/>
                  <a:ext cx="107280" cy="28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0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72345D11-BE80-5DBF-2CD6-88D548FB606A}"/>
                  </a:ext>
                </a:extLst>
              </p14:cNvPr>
              <p14:cNvContentPartPr/>
              <p14:nvPr/>
            </p14:nvContentPartPr>
            <p14:xfrm>
              <a:off x="11875280" y="3610840"/>
              <a:ext cx="172800" cy="491760"/>
            </p14:xfrm>
          </p:contentPart>
        </mc:Choice>
        <mc:Fallback xmlns=""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72345D11-BE80-5DBF-2CD6-88D548FB606A}"/>
                  </a:ext>
                </a:extLst>
              </p:cNvPr>
              <p:cNvPicPr/>
              <p:nvPr/>
            </p:nvPicPr>
            <p:blipFill>
              <a:blip r:embed="rId581"/>
              <a:stretch>
                <a:fillRect/>
              </a:stretch>
            </p:blipFill>
            <p:spPr>
              <a:xfrm>
                <a:off x="11864480" y="3600040"/>
                <a:ext cx="194040" cy="51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9" name="Group 438">
            <a:extLst>
              <a:ext uri="{FF2B5EF4-FFF2-40B4-BE49-F238E27FC236}">
                <a16:creationId xmlns:a16="http://schemas.microsoft.com/office/drawing/2014/main" id="{8AC8F33B-62D8-3E3C-8E63-721B70E54CBA}"/>
              </a:ext>
            </a:extLst>
          </p:cNvPr>
          <p:cNvGrpSpPr/>
          <p:nvPr/>
        </p:nvGrpSpPr>
        <p:grpSpPr>
          <a:xfrm>
            <a:off x="10131080" y="4349920"/>
            <a:ext cx="587160" cy="291600"/>
            <a:chOff x="10131080" y="4349920"/>
            <a:chExt cx="58716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B9CC1E2A-7C7B-9F6D-8185-B914F0A62643}"/>
                    </a:ext>
                  </a:extLst>
                </p14:cNvPr>
                <p14:cNvContentPartPr/>
                <p14:nvPr/>
              </p14:nvContentPartPr>
              <p14:xfrm>
                <a:off x="10179320" y="4349920"/>
                <a:ext cx="14400" cy="24228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B9CC1E2A-7C7B-9F6D-8185-B914F0A62643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0168880" y="4339120"/>
                  <a:ext cx="356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BCDA302C-337F-B9A1-8810-B47E93206221}"/>
                    </a:ext>
                  </a:extLst>
                </p14:cNvPr>
                <p14:cNvContentPartPr/>
                <p14:nvPr/>
              </p14:nvContentPartPr>
              <p14:xfrm>
                <a:off x="10131080" y="4462240"/>
                <a:ext cx="175680" cy="540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BCDA302C-337F-B9A1-8810-B47E93206221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0120640" y="4451800"/>
                  <a:ext cx="1969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B3B346E8-4BC9-6397-F271-66F6E663CDC6}"/>
                    </a:ext>
                  </a:extLst>
                </p14:cNvPr>
                <p14:cNvContentPartPr/>
                <p14:nvPr/>
              </p14:nvContentPartPr>
              <p14:xfrm>
                <a:off x="10470560" y="4372600"/>
                <a:ext cx="247680" cy="26892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B3B346E8-4BC9-6397-F271-66F6E663CDC6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0460120" y="4362160"/>
                  <a:ext cx="268920" cy="29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6754B696-9B50-A142-A766-347B3CEDFD94}"/>
              </a:ext>
            </a:extLst>
          </p:cNvPr>
          <p:cNvGrpSpPr/>
          <p:nvPr/>
        </p:nvGrpSpPr>
        <p:grpSpPr>
          <a:xfrm>
            <a:off x="10333400" y="4803520"/>
            <a:ext cx="845280" cy="498240"/>
            <a:chOff x="10333400" y="4803520"/>
            <a:chExt cx="845280" cy="49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EFC3FDC3-4D31-9787-2FBD-86D88E33EC9F}"/>
                    </a:ext>
                  </a:extLst>
                </p14:cNvPr>
                <p14:cNvContentPartPr/>
                <p14:nvPr/>
              </p14:nvContentPartPr>
              <p14:xfrm>
                <a:off x="10333400" y="4803520"/>
                <a:ext cx="133200" cy="48564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EFC3FDC3-4D31-9787-2FBD-86D88E33EC9F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0322600" y="4792720"/>
                  <a:ext cx="15444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43CE7348-B54D-7A9D-F5F0-AD071C322A22}"/>
                    </a:ext>
                  </a:extLst>
                </p14:cNvPr>
                <p14:cNvContentPartPr/>
                <p14:nvPr/>
              </p14:nvContentPartPr>
              <p14:xfrm>
                <a:off x="10618520" y="5134360"/>
                <a:ext cx="39240" cy="16740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43CE7348-B54D-7A9D-F5F0-AD071C322A22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0608080" y="5123560"/>
                  <a:ext cx="604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85F070FE-1AD7-E475-855F-423416A9895E}"/>
                    </a:ext>
                  </a:extLst>
                </p14:cNvPr>
                <p14:cNvContentPartPr/>
                <p14:nvPr/>
              </p14:nvContentPartPr>
              <p14:xfrm>
                <a:off x="10747760" y="5031760"/>
                <a:ext cx="105840" cy="22500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85F070FE-1AD7-E475-855F-423416A9895E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0737320" y="5021320"/>
                  <a:ext cx="1270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A6A355B4-5911-5867-A12D-2E5658D9B631}"/>
                    </a:ext>
                  </a:extLst>
                </p14:cNvPr>
                <p14:cNvContentPartPr/>
                <p14:nvPr/>
              </p14:nvContentPartPr>
              <p14:xfrm>
                <a:off x="10904000" y="5087200"/>
                <a:ext cx="164160" cy="20700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A6A355B4-5911-5867-A12D-2E5658D9B631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0893200" y="5076400"/>
                  <a:ext cx="1854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0214C0D5-D17A-C455-5C42-5E61F3ECA544}"/>
                    </a:ext>
                  </a:extLst>
                </p14:cNvPr>
                <p14:cNvContentPartPr/>
                <p14:nvPr/>
              </p14:nvContentPartPr>
              <p14:xfrm>
                <a:off x="11103800" y="5070640"/>
                <a:ext cx="74880" cy="13284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0214C0D5-D17A-C455-5C42-5E61F3ECA544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1093000" y="5060200"/>
                  <a:ext cx="9612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E535BAF5-7614-95C7-DC13-FD9D7E3A1AA8}"/>
              </a:ext>
            </a:extLst>
          </p:cNvPr>
          <p:cNvGrpSpPr/>
          <p:nvPr/>
        </p:nvGrpSpPr>
        <p:grpSpPr>
          <a:xfrm>
            <a:off x="10552280" y="5433880"/>
            <a:ext cx="1082160" cy="270000"/>
            <a:chOff x="10552280" y="5433880"/>
            <a:chExt cx="108216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6432D6F3-5C55-7CE0-9156-B04D8D1E7273}"/>
                    </a:ext>
                  </a:extLst>
                </p14:cNvPr>
                <p14:cNvContentPartPr/>
                <p14:nvPr/>
              </p14:nvContentPartPr>
              <p14:xfrm>
                <a:off x="10552280" y="5464840"/>
                <a:ext cx="163800" cy="23904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6432D6F3-5C55-7CE0-9156-B04D8D1E7273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0541840" y="5454040"/>
                  <a:ext cx="1850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4E72B0D2-0473-878A-381D-E7B627B06402}"/>
                    </a:ext>
                  </a:extLst>
                </p14:cNvPr>
                <p14:cNvContentPartPr/>
                <p14:nvPr/>
              </p14:nvContentPartPr>
              <p14:xfrm>
                <a:off x="10738040" y="5522800"/>
                <a:ext cx="80280" cy="10584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4E72B0D2-0473-878A-381D-E7B627B06402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727240" y="5512000"/>
                  <a:ext cx="1015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DFDDA5ED-6962-E128-7200-3483D59F665F}"/>
                    </a:ext>
                  </a:extLst>
                </p14:cNvPr>
                <p14:cNvContentPartPr/>
                <p14:nvPr/>
              </p14:nvContentPartPr>
              <p14:xfrm>
                <a:off x="10885280" y="5433880"/>
                <a:ext cx="29160" cy="2264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DFDDA5ED-6962-E128-7200-3483D59F665F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874480" y="5423440"/>
                  <a:ext cx="504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F50C9A39-51FE-15B3-9D58-6B55627B6E83}"/>
                    </a:ext>
                  </a:extLst>
                </p14:cNvPr>
                <p14:cNvContentPartPr/>
                <p14:nvPr/>
              </p14:nvContentPartPr>
              <p14:xfrm>
                <a:off x="10858640" y="5561680"/>
                <a:ext cx="126000" cy="3456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F50C9A39-51FE-15B3-9D58-6B55627B6E83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847840" y="5551240"/>
                  <a:ext cx="147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A86719D9-52D9-9E50-67DA-8ADF78093FFC}"/>
                    </a:ext>
                  </a:extLst>
                </p14:cNvPr>
                <p14:cNvContentPartPr/>
                <p14:nvPr/>
              </p14:nvContentPartPr>
              <p14:xfrm>
                <a:off x="11021360" y="5504800"/>
                <a:ext cx="230760" cy="11844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A86719D9-52D9-9E50-67DA-8ADF78093FFC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1010920" y="5494000"/>
                  <a:ext cx="252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F9DCA33D-0F67-76C8-9215-1129C2B96B13}"/>
                    </a:ext>
                  </a:extLst>
                </p14:cNvPr>
                <p14:cNvContentPartPr/>
                <p14:nvPr/>
              </p14:nvContentPartPr>
              <p14:xfrm>
                <a:off x="11371640" y="5495800"/>
                <a:ext cx="51840" cy="13248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F9DCA33D-0F67-76C8-9215-1129C2B96B1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1361200" y="5485360"/>
                  <a:ext cx="73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DAACBC28-9C61-C501-6CE6-4FE6D4B9F3CC}"/>
                    </a:ext>
                  </a:extLst>
                </p14:cNvPr>
                <p14:cNvContentPartPr/>
                <p14:nvPr/>
              </p14:nvContentPartPr>
              <p14:xfrm>
                <a:off x="11423480" y="5452960"/>
                <a:ext cx="210960" cy="17532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DAACBC28-9C61-C501-6CE6-4FE6D4B9F3CC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1412680" y="5442520"/>
                  <a:ext cx="23220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7D7A28D5-539C-7D5C-B14A-1C5A6BE9CCCF}"/>
              </a:ext>
            </a:extLst>
          </p:cNvPr>
          <p:cNvGrpSpPr/>
          <p:nvPr/>
        </p:nvGrpSpPr>
        <p:grpSpPr>
          <a:xfrm>
            <a:off x="10727600" y="5821600"/>
            <a:ext cx="784800" cy="282240"/>
            <a:chOff x="10727600" y="5821600"/>
            <a:chExt cx="78480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98B7CFA7-D817-F62D-7A42-60BF89B8180D}"/>
                    </a:ext>
                  </a:extLst>
                </p14:cNvPr>
                <p14:cNvContentPartPr/>
                <p14:nvPr/>
              </p14:nvContentPartPr>
              <p14:xfrm>
                <a:off x="10727600" y="5917000"/>
                <a:ext cx="192240" cy="18684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98B7CFA7-D817-F62D-7A42-60BF89B8180D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0717160" y="5906200"/>
                  <a:ext cx="2134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155EBDDB-EB2F-2325-A450-7EB9AE455935}"/>
                    </a:ext>
                  </a:extLst>
                </p14:cNvPr>
                <p14:cNvContentPartPr/>
                <p14:nvPr/>
              </p14:nvContentPartPr>
              <p14:xfrm>
                <a:off x="11000480" y="5943280"/>
                <a:ext cx="176760" cy="4392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155EBDDB-EB2F-2325-A450-7EB9AE455935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0990040" y="5932840"/>
                  <a:ext cx="1980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716F8ED0-BFCA-F541-AF46-09666D166096}"/>
                    </a:ext>
                  </a:extLst>
                </p14:cNvPr>
                <p14:cNvContentPartPr/>
                <p14:nvPr/>
              </p14:nvContentPartPr>
              <p14:xfrm>
                <a:off x="11291000" y="5821600"/>
                <a:ext cx="221400" cy="2145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716F8ED0-BFCA-F541-AF46-09666D166096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1280560" y="5810800"/>
                  <a:ext cx="24264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D3402833-3C7F-E820-6348-0EF5FBBFF0BB}"/>
              </a:ext>
            </a:extLst>
          </p:cNvPr>
          <p:cNvGrpSpPr/>
          <p:nvPr/>
        </p:nvGrpSpPr>
        <p:grpSpPr>
          <a:xfrm>
            <a:off x="8633840" y="5805040"/>
            <a:ext cx="1705320" cy="891360"/>
            <a:chOff x="8633840" y="5805040"/>
            <a:chExt cx="1705320" cy="89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7331491F-B8D3-704B-E542-75BA8322B44B}"/>
                    </a:ext>
                  </a:extLst>
                </p14:cNvPr>
                <p14:cNvContentPartPr/>
                <p14:nvPr/>
              </p14:nvContentPartPr>
              <p14:xfrm>
                <a:off x="8633840" y="5805040"/>
                <a:ext cx="1705320" cy="89136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7331491F-B8D3-704B-E542-75BA8322B44B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623400" y="5794240"/>
                  <a:ext cx="1726560" cy="9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3136F2F7-372F-5DB7-A375-8A9C7F67F953}"/>
                    </a:ext>
                  </a:extLst>
                </p14:cNvPr>
                <p14:cNvContentPartPr/>
                <p14:nvPr/>
              </p14:nvContentPartPr>
              <p14:xfrm>
                <a:off x="8961080" y="6212200"/>
                <a:ext cx="34560" cy="19188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3136F2F7-372F-5DB7-A375-8A9C7F67F953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8950280" y="6201400"/>
                  <a:ext cx="558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F6E34478-2DA7-72D5-6FA3-C59391A2E9B6}"/>
                    </a:ext>
                  </a:extLst>
                </p14:cNvPr>
                <p14:cNvContentPartPr/>
                <p14:nvPr/>
              </p14:nvContentPartPr>
              <p14:xfrm>
                <a:off x="8899880" y="6163240"/>
                <a:ext cx="392040" cy="28620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F6E34478-2DA7-72D5-6FA3-C59391A2E9B6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8889440" y="6152440"/>
                  <a:ext cx="4132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4C193D86-1643-9E82-9F59-499F3CDB1636}"/>
                    </a:ext>
                  </a:extLst>
                </p14:cNvPr>
                <p14:cNvContentPartPr/>
                <p14:nvPr/>
              </p14:nvContentPartPr>
              <p14:xfrm>
                <a:off x="9713120" y="6089800"/>
                <a:ext cx="198720" cy="26892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4C193D86-1643-9E82-9F59-499F3CDB1636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702680" y="6079000"/>
                  <a:ext cx="2199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3CC3643C-4DF2-F9C2-01F0-A63178A4542C}"/>
                    </a:ext>
                  </a:extLst>
                </p14:cNvPr>
                <p14:cNvContentPartPr/>
                <p14:nvPr/>
              </p14:nvContentPartPr>
              <p14:xfrm>
                <a:off x="9381200" y="6109240"/>
                <a:ext cx="126000" cy="26820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3CC3643C-4DF2-F9C2-01F0-A63178A4542C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370400" y="6098440"/>
                  <a:ext cx="1472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8C03BFDE-0837-277A-DF60-A1E5C55321E0}"/>
                    </a:ext>
                  </a:extLst>
                </p14:cNvPr>
                <p14:cNvContentPartPr/>
                <p14:nvPr/>
              </p14:nvContentPartPr>
              <p14:xfrm>
                <a:off x="9402800" y="6259720"/>
                <a:ext cx="135000" cy="4500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8C03BFDE-0837-277A-DF60-A1E5C55321E0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392000" y="6249280"/>
                  <a:ext cx="156240" cy="66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89470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E2CAD2-D115-2790-A636-5BF3B9017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5ABE3D85-386F-805F-DCAF-D2793C82A531}"/>
                  </a:ext>
                </a:extLst>
              </p14:cNvPr>
              <p14:cNvContentPartPr/>
              <p14:nvPr/>
            </p14:nvContentPartPr>
            <p14:xfrm>
              <a:off x="1863997" y="287363"/>
              <a:ext cx="272520" cy="28836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5ABE3D85-386F-805F-DCAF-D2793C82A5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3197" y="276563"/>
                <a:ext cx="29376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F514D08A-664A-E717-C405-3A5681FB477C}"/>
                  </a:ext>
                </a:extLst>
              </p14:cNvPr>
              <p14:cNvContentPartPr/>
              <p14:nvPr/>
            </p14:nvContentPartPr>
            <p14:xfrm>
              <a:off x="1220677" y="957683"/>
              <a:ext cx="259200" cy="2595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F514D08A-664A-E717-C405-3A5681FB47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09877" y="946883"/>
                <a:ext cx="28044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20CA204B-64C0-9A96-E10F-903B67A0EF72}"/>
                  </a:ext>
                </a:extLst>
              </p14:cNvPr>
              <p14:cNvContentPartPr/>
              <p14:nvPr/>
            </p14:nvContentPartPr>
            <p14:xfrm>
              <a:off x="2362957" y="889643"/>
              <a:ext cx="224280" cy="31428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20CA204B-64C0-9A96-E10F-903B67A0EF7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52157" y="878843"/>
                <a:ext cx="245520" cy="33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36F183D-D7A3-1283-AC1F-F23F8704B0E5}"/>
              </a:ext>
            </a:extLst>
          </p:cNvPr>
          <p:cNvGrpSpPr/>
          <p:nvPr/>
        </p:nvGrpSpPr>
        <p:grpSpPr>
          <a:xfrm>
            <a:off x="402037" y="1374563"/>
            <a:ext cx="446040" cy="699480"/>
            <a:chOff x="402037" y="1374563"/>
            <a:chExt cx="446040" cy="69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BBC960B-726E-D4EB-E4A7-3431CE168D76}"/>
                    </a:ext>
                  </a:extLst>
                </p14:cNvPr>
                <p14:cNvContentPartPr/>
                <p14:nvPr/>
              </p14:nvContentPartPr>
              <p14:xfrm>
                <a:off x="402037" y="1717283"/>
                <a:ext cx="113400" cy="216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BBC960B-726E-D4EB-E4A7-3431CE168D7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1203" y="1706483"/>
                  <a:ext cx="134708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A7016FC-D0A5-4604-1D08-FA946461705F}"/>
                    </a:ext>
                  </a:extLst>
                </p14:cNvPr>
                <p14:cNvContentPartPr/>
                <p14:nvPr/>
              </p14:nvContentPartPr>
              <p14:xfrm>
                <a:off x="518677" y="1761923"/>
                <a:ext cx="34920" cy="3121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A7016FC-D0A5-4604-1D08-FA946461705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7877" y="1751123"/>
                  <a:ext cx="5616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ACA5D48-6FA1-770B-6689-4EF9DD13E617}"/>
                    </a:ext>
                  </a:extLst>
                </p14:cNvPr>
                <p14:cNvContentPartPr/>
                <p14:nvPr/>
              </p14:nvContentPartPr>
              <p14:xfrm>
                <a:off x="633157" y="1374563"/>
                <a:ext cx="214920" cy="236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ACA5D48-6FA1-770B-6689-4EF9DD13E61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2357" y="1363763"/>
                  <a:ext cx="23616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37B64BFB-DE7E-6EAA-E7D1-47FA9E184D4F}"/>
              </a:ext>
            </a:extLst>
          </p:cNvPr>
          <p:cNvGrpSpPr/>
          <p:nvPr/>
        </p:nvGrpSpPr>
        <p:grpSpPr>
          <a:xfrm>
            <a:off x="1104037" y="1429643"/>
            <a:ext cx="414360" cy="603360"/>
            <a:chOff x="1104037" y="1429643"/>
            <a:chExt cx="414360" cy="60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605E30A-789E-602A-4DB2-5E0FB0A03737}"/>
                    </a:ext>
                  </a:extLst>
                </p14:cNvPr>
                <p14:cNvContentPartPr/>
                <p14:nvPr/>
              </p14:nvContentPartPr>
              <p14:xfrm>
                <a:off x="1329757" y="1757243"/>
                <a:ext cx="172800" cy="2757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605E30A-789E-602A-4DB2-5E0FB0A0373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18957" y="1746443"/>
                  <a:ext cx="1940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1C18E65-86A9-4D44-E9BB-F0764B4CCEDD}"/>
                    </a:ext>
                  </a:extLst>
                </p14:cNvPr>
                <p14:cNvContentPartPr/>
                <p14:nvPr/>
              </p14:nvContentPartPr>
              <p14:xfrm>
                <a:off x="1342717" y="1675163"/>
                <a:ext cx="175680" cy="450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1C18E65-86A9-4D44-E9BB-F0764B4CCED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31917" y="1664363"/>
                  <a:ext cx="1969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DB90C7F-E79D-F350-BD18-B9BD6FF71658}"/>
                    </a:ext>
                  </a:extLst>
                </p14:cNvPr>
                <p14:cNvContentPartPr/>
                <p14:nvPr/>
              </p14:nvContentPartPr>
              <p14:xfrm>
                <a:off x="1104037" y="1429643"/>
                <a:ext cx="152640" cy="2232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DB90C7F-E79D-F350-BD18-B9BD6FF7165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3237" y="1418843"/>
                  <a:ext cx="173880" cy="24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46A29CA5-2668-8C37-BC34-4C3D2407AA12}"/>
                  </a:ext>
                </a:extLst>
              </p14:cNvPr>
              <p14:cNvContentPartPr/>
              <p14:nvPr/>
            </p14:nvContentPartPr>
            <p14:xfrm>
              <a:off x="1605157" y="708563"/>
              <a:ext cx="160200" cy="17172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46A29CA5-2668-8C37-BC34-4C3D2407AA1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594357" y="697763"/>
                <a:ext cx="1814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43653A9A-9E2D-FE56-3DDE-B0739A454525}"/>
                  </a:ext>
                </a:extLst>
              </p14:cNvPr>
              <p14:cNvContentPartPr/>
              <p14:nvPr/>
            </p14:nvContentPartPr>
            <p14:xfrm>
              <a:off x="1993597" y="821963"/>
              <a:ext cx="152640" cy="28476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43653A9A-9E2D-FE56-3DDE-B0739A45452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82797" y="811163"/>
                <a:ext cx="173880" cy="30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1" name="Group 360">
            <a:extLst>
              <a:ext uri="{FF2B5EF4-FFF2-40B4-BE49-F238E27FC236}">
                <a16:creationId xmlns:a16="http://schemas.microsoft.com/office/drawing/2014/main" id="{2B3CDE19-A9ED-5D8D-C4E3-3C7D5495504B}"/>
              </a:ext>
            </a:extLst>
          </p:cNvPr>
          <p:cNvGrpSpPr/>
          <p:nvPr/>
        </p:nvGrpSpPr>
        <p:grpSpPr>
          <a:xfrm>
            <a:off x="4138876" y="485003"/>
            <a:ext cx="4353120" cy="3405960"/>
            <a:chOff x="4138876" y="485003"/>
            <a:chExt cx="4353120" cy="340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A5E06FC-1D2D-A6CE-B758-D660F73E0A00}"/>
                    </a:ext>
                  </a:extLst>
                </p14:cNvPr>
                <p14:cNvContentPartPr/>
                <p14:nvPr/>
              </p14:nvContentPartPr>
              <p14:xfrm>
                <a:off x="5016916" y="575723"/>
                <a:ext cx="110520" cy="31564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A5E06FC-1D2D-A6CE-B758-D660F73E0A0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06081" y="564923"/>
                  <a:ext cx="131829" cy="31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8358BEF-9D4D-A382-207D-C63B30AD96FE}"/>
                    </a:ext>
                  </a:extLst>
                </p14:cNvPr>
                <p14:cNvContentPartPr/>
                <p14:nvPr/>
              </p14:nvContentPartPr>
              <p14:xfrm>
                <a:off x="4138876" y="1000883"/>
                <a:ext cx="3549240" cy="70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8358BEF-9D4D-A382-207D-C63B30AD96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28076" y="990083"/>
                  <a:ext cx="35704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FBEB101-3B0C-4D2E-6955-69731CD61193}"/>
                    </a:ext>
                  </a:extLst>
                </p14:cNvPr>
                <p14:cNvContentPartPr/>
                <p14:nvPr/>
              </p14:nvContentPartPr>
              <p14:xfrm>
                <a:off x="4183156" y="1628003"/>
                <a:ext cx="4005000" cy="1281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FBEB101-3B0C-4D2E-6955-69731CD6119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72355" y="1617233"/>
                  <a:ext cx="4026242" cy="1493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0C8BF0B-6F47-A7D7-B581-1921445A42A9}"/>
                    </a:ext>
                  </a:extLst>
                </p14:cNvPr>
                <p14:cNvContentPartPr/>
                <p14:nvPr/>
              </p14:nvContentPartPr>
              <p14:xfrm>
                <a:off x="4198276" y="2148923"/>
                <a:ext cx="4000680" cy="1501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0C8BF0B-6F47-A7D7-B581-1921445A42A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87476" y="2138123"/>
                  <a:ext cx="40219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1170C73-DB44-E9D2-073A-88655472D6D0}"/>
                    </a:ext>
                  </a:extLst>
                </p14:cNvPr>
                <p14:cNvContentPartPr/>
                <p14:nvPr/>
              </p14:nvContentPartPr>
              <p14:xfrm>
                <a:off x="4236436" y="2643563"/>
                <a:ext cx="3842280" cy="1087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1170C73-DB44-E9D2-073A-88655472D6D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25636" y="2632799"/>
                  <a:ext cx="3863520" cy="1298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CC46BCC-3011-71D7-4F25-36BD73741A84}"/>
                    </a:ext>
                  </a:extLst>
                </p14:cNvPr>
                <p14:cNvContentPartPr/>
                <p14:nvPr/>
              </p14:nvContentPartPr>
              <p14:xfrm>
                <a:off x="4339396" y="3167723"/>
                <a:ext cx="4152600" cy="1443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CC46BCC-3011-71D7-4F25-36BD73741A8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28597" y="3156923"/>
                  <a:ext cx="4173838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E59DA78-8F77-170C-81BE-FF3AAB2430E9}"/>
                    </a:ext>
                  </a:extLst>
                </p14:cNvPr>
                <p14:cNvContentPartPr/>
                <p14:nvPr/>
              </p14:nvContentPartPr>
              <p14:xfrm>
                <a:off x="6337756" y="505163"/>
                <a:ext cx="128160" cy="33858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E59DA78-8F77-170C-81BE-FF3AAB2430E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26986" y="494363"/>
                  <a:ext cx="149341" cy="34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1FD2F09-2F4E-1882-73EC-C8FCFA107414}"/>
                    </a:ext>
                  </a:extLst>
                </p14:cNvPr>
                <p14:cNvContentPartPr/>
                <p14:nvPr/>
              </p14:nvContentPartPr>
              <p14:xfrm>
                <a:off x="5216356" y="600923"/>
                <a:ext cx="177840" cy="2743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1FD2F09-2F4E-1882-73EC-C8FCFA10741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05556" y="590123"/>
                  <a:ext cx="1990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487F26F-E063-543E-459B-605969505520}"/>
                    </a:ext>
                  </a:extLst>
                </p14:cNvPr>
                <p14:cNvContentPartPr/>
                <p14:nvPr/>
              </p14:nvContentPartPr>
              <p14:xfrm>
                <a:off x="5425876" y="689123"/>
                <a:ext cx="62640" cy="1281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487F26F-E063-543E-459B-60596950552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15076" y="678323"/>
                  <a:ext cx="838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4685437-D047-F9A2-07B9-AE51EF9AB142}"/>
                    </a:ext>
                  </a:extLst>
                </p14:cNvPr>
                <p14:cNvContentPartPr/>
                <p14:nvPr/>
              </p14:nvContentPartPr>
              <p14:xfrm>
                <a:off x="5626036" y="493283"/>
                <a:ext cx="184680" cy="3675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4685437-D047-F9A2-07B9-AE51EF9AB14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15236" y="482483"/>
                  <a:ext cx="20592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0F683A6-9563-CF96-FE4D-6DD167114797}"/>
                    </a:ext>
                  </a:extLst>
                </p14:cNvPr>
                <p14:cNvContentPartPr/>
                <p14:nvPr/>
              </p14:nvContentPartPr>
              <p14:xfrm>
                <a:off x="5851036" y="506243"/>
                <a:ext cx="14400" cy="3099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0F683A6-9563-CF96-FE4D-6DD16711479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40236" y="495443"/>
                  <a:ext cx="356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5FFC00A-BD7B-3CB7-9747-D9AEC7E95A0D}"/>
                    </a:ext>
                  </a:extLst>
                </p14:cNvPr>
                <p14:cNvContentPartPr/>
                <p14:nvPr/>
              </p14:nvContentPartPr>
              <p14:xfrm>
                <a:off x="5829436" y="691283"/>
                <a:ext cx="114480" cy="50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5FFC00A-BD7B-3CB7-9747-D9AEC7E95A0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18670" y="680483"/>
                  <a:ext cx="135653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EEE62A1-6802-FAE4-E461-27C736CB65E3}"/>
                    </a:ext>
                  </a:extLst>
                </p14:cNvPr>
                <p14:cNvContentPartPr/>
                <p14:nvPr/>
              </p14:nvContentPartPr>
              <p14:xfrm>
                <a:off x="6748516" y="542603"/>
                <a:ext cx="14400" cy="2127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EEE62A1-6802-FAE4-E461-27C736CB65E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37716" y="531803"/>
                  <a:ext cx="35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D918176-B345-0813-3542-519ACACB0FF2}"/>
                    </a:ext>
                  </a:extLst>
                </p14:cNvPr>
                <p14:cNvContentPartPr/>
                <p14:nvPr/>
              </p14:nvContentPartPr>
              <p14:xfrm>
                <a:off x="6655636" y="485003"/>
                <a:ext cx="282240" cy="3002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D918176-B345-0813-3542-519ACACB0FF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44822" y="474216"/>
                  <a:ext cx="303507" cy="3214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E32594B-D317-7AA6-D6C3-1AB0A2A6C06C}"/>
                    </a:ext>
                  </a:extLst>
                </p14:cNvPr>
                <p14:cNvContentPartPr/>
                <p14:nvPr/>
              </p14:nvContentPartPr>
              <p14:xfrm>
                <a:off x="6971716" y="672923"/>
                <a:ext cx="360" cy="93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E32594B-D317-7AA6-D6C3-1AB0A2A6C06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60916" y="662123"/>
                  <a:ext cx="216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56A4920-8B59-2493-740E-CAA360209F07}"/>
                    </a:ext>
                  </a:extLst>
                </p14:cNvPr>
                <p14:cNvContentPartPr/>
                <p14:nvPr/>
              </p14:nvContentPartPr>
              <p14:xfrm>
                <a:off x="6993316" y="554123"/>
                <a:ext cx="360" cy="3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56A4920-8B59-2493-740E-CAA360209F0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82516" y="543323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5CFC85E-8D26-801C-75A6-7B8A0B99FF96}"/>
                    </a:ext>
                  </a:extLst>
                </p14:cNvPr>
                <p14:cNvContentPartPr/>
                <p14:nvPr/>
              </p14:nvContentPartPr>
              <p14:xfrm>
                <a:off x="7066396" y="568883"/>
                <a:ext cx="126360" cy="1890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5CFC85E-8D26-801C-75A6-7B8A0B99FF9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55565" y="558083"/>
                  <a:ext cx="147661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640E1A7-61A2-09B6-2C43-7DE421DC8898}"/>
                    </a:ext>
                  </a:extLst>
                </p14:cNvPr>
                <p14:cNvContentPartPr/>
                <p14:nvPr/>
              </p14:nvContentPartPr>
              <p14:xfrm>
                <a:off x="7239556" y="498323"/>
                <a:ext cx="109440" cy="246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640E1A7-61A2-09B6-2C43-7DE421DC889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28756" y="487539"/>
                  <a:ext cx="130680" cy="2678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7359216-7604-28DC-BF02-E3C1CB695415}"/>
                    </a:ext>
                  </a:extLst>
                </p14:cNvPr>
                <p14:cNvContentPartPr/>
                <p14:nvPr/>
              </p14:nvContentPartPr>
              <p14:xfrm>
                <a:off x="7480756" y="510923"/>
                <a:ext cx="9360" cy="2563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7359216-7604-28DC-BF02-E3C1CB69541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69956" y="500123"/>
                  <a:ext cx="306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454E175-5743-9FD1-37C4-24D50E5C34E9}"/>
                    </a:ext>
                  </a:extLst>
                </p14:cNvPr>
                <p14:cNvContentPartPr/>
                <p14:nvPr/>
              </p14:nvContentPartPr>
              <p14:xfrm>
                <a:off x="7429996" y="634043"/>
                <a:ext cx="157680" cy="140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454E175-5743-9FD1-37C4-24D50E5C34E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19221" y="623243"/>
                  <a:ext cx="178872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DAA8BC9-0507-4F4C-637E-766FEE4C7494}"/>
                    </a:ext>
                  </a:extLst>
                </p14:cNvPr>
                <p14:cNvContentPartPr/>
                <p14:nvPr/>
              </p14:nvContentPartPr>
              <p14:xfrm>
                <a:off x="4431916" y="1285283"/>
                <a:ext cx="165600" cy="2322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DAA8BC9-0507-4F4C-637E-766FEE4C749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21092" y="1274483"/>
                  <a:ext cx="186886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80F8B90-C0DC-2678-D194-6944BEB109BA}"/>
                    </a:ext>
                  </a:extLst>
                </p14:cNvPr>
                <p14:cNvContentPartPr/>
                <p14:nvPr/>
              </p14:nvContentPartPr>
              <p14:xfrm>
                <a:off x="4495276" y="1304723"/>
                <a:ext cx="213480" cy="198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80F8B90-C0DC-2678-D194-6944BEB109B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84476" y="1293923"/>
                  <a:ext cx="2347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4E8E815-AC81-FA14-10D7-A2F2B18860AD}"/>
                    </a:ext>
                  </a:extLst>
                </p14:cNvPr>
                <p14:cNvContentPartPr/>
                <p14:nvPr/>
              </p14:nvContentPartPr>
              <p14:xfrm>
                <a:off x="4512556" y="1867763"/>
                <a:ext cx="114120" cy="1674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4E8E815-AC81-FA14-10D7-A2F2B18860A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01756" y="1856940"/>
                  <a:ext cx="135360" cy="1886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DEEFD23-9E94-C4F5-D46E-06F1F8A0F098}"/>
                    </a:ext>
                  </a:extLst>
                </p14:cNvPr>
                <p14:cNvContentPartPr/>
                <p14:nvPr/>
              </p14:nvContentPartPr>
              <p14:xfrm>
                <a:off x="4614796" y="1920323"/>
                <a:ext cx="42120" cy="2232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DEEFD23-9E94-C4F5-D46E-06F1F8A0F09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04088" y="1909523"/>
                  <a:ext cx="631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0BBE903-6F62-8D67-9F01-D89DED546A96}"/>
                    </a:ext>
                  </a:extLst>
                </p14:cNvPr>
                <p14:cNvContentPartPr/>
                <p14:nvPr/>
              </p14:nvContentPartPr>
              <p14:xfrm>
                <a:off x="4525876" y="2395523"/>
                <a:ext cx="144360" cy="1879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0BBE903-6F62-8D67-9F01-D89DED546A9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15049" y="2384723"/>
                  <a:ext cx="165653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8BF20B2-D546-0CB4-3085-1D1AF8E679CC}"/>
                    </a:ext>
                  </a:extLst>
                </p14:cNvPr>
                <p14:cNvContentPartPr/>
                <p14:nvPr/>
              </p14:nvContentPartPr>
              <p14:xfrm>
                <a:off x="4581676" y="2932643"/>
                <a:ext cx="184320" cy="1875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8BF20B2-D546-0CB4-3085-1D1AF8E679C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70876" y="2921864"/>
                  <a:ext cx="205560" cy="2087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A8C59CA-A3A1-E09C-EA55-E574729A1088}"/>
                    </a:ext>
                  </a:extLst>
                </p14:cNvPr>
                <p14:cNvContentPartPr/>
                <p14:nvPr/>
              </p14:nvContentPartPr>
              <p14:xfrm>
                <a:off x="4640356" y="3461843"/>
                <a:ext cx="194400" cy="2124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A8C59CA-A3A1-E09C-EA55-E574729A108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629536" y="3451043"/>
                  <a:ext cx="215679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5CDB04D-4A9F-217E-0353-749603BA7CB2}"/>
                    </a:ext>
                  </a:extLst>
                </p14:cNvPr>
                <p14:cNvContentPartPr/>
                <p14:nvPr/>
              </p14:nvContentPartPr>
              <p14:xfrm>
                <a:off x="5599396" y="1275203"/>
                <a:ext cx="165600" cy="164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5CDB04D-4A9F-217E-0353-749603BA7CB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88572" y="1264379"/>
                  <a:ext cx="186886" cy="1861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472F521-7104-BC01-CCF9-FFAF33BC1AF4}"/>
                    </a:ext>
                  </a:extLst>
                </p14:cNvPr>
                <p14:cNvContentPartPr/>
                <p14:nvPr/>
              </p14:nvContentPartPr>
              <p14:xfrm>
                <a:off x="7099876" y="1295723"/>
                <a:ext cx="252000" cy="1699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472F521-7104-BC01-CCF9-FFAF33BC1AF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89076" y="1284923"/>
                  <a:ext cx="2732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85F471C-4615-B6A2-C672-5518845B77DA}"/>
                    </a:ext>
                  </a:extLst>
                </p14:cNvPr>
                <p14:cNvContentPartPr/>
                <p14:nvPr/>
              </p14:nvContentPartPr>
              <p14:xfrm>
                <a:off x="5543956" y="1829963"/>
                <a:ext cx="197280" cy="1976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85F471C-4615-B6A2-C672-5518845B77D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533156" y="1819163"/>
                  <a:ext cx="2185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7F9C55C-81D7-DF02-410C-F98A32A2E6CB}"/>
                    </a:ext>
                  </a:extLst>
                </p14:cNvPr>
                <p14:cNvContentPartPr/>
                <p14:nvPr/>
              </p14:nvContentPartPr>
              <p14:xfrm>
                <a:off x="7051276" y="1819163"/>
                <a:ext cx="223560" cy="1857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7F9C55C-81D7-DF02-410C-F98A32A2E6C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40476" y="1808363"/>
                  <a:ext cx="2448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1E95929-57AD-92EB-EB7D-B15EE881D20D}"/>
                    </a:ext>
                  </a:extLst>
                </p14:cNvPr>
                <p14:cNvContentPartPr/>
                <p14:nvPr/>
              </p14:nvContentPartPr>
              <p14:xfrm>
                <a:off x="5565556" y="2336843"/>
                <a:ext cx="217800" cy="1710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1E95929-57AD-92EB-EB7D-B15EE881D20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554756" y="2326043"/>
                  <a:ext cx="2390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7DA3BFC-4266-9EB4-0288-DCEAE3F2E118}"/>
                    </a:ext>
                  </a:extLst>
                </p14:cNvPr>
                <p14:cNvContentPartPr/>
                <p14:nvPr/>
              </p14:nvContentPartPr>
              <p14:xfrm>
                <a:off x="7046596" y="2298323"/>
                <a:ext cx="186840" cy="1735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7DA3BFC-4266-9EB4-0288-DCEAE3F2E11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035796" y="2287523"/>
                  <a:ext cx="2080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77A30C4-D38B-CF88-965C-87851E1B2B24}"/>
                    </a:ext>
                  </a:extLst>
                </p14:cNvPr>
                <p14:cNvContentPartPr/>
                <p14:nvPr/>
              </p14:nvContentPartPr>
              <p14:xfrm>
                <a:off x="5622436" y="2840123"/>
                <a:ext cx="250560" cy="191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77A30C4-D38B-CF88-965C-87851E1B2B2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611636" y="2829323"/>
                  <a:ext cx="2718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8020427-5BB6-7603-AB1F-57AEDC120D69}"/>
                    </a:ext>
                  </a:extLst>
                </p14:cNvPr>
                <p14:cNvContentPartPr/>
                <p14:nvPr/>
              </p14:nvContentPartPr>
              <p14:xfrm>
                <a:off x="7187716" y="2789723"/>
                <a:ext cx="284400" cy="1796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8020427-5BB6-7603-AB1F-57AEDC120D6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76930" y="2778923"/>
                  <a:ext cx="305613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E5E05300-7D58-3127-6960-AB63D124882C}"/>
                    </a:ext>
                  </a:extLst>
                </p14:cNvPr>
                <p14:cNvContentPartPr/>
                <p14:nvPr/>
              </p14:nvContentPartPr>
              <p14:xfrm>
                <a:off x="5626396" y="3388043"/>
                <a:ext cx="322920" cy="2188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E5E05300-7D58-3127-6960-AB63D124882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15596" y="3377225"/>
                  <a:ext cx="344160" cy="2401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430F5D4D-7196-F225-3A11-E6566F56B1FA}"/>
                    </a:ext>
                  </a:extLst>
                </p14:cNvPr>
                <p14:cNvContentPartPr/>
                <p14:nvPr/>
              </p14:nvContentPartPr>
              <p14:xfrm>
                <a:off x="7289596" y="3368963"/>
                <a:ext cx="321120" cy="27324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430F5D4D-7196-F225-3A11-E6566F56B1F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78796" y="3358177"/>
                  <a:ext cx="342360" cy="2944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186E4DC1-18BD-8DC8-1B84-EB9542F7AB96}"/>
                    </a:ext>
                  </a:extLst>
                </p14:cNvPr>
                <p14:cNvContentPartPr/>
                <p14:nvPr/>
              </p14:nvContentPartPr>
              <p14:xfrm>
                <a:off x="8059276" y="610283"/>
                <a:ext cx="51480" cy="327240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186E4DC1-18BD-8DC8-1B84-EB9542F7AB9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48400" y="599483"/>
                  <a:ext cx="72870" cy="329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4EFE8C8B-E6B9-3B6D-B6A7-575036E032F8}"/>
                  </a:ext>
                </a:extLst>
              </p14:cNvPr>
              <p14:cNvContentPartPr/>
              <p14:nvPr/>
            </p14:nvContentPartPr>
            <p14:xfrm>
              <a:off x="8510716" y="1287443"/>
              <a:ext cx="233640" cy="20196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4EFE8C8B-E6B9-3B6D-B6A7-575036E032F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499916" y="1276643"/>
                <a:ext cx="2548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6F929BBA-AC4F-B4A0-73BD-2FAF3C5EFFCB}"/>
                  </a:ext>
                </a:extLst>
              </p14:cNvPr>
              <p14:cNvContentPartPr/>
              <p14:nvPr/>
            </p14:nvContentPartPr>
            <p14:xfrm>
              <a:off x="8532676" y="1820963"/>
              <a:ext cx="244440" cy="219600"/>
            </p14:xfrm>
          </p:contentPart>
        </mc:Choice>
        <mc:Fallback xmlns=""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6F929BBA-AC4F-B4A0-73BD-2FAF3C5EFFC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521876" y="1810163"/>
                <a:ext cx="26568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CCCDDEFB-8E49-B0DE-04D5-43DC63E4DE48}"/>
                  </a:ext>
                </a:extLst>
              </p14:cNvPr>
              <p14:cNvContentPartPr/>
              <p14:nvPr/>
            </p14:nvContentPartPr>
            <p14:xfrm>
              <a:off x="8563276" y="2309843"/>
              <a:ext cx="182160" cy="194040"/>
            </p14:xfrm>
          </p:contentPart>
        </mc:Choice>
        <mc:Fallback xmlns=""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CCCDDEFB-8E49-B0DE-04D5-43DC63E4DE4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552476" y="2299043"/>
                <a:ext cx="2034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191609A7-5585-67B6-E5D2-AE5F46971C76}"/>
                  </a:ext>
                </a:extLst>
              </p14:cNvPr>
              <p14:cNvContentPartPr/>
              <p14:nvPr/>
            </p14:nvContentPartPr>
            <p14:xfrm>
              <a:off x="8579836" y="2821043"/>
              <a:ext cx="264240" cy="18144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191609A7-5585-67B6-E5D2-AE5F46971C7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569036" y="2810243"/>
                <a:ext cx="2854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D7317FDA-E684-8358-AA1C-A1181A069CD7}"/>
                  </a:ext>
                </a:extLst>
              </p14:cNvPr>
              <p14:cNvContentPartPr/>
              <p14:nvPr/>
            </p14:nvContentPartPr>
            <p14:xfrm>
              <a:off x="8617996" y="3341603"/>
              <a:ext cx="280800" cy="27324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D7317FDA-E684-8358-AA1C-A1181A069CD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607196" y="3330817"/>
                <a:ext cx="302040" cy="294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B709B874-F98C-4DE1-6118-EBD9D6A4FB69}"/>
                  </a:ext>
                </a:extLst>
              </p14:cNvPr>
              <p14:cNvContentPartPr/>
              <p14:nvPr/>
            </p14:nvContentPartPr>
            <p14:xfrm>
              <a:off x="8613316" y="3376883"/>
              <a:ext cx="295560" cy="21096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B709B874-F98C-4DE1-6118-EBD9D6A4FB6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559316" y="3268698"/>
                <a:ext cx="403200" cy="426969"/>
              </a:xfrm>
              <a:prstGeom prst="rect">
                <a:avLst/>
              </a:prstGeom>
            </p:spPr>
          </p:pic>
        </mc:Fallback>
      </mc:AlternateContent>
      <p:grpSp>
        <p:nvGrpSpPr>
          <p:cNvPr id="382" name="Group 381">
            <a:extLst>
              <a:ext uri="{FF2B5EF4-FFF2-40B4-BE49-F238E27FC236}">
                <a16:creationId xmlns:a16="http://schemas.microsoft.com/office/drawing/2014/main" id="{6893D488-FC9B-F2E3-510F-D59438F84AE2}"/>
              </a:ext>
            </a:extLst>
          </p:cNvPr>
          <p:cNvGrpSpPr/>
          <p:nvPr/>
        </p:nvGrpSpPr>
        <p:grpSpPr>
          <a:xfrm>
            <a:off x="9285796" y="287363"/>
            <a:ext cx="1915200" cy="454680"/>
            <a:chOff x="9285796" y="287363"/>
            <a:chExt cx="1915200" cy="45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F619E483-3050-7258-32C3-67DD8299AD5B}"/>
                    </a:ext>
                  </a:extLst>
                </p14:cNvPr>
                <p14:cNvContentPartPr/>
                <p14:nvPr/>
              </p14:nvContentPartPr>
              <p14:xfrm>
                <a:off x="9285796" y="508403"/>
                <a:ext cx="248040" cy="23364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F619E483-3050-7258-32C3-67DD8299AD5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274996" y="497603"/>
                  <a:ext cx="2692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99C176E5-357D-8C8C-E89B-C26188451BED}"/>
                    </a:ext>
                  </a:extLst>
                </p14:cNvPr>
                <p14:cNvContentPartPr/>
                <p14:nvPr/>
              </p14:nvContentPartPr>
              <p14:xfrm>
                <a:off x="9603676" y="504803"/>
                <a:ext cx="135720" cy="1170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99C176E5-357D-8C8C-E89B-C26188451BE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592876" y="494003"/>
                  <a:ext cx="1569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81AB3DDC-686D-2E1F-1A1E-05CBF36C197B}"/>
                    </a:ext>
                  </a:extLst>
                </p14:cNvPr>
                <p14:cNvContentPartPr/>
                <p14:nvPr/>
              </p14:nvContentPartPr>
              <p14:xfrm>
                <a:off x="9808516" y="525683"/>
                <a:ext cx="119520" cy="849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81AB3DDC-686D-2E1F-1A1E-05CBF36C197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797716" y="514883"/>
                  <a:ext cx="1407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CF6F7F8C-1F54-E8BE-83E1-65BFC5B73B79}"/>
                    </a:ext>
                  </a:extLst>
                </p14:cNvPr>
                <p14:cNvContentPartPr/>
                <p14:nvPr/>
              </p14:nvContentPartPr>
              <p14:xfrm>
                <a:off x="9840196" y="495803"/>
                <a:ext cx="82800" cy="1612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CF6F7F8C-1F54-E8BE-83E1-65BFC5B73B7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29396" y="485003"/>
                  <a:ext cx="1040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E0817BBD-76AD-E99B-1EF5-C7234929AC0D}"/>
                    </a:ext>
                  </a:extLst>
                </p14:cNvPr>
                <p14:cNvContentPartPr/>
                <p14:nvPr/>
              </p14:nvContentPartPr>
              <p14:xfrm>
                <a:off x="10096516" y="381683"/>
                <a:ext cx="175680" cy="2390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E0817BBD-76AD-E99B-1EF5-C7234929AC0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085716" y="370883"/>
                  <a:ext cx="1969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C0C3F0AC-DB5C-80E8-BC93-459D5674463E}"/>
                    </a:ext>
                  </a:extLst>
                </p14:cNvPr>
                <p14:cNvContentPartPr/>
                <p14:nvPr/>
              </p14:nvContentPartPr>
              <p14:xfrm>
                <a:off x="10280836" y="482123"/>
                <a:ext cx="47880" cy="975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C0C3F0AC-DB5C-80E8-BC93-459D5674463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270036" y="471363"/>
                  <a:ext cx="69120" cy="1187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BA44A196-28DF-5BA7-209D-E9C35E4EBE39}"/>
                    </a:ext>
                  </a:extLst>
                </p14:cNvPr>
                <p14:cNvContentPartPr/>
                <p14:nvPr/>
              </p14:nvContentPartPr>
              <p14:xfrm>
                <a:off x="10444996" y="287363"/>
                <a:ext cx="84960" cy="38916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BA44A196-28DF-5BA7-209D-E9C35E4EBE3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434150" y="276563"/>
                  <a:ext cx="10629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C22804E8-17A2-5113-9AC2-6539ACABCDC7}"/>
                    </a:ext>
                  </a:extLst>
                </p14:cNvPr>
                <p14:cNvContentPartPr/>
                <p14:nvPr/>
              </p14:nvContentPartPr>
              <p14:xfrm>
                <a:off x="10419076" y="555203"/>
                <a:ext cx="124920" cy="93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C22804E8-17A2-5113-9AC2-6539ACABCDC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408245" y="544403"/>
                  <a:ext cx="146221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14E0EBED-D488-D324-044A-D365ED503C29}"/>
                    </a:ext>
                  </a:extLst>
                </p14:cNvPr>
                <p14:cNvContentPartPr/>
                <p14:nvPr/>
              </p14:nvContentPartPr>
              <p14:xfrm>
                <a:off x="10603036" y="373763"/>
                <a:ext cx="42120" cy="22428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14E0EBED-D488-D324-044A-D365ED503C2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592236" y="362963"/>
                  <a:ext cx="633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DF3BD2D9-41BA-6BAA-2C6E-2385B84CF0BF}"/>
                    </a:ext>
                  </a:extLst>
                </p14:cNvPr>
                <p14:cNvContentPartPr/>
                <p14:nvPr/>
              </p14:nvContentPartPr>
              <p14:xfrm>
                <a:off x="10587916" y="487883"/>
                <a:ext cx="117000" cy="151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DF3BD2D9-41BA-6BAA-2C6E-2385B84CF0B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577116" y="477083"/>
                  <a:ext cx="1382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7B5BF248-7FF2-E555-B454-0C16CD0DA027}"/>
                    </a:ext>
                  </a:extLst>
                </p14:cNvPr>
                <p14:cNvContentPartPr/>
                <p14:nvPr/>
              </p14:nvContentPartPr>
              <p14:xfrm>
                <a:off x="10844236" y="373763"/>
                <a:ext cx="109440" cy="2768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7B5BF248-7FF2-E555-B454-0C16CD0DA02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833436" y="362963"/>
                  <a:ext cx="1306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58BD1094-4457-6300-C15A-56B27181B2B8}"/>
                    </a:ext>
                  </a:extLst>
                </p14:cNvPr>
                <p14:cNvContentPartPr/>
                <p14:nvPr/>
              </p14:nvContentPartPr>
              <p14:xfrm>
                <a:off x="10988596" y="411203"/>
                <a:ext cx="112320" cy="20268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58BD1094-4457-6300-C15A-56B27181B2B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977831" y="400403"/>
                  <a:ext cx="133492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C3EA5FCF-2997-6384-1C5F-1D5238ACE579}"/>
                    </a:ext>
                  </a:extLst>
                </p14:cNvPr>
                <p14:cNvContentPartPr/>
                <p14:nvPr/>
              </p14:nvContentPartPr>
              <p14:xfrm>
                <a:off x="11103076" y="363323"/>
                <a:ext cx="97920" cy="28944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C3EA5FCF-2997-6384-1C5F-1D5238ACE57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092276" y="352523"/>
                  <a:ext cx="11916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0A2EB01D-2171-5993-B6C3-5212807458DC}"/>
              </a:ext>
            </a:extLst>
          </p:cNvPr>
          <p:cNvGrpSpPr/>
          <p:nvPr/>
        </p:nvGrpSpPr>
        <p:grpSpPr>
          <a:xfrm>
            <a:off x="9300916" y="1178003"/>
            <a:ext cx="127080" cy="91440"/>
            <a:chOff x="9300916" y="1178003"/>
            <a:chExt cx="127080" cy="9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FD466CEF-76F7-89CD-70C0-A9CD21DC05DA}"/>
                    </a:ext>
                  </a:extLst>
                </p14:cNvPr>
                <p14:cNvContentPartPr/>
                <p14:nvPr/>
              </p14:nvContentPartPr>
              <p14:xfrm>
                <a:off x="9318556" y="1263683"/>
                <a:ext cx="109440" cy="57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FD466CEF-76F7-89CD-70C0-A9CD21DC05D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307756" y="1252883"/>
                  <a:ext cx="1306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D449C947-6B27-210F-BCE7-A3C9A84A426E}"/>
                    </a:ext>
                  </a:extLst>
                </p14:cNvPr>
                <p14:cNvContentPartPr/>
                <p14:nvPr/>
              </p14:nvContentPartPr>
              <p14:xfrm>
                <a:off x="9300916" y="1178003"/>
                <a:ext cx="113400" cy="198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D449C947-6B27-210F-BCE7-A3C9A84A426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290116" y="1167203"/>
                  <a:ext cx="13464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35EDC01F-7AF2-993B-D4F8-F7C9710BA48F}"/>
              </a:ext>
            </a:extLst>
          </p:cNvPr>
          <p:cNvGrpSpPr/>
          <p:nvPr/>
        </p:nvGrpSpPr>
        <p:grpSpPr>
          <a:xfrm>
            <a:off x="9624556" y="1099523"/>
            <a:ext cx="554760" cy="212400"/>
            <a:chOff x="9624556" y="1099523"/>
            <a:chExt cx="554760" cy="21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ACF6DDFD-C43B-558B-EEBA-4467B756D615}"/>
                    </a:ext>
                  </a:extLst>
                </p14:cNvPr>
                <p14:cNvContentPartPr/>
                <p14:nvPr/>
              </p14:nvContentPartPr>
              <p14:xfrm>
                <a:off x="9624556" y="1099523"/>
                <a:ext cx="239040" cy="2124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ACF6DDFD-C43B-558B-EEBA-4467B756D61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613756" y="1088723"/>
                  <a:ext cx="2602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8FF8B5FC-397D-32B1-2149-4339B1325774}"/>
                    </a:ext>
                  </a:extLst>
                </p14:cNvPr>
                <p14:cNvContentPartPr/>
                <p14:nvPr/>
              </p14:nvContentPartPr>
              <p14:xfrm>
                <a:off x="9886636" y="1127603"/>
                <a:ext cx="135720" cy="14616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8FF8B5FC-397D-32B1-2149-4339B132577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875836" y="1116776"/>
                  <a:ext cx="156960" cy="1674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143FE49C-90A1-AA5A-CDEE-BBEB398F7FED}"/>
                    </a:ext>
                  </a:extLst>
                </p14:cNvPr>
                <p14:cNvContentPartPr/>
                <p14:nvPr/>
              </p14:nvContentPartPr>
              <p14:xfrm>
                <a:off x="10088956" y="1168643"/>
                <a:ext cx="90360" cy="13176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143FE49C-90A1-AA5A-CDEE-BBEB398F7FE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078156" y="1157843"/>
                  <a:ext cx="1116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A2666E69-1DD0-5022-2BC8-4EE998C8C6C0}"/>
                    </a:ext>
                  </a:extLst>
                </p14:cNvPr>
                <p14:cNvContentPartPr/>
                <p14:nvPr/>
              </p14:nvContentPartPr>
              <p14:xfrm>
                <a:off x="10092916" y="1139123"/>
                <a:ext cx="67680" cy="1648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A2666E69-1DD0-5022-2BC8-4EE998C8C6C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082116" y="1128323"/>
                  <a:ext cx="88920" cy="18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31CF18D8-07FC-83D2-DB85-C1C4DF239BE3}"/>
                  </a:ext>
                </a:extLst>
              </p14:cNvPr>
              <p14:cNvContentPartPr/>
              <p14:nvPr/>
            </p14:nvContentPartPr>
            <p14:xfrm>
              <a:off x="10360396" y="925283"/>
              <a:ext cx="154080" cy="482400"/>
            </p14:xfrm>
          </p:contentPart>
        </mc:Choice>
        <mc:Fallback xmlns=""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31CF18D8-07FC-83D2-DB85-C1C4DF239BE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349596" y="914483"/>
                <a:ext cx="175320" cy="50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4" name="Group 413">
            <a:extLst>
              <a:ext uri="{FF2B5EF4-FFF2-40B4-BE49-F238E27FC236}">
                <a16:creationId xmlns:a16="http://schemas.microsoft.com/office/drawing/2014/main" id="{FA3DE1AC-2516-9B16-AAA9-96B9070BFF2E}"/>
              </a:ext>
            </a:extLst>
          </p:cNvPr>
          <p:cNvGrpSpPr/>
          <p:nvPr/>
        </p:nvGrpSpPr>
        <p:grpSpPr>
          <a:xfrm>
            <a:off x="9648676" y="1497683"/>
            <a:ext cx="1926720" cy="403560"/>
            <a:chOff x="9648676" y="1497683"/>
            <a:chExt cx="192672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EDFC25A3-5639-49CF-C1B2-A25D42484060}"/>
                    </a:ext>
                  </a:extLst>
                </p14:cNvPr>
                <p14:cNvContentPartPr/>
                <p14:nvPr/>
              </p14:nvContentPartPr>
              <p14:xfrm>
                <a:off x="9648676" y="1661483"/>
                <a:ext cx="261720" cy="1623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EDFC25A3-5639-49CF-C1B2-A25D4248406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637891" y="1650659"/>
                  <a:ext cx="282931" cy="1836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7AF076A0-7087-D501-EA8B-E614480B7B0F}"/>
                    </a:ext>
                  </a:extLst>
                </p14:cNvPr>
                <p14:cNvContentPartPr/>
                <p14:nvPr/>
              </p14:nvContentPartPr>
              <p14:xfrm>
                <a:off x="9964396" y="1660043"/>
                <a:ext cx="188640" cy="12240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7AF076A0-7087-D501-EA8B-E614480B7B0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953575" y="1649243"/>
                  <a:ext cx="209921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B4883F84-8F3F-3F10-8779-5FDFADBE9207}"/>
                    </a:ext>
                  </a:extLst>
                </p14:cNvPr>
                <p14:cNvContentPartPr/>
                <p14:nvPr/>
              </p14:nvContentPartPr>
              <p14:xfrm>
                <a:off x="10179316" y="1689563"/>
                <a:ext cx="101880" cy="964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B4883F84-8F3F-3F10-8779-5FDFADBE920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168516" y="1678723"/>
                  <a:ext cx="123120" cy="1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00663668-64C4-1E5C-4342-DA60A1E765B3}"/>
                    </a:ext>
                  </a:extLst>
                </p14:cNvPr>
                <p14:cNvContentPartPr/>
                <p14:nvPr/>
              </p14:nvContentPartPr>
              <p14:xfrm>
                <a:off x="10200916" y="1654283"/>
                <a:ext cx="49680" cy="1612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00663668-64C4-1E5C-4342-DA60A1E765B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190194" y="1643507"/>
                  <a:ext cx="70767" cy="1824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EDE81EDD-849B-DE9C-D344-1955605CC7DB}"/>
                    </a:ext>
                  </a:extLst>
                </p14:cNvPr>
                <p14:cNvContentPartPr/>
                <p14:nvPr/>
              </p14:nvContentPartPr>
              <p14:xfrm>
                <a:off x="10412596" y="1579043"/>
                <a:ext cx="155160" cy="2253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EDE81EDD-849B-DE9C-D344-1955605CC7D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401796" y="1568243"/>
                  <a:ext cx="1764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1A8D116A-C45D-A618-2A75-1E5435CA5339}"/>
                    </a:ext>
                  </a:extLst>
                </p14:cNvPr>
                <p14:cNvContentPartPr/>
                <p14:nvPr/>
              </p14:nvContentPartPr>
              <p14:xfrm>
                <a:off x="10641196" y="1657883"/>
                <a:ext cx="63720" cy="13248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1A8D116A-C45D-A618-2A75-1E5435CA533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630396" y="1647083"/>
                  <a:ext cx="84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0AC84FC0-45BD-084A-D8AF-57D0A48E6F1E}"/>
                    </a:ext>
                  </a:extLst>
                </p14:cNvPr>
                <p14:cNvContentPartPr/>
                <p14:nvPr/>
              </p14:nvContentPartPr>
              <p14:xfrm>
                <a:off x="10793836" y="1568603"/>
                <a:ext cx="66240" cy="2869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0AC84FC0-45BD-084A-D8AF-57D0A48E6F1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783036" y="1557817"/>
                  <a:ext cx="87480" cy="3081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5F08442D-AB86-700B-B230-BC01711A15C3}"/>
                    </a:ext>
                  </a:extLst>
                </p14:cNvPr>
                <p14:cNvContentPartPr/>
                <p14:nvPr/>
              </p14:nvContentPartPr>
              <p14:xfrm>
                <a:off x="10790956" y="1747523"/>
                <a:ext cx="124920" cy="180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5F08442D-AB86-700B-B230-BC01711A15C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780125" y="1736723"/>
                  <a:ext cx="146221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964F7953-243A-F26C-75CD-4A0C7B6E80FB}"/>
                    </a:ext>
                  </a:extLst>
                </p14:cNvPr>
                <p14:cNvContentPartPr/>
                <p14:nvPr/>
              </p14:nvContentPartPr>
              <p14:xfrm>
                <a:off x="10967356" y="1549163"/>
                <a:ext cx="24840" cy="23904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964F7953-243A-F26C-75CD-4A0C7B6E80F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956556" y="1538379"/>
                  <a:ext cx="46080" cy="260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835F154E-D78D-9BDC-14DA-54333868E6C6}"/>
                    </a:ext>
                  </a:extLst>
                </p14:cNvPr>
                <p14:cNvContentPartPr/>
                <p14:nvPr/>
              </p14:nvContentPartPr>
              <p14:xfrm>
                <a:off x="10953316" y="1676243"/>
                <a:ext cx="85320" cy="684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835F154E-D78D-9BDC-14DA-54333868E6C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942516" y="1665983"/>
                  <a:ext cx="106560" cy="270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5C3D26C1-F11D-34DE-FB56-83A7BE5D9889}"/>
                    </a:ext>
                  </a:extLst>
                </p14:cNvPr>
                <p14:cNvContentPartPr/>
                <p14:nvPr/>
              </p14:nvContentPartPr>
              <p14:xfrm>
                <a:off x="11119636" y="1502363"/>
                <a:ext cx="65160" cy="2937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5C3D26C1-F11D-34DE-FB56-83A7BE5D988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108895" y="1491576"/>
                  <a:ext cx="86283" cy="314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1FC999ED-E038-9A1C-A1B1-182A8F3C2221}"/>
                    </a:ext>
                  </a:extLst>
                </p14:cNvPr>
                <p14:cNvContentPartPr/>
                <p14:nvPr/>
              </p14:nvContentPartPr>
              <p14:xfrm>
                <a:off x="11246716" y="1559603"/>
                <a:ext cx="113400" cy="17856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1FC999ED-E038-9A1C-A1B1-182A8F3C222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235916" y="1548781"/>
                  <a:ext cx="134640" cy="1998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47DE9F1A-0CFB-14B7-CC77-29AE6484B6EA}"/>
                    </a:ext>
                  </a:extLst>
                </p14:cNvPr>
                <p14:cNvContentPartPr/>
                <p14:nvPr/>
              </p14:nvContentPartPr>
              <p14:xfrm>
                <a:off x="11350756" y="1497683"/>
                <a:ext cx="93960" cy="2448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47DE9F1A-0CFB-14B7-CC77-29AE6484B6E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339956" y="1486883"/>
                  <a:ext cx="115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A25680CB-218A-4B55-CB93-36AC231F5496}"/>
                    </a:ext>
                  </a:extLst>
                </p14:cNvPr>
                <p14:cNvContentPartPr/>
                <p14:nvPr/>
              </p14:nvContentPartPr>
              <p14:xfrm>
                <a:off x="11541196" y="1728443"/>
                <a:ext cx="34200" cy="17280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A25680CB-218A-4B55-CB93-36AC231F549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530396" y="1717643"/>
                  <a:ext cx="5544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7EDE6CD4-42A7-6434-1748-9B7F86A4E0ED}"/>
              </a:ext>
            </a:extLst>
          </p:cNvPr>
          <p:cNvGrpSpPr/>
          <p:nvPr/>
        </p:nvGrpSpPr>
        <p:grpSpPr>
          <a:xfrm>
            <a:off x="9614836" y="2103203"/>
            <a:ext cx="1812960" cy="303120"/>
            <a:chOff x="9614836" y="2103203"/>
            <a:chExt cx="181296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D1C8BB7F-F350-ACB1-F7BD-F461F0E96A96}"/>
                    </a:ext>
                  </a:extLst>
                </p14:cNvPr>
                <p14:cNvContentPartPr/>
                <p14:nvPr/>
              </p14:nvContentPartPr>
              <p14:xfrm>
                <a:off x="9614836" y="2238923"/>
                <a:ext cx="265320" cy="1674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D1C8BB7F-F350-ACB1-F7BD-F461F0E96A9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604036" y="2228123"/>
                  <a:ext cx="2865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FDFCF4FF-46D3-8A9D-F357-04E4C7A2B702}"/>
                    </a:ext>
                  </a:extLst>
                </p14:cNvPr>
                <p14:cNvContentPartPr/>
                <p14:nvPr/>
              </p14:nvContentPartPr>
              <p14:xfrm>
                <a:off x="9881236" y="2230643"/>
                <a:ext cx="157320" cy="1375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FDFCF4FF-46D3-8A9D-F357-04E4C7A2B70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870461" y="2219871"/>
                  <a:ext cx="178512" cy="1587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D28B676B-6DB8-52E2-EAD5-AA0BFE2F174D}"/>
                    </a:ext>
                  </a:extLst>
                </p14:cNvPr>
                <p14:cNvContentPartPr/>
                <p14:nvPr/>
              </p14:nvContentPartPr>
              <p14:xfrm>
                <a:off x="10093996" y="2261963"/>
                <a:ext cx="95400" cy="997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D28B676B-6DB8-52E2-EAD5-AA0BFE2F174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083196" y="2251163"/>
                  <a:ext cx="116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D2721EA7-99A6-6D5E-F2B6-55A4D4CDA72E}"/>
                    </a:ext>
                  </a:extLst>
                </p14:cNvPr>
                <p14:cNvContentPartPr/>
                <p14:nvPr/>
              </p14:nvContentPartPr>
              <p14:xfrm>
                <a:off x="10123516" y="2244683"/>
                <a:ext cx="67680" cy="13968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D2721EA7-99A6-6D5E-F2B6-55A4D4CDA72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112716" y="2233883"/>
                  <a:ext cx="889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8321E3E1-E62B-5541-DA74-F09CA36F0B1D}"/>
                    </a:ext>
                  </a:extLst>
                </p14:cNvPr>
                <p14:cNvContentPartPr/>
                <p14:nvPr/>
              </p14:nvContentPartPr>
              <p14:xfrm>
                <a:off x="10298476" y="2147843"/>
                <a:ext cx="155160" cy="2116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8321E3E1-E62B-5541-DA74-F09CA36F0B1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287676" y="2137043"/>
                  <a:ext cx="1764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9E33A54F-5F8D-5816-4BE4-35DE57AA331A}"/>
                    </a:ext>
                  </a:extLst>
                </p14:cNvPr>
                <p14:cNvContentPartPr/>
                <p14:nvPr/>
              </p14:nvContentPartPr>
              <p14:xfrm>
                <a:off x="10511596" y="2220923"/>
                <a:ext cx="16920" cy="12996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9E33A54F-5F8D-5816-4BE4-35DE57AA331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500796" y="2210153"/>
                  <a:ext cx="38160" cy="1511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CB2C45DB-9FF0-2A8D-49E6-FEBC0ACCBB03}"/>
                    </a:ext>
                  </a:extLst>
                </p14:cNvPr>
                <p14:cNvContentPartPr/>
                <p14:nvPr/>
              </p14:nvContentPartPr>
              <p14:xfrm>
                <a:off x="10515556" y="2154683"/>
                <a:ext cx="360" cy="36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CB2C45DB-9FF0-2A8D-49E6-FEBC0ACCBB0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504756" y="2143883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DFB048FA-F88D-C9DF-B68E-10EF499C64C9}"/>
                    </a:ext>
                  </a:extLst>
                </p14:cNvPr>
                <p14:cNvContentPartPr/>
                <p14:nvPr/>
              </p14:nvContentPartPr>
              <p14:xfrm>
                <a:off x="10574956" y="2138123"/>
                <a:ext cx="122040" cy="2044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DFB048FA-F88D-C9DF-B68E-10EF499C64C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564156" y="2127323"/>
                  <a:ext cx="1432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A6736D46-CB3F-B653-1245-B9E1E47575B2}"/>
                    </a:ext>
                  </a:extLst>
                </p14:cNvPr>
                <p14:cNvContentPartPr/>
                <p14:nvPr/>
              </p14:nvContentPartPr>
              <p14:xfrm>
                <a:off x="10731196" y="2103203"/>
                <a:ext cx="113400" cy="23112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A6736D46-CB3F-B653-1245-B9E1E47575B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720396" y="2092403"/>
                  <a:ext cx="1346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EB564F55-6FAA-47C5-712C-F7D321D75A9C}"/>
                    </a:ext>
                  </a:extLst>
                </p14:cNvPr>
                <p14:cNvContentPartPr/>
                <p14:nvPr/>
              </p14:nvContentPartPr>
              <p14:xfrm>
                <a:off x="10935676" y="2127323"/>
                <a:ext cx="6840" cy="20016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EB564F55-6FAA-47C5-712C-F7D321D75A9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924276" y="2116523"/>
                  <a:ext cx="292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BFFBA652-A39A-E466-A835-543713699E20}"/>
                    </a:ext>
                  </a:extLst>
                </p14:cNvPr>
                <p14:cNvContentPartPr/>
                <p14:nvPr/>
              </p14:nvContentPartPr>
              <p14:xfrm>
                <a:off x="10874836" y="2231003"/>
                <a:ext cx="143640" cy="720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BFFBA652-A39A-E466-A835-543713699E2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864063" y="2220203"/>
                  <a:ext cx="164827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65E163D0-72A9-8ABC-D2F3-E0BCF94A679E}"/>
                    </a:ext>
                  </a:extLst>
                </p14:cNvPr>
                <p14:cNvContentPartPr/>
                <p14:nvPr/>
              </p14:nvContentPartPr>
              <p14:xfrm>
                <a:off x="11092636" y="2138483"/>
                <a:ext cx="88560" cy="22788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65E163D0-72A9-8ABC-D2F3-E0BCF94A679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081836" y="2127666"/>
                  <a:ext cx="109800" cy="2491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331887BE-FBBC-AA00-AC1E-E03A559814E8}"/>
                    </a:ext>
                  </a:extLst>
                </p14:cNvPr>
                <p14:cNvContentPartPr/>
                <p14:nvPr/>
              </p14:nvContentPartPr>
              <p14:xfrm>
                <a:off x="11204596" y="2201483"/>
                <a:ext cx="111960" cy="13464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331887BE-FBBC-AA00-AC1E-E03A559814E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193796" y="2190683"/>
                  <a:ext cx="1332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E11E6144-44F9-34E8-7009-67A12DCD952F}"/>
                    </a:ext>
                  </a:extLst>
                </p14:cNvPr>
                <p14:cNvContentPartPr/>
                <p14:nvPr/>
              </p14:nvContentPartPr>
              <p14:xfrm>
                <a:off x="11341756" y="2110043"/>
                <a:ext cx="86040" cy="26784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E11E6144-44F9-34E8-7009-67A12DCD952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330956" y="2099228"/>
                  <a:ext cx="107280" cy="289109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078BB460-3130-62ED-1ECF-257F011EAF68}"/>
                  </a:ext>
                </a:extLst>
              </p14:cNvPr>
              <p14:cNvContentPartPr/>
              <p14:nvPr/>
            </p14:nvContentPartPr>
            <p14:xfrm>
              <a:off x="11533636" y="2035883"/>
              <a:ext cx="172800" cy="491760"/>
            </p14:xfrm>
          </p:contentPart>
        </mc:Choice>
        <mc:Fallback xmlns=""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078BB460-3130-62ED-1ECF-257F011EAF68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1522836" y="2025083"/>
                <a:ext cx="194040" cy="51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9" name="Group 438">
            <a:extLst>
              <a:ext uri="{FF2B5EF4-FFF2-40B4-BE49-F238E27FC236}">
                <a16:creationId xmlns:a16="http://schemas.microsoft.com/office/drawing/2014/main" id="{F239A3AF-7447-4445-A06B-A055F19E8AAC}"/>
              </a:ext>
            </a:extLst>
          </p:cNvPr>
          <p:cNvGrpSpPr/>
          <p:nvPr/>
        </p:nvGrpSpPr>
        <p:grpSpPr>
          <a:xfrm>
            <a:off x="9789436" y="2774963"/>
            <a:ext cx="587160" cy="291600"/>
            <a:chOff x="9789436" y="2774963"/>
            <a:chExt cx="58716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EBEED3DD-6E1B-4510-870E-2D0C6EA0D92E}"/>
                    </a:ext>
                  </a:extLst>
                </p14:cNvPr>
                <p14:cNvContentPartPr/>
                <p14:nvPr/>
              </p14:nvContentPartPr>
              <p14:xfrm>
                <a:off x="9837676" y="2774963"/>
                <a:ext cx="14400" cy="24228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EBEED3DD-6E1B-4510-870E-2D0C6EA0D92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826876" y="2764179"/>
                  <a:ext cx="35640" cy="2634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F4E9AA11-0D8A-47A0-43FA-ED1B65D240A6}"/>
                    </a:ext>
                  </a:extLst>
                </p14:cNvPr>
                <p14:cNvContentPartPr/>
                <p14:nvPr/>
              </p14:nvContentPartPr>
              <p14:xfrm>
                <a:off x="9789436" y="2887283"/>
                <a:ext cx="175680" cy="540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F4E9AA11-0D8A-47A0-43FA-ED1B65D240A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778614" y="2876483"/>
                  <a:ext cx="196964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2BC93423-47DF-8566-E854-B236CB093F57}"/>
                    </a:ext>
                  </a:extLst>
                </p14:cNvPr>
                <p14:cNvContentPartPr/>
                <p14:nvPr/>
              </p14:nvContentPartPr>
              <p14:xfrm>
                <a:off x="10128916" y="2797643"/>
                <a:ext cx="247680" cy="26892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2BC93423-47DF-8566-E854-B236CB093F5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118116" y="2786829"/>
                  <a:ext cx="268920" cy="29018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7F80779D-DF32-C59C-EA9A-C642DB35CA12}"/>
              </a:ext>
            </a:extLst>
          </p:cNvPr>
          <p:cNvGrpSpPr/>
          <p:nvPr/>
        </p:nvGrpSpPr>
        <p:grpSpPr>
          <a:xfrm>
            <a:off x="9991756" y="3228563"/>
            <a:ext cx="845280" cy="498240"/>
            <a:chOff x="9991756" y="3228563"/>
            <a:chExt cx="845280" cy="49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EA126D24-4CAB-909F-DBE7-6F1D819AA624}"/>
                    </a:ext>
                  </a:extLst>
                </p14:cNvPr>
                <p14:cNvContentPartPr/>
                <p14:nvPr/>
              </p14:nvContentPartPr>
              <p14:xfrm>
                <a:off x="9991756" y="3228563"/>
                <a:ext cx="133200" cy="48564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EA126D24-4CAB-909F-DBE7-6F1D819AA62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980956" y="3217763"/>
                  <a:ext cx="15444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D328F909-EB2E-7DCB-49A4-05B76D073FAE}"/>
                    </a:ext>
                  </a:extLst>
                </p14:cNvPr>
                <p14:cNvContentPartPr/>
                <p14:nvPr/>
              </p14:nvContentPartPr>
              <p14:xfrm>
                <a:off x="10276876" y="3559403"/>
                <a:ext cx="39240" cy="16740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D328F909-EB2E-7DCB-49A4-05B76D073FA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266076" y="3548626"/>
                  <a:ext cx="60480" cy="1885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A75B7D18-F91B-AA59-6420-4E7E6F9E66D4}"/>
                    </a:ext>
                  </a:extLst>
                </p14:cNvPr>
                <p14:cNvContentPartPr/>
                <p14:nvPr/>
              </p14:nvContentPartPr>
              <p14:xfrm>
                <a:off x="10406116" y="3456803"/>
                <a:ext cx="105840" cy="22500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A75B7D18-F91B-AA59-6420-4E7E6F9E66D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395316" y="3446003"/>
                  <a:ext cx="1270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7AB947EA-9439-BDB1-53FE-0C66C5D33C6C}"/>
                    </a:ext>
                  </a:extLst>
                </p14:cNvPr>
                <p14:cNvContentPartPr/>
                <p14:nvPr/>
              </p14:nvContentPartPr>
              <p14:xfrm>
                <a:off x="10562356" y="3512243"/>
                <a:ext cx="164160" cy="20700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7AB947EA-9439-BDB1-53FE-0C66C5D33C6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551556" y="3501443"/>
                  <a:ext cx="1854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A27952FA-2A1F-20CE-FD5F-C16846977C29}"/>
                    </a:ext>
                  </a:extLst>
                </p14:cNvPr>
                <p14:cNvContentPartPr/>
                <p14:nvPr/>
              </p14:nvContentPartPr>
              <p14:xfrm>
                <a:off x="10762156" y="3495683"/>
                <a:ext cx="74880" cy="13284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A27952FA-2A1F-20CE-FD5F-C16846977C2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751408" y="3484883"/>
                  <a:ext cx="96018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786D5F4A-C57A-B7E8-4260-F6822D53787A}"/>
              </a:ext>
            </a:extLst>
          </p:cNvPr>
          <p:cNvGrpSpPr/>
          <p:nvPr/>
        </p:nvGrpSpPr>
        <p:grpSpPr>
          <a:xfrm>
            <a:off x="10210636" y="3858923"/>
            <a:ext cx="1082160" cy="270000"/>
            <a:chOff x="10210636" y="3858923"/>
            <a:chExt cx="108216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2B1DAE31-1785-95F5-1CEF-4CBCD872183B}"/>
                    </a:ext>
                  </a:extLst>
                </p14:cNvPr>
                <p14:cNvContentPartPr/>
                <p14:nvPr/>
              </p14:nvContentPartPr>
              <p14:xfrm>
                <a:off x="10210636" y="3889883"/>
                <a:ext cx="163800" cy="23904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2B1DAE31-1785-95F5-1CEF-4CBCD872183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199812" y="3879099"/>
                  <a:ext cx="185087" cy="2602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D5849F8A-D4A8-BE41-5563-15E808FBE988}"/>
                    </a:ext>
                  </a:extLst>
                </p14:cNvPr>
                <p14:cNvContentPartPr/>
                <p14:nvPr/>
              </p14:nvContentPartPr>
              <p14:xfrm>
                <a:off x="10396396" y="3947843"/>
                <a:ext cx="80280" cy="10584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D5849F8A-D4A8-BE41-5563-15E808FBE98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385596" y="3937043"/>
                  <a:ext cx="1015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780C182E-EC6F-E961-B2A8-6631BA3F2195}"/>
                    </a:ext>
                  </a:extLst>
                </p14:cNvPr>
                <p14:cNvContentPartPr/>
                <p14:nvPr/>
              </p14:nvContentPartPr>
              <p14:xfrm>
                <a:off x="10543636" y="3858923"/>
                <a:ext cx="29160" cy="2264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780C182E-EC6F-E961-B2A8-6631BA3F219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532836" y="3848123"/>
                  <a:ext cx="504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6DB4126A-D274-356E-B6EC-1FB6870F996D}"/>
                    </a:ext>
                  </a:extLst>
                </p14:cNvPr>
                <p14:cNvContentPartPr/>
                <p14:nvPr/>
              </p14:nvContentPartPr>
              <p14:xfrm>
                <a:off x="10516996" y="3986723"/>
                <a:ext cx="126000" cy="3456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6DB4126A-D274-356E-B6EC-1FB6870F996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506196" y="3975923"/>
                  <a:ext cx="147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E2B9D258-5FA1-9948-108A-1FDECFDEC9A6}"/>
                    </a:ext>
                  </a:extLst>
                </p14:cNvPr>
                <p14:cNvContentPartPr/>
                <p14:nvPr/>
              </p14:nvContentPartPr>
              <p14:xfrm>
                <a:off x="10679716" y="3929843"/>
                <a:ext cx="230760" cy="11844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E2B9D258-5FA1-9948-108A-1FDECFDEC9A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668916" y="3919043"/>
                  <a:ext cx="252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21C90C37-D2F1-EE35-0654-3C2298BC8D7B}"/>
                    </a:ext>
                  </a:extLst>
                </p14:cNvPr>
                <p14:cNvContentPartPr/>
                <p14:nvPr/>
              </p14:nvContentPartPr>
              <p14:xfrm>
                <a:off x="11029996" y="3920843"/>
                <a:ext cx="51840" cy="13248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21C90C37-D2F1-EE35-0654-3C2298BC8D7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019196" y="3910043"/>
                  <a:ext cx="73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099ED544-A678-F0DA-FE65-2E1B97078D1D}"/>
                    </a:ext>
                  </a:extLst>
                </p14:cNvPr>
                <p14:cNvContentPartPr/>
                <p14:nvPr/>
              </p14:nvContentPartPr>
              <p14:xfrm>
                <a:off x="11081836" y="3878003"/>
                <a:ext cx="210960" cy="17532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099ED544-A678-F0DA-FE65-2E1B97078D1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071036" y="3867203"/>
                  <a:ext cx="23220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AED39C0C-6EB9-38C8-31A1-F7E815A86272}"/>
              </a:ext>
            </a:extLst>
          </p:cNvPr>
          <p:cNvGrpSpPr/>
          <p:nvPr/>
        </p:nvGrpSpPr>
        <p:grpSpPr>
          <a:xfrm>
            <a:off x="10385956" y="4246643"/>
            <a:ext cx="784800" cy="282240"/>
            <a:chOff x="10385956" y="4246643"/>
            <a:chExt cx="78480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AF497DDC-0FF6-8204-C23B-E91620EB8A26}"/>
                    </a:ext>
                  </a:extLst>
                </p14:cNvPr>
                <p14:cNvContentPartPr/>
                <p14:nvPr/>
              </p14:nvContentPartPr>
              <p14:xfrm>
                <a:off x="10385956" y="4342043"/>
                <a:ext cx="192240" cy="18684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AF497DDC-0FF6-8204-C23B-E91620EB8A2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375136" y="4331243"/>
                  <a:ext cx="213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43406134-C9BF-C4E7-AA92-7BF306009A35}"/>
                    </a:ext>
                  </a:extLst>
                </p14:cNvPr>
                <p14:cNvContentPartPr/>
                <p14:nvPr/>
              </p14:nvContentPartPr>
              <p14:xfrm>
                <a:off x="10658836" y="4368323"/>
                <a:ext cx="176760" cy="4392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43406134-C9BF-C4E7-AA92-7BF306009A3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648036" y="4357434"/>
                  <a:ext cx="198000" cy="653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F7634D61-A4A9-5457-48CB-5CAC108B901C}"/>
                    </a:ext>
                  </a:extLst>
                </p14:cNvPr>
                <p14:cNvContentPartPr/>
                <p14:nvPr/>
              </p14:nvContentPartPr>
              <p14:xfrm>
                <a:off x="10949356" y="4246643"/>
                <a:ext cx="221400" cy="2145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F7634D61-A4A9-5457-48CB-5CAC108B901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938556" y="4235861"/>
                  <a:ext cx="242640" cy="23576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4916BC7F-B382-B7BE-72DC-253E13BA7663}"/>
              </a:ext>
            </a:extLst>
          </p:cNvPr>
          <p:cNvGrpSpPr/>
          <p:nvPr/>
        </p:nvGrpSpPr>
        <p:grpSpPr>
          <a:xfrm>
            <a:off x="384217" y="2723483"/>
            <a:ext cx="1705320" cy="891360"/>
            <a:chOff x="384217" y="2723483"/>
            <a:chExt cx="1705320" cy="89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EA6BCEBA-0F43-0FC7-93CE-53A1FB1EBF46}"/>
                    </a:ext>
                  </a:extLst>
                </p14:cNvPr>
                <p14:cNvContentPartPr/>
                <p14:nvPr/>
              </p14:nvContentPartPr>
              <p14:xfrm>
                <a:off x="384217" y="2723483"/>
                <a:ext cx="1705320" cy="89136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EA6BCEBA-0F43-0FC7-93CE-53A1FB1EBF4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73417" y="2712683"/>
                  <a:ext cx="1726560" cy="9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26C9EE7C-F3A2-C28E-EE57-59CAAD5490E0}"/>
                    </a:ext>
                  </a:extLst>
                </p14:cNvPr>
                <p14:cNvContentPartPr/>
                <p14:nvPr/>
              </p14:nvContentPartPr>
              <p14:xfrm>
                <a:off x="711457" y="3130643"/>
                <a:ext cx="34560" cy="19188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26C9EE7C-F3A2-C28E-EE57-59CAAD5490E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00657" y="3119863"/>
                  <a:ext cx="55800" cy="2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87842300-53D5-A1A3-C440-F7E26D491247}"/>
                    </a:ext>
                  </a:extLst>
                </p14:cNvPr>
                <p14:cNvContentPartPr/>
                <p14:nvPr/>
              </p14:nvContentPartPr>
              <p14:xfrm>
                <a:off x="650257" y="3081683"/>
                <a:ext cx="392040" cy="28620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87842300-53D5-A1A3-C440-F7E26D49124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39447" y="3070883"/>
                  <a:ext cx="4133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333FBDDB-3514-62C0-57F2-B24A083D884D}"/>
                    </a:ext>
                  </a:extLst>
                </p14:cNvPr>
                <p14:cNvContentPartPr/>
                <p14:nvPr/>
              </p14:nvContentPartPr>
              <p14:xfrm>
                <a:off x="1463497" y="3008243"/>
                <a:ext cx="198720" cy="26892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333FBDDB-3514-62C0-57F2-B24A083D884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452697" y="2997443"/>
                  <a:ext cx="2199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2D57EDFD-4E83-7152-AF6C-5D06A7E3D0DE}"/>
                    </a:ext>
                  </a:extLst>
                </p14:cNvPr>
                <p14:cNvContentPartPr/>
                <p14:nvPr/>
              </p14:nvContentPartPr>
              <p14:xfrm>
                <a:off x="1131577" y="3027683"/>
                <a:ext cx="126000" cy="26820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2D57EDFD-4E83-7152-AF6C-5D06A7E3D0D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20777" y="3016883"/>
                  <a:ext cx="1472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BE87AD9A-23CB-A53F-5707-7DA5480479CE}"/>
                    </a:ext>
                  </a:extLst>
                </p14:cNvPr>
                <p14:cNvContentPartPr/>
                <p14:nvPr/>
              </p14:nvContentPartPr>
              <p14:xfrm>
                <a:off x="1153177" y="3178163"/>
                <a:ext cx="135000" cy="4500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BE87AD9A-23CB-A53F-5707-7DA5480479C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42377" y="3167363"/>
                  <a:ext cx="15624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01DB2535-CC43-79A2-F960-F9C741A9F9E9}"/>
              </a:ext>
            </a:extLst>
          </p:cNvPr>
          <p:cNvGrpSpPr/>
          <p:nvPr/>
        </p:nvGrpSpPr>
        <p:grpSpPr>
          <a:xfrm>
            <a:off x="305960" y="4017280"/>
            <a:ext cx="216000" cy="395640"/>
            <a:chOff x="305960" y="4017280"/>
            <a:chExt cx="216000" cy="3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CA554B6-350D-DFEC-8ECC-32FFFDD11149}"/>
                    </a:ext>
                  </a:extLst>
                </p14:cNvPr>
                <p14:cNvContentPartPr/>
                <p14:nvPr/>
              </p14:nvContentPartPr>
              <p14:xfrm>
                <a:off x="327200" y="4139680"/>
                <a:ext cx="136080" cy="162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CA554B6-350D-DFEC-8ECC-32FFFDD1114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16760" y="4128880"/>
                  <a:ext cx="1573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ACCFE77-D01D-B0EC-DA92-0E07839BF063}"/>
                    </a:ext>
                  </a:extLst>
                </p14:cNvPr>
                <p14:cNvContentPartPr/>
                <p14:nvPr/>
              </p14:nvContentPartPr>
              <p14:xfrm>
                <a:off x="376880" y="4145440"/>
                <a:ext cx="10440" cy="178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ACCFE77-D01D-B0EC-DA92-0E07839BF06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66080" y="4134640"/>
                  <a:ext cx="316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0536859-6FC6-E24E-42CA-375E622F1133}"/>
                    </a:ext>
                  </a:extLst>
                </p14:cNvPr>
                <p14:cNvContentPartPr/>
                <p14:nvPr/>
              </p14:nvContentPartPr>
              <p14:xfrm>
                <a:off x="388400" y="4135000"/>
                <a:ext cx="9360" cy="202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0536859-6FC6-E24E-42CA-375E622F113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77600" y="4124560"/>
                  <a:ext cx="306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123ED37-7C5C-DEC7-83DE-AFE66C0F0F8D}"/>
                    </a:ext>
                  </a:extLst>
                </p14:cNvPr>
                <p14:cNvContentPartPr/>
                <p14:nvPr/>
              </p14:nvContentPartPr>
              <p14:xfrm>
                <a:off x="305960" y="4227520"/>
                <a:ext cx="149040" cy="37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123ED37-7C5C-DEC7-83DE-AFE66C0F0F8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95160" y="4217080"/>
                  <a:ext cx="1702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4A7679C-C3D6-5B1C-788C-B6ABE6BC2B8C}"/>
                    </a:ext>
                  </a:extLst>
                </p14:cNvPr>
                <p14:cNvContentPartPr/>
                <p14:nvPr/>
              </p14:nvContentPartPr>
              <p14:xfrm>
                <a:off x="452840" y="4017280"/>
                <a:ext cx="69120" cy="395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4A7679C-C3D6-5B1C-788C-B6ABE6BC2B8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42400" y="4006840"/>
                  <a:ext cx="90360" cy="41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F3850EC3-148A-E8F7-4EB4-FC2891DD5737}"/>
              </a:ext>
            </a:extLst>
          </p:cNvPr>
          <p:cNvGrpSpPr/>
          <p:nvPr/>
        </p:nvGrpSpPr>
        <p:grpSpPr>
          <a:xfrm>
            <a:off x="785480" y="3923680"/>
            <a:ext cx="779760" cy="337320"/>
            <a:chOff x="785480" y="3923680"/>
            <a:chExt cx="779760" cy="33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6C614FAB-E37D-43E4-8700-5B31BAC5FD78}"/>
                    </a:ext>
                  </a:extLst>
                </p14:cNvPr>
                <p14:cNvContentPartPr/>
                <p14:nvPr/>
              </p14:nvContentPartPr>
              <p14:xfrm>
                <a:off x="785480" y="4083160"/>
                <a:ext cx="124920" cy="16488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6C614FAB-E37D-43E4-8700-5B31BAC5FD7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75040" y="4072360"/>
                  <a:ext cx="1461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8A51EB61-2174-7C5E-8C15-6B1EAD2C662F}"/>
                    </a:ext>
                  </a:extLst>
                </p14:cNvPr>
                <p14:cNvContentPartPr/>
                <p14:nvPr/>
              </p14:nvContentPartPr>
              <p14:xfrm>
                <a:off x="1007600" y="4122040"/>
                <a:ext cx="138600" cy="11412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8A51EB61-2174-7C5E-8C15-6B1EAD2C662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97160" y="4111600"/>
                  <a:ext cx="159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AF608BCC-873E-1769-7476-F78F82E64D9B}"/>
                    </a:ext>
                  </a:extLst>
                </p14:cNvPr>
                <p14:cNvContentPartPr/>
                <p14:nvPr/>
              </p14:nvContentPartPr>
              <p14:xfrm>
                <a:off x="1235480" y="4119880"/>
                <a:ext cx="134640" cy="10800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AF608BCC-873E-1769-7476-F78F82E64D9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225040" y="4109440"/>
                  <a:ext cx="1558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71894A54-30B5-D0B1-567A-E0FF1B7D6857}"/>
                    </a:ext>
                  </a:extLst>
                </p14:cNvPr>
                <p14:cNvContentPartPr/>
                <p14:nvPr/>
              </p14:nvContentPartPr>
              <p14:xfrm>
                <a:off x="1446800" y="3923680"/>
                <a:ext cx="42120" cy="33732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71894A54-30B5-D0B1-567A-E0FF1B7D685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436360" y="3913240"/>
                  <a:ext cx="633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3DE2EEC0-03CF-74C6-9BF7-3254041F8C29}"/>
                    </a:ext>
                  </a:extLst>
                </p14:cNvPr>
                <p14:cNvContentPartPr/>
                <p14:nvPr/>
              </p14:nvContentPartPr>
              <p14:xfrm>
                <a:off x="1420160" y="4056160"/>
                <a:ext cx="145080" cy="2088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3DE2EEC0-03CF-74C6-9BF7-3254041F8C2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409720" y="4045720"/>
                  <a:ext cx="16632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6D3C77D6-7B7A-1179-55A1-B0E7B3B11238}"/>
              </a:ext>
            </a:extLst>
          </p:cNvPr>
          <p:cNvGrpSpPr/>
          <p:nvPr/>
        </p:nvGrpSpPr>
        <p:grpSpPr>
          <a:xfrm>
            <a:off x="296960" y="4727920"/>
            <a:ext cx="241920" cy="508680"/>
            <a:chOff x="296960" y="4727920"/>
            <a:chExt cx="241920" cy="50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7CA0F080-9335-349A-ED1C-B6D3DDFDD765}"/>
                    </a:ext>
                  </a:extLst>
                </p14:cNvPr>
                <p14:cNvContentPartPr/>
                <p14:nvPr/>
              </p14:nvContentPartPr>
              <p14:xfrm>
                <a:off x="296960" y="4837720"/>
                <a:ext cx="136080" cy="17748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7CA0F080-9335-349A-ED1C-B6D3DDFDD76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86160" y="4826920"/>
                  <a:ext cx="1573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A098558B-E1F6-82E6-E80D-F388835F6803}"/>
                    </a:ext>
                  </a:extLst>
                </p14:cNvPr>
                <p14:cNvContentPartPr/>
                <p14:nvPr/>
              </p14:nvContentPartPr>
              <p14:xfrm>
                <a:off x="386960" y="4807840"/>
                <a:ext cx="39600" cy="24696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A098558B-E1F6-82E6-E80D-F388835F680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76520" y="4797400"/>
                  <a:ext cx="608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B7300683-8EBC-05A2-E56A-9395FB1A9AB9}"/>
                    </a:ext>
                  </a:extLst>
                </p14:cNvPr>
                <p14:cNvContentPartPr/>
                <p14:nvPr/>
              </p14:nvContentPartPr>
              <p14:xfrm>
                <a:off x="380840" y="4789840"/>
                <a:ext cx="12960" cy="25164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B7300683-8EBC-05A2-E56A-9395FB1A9AB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70040" y="4779040"/>
                  <a:ext cx="34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1973C6CF-F720-BD3A-529C-A10E56FA1F92}"/>
                    </a:ext>
                  </a:extLst>
                </p14:cNvPr>
                <p14:cNvContentPartPr/>
                <p14:nvPr/>
              </p14:nvContentPartPr>
              <p14:xfrm>
                <a:off x="330080" y="4917640"/>
                <a:ext cx="138600" cy="4032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1973C6CF-F720-BD3A-529C-A10E56FA1F9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19280" y="4906840"/>
                  <a:ext cx="1598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C8B69745-8BC8-C08F-AEAD-AE08BC3F91F9}"/>
                    </a:ext>
                  </a:extLst>
                </p14:cNvPr>
                <p14:cNvContentPartPr/>
                <p14:nvPr/>
              </p14:nvContentPartPr>
              <p14:xfrm>
                <a:off x="471920" y="4727920"/>
                <a:ext cx="66960" cy="50868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C8B69745-8BC8-C08F-AEAD-AE08BC3F91F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61480" y="4717480"/>
                  <a:ext cx="88200" cy="52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8" name="Group 497">
            <a:extLst>
              <a:ext uri="{FF2B5EF4-FFF2-40B4-BE49-F238E27FC236}">
                <a16:creationId xmlns:a16="http://schemas.microsoft.com/office/drawing/2014/main" id="{E6C21B44-A597-F030-A9A4-7EF3AAAE8CE8}"/>
              </a:ext>
            </a:extLst>
          </p:cNvPr>
          <p:cNvGrpSpPr/>
          <p:nvPr/>
        </p:nvGrpSpPr>
        <p:grpSpPr>
          <a:xfrm>
            <a:off x="4602200" y="4322920"/>
            <a:ext cx="754560" cy="314280"/>
            <a:chOff x="4602200" y="4322920"/>
            <a:chExt cx="75456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AC1EFF3F-D3BC-7742-F3EC-600D4750CCC7}"/>
                    </a:ext>
                  </a:extLst>
                </p14:cNvPr>
                <p14:cNvContentPartPr/>
                <p14:nvPr/>
              </p14:nvContentPartPr>
              <p14:xfrm>
                <a:off x="4689680" y="4436680"/>
                <a:ext cx="38520" cy="15696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AC1EFF3F-D3BC-7742-F3EC-600D4750CCC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679240" y="4425880"/>
                  <a:ext cx="597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EDDA79EC-A89C-2579-7B08-D7F8AC2D4E36}"/>
                    </a:ext>
                  </a:extLst>
                </p14:cNvPr>
                <p14:cNvContentPartPr/>
                <p14:nvPr/>
              </p14:nvContentPartPr>
              <p14:xfrm>
                <a:off x="4602200" y="4322920"/>
                <a:ext cx="284760" cy="31428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EDDA79EC-A89C-2579-7B08-D7F8AC2D4E3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591760" y="4312480"/>
                  <a:ext cx="3060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B4BC8A36-3BC6-BC94-5718-05F907F3C22E}"/>
                    </a:ext>
                  </a:extLst>
                </p14:cNvPr>
                <p14:cNvContentPartPr/>
                <p14:nvPr/>
              </p14:nvContentPartPr>
              <p14:xfrm>
                <a:off x="4917560" y="4412560"/>
                <a:ext cx="149400" cy="13644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B4BC8A36-3BC6-BC94-5718-05F907F3C22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907120" y="4402120"/>
                  <a:ext cx="170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8DE74219-9DEF-A9E3-3E34-43888A4AACD9}"/>
                    </a:ext>
                  </a:extLst>
                </p14:cNvPr>
                <p14:cNvContentPartPr/>
                <p14:nvPr/>
              </p14:nvContentPartPr>
              <p14:xfrm>
                <a:off x="5147600" y="4368280"/>
                <a:ext cx="133920" cy="17280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8DE74219-9DEF-A9E3-3E34-43888A4AACD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137160" y="4357480"/>
                  <a:ext cx="1551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1995D9F7-CD92-A596-BAC1-B99DC691815D}"/>
                    </a:ext>
                  </a:extLst>
                </p14:cNvPr>
                <p14:cNvContentPartPr/>
                <p14:nvPr/>
              </p14:nvContentPartPr>
              <p14:xfrm>
                <a:off x="5267480" y="4392760"/>
                <a:ext cx="89280" cy="13212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1995D9F7-CD92-A596-BAC1-B99DC691815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256680" y="4382320"/>
                  <a:ext cx="11052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89CE27D6-5CBC-037E-DDBB-1699DA4886CE}"/>
              </a:ext>
            </a:extLst>
          </p:cNvPr>
          <p:cNvGrpSpPr/>
          <p:nvPr/>
        </p:nvGrpSpPr>
        <p:grpSpPr>
          <a:xfrm>
            <a:off x="5713520" y="4256680"/>
            <a:ext cx="1179720" cy="367920"/>
            <a:chOff x="5713520" y="4256680"/>
            <a:chExt cx="1179720" cy="36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F7F03CCD-45B6-EFAD-4CD2-4CD6ACF96DE7}"/>
                    </a:ext>
                  </a:extLst>
                </p14:cNvPr>
                <p14:cNvContentPartPr/>
                <p14:nvPr/>
              </p14:nvContentPartPr>
              <p14:xfrm>
                <a:off x="5713520" y="4296280"/>
                <a:ext cx="202680" cy="23364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F7F03CCD-45B6-EFAD-4CD2-4CD6ACF96DE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703080" y="4285480"/>
                  <a:ext cx="2239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919FAFF5-001C-8100-4B0D-600289DD889B}"/>
                    </a:ext>
                  </a:extLst>
                </p14:cNvPr>
                <p14:cNvContentPartPr/>
                <p14:nvPr/>
              </p14:nvContentPartPr>
              <p14:xfrm>
                <a:off x="5941760" y="4419400"/>
                <a:ext cx="140760" cy="11448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919FAFF5-001C-8100-4B0D-600289DD889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931320" y="4408960"/>
                  <a:ext cx="162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A824F00F-36D2-C4F0-CDD8-0B0C353697AB}"/>
                    </a:ext>
                  </a:extLst>
                </p14:cNvPr>
                <p14:cNvContentPartPr/>
                <p14:nvPr/>
              </p14:nvContentPartPr>
              <p14:xfrm>
                <a:off x="6152360" y="4393120"/>
                <a:ext cx="119520" cy="14760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A824F00F-36D2-C4F0-CDD8-0B0C353697A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141560" y="4382320"/>
                  <a:ext cx="1407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3455204B-01D1-5C67-231A-2BC0A7A32358}"/>
                    </a:ext>
                  </a:extLst>
                </p14:cNvPr>
                <p14:cNvContentPartPr/>
                <p14:nvPr/>
              </p14:nvContentPartPr>
              <p14:xfrm>
                <a:off x="6324080" y="4388080"/>
                <a:ext cx="100080" cy="11988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3455204B-01D1-5C67-231A-2BC0A7A3235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313280" y="4377280"/>
                  <a:ext cx="1213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5EA8DB0F-5CAF-05B6-63CD-5FC604D0CA3A}"/>
                    </a:ext>
                  </a:extLst>
                </p14:cNvPr>
                <p14:cNvContentPartPr/>
                <p14:nvPr/>
              </p14:nvContentPartPr>
              <p14:xfrm>
                <a:off x="6477440" y="4379080"/>
                <a:ext cx="126720" cy="16776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5EA8DB0F-5CAF-05B6-63CD-5FC604D0CA3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466640" y="4368280"/>
                  <a:ext cx="1479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30800F60-2DE4-9D48-3F62-0F1078CC1834}"/>
                    </a:ext>
                  </a:extLst>
                </p14:cNvPr>
                <p14:cNvContentPartPr/>
                <p14:nvPr/>
              </p14:nvContentPartPr>
              <p14:xfrm>
                <a:off x="6685160" y="4256680"/>
                <a:ext cx="132120" cy="22464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30800F60-2DE4-9D48-3F62-0F1078CC183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674360" y="4246240"/>
                  <a:ext cx="1533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4097930E-9EF1-FCDE-151D-06548B993AF0}"/>
                    </a:ext>
                  </a:extLst>
                </p14:cNvPr>
                <p14:cNvContentPartPr/>
                <p14:nvPr/>
              </p14:nvContentPartPr>
              <p14:xfrm>
                <a:off x="6755360" y="4562320"/>
                <a:ext cx="137880" cy="6228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4097930E-9EF1-FCDE-151D-06548B993AF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744920" y="4551520"/>
                  <a:ext cx="159120" cy="83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02721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E6602C-923B-8BF1-BD7F-29361B365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790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9A31C-BCFA-8FFE-0DD8-6831020B1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75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5C145-7DC6-A3DB-9EAD-71DAB2BE5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007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441236-B7C1-D285-0005-CDD8EECDD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955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2B39D-B1D8-79D4-F022-96DB6407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155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BC1A75-0FA5-4951-50FC-807545E96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973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5DC6E4-B5BA-7A8D-57F2-67A02D1A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297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11D7F-C22E-FFFE-0C42-4F0A00F3B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1324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8BB987-E634-A29A-70BA-0CEA0B344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71E2228E-CD87-42AC-F3C2-01EEA41B309A}"/>
              </a:ext>
            </a:extLst>
          </p:cNvPr>
          <p:cNvGrpSpPr/>
          <p:nvPr/>
        </p:nvGrpSpPr>
        <p:grpSpPr>
          <a:xfrm>
            <a:off x="435200" y="329440"/>
            <a:ext cx="1839600" cy="520920"/>
            <a:chOff x="435200" y="329440"/>
            <a:chExt cx="1839600" cy="52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D56C6A4-90F8-5AA6-5DD1-837A9641FBF8}"/>
                    </a:ext>
                  </a:extLst>
                </p14:cNvPr>
                <p14:cNvContentPartPr/>
                <p14:nvPr/>
              </p14:nvContentPartPr>
              <p14:xfrm>
                <a:off x="435200" y="329440"/>
                <a:ext cx="289800" cy="520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D56C6A4-90F8-5AA6-5DD1-837A9641FBF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4760" y="318640"/>
                  <a:ext cx="31104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2EA2C04-FB77-99DE-FD86-6309F73A7FC0}"/>
                    </a:ext>
                  </a:extLst>
                </p14:cNvPr>
                <p14:cNvContentPartPr/>
                <p14:nvPr/>
              </p14:nvContentPartPr>
              <p14:xfrm>
                <a:off x="776120" y="519520"/>
                <a:ext cx="180000" cy="279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2EA2C04-FB77-99DE-FD86-6309F73A7FC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5320" y="508720"/>
                  <a:ext cx="2012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D6A08FE-0138-48BA-C3B1-AB4AADE73999}"/>
                    </a:ext>
                  </a:extLst>
                </p14:cNvPr>
                <p14:cNvContentPartPr/>
                <p14:nvPr/>
              </p14:nvContentPartPr>
              <p14:xfrm>
                <a:off x="1001480" y="591520"/>
                <a:ext cx="151560" cy="158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D6A08FE-0138-48BA-C3B1-AB4AADE7399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0680" y="581080"/>
                  <a:ext cx="1728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E468D73-CD89-4778-012A-FF5EBB7FA01D}"/>
                    </a:ext>
                  </a:extLst>
                </p14:cNvPr>
                <p14:cNvContentPartPr/>
                <p14:nvPr/>
              </p14:nvContentPartPr>
              <p14:xfrm>
                <a:off x="1036760" y="574600"/>
                <a:ext cx="81720" cy="249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E468D73-CD89-4778-012A-FF5EBB7FA01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25960" y="563800"/>
                  <a:ext cx="1029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5E07E0F-6DD6-6D79-170D-E0AE2D972466}"/>
                    </a:ext>
                  </a:extLst>
                </p14:cNvPr>
                <p14:cNvContentPartPr/>
                <p14:nvPr/>
              </p14:nvContentPartPr>
              <p14:xfrm>
                <a:off x="1175360" y="578920"/>
                <a:ext cx="62640" cy="191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5E07E0F-6DD6-6D79-170D-E0AE2D97246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64560" y="568480"/>
                  <a:ext cx="83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360EB1D-0787-BEF4-5BB5-7E91F49B6537}"/>
                    </a:ext>
                  </a:extLst>
                </p14:cNvPr>
                <p14:cNvContentPartPr/>
                <p14:nvPr/>
              </p14:nvContentPartPr>
              <p14:xfrm>
                <a:off x="1172840" y="437080"/>
                <a:ext cx="98280" cy="105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360EB1D-0787-BEF4-5BB5-7E91F49B653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62040" y="426640"/>
                  <a:ext cx="1195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BB2252A-7372-06F4-A107-C1A3E725922F}"/>
                    </a:ext>
                  </a:extLst>
                </p14:cNvPr>
                <p14:cNvContentPartPr/>
                <p14:nvPr/>
              </p14:nvContentPartPr>
              <p14:xfrm>
                <a:off x="1323680" y="493600"/>
                <a:ext cx="266400" cy="266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BB2252A-7372-06F4-A107-C1A3E725922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13240" y="482800"/>
                  <a:ext cx="2876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6C21F2A-C0FB-760C-CCC7-B1528804F563}"/>
                    </a:ext>
                  </a:extLst>
                </p14:cNvPr>
                <p14:cNvContentPartPr/>
                <p14:nvPr/>
              </p14:nvContentPartPr>
              <p14:xfrm>
                <a:off x="1668920" y="575680"/>
                <a:ext cx="203760" cy="177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6C21F2A-C0FB-760C-CCC7-B1528804F56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58120" y="565240"/>
                  <a:ext cx="2250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83C457-812C-B6F1-C178-0484D3F5DD29}"/>
                    </a:ext>
                  </a:extLst>
                </p14:cNvPr>
                <p14:cNvContentPartPr/>
                <p14:nvPr/>
              </p14:nvContentPartPr>
              <p14:xfrm>
                <a:off x="1926680" y="515560"/>
                <a:ext cx="348120" cy="208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83C457-812C-B6F1-C178-0484D3F5DD2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15880" y="505120"/>
                  <a:ext cx="36936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A906795-A328-D8B8-6660-414243BC312A}"/>
              </a:ext>
            </a:extLst>
          </p:cNvPr>
          <p:cNvGrpSpPr/>
          <p:nvPr/>
        </p:nvGrpSpPr>
        <p:grpSpPr>
          <a:xfrm>
            <a:off x="2902640" y="331960"/>
            <a:ext cx="846000" cy="338040"/>
            <a:chOff x="2902640" y="331960"/>
            <a:chExt cx="84600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C2F1AF4-6E68-C8F9-8B74-9B918E76E081}"/>
                    </a:ext>
                  </a:extLst>
                </p14:cNvPr>
                <p14:cNvContentPartPr/>
                <p14:nvPr/>
              </p14:nvContentPartPr>
              <p14:xfrm>
                <a:off x="2902640" y="331960"/>
                <a:ext cx="190080" cy="325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C2F1AF4-6E68-C8F9-8B74-9B918E76E08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91840" y="321160"/>
                  <a:ext cx="2113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AA39E8A-3B25-A644-2C39-11654CBBDDFC}"/>
                    </a:ext>
                  </a:extLst>
                </p14:cNvPr>
                <p14:cNvContentPartPr/>
                <p14:nvPr/>
              </p14:nvContentPartPr>
              <p14:xfrm>
                <a:off x="3159680" y="397480"/>
                <a:ext cx="277920" cy="272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AA39E8A-3B25-A644-2C39-11654CBBDDF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49240" y="386680"/>
                  <a:ext cx="2991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0417C87-67DF-9531-2C0E-8E3C085A2C57}"/>
                    </a:ext>
                  </a:extLst>
                </p14:cNvPr>
                <p14:cNvContentPartPr/>
                <p14:nvPr/>
              </p14:nvContentPartPr>
              <p14:xfrm>
                <a:off x="3484040" y="473800"/>
                <a:ext cx="114480" cy="169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0417C87-67DF-9531-2C0E-8E3C085A2C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73600" y="463360"/>
                  <a:ext cx="1357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11C9769-68F7-B002-BF6A-658A2425E260}"/>
                    </a:ext>
                  </a:extLst>
                </p14:cNvPr>
                <p14:cNvContentPartPr/>
                <p14:nvPr/>
              </p14:nvContentPartPr>
              <p14:xfrm>
                <a:off x="3652880" y="441400"/>
                <a:ext cx="95760" cy="187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11C9769-68F7-B002-BF6A-658A2425E26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42080" y="430600"/>
                  <a:ext cx="11700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F95B3D5-C0A6-9938-0465-DF54F043DDCA}"/>
              </a:ext>
            </a:extLst>
          </p:cNvPr>
          <p:cNvGrpSpPr/>
          <p:nvPr/>
        </p:nvGrpSpPr>
        <p:grpSpPr>
          <a:xfrm>
            <a:off x="4242200" y="248080"/>
            <a:ext cx="1029240" cy="365760"/>
            <a:chOff x="4242200" y="248080"/>
            <a:chExt cx="102924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BDB9EE5-9778-DCED-6FD9-424829E892AE}"/>
                    </a:ext>
                  </a:extLst>
                </p14:cNvPr>
                <p14:cNvContentPartPr/>
                <p14:nvPr/>
              </p14:nvContentPartPr>
              <p14:xfrm>
                <a:off x="4242200" y="248080"/>
                <a:ext cx="300600" cy="365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BDB9EE5-9778-DCED-6FD9-424829E892A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31760" y="237280"/>
                  <a:ext cx="3218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9180AE0-4288-C700-7999-358F557F4897}"/>
                    </a:ext>
                  </a:extLst>
                </p14:cNvPr>
                <p14:cNvContentPartPr/>
                <p14:nvPr/>
              </p14:nvContentPartPr>
              <p14:xfrm>
                <a:off x="4573400" y="424840"/>
                <a:ext cx="111600" cy="154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9180AE0-4288-C700-7999-358F557F489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62960" y="414040"/>
                  <a:ext cx="1328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DCEF5F6-79A5-1351-FE28-8A8DEDF1A618}"/>
                    </a:ext>
                  </a:extLst>
                </p14:cNvPr>
                <p14:cNvContentPartPr/>
                <p14:nvPr/>
              </p14:nvContentPartPr>
              <p14:xfrm>
                <a:off x="4750880" y="420880"/>
                <a:ext cx="104400" cy="149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DCEF5F6-79A5-1351-FE28-8A8DEDF1A61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40080" y="410080"/>
                  <a:ext cx="1256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FC4D066-EAF7-E562-94C1-EE6B19A629FC}"/>
                    </a:ext>
                  </a:extLst>
                </p14:cNvPr>
                <p14:cNvContentPartPr/>
                <p14:nvPr/>
              </p14:nvContentPartPr>
              <p14:xfrm>
                <a:off x="4907840" y="309280"/>
                <a:ext cx="125640" cy="263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FC4D066-EAF7-E562-94C1-EE6B19A629F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97400" y="298840"/>
                  <a:ext cx="1468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4D6D35D-74CF-2B13-8327-CDF684802183}"/>
                    </a:ext>
                  </a:extLst>
                </p14:cNvPr>
                <p14:cNvContentPartPr/>
                <p14:nvPr/>
              </p14:nvContentPartPr>
              <p14:xfrm>
                <a:off x="5164520" y="387040"/>
                <a:ext cx="106920" cy="139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4D6D35D-74CF-2B13-8327-CDF68480218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54080" y="376240"/>
                  <a:ext cx="12816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20EB680-0AA3-A069-13EC-17058359A181}"/>
              </a:ext>
            </a:extLst>
          </p:cNvPr>
          <p:cNvGrpSpPr/>
          <p:nvPr/>
        </p:nvGrpSpPr>
        <p:grpSpPr>
          <a:xfrm>
            <a:off x="5901800" y="195880"/>
            <a:ext cx="1327680" cy="322200"/>
            <a:chOff x="5901800" y="195880"/>
            <a:chExt cx="132768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EB73305-DA51-AA1C-278E-51DA3C310240}"/>
                    </a:ext>
                  </a:extLst>
                </p14:cNvPr>
                <p14:cNvContentPartPr/>
                <p14:nvPr/>
              </p14:nvContentPartPr>
              <p14:xfrm>
                <a:off x="5901800" y="195880"/>
                <a:ext cx="227520" cy="264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EB73305-DA51-AA1C-278E-51DA3C31024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91360" y="185440"/>
                  <a:ext cx="2487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19B9465-4AD5-CD1E-C0C8-D9E23775BDC6}"/>
                    </a:ext>
                  </a:extLst>
                </p14:cNvPr>
                <p14:cNvContentPartPr/>
                <p14:nvPr/>
              </p14:nvContentPartPr>
              <p14:xfrm>
                <a:off x="5950040" y="374440"/>
                <a:ext cx="150120" cy="8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19B9465-4AD5-CD1E-C0C8-D9E23775BDC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39600" y="364000"/>
                  <a:ext cx="171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062A3E6-65CE-23BB-3F45-FDA61008B834}"/>
                    </a:ext>
                  </a:extLst>
                </p14:cNvPr>
                <p14:cNvContentPartPr/>
                <p14:nvPr/>
              </p14:nvContentPartPr>
              <p14:xfrm>
                <a:off x="6161000" y="381640"/>
                <a:ext cx="192240" cy="104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062A3E6-65CE-23BB-3F45-FDA61008B83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50200" y="371200"/>
                  <a:ext cx="2134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EC53FD4-40F9-A5EC-C52E-E435BB1FB257}"/>
                    </a:ext>
                  </a:extLst>
                </p14:cNvPr>
                <p14:cNvContentPartPr/>
                <p14:nvPr/>
              </p14:nvContentPartPr>
              <p14:xfrm>
                <a:off x="6422360" y="367960"/>
                <a:ext cx="95760" cy="150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EC53FD4-40F9-A5EC-C52E-E435BB1FB25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11560" y="357520"/>
                  <a:ext cx="1170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55F43B-9E05-551B-52E7-B7802BEB8730}"/>
                    </a:ext>
                  </a:extLst>
                </p14:cNvPr>
                <p14:cNvContentPartPr/>
                <p14:nvPr/>
              </p14:nvContentPartPr>
              <p14:xfrm>
                <a:off x="6551240" y="362920"/>
                <a:ext cx="301680" cy="140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55F43B-9E05-551B-52E7-B7802BEB873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540800" y="352480"/>
                  <a:ext cx="3229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468B063-6B96-1B4D-C03B-021992DEE7D6}"/>
                    </a:ext>
                  </a:extLst>
                </p14:cNvPr>
                <p14:cNvContentPartPr/>
                <p14:nvPr/>
              </p14:nvContentPartPr>
              <p14:xfrm>
                <a:off x="6888200" y="338440"/>
                <a:ext cx="59400" cy="148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468B063-6B96-1B4D-C03B-021992DEE7D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77760" y="328000"/>
                  <a:ext cx="806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1791573-63FC-815F-9651-7C9B3F6FCD38}"/>
                    </a:ext>
                  </a:extLst>
                </p14:cNvPr>
                <p14:cNvContentPartPr/>
                <p14:nvPr/>
              </p14:nvContentPartPr>
              <p14:xfrm>
                <a:off x="7044800" y="248800"/>
                <a:ext cx="184680" cy="235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1791573-63FC-815F-9651-7C9B3F6FCD3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34000" y="238360"/>
                  <a:ext cx="20592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9B4C38C-B0BE-DCA0-8E21-2FD6A501C46B}"/>
              </a:ext>
            </a:extLst>
          </p:cNvPr>
          <p:cNvGrpSpPr/>
          <p:nvPr/>
        </p:nvGrpSpPr>
        <p:grpSpPr>
          <a:xfrm>
            <a:off x="7754000" y="234040"/>
            <a:ext cx="506160" cy="320040"/>
            <a:chOff x="7754000" y="234040"/>
            <a:chExt cx="506160" cy="32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331FD4F-12AB-B4D8-CCB5-DC1278CE219F}"/>
                    </a:ext>
                  </a:extLst>
                </p14:cNvPr>
                <p14:cNvContentPartPr/>
                <p14:nvPr/>
              </p14:nvContentPartPr>
              <p14:xfrm>
                <a:off x="7791800" y="248800"/>
                <a:ext cx="71280" cy="199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331FD4F-12AB-B4D8-CCB5-DC1278CE219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81360" y="238360"/>
                  <a:ext cx="925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CF642AC-5420-DD69-61D0-114B8C6EE018}"/>
                    </a:ext>
                  </a:extLst>
                </p14:cNvPr>
                <p14:cNvContentPartPr/>
                <p14:nvPr/>
              </p14:nvContentPartPr>
              <p14:xfrm>
                <a:off x="7754000" y="234040"/>
                <a:ext cx="240120" cy="253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CF642AC-5420-DD69-61D0-114B8C6EE01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43200" y="223600"/>
                  <a:ext cx="2613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E65A399-88D2-0D3F-ED5B-C02AB9495F8B}"/>
                    </a:ext>
                  </a:extLst>
                </p14:cNvPr>
                <p14:cNvContentPartPr/>
                <p14:nvPr/>
              </p14:nvContentPartPr>
              <p14:xfrm>
                <a:off x="8078360" y="311800"/>
                <a:ext cx="181800" cy="242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E65A399-88D2-0D3F-ED5B-C02AB9495F8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67920" y="301000"/>
                  <a:ext cx="20304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1CF700C-E2EE-81E6-DB53-4EB29067D12C}"/>
              </a:ext>
            </a:extLst>
          </p:cNvPr>
          <p:cNvGrpSpPr/>
          <p:nvPr/>
        </p:nvGrpSpPr>
        <p:grpSpPr>
          <a:xfrm>
            <a:off x="8700800" y="196240"/>
            <a:ext cx="1311480" cy="336600"/>
            <a:chOff x="8700800" y="196240"/>
            <a:chExt cx="1311480" cy="3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DE72248-A334-1159-13D5-7DB90AA9C681}"/>
                    </a:ext>
                  </a:extLst>
                </p14:cNvPr>
                <p14:cNvContentPartPr/>
                <p14:nvPr/>
              </p14:nvContentPartPr>
              <p14:xfrm>
                <a:off x="8700800" y="196240"/>
                <a:ext cx="244080" cy="295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DE72248-A334-1159-13D5-7DB90AA9C68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690000" y="185800"/>
                  <a:ext cx="2653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9959C7B-7557-3F45-7935-0BB9364B9E3C}"/>
                    </a:ext>
                  </a:extLst>
                </p14:cNvPr>
                <p14:cNvContentPartPr/>
                <p14:nvPr/>
              </p14:nvContentPartPr>
              <p14:xfrm>
                <a:off x="8918960" y="338440"/>
                <a:ext cx="128520" cy="151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9959C7B-7557-3F45-7935-0BB9364B9E3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08520" y="328000"/>
                  <a:ext cx="149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9DBFB67-3A75-A9A5-7A2E-B177FAD852BA}"/>
                    </a:ext>
                  </a:extLst>
                </p14:cNvPr>
                <p14:cNvContentPartPr/>
                <p14:nvPr/>
              </p14:nvContentPartPr>
              <p14:xfrm>
                <a:off x="9154040" y="249880"/>
                <a:ext cx="67680" cy="242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9DBFB67-3A75-A9A5-7A2E-B177FAD852B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43240" y="239440"/>
                  <a:ext cx="889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9844B6D-3762-4C41-208D-21D84B72E835}"/>
                    </a:ext>
                  </a:extLst>
                </p14:cNvPr>
                <p14:cNvContentPartPr/>
                <p14:nvPr/>
              </p14:nvContentPartPr>
              <p14:xfrm>
                <a:off x="9094280" y="374440"/>
                <a:ext cx="214920" cy="15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9844B6D-3762-4C41-208D-21D84B72E83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083480" y="364000"/>
                  <a:ext cx="2361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7236194-7460-AF93-F2F2-3D13D10A503C}"/>
                    </a:ext>
                  </a:extLst>
                </p14:cNvPr>
                <p14:cNvContentPartPr/>
                <p14:nvPr/>
              </p14:nvContentPartPr>
              <p14:xfrm>
                <a:off x="9360680" y="241960"/>
                <a:ext cx="55080" cy="234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7236194-7460-AF93-F2F2-3D13D10A503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350240" y="231520"/>
                  <a:ext cx="763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FB34D32-740A-C1C0-9D24-C4841773E0C7}"/>
                    </a:ext>
                  </a:extLst>
                </p14:cNvPr>
                <p14:cNvContentPartPr/>
                <p14:nvPr/>
              </p14:nvContentPartPr>
              <p14:xfrm>
                <a:off x="9349160" y="359680"/>
                <a:ext cx="122400" cy="29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FB34D32-740A-C1C0-9D24-C4841773E0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338720" y="348880"/>
                  <a:ext cx="1436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E8F3EE2-975C-D8B6-BCD2-1501DCD2E6B5}"/>
                    </a:ext>
                  </a:extLst>
                </p14:cNvPr>
                <p14:cNvContentPartPr/>
                <p14:nvPr/>
              </p14:nvContentPartPr>
              <p14:xfrm>
                <a:off x="9516200" y="331960"/>
                <a:ext cx="112680" cy="177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E8F3EE2-975C-D8B6-BCD2-1501DCD2E6B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05760" y="321520"/>
                  <a:ext cx="133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305EF3B-D784-9721-46E8-BD018D3ACCBC}"/>
                    </a:ext>
                  </a:extLst>
                </p14:cNvPr>
                <p14:cNvContentPartPr/>
                <p14:nvPr/>
              </p14:nvContentPartPr>
              <p14:xfrm>
                <a:off x="9710960" y="316840"/>
                <a:ext cx="86760" cy="160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305EF3B-D784-9721-46E8-BD018D3ACCB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700160" y="306400"/>
                  <a:ext cx="1080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4967AE2-795A-D402-0732-3FE4A4E707F7}"/>
                    </a:ext>
                  </a:extLst>
                </p14:cNvPr>
                <p14:cNvContentPartPr/>
                <p14:nvPr/>
              </p14:nvContentPartPr>
              <p14:xfrm>
                <a:off x="9873680" y="311080"/>
                <a:ext cx="138600" cy="221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4967AE2-795A-D402-0732-3FE4A4E707F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862880" y="300280"/>
                  <a:ext cx="159840" cy="24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51CDA79-3390-9D47-3F0F-09D7A0C93894}"/>
              </a:ext>
            </a:extLst>
          </p:cNvPr>
          <p:cNvGrpSpPr/>
          <p:nvPr/>
        </p:nvGrpSpPr>
        <p:grpSpPr>
          <a:xfrm>
            <a:off x="263840" y="1195600"/>
            <a:ext cx="867600" cy="381600"/>
            <a:chOff x="263840" y="1195600"/>
            <a:chExt cx="86760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DB4B30E-A047-56B3-4636-B1CF112DE697}"/>
                    </a:ext>
                  </a:extLst>
                </p14:cNvPr>
                <p14:cNvContentPartPr/>
                <p14:nvPr/>
              </p14:nvContentPartPr>
              <p14:xfrm>
                <a:off x="263840" y="1195600"/>
                <a:ext cx="321480" cy="381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DB4B30E-A047-56B3-4636-B1CF112DE69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53040" y="1185160"/>
                  <a:ext cx="34272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FFFDEA4-06A4-A5F6-E6BC-01A075DDE977}"/>
                    </a:ext>
                  </a:extLst>
                </p14:cNvPr>
                <p14:cNvContentPartPr/>
                <p14:nvPr/>
              </p14:nvContentPartPr>
              <p14:xfrm>
                <a:off x="644720" y="1357960"/>
                <a:ext cx="4320" cy="135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FFFDEA4-06A4-A5F6-E6BC-01A075DDE97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33920" y="1347520"/>
                  <a:ext cx="255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996BC24-350C-D710-B5FB-27FCC72E6DD9}"/>
                    </a:ext>
                  </a:extLst>
                </p14:cNvPr>
                <p14:cNvContentPartPr/>
                <p14:nvPr/>
              </p14:nvContentPartPr>
              <p14:xfrm>
                <a:off x="606560" y="1237720"/>
                <a:ext cx="83880" cy="70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996BC24-350C-D710-B5FB-27FCC72E6DD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96120" y="1227280"/>
                  <a:ext cx="1051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E349B9B-6D39-B6BA-F156-674530D9238E}"/>
                    </a:ext>
                  </a:extLst>
                </p14:cNvPr>
                <p14:cNvContentPartPr/>
                <p14:nvPr/>
              </p14:nvContentPartPr>
              <p14:xfrm>
                <a:off x="751280" y="1284880"/>
                <a:ext cx="105840" cy="145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E349B9B-6D39-B6BA-F156-674530D9238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0480" y="1274440"/>
                  <a:ext cx="1270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8448317-95F7-3540-FF5C-48245043BF1C}"/>
                    </a:ext>
                  </a:extLst>
                </p14:cNvPr>
                <p14:cNvContentPartPr/>
                <p14:nvPr/>
              </p14:nvContentPartPr>
              <p14:xfrm>
                <a:off x="897440" y="1267600"/>
                <a:ext cx="51120" cy="180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8448317-95F7-3540-FF5C-48245043BF1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86640" y="1256800"/>
                  <a:ext cx="723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7C0D605-8351-4993-8DD5-17D8307D74E1}"/>
                    </a:ext>
                  </a:extLst>
                </p14:cNvPr>
                <p14:cNvContentPartPr/>
                <p14:nvPr/>
              </p14:nvContentPartPr>
              <p14:xfrm>
                <a:off x="1027040" y="1255720"/>
                <a:ext cx="104400" cy="194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7C0D605-8351-4993-8DD5-17D8307D74E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6240" y="1245280"/>
                  <a:ext cx="125640" cy="21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4EDAE5A-F14A-05D4-1293-79D28B564ED0}"/>
                  </a:ext>
                </a:extLst>
              </p14:cNvPr>
              <p14:cNvContentPartPr/>
              <p14:nvPr/>
            </p14:nvContentPartPr>
            <p14:xfrm>
              <a:off x="1455440" y="1220800"/>
              <a:ext cx="216720" cy="1972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44EDAE5A-F14A-05D4-1293-79D28B564ED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444640" y="1210360"/>
                <a:ext cx="237960" cy="21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4B0144CE-9841-22B5-1489-316922ED8E2B}"/>
              </a:ext>
            </a:extLst>
          </p:cNvPr>
          <p:cNvGrpSpPr/>
          <p:nvPr/>
        </p:nvGrpSpPr>
        <p:grpSpPr>
          <a:xfrm>
            <a:off x="1900040" y="1037920"/>
            <a:ext cx="713880" cy="336600"/>
            <a:chOff x="1900040" y="1037920"/>
            <a:chExt cx="713880" cy="3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71FB211-5915-48C9-167D-0A58C6823CE9}"/>
                    </a:ext>
                  </a:extLst>
                </p14:cNvPr>
                <p14:cNvContentPartPr/>
                <p14:nvPr/>
              </p14:nvContentPartPr>
              <p14:xfrm>
                <a:off x="1900040" y="1037920"/>
                <a:ext cx="304920" cy="336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71FB211-5915-48C9-167D-0A58C6823CE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89240" y="1027120"/>
                  <a:ext cx="3261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E808CD6-58FD-2BF2-D27A-918120CB2674}"/>
                    </a:ext>
                  </a:extLst>
                </p14:cNvPr>
                <p14:cNvContentPartPr/>
                <p14:nvPr/>
              </p14:nvContentPartPr>
              <p14:xfrm>
                <a:off x="2123240" y="1104880"/>
                <a:ext cx="105840" cy="63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E808CD6-58FD-2BF2-D27A-918120CB267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12800" y="1094440"/>
                  <a:ext cx="1270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EBE966F-04C0-D14A-3472-D7C1D58EB4BB}"/>
                    </a:ext>
                  </a:extLst>
                </p14:cNvPr>
                <p14:cNvContentPartPr/>
                <p14:nvPr/>
              </p14:nvContentPartPr>
              <p14:xfrm>
                <a:off x="2329880" y="1172920"/>
                <a:ext cx="60480" cy="183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EBE966F-04C0-D14A-3472-D7C1D58EB4B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19080" y="1162480"/>
                  <a:ext cx="817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C150E16-8C45-F820-0750-4734B0AC00A1}"/>
                    </a:ext>
                  </a:extLst>
                </p14:cNvPr>
                <p14:cNvContentPartPr/>
                <p14:nvPr/>
              </p14:nvContentPartPr>
              <p14:xfrm>
                <a:off x="2523920" y="1053040"/>
                <a:ext cx="28800" cy="298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C150E16-8C45-F820-0750-4734B0AC00A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513480" y="1042600"/>
                  <a:ext cx="500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F98B795-2DD5-3381-6AE8-4C8E1A26B1F7}"/>
                    </a:ext>
                  </a:extLst>
                </p14:cNvPr>
                <p14:cNvContentPartPr/>
                <p14:nvPr/>
              </p14:nvContentPartPr>
              <p14:xfrm>
                <a:off x="2483960" y="1261120"/>
                <a:ext cx="129960" cy="9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F98B795-2DD5-3381-6AE8-4C8E1A26B1F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73160" y="1250320"/>
                  <a:ext cx="15120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155D9241-EFB6-1F7F-E6A1-88CCAA488294}"/>
                  </a:ext>
                </a:extLst>
              </p14:cNvPr>
              <p14:cNvContentPartPr/>
              <p14:nvPr/>
            </p14:nvContentPartPr>
            <p14:xfrm>
              <a:off x="3066800" y="997600"/>
              <a:ext cx="291960" cy="4478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155D9241-EFB6-1F7F-E6A1-88CCAA488294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056360" y="987160"/>
                <a:ext cx="313200" cy="46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EE6A22A9-30CD-7B04-4AF6-52EDEA22BC77}"/>
              </a:ext>
            </a:extLst>
          </p:cNvPr>
          <p:cNvGrpSpPr/>
          <p:nvPr/>
        </p:nvGrpSpPr>
        <p:grpSpPr>
          <a:xfrm>
            <a:off x="3662240" y="979600"/>
            <a:ext cx="1203120" cy="359280"/>
            <a:chOff x="3662240" y="979600"/>
            <a:chExt cx="120312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30917B5-161D-6331-9A62-79745B0FC843}"/>
                    </a:ext>
                  </a:extLst>
                </p14:cNvPr>
                <p14:cNvContentPartPr/>
                <p14:nvPr/>
              </p14:nvContentPartPr>
              <p14:xfrm>
                <a:off x="3662240" y="1123960"/>
                <a:ext cx="248400" cy="144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30917B5-161D-6331-9A62-79745B0FC84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51800" y="1113160"/>
                  <a:ext cx="2696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1ADCFEE-3EDE-B536-63D2-8531160B63DA}"/>
                    </a:ext>
                  </a:extLst>
                </p14:cNvPr>
                <p14:cNvContentPartPr/>
                <p14:nvPr/>
              </p14:nvContentPartPr>
              <p14:xfrm>
                <a:off x="3968960" y="1136560"/>
                <a:ext cx="145080" cy="94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1ADCFEE-3EDE-B536-63D2-8531160B63D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58160" y="1126120"/>
                  <a:ext cx="1663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4416083-240E-EA5E-BC46-892DA13C1429}"/>
                    </a:ext>
                  </a:extLst>
                </p14:cNvPr>
                <p14:cNvContentPartPr/>
                <p14:nvPr/>
              </p14:nvContentPartPr>
              <p14:xfrm>
                <a:off x="4242200" y="1088680"/>
                <a:ext cx="101520" cy="70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4416083-240E-EA5E-BC46-892DA13C142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31400" y="1077880"/>
                  <a:ext cx="122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EF6F127-6AB0-64B8-A65F-2C608BC6BD52}"/>
                    </a:ext>
                  </a:extLst>
                </p14:cNvPr>
                <p14:cNvContentPartPr/>
                <p14:nvPr/>
              </p14:nvContentPartPr>
              <p14:xfrm>
                <a:off x="4377200" y="979600"/>
                <a:ext cx="131760" cy="234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EF6F127-6AB0-64B8-A65F-2C608BC6BD5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366760" y="968800"/>
                  <a:ext cx="1530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816213F-E3A8-43F2-07A6-89CC895FC4C6}"/>
                    </a:ext>
                  </a:extLst>
                </p14:cNvPr>
                <p14:cNvContentPartPr/>
                <p14:nvPr/>
              </p14:nvContentPartPr>
              <p14:xfrm>
                <a:off x="4610840" y="1069600"/>
                <a:ext cx="106200" cy="187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816213F-E3A8-43F2-07A6-89CC895FC4C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00040" y="1059160"/>
                  <a:ext cx="127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736E593-F099-21B9-1FEE-694AD04F8182}"/>
                    </a:ext>
                  </a:extLst>
                </p14:cNvPr>
                <p14:cNvContentPartPr/>
                <p14:nvPr/>
              </p14:nvContentPartPr>
              <p14:xfrm>
                <a:off x="4823240" y="1197040"/>
                <a:ext cx="42120" cy="141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736E593-F099-21B9-1FEE-694AD04F818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812440" y="1186240"/>
                  <a:ext cx="6336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C882E3B-D282-1DFE-9624-D29C001ADDC6}"/>
              </a:ext>
            </a:extLst>
          </p:cNvPr>
          <p:cNvGrpSpPr/>
          <p:nvPr/>
        </p:nvGrpSpPr>
        <p:grpSpPr>
          <a:xfrm>
            <a:off x="5249480" y="891040"/>
            <a:ext cx="623520" cy="294840"/>
            <a:chOff x="5249480" y="891040"/>
            <a:chExt cx="62352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D15C039-0851-8C83-FFE2-DF255D9A47EE}"/>
                    </a:ext>
                  </a:extLst>
                </p14:cNvPr>
                <p14:cNvContentPartPr/>
                <p14:nvPr/>
              </p14:nvContentPartPr>
              <p14:xfrm>
                <a:off x="5249480" y="936400"/>
                <a:ext cx="2880" cy="2494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D15C039-0851-8C83-FFE2-DF255D9A47E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38680" y="925960"/>
                  <a:ext cx="241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BF44937-75CE-4DE7-DAFB-786E26431550}"/>
                    </a:ext>
                  </a:extLst>
                </p14:cNvPr>
                <p14:cNvContentPartPr/>
                <p14:nvPr/>
              </p14:nvContentPartPr>
              <p14:xfrm>
                <a:off x="5357480" y="1049800"/>
                <a:ext cx="19440" cy="122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BF44937-75CE-4DE7-DAFB-786E2643155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346680" y="1039000"/>
                  <a:ext cx="406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9601FA0-EA77-BA67-AC5B-D3700AF59317}"/>
                    </a:ext>
                  </a:extLst>
                </p14:cNvPr>
                <p14:cNvContentPartPr/>
                <p14:nvPr/>
              </p14:nvContentPartPr>
              <p14:xfrm>
                <a:off x="5410760" y="900040"/>
                <a:ext cx="360" cy="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9601FA0-EA77-BA67-AC5B-D3700AF5931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400320" y="8892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86463E6-5BF0-66BB-45BA-4B957F172EA1}"/>
                    </a:ext>
                  </a:extLst>
                </p14:cNvPr>
                <p14:cNvContentPartPr/>
                <p14:nvPr/>
              </p14:nvContentPartPr>
              <p14:xfrm>
                <a:off x="5524160" y="1013800"/>
                <a:ext cx="132120" cy="135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86463E6-5BF0-66BB-45BA-4B957F172EA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13720" y="1003000"/>
                  <a:ext cx="1533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7A667AC-C81A-3579-BE69-20B2AB3580CA}"/>
                    </a:ext>
                  </a:extLst>
                </p14:cNvPr>
                <p14:cNvContentPartPr/>
                <p14:nvPr/>
              </p14:nvContentPartPr>
              <p14:xfrm>
                <a:off x="5739440" y="891040"/>
                <a:ext cx="53640" cy="275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7A667AC-C81A-3579-BE69-20B2AB3580C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29000" y="880240"/>
                  <a:ext cx="748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16FF416-16ED-4C50-791C-9B75A4629070}"/>
                    </a:ext>
                  </a:extLst>
                </p14:cNvPr>
                <p14:cNvContentPartPr/>
                <p14:nvPr/>
              </p14:nvContentPartPr>
              <p14:xfrm>
                <a:off x="5715320" y="1045120"/>
                <a:ext cx="157680" cy="5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16FF416-16ED-4C50-791C-9B75A462907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704880" y="1034320"/>
                  <a:ext cx="17892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BE88E14-3EE4-0793-7A25-EB08506BFA24}"/>
              </a:ext>
            </a:extLst>
          </p:cNvPr>
          <p:cNvGrpSpPr/>
          <p:nvPr/>
        </p:nvGrpSpPr>
        <p:grpSpPr>
          <a:xfrm>
            <a:off x="6191960" y="819760"/>
            <a:ext cx="294120" cy="401760"/>
            <a:chOff x="6191960" y="819760"/>
            <a:chExt cx="294120" cy="40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5AAE5E3-82D4-B0D2-148C-D56A740AFF72}"/>
                    </a:ext>
                  </a:extLst>
                </p14:cNvPr>
                <p14:cNvContentPartPr/>
                <p14:nvPr/>
              </p14:nvContentPartPr>
              <p14:xfrm>
                <a:off x="6191960" y="819760"/>
                <a:ext cx="248040" cy="401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5AAE5E3-82D4-B0D2-148C-D56A740AFF7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181160" y="808960"/>
                  <a:ext cx="26928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3408763-77DB-E781-A62E-454611C43CF7}"/>
                    </a:ext>
                  </a:extLst>
                </p14:cNvPr>
                <p14:cNvContentPartPr/>
                <p14:nvPr/>
              </p14:nvContentPartPr>
              <p14:xfrm>
                <a:off x="6360080" y="1145560"/>
                <a:ext cx="126000" cy="18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3408763-77DB-E781-A62E-454611C43CF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49640" y="1135120"/>
                  <a:ext cx="14724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4C37323-CC89-A7B8-566B-DBA543D1ABCB}"/>
              </a:ext>
            </a:extLst>
          </p:cNvPr>
          <p:cNvGrpSpPr/>
          <p:nvPr/>
        </p:nvGrpSpPr>
        <p:grpSpPr>
          <a:xfrm>
            <a:off x="6921680" y="766480"/>
            <a:ext cx="959760" cy="473760"/>
            <a:chOff x="6921680" y="766480"/>
            <a:chExt cx="959760" cy="47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C9397AE-2F5C-FC27-370F-232B8D24A06E}"/>
                    </a:ext>
                  </a:extLst>
                </p14:cNvPr>
                <p14:cNvContentPartPr/>
                <p14:nvPr/>
              </p14:nvContentPartPr>
              <p14:xfrm>
                <a:off x="6921680" y="920200"/>
                <a:ext cx="130680" cy="185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C9397AE-2F5C-FC27-370F-232B8D24A06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10880" y="909400"/>
                  <a:ext cx="1519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D0B837B-B6D0-88A6-568D-3A9644C36734}"/>
                    </a:ext>
                  </a:extLst>
                </p14:cNvPr>
                <p14:cNvContentPartPr/>
                <p14:nvPr/>
              </p14:nvContentPartPr>
              <p14:xfrm>
                <a:off x="7176200" y="994720"/>
                <a:ext cx="9360" cy="156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D0B837B-B6D0-88A6-568D-3A9644C3673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165760" y="984280"/>
                  <a:ext cx="30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C94A3E1-1A92-919F-40AE-B66175533410}"/>
                    </a:ext>
                  </a:extLst>
                </p14:cNvPr>
                <p14:cNvContentPartPr/>
                <p14:nvPr/>
              </p14:nvContentPartPr>
              <p14:xfrm>
                <a:off x="7105280" y="866920"/>
                <a:ext cx="113400" cy="74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C94A3E1-1A92-919F-40AE-B6617553341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94840" y="856480"/>
                  <a:ext cx="1346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02AFB5E-0E41-34F4-813B-6A5FE7F03637}"/>
                    </a:ext>
                  </a:extLst>
                </p14:cNvPr>
                <p14:cNvContentPartPr/>
                <p14:nvPr/>
              </p14:nvContentPartPr>
              <p14:xfrm>
                <a:off x="7329920" y="916960"/>
                <a:ext cx="108360" cy="200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02AFB5E-0E41-34F4-813B-6A5FE7F0363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19120" y="906160"/>
                  <a:ext cx="1296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F7D7972-BE28-FB5D-E1EA-FFC39C5EB2BA}"/>
                    </a:ext>
                  </a:extLst>
                </p14:cNvPr>
                <p14:cNvContentPartPr/>
                <p14:nvPr/>
              </p14:nvContentPartPr>
              <p14:xfrm>
                <a:off x="7476080" y="922000"/>
                <a:ext cx="127800" cy="318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F7D7972-BE28-FB5D-E1EA-FFC39C5EB2B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465640" y="911560"/>
                  <a:ext cx="1490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413957D-4C1D-4AA9-7D57-0F3EAA795D5C}"/>
                    </a:ext>
                  </a:extLst>
                </p14:cNvPr>
                <p14:cNvContentPartPr/>
                <p14:nvPr/>
              </p14:nvContentPartPr>
              <p14:xfrm>
                <a:off x="7651040" y="766480"/>
                <a:ext cx="123480" cy="334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413957D-4C1D-4AA9-7D57-0F3EAA795D5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640600" y="755680"/>
                  <a:ext cx="1447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06A4B23-2E8D-54BF-4B89-EA12D8A8DBF7}"/>
                    </a:ext>
                  </a:extLst>
                </p14:cNvPr>
                <p14:cNvContentPartPr/>
                <p14:nvPr/>
              </p14:nvContentPartPr>
              <p14:xfrm>
                <a:off x="7780640" y="903640"/>
                <a:ext cx="100800" cy="145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06A4B23-2E8D-54BF-4B89-EA12D8A8DBF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770200" y="893200"/>
                  <a:ext cx="12204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557DBE2-A753-E5C0-246B-5F4506B19FD7}"/>
              </a:ext>
            </a:extLst>
          </p:cNvPr>
          <p:cNvGrpSpPr/>
          <p:nvPr/>
        </p:nvGrpSpPr>
        <p:grpSpPr>
          <a:xfrm>
            <a:off x="8388320" y="774400"/>
            <a:ext cx="1178280" cy="322560"/>
            <a:chOff x="8388320" y="774400"/>
            <a:chExt cx="117828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EEBE4DE-B766-8782-0D96-27CB512354A2}"/>
                    </a:ext>
                  </a:extLst>
                </p14:cNvPr>
                <p14:cNvContentPartPr/>
                <p14:nvPr/>
              </p14:nvContentPartPr>
              <p14:xfrm>
                <a:off x="8388320" y="825880"/>
                <a:ext cx="68760" cy="271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EEBE4DE-B766-8782-0D96-27CB512354A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377880" y="815080"/>
                  <a:ext cx="900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731B594-979B-E4F7-DF6B-447A34433667}"/>
                    </a:ext>
                  </a:extLst>
                </p14:cNvPr>
                <p14:cNvContentPartPr/>
                <p14:nvPr/>
              </p14:nvContentPartPr>
              <p14:xfrm>
                <a:off x="8481200" y="844600"/>
                <a:ext cx="70560" cy="192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731B594-979B-E4F7-DF6B-447A3443366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470400" y="833800"/>
                  <a:ext cx="918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4237727-8296-02B7-EE26-207B6F2B1A7B}"/>
                    </a:ext>
                  </a:extLst>
                </p14:cNvPr>
                <p14:cNvContentPartPr/>
                <p14:nvPr/>
              </p14:nvContentPartPr>
              <p14:xfrm>
                <a:off x="8656160" y="789160"/>
                <a:ext cx="56520" cy="281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4237727-8296-02B7-EE26-207B6F2B1A7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645720" y="778720"/>
                  <a:ext cx="777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839BB57-755A-B648-E6B4-1E8A4C08EED0}"/>
                    </a:ext>
                  </a:extLst>
                </p14:cNvPr>
                <p14:cNvContentPartPr/>
                <p14:nvPr/>
              </p14:nvContentPartPr>
              <p14:xfrm>
                <a:off x="8632040" y="918400"/>
                <a:ext cx="186840" cy="334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839BB57-755A-B648-E6B4-1E8A4C08EED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621600" y="907600"/>
                  <a:ext cx="208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7408DD2-71C0-A519-A475-EE43DA01F13E}"/>
                    </a:ext>
                  </a:extLst>
                </p14:cNvPr>
                <p14:cNvContentPartPr/>
                <p14:nvPr/>
              </p14:nvContentPartPr>
              <p14:xfrm>
                <a:off x="8873240" y="774400"/>
                <a:ext cx="55080" cy="282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7408DD2-71C0-A519-A475-EE43DA01F13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862800" y="763600"/>
                  <a:ext cx="763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97BCD6D-10DB-A3E3-7E6C-B259AC6C2D9A}"/>
                    </a:ext>
                  </a:extLst>
                </p14:cNvPr>
                <p14:cNvContentPartPr/>
                <p14:nvPr/>
              </p14:nvContentPartPr>
              <p14:xfrm>
                <a:off x="8823920" y="923800"/>
                <a:ext cx="165240" cy="118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97BCD6D-10DB-A3E3-7E6C-B259AC6C2D9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813120" y="913360"/>
                  <a:ext cx="186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862A922-198A-5191-D293-4EF65223F3D5}"/>
                    </a:ext>
                  </a:extLst>
                </p14:cNvPr>
                <p14:cNvContentPartPr/>
                <p14:nvPr/>
              </p14:nvContentPartPr>
              <p14:xfrm>
                <a:off x="9035600" y="884200"/>
                <a:ext cx="85680" cy="1209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862A922-198A-5191-D293-4EF65223F3D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024800" y="873760"/>
                  <a:ext cx="106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B390CDA-6A4B-8123-B948-BE9B653C3D22}"/>
                    </a:ext>
                  </a:extLst>
                </p14:cNvPr>
                <p14:cNvContentPartPr/>
                <p14:nvPr/>
              </p14:nvContentPartPr>
              <p14:xfrm>
                <a:off x="9253400" y="855400"/>
                <a:ext cx="103680" cy="147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B390CDA-6A4B-8123-B948-BE9B653C3D2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242960" y="844960"/>
                  <a:ext cx="1249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340BADA-CC60-E6E4-5A9F-5987177B2D72}"/>
                    </a:ext>
                  </a:extLst>
                </p14:cNvPr>
                <p14:cNvContentPartPr/>
                <p14:nvPr/>
              </p14:nvContentPartPr>
              <p14:xfrm>
                <a:off x="9462920" y="828760"/>
                <a:ext cx="103680" cy="197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340BADA-CC60-E6E4-5A9F-5987177B2D7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452480" y="818320"/>
                  <a:ext cx="12492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89A0F56-DAF6-A66A-8ABD-6F9506DAF673}"/>
              </a:ext>
            </a:extLst>
          </p:cNvPr>
          <p:cNvGrpSpPr/>
          <p:nvPr/>
        </p:nvGrpSpPr>
        <p:grpSpPr>
          <a:xfrm>
            <a:off x="9971240" y="700240"/>
            <a:ext cx="1137600" cy="407880"/>
            <a:chOff x="9971240" y="700240"/>
            <a:chExt cx="1137600" cy="40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2DE3ABB-67CC-68EE-44D4-C9B76F38A71C}"/>
                    </a:ext>
                  </a:extLst>
                </p14:cNvPr>
                <p14:cNvContentPartPr/>
                <p14:nvPr/>
              </p14:nvContentPartPr>
              <p14:xfrm>
                <a:off x="9971240" y="711400"/>
                <a:ext cx="112320" cy="396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2DE3ABB-67CC-68EE-44D4-C9B76F38A71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960440" y="700960"/>
                  <a:ext cx="13356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AA0C3C9-7E32-EF00-B180-306667275C98}"/>
                    </a:ext>
                  </a:extLst>
                </p14:cNvPr>
                <p14:cNvContentPartPr/>
                <p14:nvPr/>
              </p14:nvContentPartPr>
              <p14:xfrm>
                <a:off x="10104440" y="841000"/>
                <a:ext cx="270720" cy="16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AA0C3C9-7E32-EF00-B180-306667275C9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094000" y="830200"/>
                  <a:ext cx="291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E6BE3E-D45A-99D2-0303-C6299D9AC775}"/>
                    </a:ext>
                  </a:extLst>
                </p14:cNvPr>
                <p14:cNvContentPartPr/>
                <p14:nvPr/>
              </p14:nvContentPartPr>
              <p14:xfrm>
                <a:off x="10451120" y="840640"/>
                <a:ext cx="36000" cy="105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E6BE3E-D45A-99D2-0303-C6299D9AC77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440320" y="829840"/>
                  <a:ext cx="572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F50ACF9-FE39-6CB0-7ACE-CC22F7108BD4}"/>
                    </a:ext>
                  </a:extLst>
                </p14:cNvPr>
                <p14:cNvContentPartPr/>
                <p14:nvPr/>
              </p14:nvContentPartPr>
              <p14:xfrm>
                <a:off x="10415480" y="780160"/>
                <a:ext cx="360" cy="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F50ACF9-FE39-6CB0-7ACE-CC22F7108BD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405040" y="76936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525167A-8298-B4BB-207F-B88923E7D922}"/>
                    </a:ext>
                  </a:extLst>
                </p14:cNvPr>
                <p14:cNvContentPartPr/>
                <p14:nvPr/>
              </p14:nvContentPartPr>
              <p14:xfrm>
                <a:off x="10595480" y="814720"/>
                <a:ext cx="127800" cy="203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525167A-8298-B4BB-207F-B88923E7D922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585040" y="803920"/>
                  <a:ext cx="1490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B87BC80-4F5D-121C-3C01-60DB85C74585}"/>
                    </a:ext>
                  </a:extLst>
                </p14:cNvPr>
                <p14:cNvContentPartPr/>
                <p14:nvPr/>
              </p14:nvContentPartPr>
              <p14:xfrm>
                <a:off x="10807520" y="712480"/>
                <a:ext cx="113400" cy="217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B87BC80-4F5D-121C-3C01-60DB85C7458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797080" y="702040"/>
                  <a:ext cx="1346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5FDCA44-01CB-BF17-E6EB-385A7607AE2B}"/>
                    </a:ext>
                  </a:extLst>
                </p14:cNvPr>
                <p14:cNvContentPartPr/>
                <p14:nvPr/>
              </p14:nvContentPartPr>
              <p14:xfrm>
                <a:off x="11019560" y="700240"/>
                <a:ext cx="15480" cy="2106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5FDCA44-01CB-BF17-E6EB-385A7607AE2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009120" y="689440"/>
                  <a:ext cx="36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90BE678-6CAC-F87F-862F-C792FDC696C9}"/>
                    </a:ext>
                  </a:extLst>
                </p14:cNvPr>
                <p14:cNvContentPartPr/>
                <p14:nvPr/>
              </p14:nvContentPartPr>
              <p14:xfrm>
                <a:off x="10991840" y="793840"/>
                <a:ext cx="117000" cy="7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90BE678-6CAC-F87F-862F-C792FDC696C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981040" y="783040"/>
                  <a:ext cx="13824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A32298D-8B04-2580-A312-1192D8204C52}"/>
              </a:ext>
            </a:extLst>
          </p:cNvPr>
          <p:cNvGrpSpPr/>
          <p:nvPr/>
        </p:nvGrpSpPr>
        <p:grpSpPr>
          <a:xfrm>
            <a:off x="11349680" y="716080"/>
            <a:ext cx="387000" cy="184320"/>
            <a:chOff x="11349680" y="716080"/>
            <a:chExt cx="387000" cy="1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7671355-F3B5-2AEF-2479-8FF4D09B22C2}"/>
                    </a:ext>
                  </a:extLst>
                </p14:cNvPr>
                <p14:cNvContentPartPr/>
                <p14:nvPr/>
              </p14:nvContentPartPr>
              <p14:xfrm>
                <a:off x="11349680" y="716080"/>
                <a:ext cx="183960" cy="1753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7671355-F3B5-2AEF-2479-8FF4D09B22C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1338880" y="705280"/>
                  <a:ext cx="2052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69641A9-673E-FDB4-C58D-A6CBEB36E5CA}"/>
                    </a:ext>
                  </a:extLst>
                </p14:cNvPr>
                <p14:cNvContentPartPr/>
                <p14:nvPr/>
              </p14:nvContentPartPr>
              <p14:xfrm>
                <a:off x="11651720" y="720040"/>
                <a:ext cx="84960" cy="180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69641A9-673E-FDB4-C58D-A6CBEB36E5C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1640920" y="709240"/>
                  <a:ext cx="10620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A7A748BA-8A4C-3253-C4CB-6063A240F790}"/>
              </a:ext>
            </a:extLst>
          </p:cNvPr>
          <p:cNvGrpSpPr/>
          <p:nvPr/>
        </p:nvGrpSpPr>
        <p:grpSpPr>
          <a:xfrm>
            <a:off x="304520" y="1635520"/>
            <a:ext cx="1732320" cy="498600"/>
            <a:chOff x="304520" y="1635520"/>
            <a:chExt cx="1732320" cy="49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4F7EEE0-367B-E0F0-F27E-51CA683ECB64}"/>
                    </a:ext>
                  </a:extLst>
                </p14:cNvPr>
                <p14:cNvContentPartPr/>
                <p14:nvPr/>
              </p14:nvContentPartPr>
              <p14:xfrm>
                <a:off x="304520" y="1950880"/>
                <a:ext cx="165240" cy="1389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4F7EEE0-367B-E0F0-F27E-51CA683ECB6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94080" y="1940080"/>
                  <a:ext cx="186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E5163A2-4BF2-7036-239D-731A913804E3}"/>
                    </a:ext>
                  </a:extLst>
                </p14:cNvPr>
                <p14:cNvContentPartPr/>
                <p14:nvPr/>
              </p14:nvContentPartPr>
              <p14:xfrm>
                <a:off x="485240" y="1950520"/>
                <a:ext cx="79200" cy="127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E5163A2-4BF2-7036-239D-731A913804E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74440" y="1940080"/>
                  <a:ext cx="100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5288DF5-0084-1393-B38E-1387DF808153}"/>
                    </a:ext>
                  </a:extLst>
                </p14:cNvPr>
                <p14:cNvContentPartPr/>
                <p14:nvPr/>
              </p14:nvContentPartPr>
              <p14:xfrm>
                <a:off x="639680" y="1918480"/>
                <a:ext cx="124560" cy="215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5288DF5-0084-1393-B38E-1387DF80815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28880" y="1908040"/>
                  <a:ext cx="1458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43C3FE2-0915-D7A4-983F-B23608692B69}"/>
                    </a:ext>
                  </a:extLst>
                </p14:cNvPr>
                <p14:cNvContentPartPr/>
                <p14:nvPr/>
              </p14:nvContentPartPr>
              <p14:xfrm>
                <a:off x="818960" y="1872400"/>
                <a:ext cx="128160" cy="925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43C3FE2-0915-D7A4-983F-B23608692B6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08520" y="1861600"/>
                  <a:ext cx="1494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AD7BBA5-014B-F272-7587-300C1CC23F98}"/>
                    </a:ext>
                  </a:extLst>
                </p14:cNvPr>
                <p14:cNvContentPartPr/>
                <p14:nvPr/>
              </p14:nvContentPartPr>
              <p14:xfrm>
                <a:off x="983480" y="1851160"/>
                <a:ext cx="207360" cy="118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AD7BBA5-014B-F272-7587-300C1CC23F9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72680" y="1840720"/>
                  <a:ext cx="2286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93D1F27-D2F4-0583-C806-8148AAD05252}"/>
                    </a:ext>
                  </a:extLst>
                </p14:cNvPr>
                <p14:cNvContentPartPr/>
                <p14:nvPr/>
              </p14:nvContentPartPr>
              <p14:xfrm>
                <a:off x="1274360" y="1703200"/>
                <a:ext cx="38520" cy="2505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93D1F27-D2F4-0583-C806-8148AAD0525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263560" y="1692400"/>
                  <a:ext cx="597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D5A3022-D338-A1C7-AF13-97D032B6D4BB}"/>
                    </a:ext>
                  </a:extLst>
                </p14:cNvPr>
                <p14:cNvContentPartPr/>
                <p14:nvPr/>
              </p14:nvContentPartPr>
              <p14:xfrm>
                <a:off x="1226120" y="1836400"/>
                <a:ext cx="212400" cy="918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D5A3022-D338-A1C7-AF13-97D032B6D4B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215320" y="1825960"/>
                  <a:ext cx="2336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D4B6A3B-F3DD-E1AD-0F6E-F3B11F4F13E0}"/>
                    </a:ext>
                  </a:extLst>
                </p14:cNvPr>
                <p14:cNvContentPartPr/>
                <p14:nvPr/>
              </p14:nvContentPartPr>
              <p14:xfrm>
                <a:off x="1410080" y="1733800"/>
                <a:ext cx="219960" cy="184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D4B6A3B-F3DD-E1AD-0F6E-F3B11F4F13E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399280" y="1723360"/>
                  <a:ext cx="241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3D1790B-4F3A-6A27-0F7A-32052E2F6D23}"/>
                    </a:ext>
                  </a:extLst>
                </p14:cNvPr>
                <p14:cNvContentPartPr/>
                <p14:nvPr/>
              </p14:nvContentPartPr>
              <p14:xfrm>
                <a:off x="1706360" y="1744960"/>
                <a:ext cx="141840" cy="3592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3D1790B-4F3A-6A27-0F7A-32052E2F6D2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695560" y="1734160"/>
                  <a:ext cx="16308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5A844EA-71B8-7CC8-1768-E05268395A08}"/>
                    </a:ext>
                  </a:extLst>
                </p14:cNvPr>
                <p14:cNvContentPartPr/>
                <p14:nvPr/>
              </p14:nvContentPartPr>
              <p14:xfrm>
                <a:off x="1909040" y="1635520"/>
                <a:ext cx="127800" cy="4582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5A844EA-71B8-7CC8-1768-E05268395A0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898240" y="1625080"/>
                  <a:ext cx="149040" cy="47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DC18795D-3D63-B89C-C564-A8062B38845B}"/>
                  </a:ext>
                </a:extLst>
              </p14:cNvPr>
              <p14:cNvContentPartPr/>
              <p14:nvPr/>
            </p14:nvContentPartPr>
            <p14:xfrm>
              <a:off x="2218640" y="1815160"/>
              <a:ext cx="15480" cy="1443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DC18795D-3D63-B89C-C564-A8062B38845B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2207840" y="1804360"/>
                <a:ext cx="3672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DCA5DC28-9925-F638-8221-705F9D05EE47}"/>
              </a:ext>
            </a:extLst>
          </p:cNvPr>
          <p:cNvGrpSpPr/>
          <p:nvPr/>
        </p:nvGrpSpPr>
        <p:grpSpPr>
          <a:xfrm>
            <a:off x="2451920" y="1621840"/>
            <a:ext cx="628200" cy="342000"/>
            <a:chOff x="2451920" y="1621840"/>
            <a:chExt cx="628200" cy="34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D2E38C1-C2B5-B749-5584-25B619A3B7B1}"/>
                    </a:ext>
                  </a:extLst>
                </p14:cNvPr>
                <p14:cNvContentPartPr/>
                <p14:nvPr/>
              </p14:nvContentPartPr>
              <p14:xfrm>
                <a:off x="2451920" y="1752160"/>
                <a:ext cx="381600" cy="2116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D2E38C1-C2B5-B749-5584-25B619A3B7B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441120" y="1741360"/>
                  <a:ext cx="4028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E2E235C-54B8-FAEC-43D6-B544FB0C1DD8}"/>
                    </a:ext>
                  </a:extLst>
                </p14:cNvPr>
                <p14:cNvContentPartPr/>
                <p14:nvPr/>
              </p14:nvContentPartPr>
              <p14:xfrm>
                <a:off x="2913800" y="1621840"/>
                <a:ext cx="166320" cy="284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E2E235C-54B8-FAEC-43D6-B544FB0C1DD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903360" y="1611400"/>
                  <a:ext cx="18756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EB9A860-4FC2-AC9E-C353-7BF9D5D44E63}"/>
              </a:ext>
            </a:extLst>
          </p:cNvPr>
          <p:cNvGrpSpPr/>
          <p:nvPr/>
        </p:nvGrpSpPr>
        <p:grpSpPr>
          <a:xfrm>
            <a:off x="3635600" y="1716880"/>
            <a:ext cx="814680" cy="208080"/>
            <a:chOff x="3635600" y="1716880"/>
            <a:chExt cx="81468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076FE25-2070-7B1D-C9C1-D264DCC24D7C}"/>
                    </a:ext>
                  </a:extLst>
                </p14:cNvPr>
                <p14:cNvContentPartPr/>
                <p14:nvPr/>
              </p14:nvContentPartPr>
              <p14:xfrm>
                <a:off x="3635600" y="1716880"/>
                <a:ext cx="165240" cy="1933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076FE25-2070-7B1D-C9C1-D264DCC24D7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624800" y="1706440"/>
                  <a:ext cx="1864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1807A6F-990D-F41C-1F16-657CECB3FD03}"/>
                    </a:ext>
                  </a:extLst>
                </p14:cNvPr>
                <p14:cNvContentPartPr/>
                <p14:nvPr/>
              </p14:nvContentPartPr>
              <p14:xfrm>
                <a:off x="3840800" y="1733800"/>
                <a:ext cx="311040" cy="1911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1807A6F-990D-F41C-1F16-657CECB3FD0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830000" y="1723360"/>
                  <a:ext cx="3322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94900B7-232E-F2A7-8C02-56B30226E379}"/>
                    </a:ext>
                  </a:extLst>
                </p14:cNvPr>
                <p14:cNvContentPartPr/>
                <p14:nvPr/>
              </p14:nvContentPartPr>
              <p14:xfrm>
                <a:off x="4264520" y="1729480"/>
                <a:ext cx="185760" cy="171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94900B7-232E-F2A7-8C02-56B30226E37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254080" y="1718680"/>
                  <a:ext cx="207000" cy="19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7B8CACCE-04A0-B220-0B4F-263F593DE26B}"/>
                  </a:ext>
                </a:extLst>
              </p14:cNvPr>
              <p14:cNvContentPartPr/>
              <p14:nvPr/>
            </p14:nvContentPartPr>
            <p14:xfrm>
              <a:off x="4587440" y="1773400"/>
              <a:ext cx="191880" cy="12852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7B8CACCE-04A0-B220-0B4F-263F593DE26B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4576640" y="1762600"/>
                <a:ext cx="213120" cy="14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DBCF803E-07AF-6B5B-2CD3-3ED925EC6A96}"/>
              </a:ext>
            </a:extLst>
          </p:cNvPr>
          <p:cNvGrpSpPr/>
          <p:nvPr/>
        </p:nvGrpSpPr>
        <p:grpSpPr>
          <a:xfrm>
            <a:off x="5205560" y="1518520"/>
            <a:ext cx="335160" cy="441720"/>
            <a:chOff x="5205560" y="1518520"/>
            <a:chExt cx="335160" cy="44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237F949-50A8-D979-BA29-475B2077EC73}"/>
                    </a:ext>
                  </a:extLst>
                </p14:cNvPr>
                <p14:cNvContentPartPr/>
                <p14:nvPr/>
              </p14:nvContentPartPr>
              <p14:xfrm>
                <a:off x="5205560" y="1518520"/>
                <a:ext cx="288000" cy="4417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237F949-50A8-D979-BA29-475B2077EC7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195120" y="1508080"/>
                  <a:ext cx="30924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40CCC43-C2DF-1967-DF48-200E16C187D0}"/>
                    </a:ext>
                  </a:extLst>
                </p14:cNvPr>
                <p14:cNvContentPartPr/>
                <p14:nvPr/>
              </p14:nvContentPartPr>
              <p14:xfrm>
                <a:off x="5390600" y="1836760"/>
                <a:ext cx="150120" cy="460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40CCC43-C2DF-1967-DF48-200E16C187D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379800" y="1825960"/>
                  <a:ext cx="17136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13670750-E5C9-759D-A467-71D3477DD6FE}"/>
              </a:ext>
            </a:extLst>
          </p:cNvPr>
          <p:cNvGrpSpPr/>
          <p:nvPr/>
        </p:nvGrpSpPr>
        <p:grpSpPr>
          <a:xfrm>
            <a:off x="5805680" y="1640560"/>
            <a:ext cx="891360" cy="284400"/>
            <a:chOff x="5805680" y="1640560"/>
            <a:chExt cx="89136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C50D60D-5CA1-918E-1E79-D152675615C9}"/>
                    </a:ext>
                  </a:extLst>
                </p14:cNvPr>
                <p14:cNvContentPartPr/>
                <p14:nvPr/>
              </p14:nvContentPartPr>
              <p14:xfrm>
                <a:off x="5805680" y="1678720"/>
                <a:ext cx="78840" cy="1594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C50D60D-5CA1-918E-1E79-D152675615C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794880" y="1668280"/>
                  <a:ext cx="1000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0B0B73D-5965-CC73-7ACA-A78107C04C5A}"/>
                    </a:ext>
                  </a:extLst>
                </p14:cNvPr>
                <p14:cNvContentPartPr/>
                <p14:nvPr/>
              </p14:nvContentPartPr>
              <p14:xfrm>
                <a:off x="6028880" y="1672240"/>
                <a:ext cx="200880" cy="119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0B0B73D-5965-CC73-7ACA-A78107C04C5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018440" y="1661440"/>
                  <a:ext cx="2221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79BC1AD-7122-FD03-3313-4E58566B73CA}"/>
                    </a:ext>
                  </a:extLst>
                </p14:cNvPr>
                <p14:cNvContentPartPr/>
                <p14:nvPr/>
              </p14:nvContentPartPr>
              <p14:xfrm>
                <a:off x="6255320" y="1640560"/>
                <a:ext cx="62280" cy="132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79BC1AD-7122-FD03-3313-4E58566B73C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244520" y="1629760"/>
                  <a:ext cx="835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3DA28FF-0F18-2F1A-40D6-C05F62E32310}"/>
                    </a:ext>
                  </a:extLst>
                </p14:cNvPr>
                <p14:cNvContentPartPr/>
                <p14:nvPr/>
              </p14:nvContentPartPr>
              <p14:xfrm>
                <a:off x="6418040" y="1654960"/>
                <a:ext cx="111600" cy="1350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3DA28FF-0F18-2F1A-40D6-C05F62E3231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407240" y="1644520"/>
                  <a:ext cx="1328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EB25FBC-7D46-A2ED-A246-90F933A41BD7}"/>
                    </a:ext>
                  </a:extLst>
                </p14:cNvPr>
                <p14:cNvContentPartPr/>
                <p14:nvPr/>
              </p14:nvContentPartPr>
              <p14:xfrm>
                <a:off x="6526400" y="1647040"/>
                <a:ext cx="170640" cy="2779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EB25FBC-7D46-A2ED-A246-90F933A41BD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515960" y="1636600"/>
                  <a:ext cx="19188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69595D60-DE45-7FBD-56E0-C85E6AE8DB55}"/>
              </a:ext>
            </a:extLst>
          </p:cNvPr>
          <p:cNvGrpSpPr/>
          <p:nvPr/>
        </p:nvGrpSpPr>
        <p:grpSpPr>
          <a:xfrm>
            <a:off x="7109240" y="1375240"/>
            <a:ext cx="1721160" cy="355320"/>
            <a:chOff x="7109240" y="1375240"/>
            <a:chExt cx="1721160" cy="3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9E9A578-1532-B8DA-F5C8-8C589A88C297}"/>
                    </a:ext>
                  </a:extLst>
                </p14:cNvPr>
                <p14:cNvContentPartPr/>
                <p14:nvPr/>
              </p14:nvContentPartPr>
              <p14:xfrm>
                <a:off x="7109240" y="1520320"/>
                <a:ext cx="358200" cy="210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9E9A578-1532-B8DA-F5C8-8C589A88C29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098440" y="1509520"/>
                  <a:ext cx="3794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DB29EC3-F893-3F71-EC6C-25D683EDA60F}"/>
                    </a:ext>
                  </a:extLst>
                </p14:cNvPr>
                <p14:cNvContentPartPr/>
                <p14:nvPr/>
              </p14:nvContentPartPr>
              <p14:xfrm>
                <a:off x="7516040" y="1573600"/>
                <a:ext cx="153360" cy="114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DB29EC3-F893-3F71-EC6C-25D683EDA60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505240" y="1563160"/>
                  <a:ext cx="174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870FF3B-7A13-460B-6CF6-EF692A042E5A}"/>
                    </a:ext>
                  </a:extLst>
                </p14:cNvPr>
                <p14:cNvContentPartPr/>
                <p14:nvPr/>
              </p14:nvContentPartPr>
              <p14:xfrm>
                <a:off x="7747520" y="1540840"/>
                <a:ext cx="114480" cy="1216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870FF3B-7A13-460B-6CF6-EF692A042E5A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736720" y="1530400"/>
                  <a:ext cx="1357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40B9685-6BC2-2A9F-AE3E-9CED70B6069E}"/>
                    </a:ext>
                  </a:extLst>
                </p14:cNvPr>
                <p14:cNvContentPartPr/>
                <p14:nvPr/>
              </p14:nvContentPartPr>
              <p14:xfrm>
                <a:off x="7901600" y="1534720"/>
                <a:ext cx="210600" cy="91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40B9685-6BC2-2A9F-AE3E-9CED70B6069E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890800" y="1524280"/>
                  <a:ext cx="231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7F2A210-085B-BC91-8D44-88021393BA7B}"/>
                    </a:ext>
                  </a:extLst>
                </p14:cNvPr>
                <p14:cNvContentPartPr/>
                <p14:nvPr/>
              </p14:nvContentPartPr>
              <p14:xfrm>
                <a:off x="8166560" y="1375240"/>
                <a:ext cx="321120" cy="2592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7F2A210-085B-BC91-8D44-88021393BA7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156120" y="1364440"/>
                  <a:ext cx="3423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04AF693-8636-530B-1AD0-6621CD6DD8D7}"/>
                    </a:ext>
                  </a:extLst>
                </p14:cNvPr>
                <p14:cNvContentPartPr/>
                <p14:nvPr/>
              </p14:nvContentPartPr>
              <p14:xfrm>
                <a:off x="8286800" y="1474240"/>
                <a:ext cx="232560" cy="10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04AF693-8636-530B-1AD0-6621CD6DD8D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276360" y="1463800"/>
                  <a:ext cx="2538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E136764-5208-FBA1-CA60-3395C015A82E}"/>
                    </a:ext>
                  </a:extLst>
                </p14:cNvPr>
                <p14:cNvContentPartPr/>
                <p14:nvPr/>
              </p14:nvContentPartPr>
              <p14:xfrm>
                <a:off x="8539520" y="1475320"/>
                <a:ext cx="63720" cy="108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E136764-5208-FBA1-CA60-3395C015A82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528720" y="1464520"/>
                  <a:ext cx="849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879CF5D-D15F-D5AA-7F9D-5708A06D14F5}"/>
                    </a:ext>
                  </a:extLst>
                </p14:cNvPr>
                <p14:cNvContentPartPr/>
                <p14:nvPr/>
              </p14:nvContentPartPr>
              <p14:xfrm>
                <a:off x="8696480" y="1433920"/>
                <a:ext cx="133920" cy="150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879CF5D-D15F-D5AA-7F9D-5708A06D14F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686040" y="1423480"/>
                  <a:ext cx="15516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589AF1EE-7644-BC77-C976-63C98216201D}"/>
              </a:ext>
            </a:extLst>
          </p:cNvPr>
          <p:cNvGrpSpPr/>
          <p:nvPr/>
        </p:nvGrpSpPr>
        <p:grpSpPr>
          <a:xfrm>
            <a:off x="9411440" y="1352200"/>
            <a:ext cx="1267200" cy="326160"/>
            <a:chOff x="9411440" y="1352200"/>
            <a:chExt cx="1267200" cy="32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23BB182-0152-C97A-1BE9-D2100D93B270}"/>
                    </a:ext>
                  </a:extLst>
                </p14:cNvPr>
                <p14:cNvContentPartPr/>
                <p14:nvPr/>
              </p14:nvContentPartPr>
              <p14:xfrm>
                <a:off x="9466160" y="1455160"/>
                <a:ext cx="77760" cy="2232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23BB182-0152-C97A-1BE9-D2100D93B270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455360" y="1444360"/>
                  <a:ext cx="990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9F9608C-227F-3434-581C-C287303D8073}"/>
                    </a:ext>
                  </a:extLst>
                </p14:cNvPr>
                <p14:cNvContentPartPr/>
                <p14:nvPr/>
              </p14:nvContentPartPr>
              <p14:xfrm>
                <a:off x="9411440" y="1359400"/>
                <a:ext cx="353160" cy="2890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9F9608C-227F-3434-581C-C287303D8073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401000" y="1348600"/>
                  <a:ext cx="3744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D825D61-5F2A-8B77-A667-9B6D70305F16}"/>
                    </a:ext>
                  </a:extLst>
                </p14:cNvPr>
                <p14:cNvContentPartPr/>
                <p14:nvPr/>
              </p14:nvContentPartPr>
              <p14:xfrm>
                <a:off x="9718160" y="1481440"/>
                <a:ext cx="111240" cy="1580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D825D61-5F2A-8B77-A667-9B6D70305F16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707720" y="1470640"/>
                  <a:ext cx="1324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51B347A-FF0F-EB15-84AA-EDC0A6D61A8B}"/>
                    </a:ext>
                  </a:extLst>
                </p14:cNvPr>
                <p14:cNvContentPartPr/>
                <p14:nvPr/>
              </p14:nvContentPartPr>
              <p14:xfrm>
                <a:off x="9967280" y="1352200"/>
                <a:ext cx="61200" cy="3063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51B347A-FF0F-EB15-84AA-EDC0A6D61A8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956840" y="1341760"/>
                  <a:ext cx="824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886EF4F-AFF2-1CC5-9C65-A1B235C320A6}"/>
                    </a:ext>
                  </a:extLst>
                </p14:cNvPr>
                <p14:cNvContentPartPr/>
                <p14:nvPr/>
              </p14:nvContentPartPr>
              <p14:xfrm>
                <a:off x="9967280" y="1491880"/>
                <a:ext cx="331200" cy="122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886EF4F-AFF2-1CC5-9C65-A1B235C320A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956840" y="1481080"/>
                  <a:ext cx="3524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2A8D4FD-1327-8D4F-2E5D-DAAA922B9B2A}"/>
                    </a:ext>
                  </a:extLst>
                </p14:cNvPr>
                <p14:cNvContentPartPr/>
                <p14:nvPr/>
              </p14:nvContentPartPr>
              <p14:xfrm>
                <a:off x="10424480" y="1475320"/>
                <a:ext cx="124920" cy="1245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2A8D4FD-1327-8D4F-2E5D-DAAA922B9B2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413680" y="1464880"/>
                  <a:ext cx="1461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A05C14E-F1E6-4D2D-8DF5-5D7245EBC8F9}"/>
                    </a:ext>
                  </a:extLst>
                </p14:cNvPr>
                <p14:cNvContentPartPr/>
                <p14:nvPr/>
              </p14:nvContentPartPr>
              <p14:xfrm>
                <a:off x="10585040" y="1462360"/>
                <a:ext cx="93600" cy="1483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A05C14E-F1E6-4D2D-8DF5-5D7245EBC8F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574240" y="1451920"/>
                  <a:ext cx="114840" cy="16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67553AB4-F9F6-B63A-5B90-EFFEF7990ACE}"/>
                  </a:ext>
                </a:extLst>
              </p14:cNvPr>
              <p14:cNvContentPartPr/>
              <p14:nvPr/>
            </p14:nvContentPartPr>
            <p14:xfrm>
              <a:off x="8913920" y="1670080"/>
              <a:ext cx="360" cy="36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67553AB4-F9F6-B63A-5B90-EFFEF7990AC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903480" y="1659280"/>
                <a:ext cx="2160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3B721F97-F324-2D0D-56C6-6474261AE094}"/>
              </a:ext>
            </a:extLst>
          </p:cNvPr>
          <p:cNvGrpSpPr/>
          <p:nvPr/>
        </p:nvGrpSpPr>
        <p:grpSpPr>
          <a:xfrm>
            <a:off x="11088320" y="1242760"/>
            <a:ext cx="442800" cy="357840"/>
            <a:chOff x="11088320" y="1242760"/>
            <a:chExt cx="442800" cy="3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88F2173-663D-AC5C-9479-23990E655DEB}"/>
                    </a:ext>
                  </a:extLst>
                </p14:cNvPr>
                <p14:cNvContentPartPr/>
                <p14:nvPr/>
              </p14:nvContentPartPr>
              <p14:xfrm>
                <a:off x="11088320" y="1327360"/>
                <a:ext cx="48600" cy="2732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88F2173-663D-AC5C-9479-23990E655DE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077520" y="1316560"/>
                  <a:ext cx="698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A910906-3909-AF24-7CF1-1B6EC0935A2E}"/>
                    </a:ext>
                  </a:extLst>
                </p14:cNvPr>
                <p14:cNvContentPartPr/>
                <p14:nvPr/>
              </p14:nvContentPartPr>
              <p14:xfrm>
                <a:off x="11089400" y="1322680"/>
                <a:ext cx="161640" cy="1558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A910906-3909-AF24-7CF1-1B6EC0935A2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078960" y="1311880"/>
                  <a:ext cx="1828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71BB6C5-3024-BA99-1426-2EB6D4D02DDB}"/>
                    </a:ext>
                  </a:extLst>
                </p14:cNvPr>
                <p14:cNvContentPartPr/>
                <p14:nvPr/>
              </p14:nvContentPartPr>
              <p14:xfrm>
                <a:off x="11260760" y="1242760"/>
                <a:ext cx="129960" cy="2804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71BB6C5-3024-BA99-1426-2EB6D4D02DD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250320" y="1231960"/>
                  <a:ext cx="1512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AC435AF-5A4A-DBAC-036F-1C49C2E4E029}"/>
                    </a:ext>
                  </a:extLst>
                </p14:cNvPr>
                <p14:cNvContentPartPr/>
                <p14:nvPr/>
              </p14:nvContentPartPr>
              <p14:xfrm>
                <a:off x="11458400" y="1354000"/>
                <a:ext cx="72720" cy="2008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AC435AF-5A4A-DBAC-036F-1C49C2E4E02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447960" y="1343560"/>
                  <a:ext cx="9396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34CFB02-91A6-7959-C587-8D4E22AE58D9}"/>
              </a:ext>
            </a:extLst>
          </p:cNvPr>
          <p:cNvGrpSpPr/>
          <p:nvPr/>
        </p:nvGrpSpPr>
        <p:grpSpPr>
          <a:xfrm>
            <a:off x="308120" y="2412040"/>
            <a:ext cx="1848600" cy="295560"/>
            <a:chOff x="308120" y="2412040"/>
            <a:chExt cx="184860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381C345-9328-64A3-B7E7-907B68760539}"/>
                    </a:ext>
                  </a:extLst>
                </p14:cNvPr>
                <p14:cNvContentPartPr/>
                <p14:nvPr/>
              </p14:nvContentPartPr>
              <p14:xfrm>
                <a:off x="308120" y="2499160"/>
                <a:ext cx="334440" cy="2084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381C345-9328-64A3-B7E7-907B6876053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97680" y="2488720"/>
                  <a:ext cx="3556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EE9F158-ED09-9748-00FD-8C095DB556C9}"/>
                    </a:ext>
                  </a:extLst>
                </p14:cNvPr>
                <p14:cNvContentPartPr/>
                <p14:nvPr/>
              </p14:nvContentPartPr>
              <p14:xfrm>
                <a:off x="663440" y="2466040"/>
                <a:ext cx="165600" cy="1717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EE9F158-ED09-9748-00FD-8C095DB556C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53000" y="2455600"/>
                  <a:ext cx="186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5177FE7-E565-38B1-9BC9-1CDC3FBE26BF}"/>
                    </a:ext>
                  </a:extLst>
                </p14:cNvPr>
                <p14:cNvContentPartPr/>
                <p14:nvPr/>
              </p14:nvContentPartPr>
              <p14:xfrm>
                <a:off x="894920" y="2521120"/>
                <a:ext cx="120960" cy="99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5177FE7-E565-38B1-9BC9-1CDC3FBE26B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84120" y="2510320"/>
                  <a:ext cx="142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BDF8B5E-2AA9-154F-AB4E-19F619239B15}"/>
                    </a:ext>
                  </a:extLst>
                </p14:cNvPr>
                <p14:cNvContentPartPr/>
                <p14:nvPr/>
              </p14:nvContentPartPr>
              <p14:xfrm>
                <a:off x="911120" y="2490160"/>
                <a:ext cx="92880" cy="1864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BDF8B5E-2AA9-154F-AB4E-19F619239B1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00680" y="2479360"/>
                  <a:ext cx="1141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03BB722-637A-C45D-CEF3-F358AFA7DD97}"/>
                    </a:ext>
                  </a:extLst>
                </p14:cNvPr>
                <p14:cNvContentPartPr/>
                <p14:nvPr/>
              </p14:nvContentPartPr>
              <p14:xfrm>
                <a:off x="1119560" y="2498080"/>
                <a:ext cx="18720" cy="1202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03BB722-637A-C45D-CEF3-F358AFA7DD9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08760" y="2487640"/>
                  <a:ext cx="399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10CA9CA-690D-DA5F-1722-335C10429184}"/>
                    </a:ext>
                  </a:extLst>
                </p14:cNvPr>
                <p14:cNvContentPartPr/>
                <p14:nvPr/>
              </p14:nvContentPartPr>
              <p14:xfrm>
                <a:off x="1146200" y="2426080"/>
                <a:ext cx="360" cy="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10CA9CA-690D-DA5F-1722-335C1042918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35400" y="24156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406171A-959F-253C-B78F-586A9370B479}"/>
                    </a:ext>
                  </a:extLst>
                </p14:cNvPr>
                <p14:cNvContentPartPr/>
                <p14:nvPr/>
              </p14:nvContentPartPr>
              <p14:xfrm>
                <a:off x="1219640" y="2412040"/>
                <a:ext cx="309960" cy="1616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406171A-959F-253C-B78F-586A9370B479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209200" y="2401600"/>
                  <a:ext cx="3312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0D35AA0-04D4-31CC-219C-E82DE694839B}"/>
                    </a:ext>
                  </a:extLst>
                </p14:cNvPr>
                <p14:cNvContentPartPr/>
                <p14:nvPr/>
              </p14:nvContentPartPr>
              <p14:xfrm>
                <a:off x="1624640" y="2458120"/>
                <a:ext cx="113400" cy="108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0D35AA0-04D4-31CC-219C-E82DE694839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613840" y="2447680"/>
                  <a:ext cx="1346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E1DD20C-E4B2-A2AC-A59C-5922D0FE7777}"/>
                    </a:ext>
                  </a:extLst>
                </p14:cNvPr>
                <p14:cNvContentPartPr/>
                <p14:nvPr/>
              </p14:nvContentPartPr>
              <p14:xfrm>
                <a:off x="1820120" y="2427880"/>
                <a:ext cx="336600" cy="1724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E1DD20C-E4B2-A2AC-A59C-5922D0FE7777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809320" y="2417080"/>
                  <a:ext cx="35784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64C21717-C0B2-82D4-C446-5C41037A1601}"/>
              </a:ext>
            </a:extLst>
          </p:cNvPr>
          <p:cNvGrpSpPr/>
          <p:nvPr/>
        </p:nvGrpSpPr>
        <p:grpSpPr>
          <a:xfrm>
            <a:off x="2505920" y="2377840"/>
            <a:ext cx="739080" cy="253080"/>
            <a:chOff x="2505920" y="2377840"/>
            <a:chExt cx="73908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344BEF7-3DD4-B511-4866-0274F6072852}"/>
                    </a:ext>
                  </a:extLst>
                </p14:cNvPr>
                <p14:cNvContentPartPr/>
                <p14:nvPr/>
              </p14:nvContentPartPr>
              <p14:xfrm>
                <a:off x="2505920" y="2475400"/>
                <a:ext cx="128160" cy="155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344BEF7-3DD4-B511-4866-0274F6072852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495120" y="2464600"/>
                  <a:ext cx="1494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4DE6124-C730-64F1-6FC3-A2C7DA6E467E}"/>
                    </a:ext>
                  </a:extLst>
                </p14:cNvPr>
                <p14:cNvContentPartPr/>
                <p14:nvPr/>
              </p14:nvContentPartPr>
              <p14:xfrm>
                <a:off x="2687360" y="2418160"/>
                <a:ext cx="224640" cy="1846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4DE6124-C730-64F1-6FC3-A2C7DA6E467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676920" y="2407360"/>
                  <a:ext cx="2458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B4CBA84-D46D-3E49-F6BC-7A6239810E36}"/>
                    </a:ext>
                  </a:extLst>
                </p14:cNvPr>
                <p14:cNvContentPartPr/>
                <p14:nvPr/>
              </p14:nvContentPartPr>
              <p14:xfrm>
                <a:off x="2991560" y="2398720"/>
                <a:ext cx="141120" cy="1530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B4CBA84-D46D-3E49-F6BC-7A6239810E3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980760" y="2388280"/>
                  <a:ext cx="162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789A8EA-0A2C-63C5-B072-A26686BEFFD5}"/>
                    </a:ext>
                  </a:extLst>
                </p14:cNvPr>
                <p14:cNvContentPartPr/>
                <p14:nvPr/>
              </p14:nvContentPartPr>
              <p14:xfrm>
                <a:off x="3171560" y="2377840"/>
                <a:ext cx="73440" cy="1616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789A8EA-0A2C-63C5-B072-A26686BEFFD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161120" y="2367400"/>
                  <a:ext cx="9468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ADAB5283-09B1-12C4-4961-05428CA93ED9}"/>
              </a:ext>
            </a:extLst>
          </p:cNvPr>
          <p:cNvGrpSpPr/>
          <p:nvPr/>
        </p:nvGrpSpPr>
        <p:grpSpPr>
          <a:xfrm>
            <a:off x="3697520" y="2211520"/>
            <a:ext cx="298440" cy="414720"/>
            <a:chOff x="3697520" y="2211520"/>
            <a:chExt cx="298440" cy="41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5AA3C4F-39EB-5F37-DA79-890F493451B1}"/>
                    </a:ext>
                  </a:extLst>
                </p14:cNvPr>
                <p14:cNvContentPartPr/>
                <p14:nvPr/>
              </p14:nvContentPartPr>
              <p14:xfrm>
                <a:off x="3697520" y="2211520"/>
                <a:ext cx="232920" cy="4147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5AA3C4F-39EB-5F37-DA79-890F493451B1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687080" y="2201080"/>
                  <a:ext cx="25416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DA6E3BA-60CA-B421-6A9B-D725885B302D}"/>
                    </a:ext>
                  </a:extLst>
                </p14:cNvPr>
                <p14:cNvContentPartPr/>
                <p14:nvPr/>
              </p14:nvContentPartPr>
              <p14:xfrm>
                <a:off x="3841880" y="2512840"/>
                <a:ext cx="154080" cy="450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DA6E3BA-60CA-B421-6A9B-D725885B302D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831440" y="2502400"/>
                  <a:ext cx="17532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6338FC15-F285-D0E8-97DA-B492CB05FB6E}"/>
              </a:ext>
            </a:extLst>
          </p:cNvPr>
          <p:cNvGrpSpPr/>
          <p:nvPr/>
        </p:nvGrpSpPr>
        <p:grpSpPr>
          <a:xfrm>
            <a:off x="4360280" y="2279920"/>
            <a:ext cx="618120" cy="373680"/>
            <a:chOff x="4360280" y="2279920"/>
            <a:chExt cx="618120" cy="37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113A1A0-2259-D2B5-B6D7-72AC5FE3B7EC}"/>
                    </a:ext>
                  </a:extLst>
                </p14:cNvPr>
                <p14:cNvContentPartPr/>
                <p14:nvPr/>
              </p14:nvContentPartPr>
              <p14:xfrm>
                <a:off x="4360280" y="2279920"/>
                <a:ext cx="373320" cy="2084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113A1A0-2259-D2B5-B6D7-72AC5FE3B7E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349480" y="2269120"/>
                  <a:ext cx="3945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CD3F104C-3ADB-7C42-97BA-EDECDC41A5D3}"/>
                    </a:ext>
                  </a:extLst>
                </p14:cNvPr>
                <p14:cNvContentPartPr/>
                <p14:nvPr/>
              </p14:nvContentPartPr>
              <p14:xfrm>
                <a:off x="4855280" y="2344000"/>
                <a:ext cx="123120" cy="3096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CD3F104C-3ADB-7C42-97BA-EDECDC41A5D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844840" y="2333560"/>
                  <a:ext cx="14436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08CAD1F6-5553-DCE4-8F63-0366E32A3AF7}"/>
              </a:ext>
            </a:extLst>
          </p:cNvPr>
          <p:cNvGrpSpPr/>
          <p:nvPr/>
        </p:nvGrpSpPr>
        <p:grpSpPr>
          <a:xfrm>
            <a:off x="5370080" y="2108560"/>
            <a:ext cx="813960" cy="333000"/>
            <a:chOff x="5370080" y="2108560"/>
            <a:chExt cx="81396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9B5E94F-B6ED-38F8-CEA8-0F95A356C8CB}"/>
                    </a:ext>
                  </a:extLst>
                </p14:cNvPr>
                <p14:cNvContentPartPr/>
                <p14:nvPr/>
              </p14:nvContentPartPr>
              <p14:xfrm>
                <a:off x="5370080" y="2295760"/>
                <a:ext cx="94320" cy="1458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9B5E94F-B6ED-38F8-CEA8-0F95A356C8CB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359280" y="2285320"/>
                  <a:ext cx="1155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4679E9B-639E-6FCC-F5EF-5E7082A28127}"/>
                    </a:ext>
                  </a:extLst>
                </p14:cNvPr>
                <p14:cNvContentPartPr/>
                <p14:nvPr/>
              </p14:nvContentPartPr>
              <p14:xfrm>
                <a:off x="5527400" y="2132680"/>
                <a:ext cx="353520" cy="3081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4679E9B-639E-6FCC-F5EF-5E7082A28127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516600" y="2121880"/>
                  <a:ext cx="3747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62C1D35-AF8D-957E-45DB-D82BE419F611}"/>
                    </a:ext>
                  </a:extLst>
                </p14:cNvPr>
                <p14:cNvContentPartPr/>
                <p14:nvPr/>
              </p14:nvContentPartPr>
              <p14:xfrm>
                <a:off x="5871560" y="2235280"/>
                <a:ext cx="360" cy="3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62C1D35-AF8D-957E-45DB-D82BE419F61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60760" y="222484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33FA223-A92B-A436-C16B-4E489B99A39F}"/>
                    </a:ext>
                  </a:extLst>
                </p14:cNvPr>
                <p14:cNvContentPartPr/>
                <p14:nvPr/>
              </p14:nvContentPartPr>
              <p14:xfrm>
                <a:off x="5993600" y="2108560"/>
                <a:ext cx="190440" cy="3002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33FA223-A92B-A436-C16B-4E489B99A39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983160" y="2098120"/>
                  <a:ext cx="211680" cy="32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0624065F-FF80-0077-268D-C3C4D56188C5}"/>
              </a:ext>
            </a:extLst>
          </p:cNvPr>
          <p:cNvGrpSpPr/>
          <p:nvPr/>
        </p:nvGrpSpPr>
        <p:grpSpPr>
          <a:xfrm>
            <a:off x="6771200" y="2107480"/>
            <a:ext cx="615960" cy="324720"/>
            <a:chOff x="6771200" y="2107480"/>
            <a:chExt cx="61596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52F3E04-461B-B73B-7FF2-64C97FF2888D}"/>
                    </a:ext>
                  </a:extLst>
                </p14:cNvPr>
                <p14:cNvContentPartPr/>
                <p14:nvPr/>
              </p14:nvContentPartPr>
              <p14:xfrm>
                <a:off x="6771200" y="2215120"/>
                <a:ext cx="109800" cy="2059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52F3E04-461B-B73B-7FF2-64C97FF2888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760400" y="2204320"/>
                  <a:ext cx="1310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5C380D8-7C91-A129-A894-CE102901FCC0}"/>
                    </a:ext>
                  </a:extLst>
                </p14:cNvPr>
                <p14:cNvContentPartPr/>
                <p14:nvPr/>
              </p14:nvContentPartPr>
              <p14:xfrm>
                <a:off x="7002320" y="2255800"/>
                <a:ext cx="98280" cy="1306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5C380D8-7C91-A129-A894-CE102901FCC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991520" y="2245360"/>
                  <a:ext cx="119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B9B8E4F-6902-85F3-3E64-A95D99E2AE15}"/>
                    </a:ext>
                  </a:extLst>
                </p14:cNvPr>
                <p14:cNvContentPartPr/>
                <p14:nvPr/>
              </p14:nvContentPartPr>
              <p14:xfrm>
                <a:off x="7219040" y="2107480"/>
                <a:ext cx="37440" cy="3247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B9B8E4F-6902-85F3-3E64-A95D99E2AE1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208600" y="2096680"/>
                  <a:ext cx="586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BC11E83-55B9-2901-560F-2536AA0B6EE5}"/>
                    </a:ext>
                  </a:extLst>
                </p14:cNvPr>
                <p14:cNvContentPartPr/>
                <p14:nvPr/>
              </p14:nvContentPartPr>
              <p14:xfrm>
                <a:off x="7127960" y="2213680"/>
                <a:ext cx="259200" cy="540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BC11E83-55B9-2901-560F-2536AA0B6EE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117520" y="2202880"/>
                  <a:ext cx="280440" cy="7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C329BBF1-78BE-D056-5776-9125428101C9}"/>
                  </a:ext>
                </a:extLst>
              </p14:cNvPr>
              <p14:cNvContentPartPr/>
              <p14:nvPr/>
            </p14:nvContentPartPr>
            <p14:xfrm>
              <a:off x="7653200" y="2064280"/>
              <a:ext cx="335880" cy="41148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C329BBF1-78BE-D056-5776-9125428101C9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7642760" y="2053840"/>
                <a:ext cx="357120" cy="43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oup 225">
            <a:extLst>
              <a:ext uri="{FF2B5EF4-FFF2-40B4-BE49-F238E27FC236}">
                <a16:creationId xmlns:a16="http://schemas.microsoft.com/office/drawing/2014/main" id="{E7D7DC94-B275-C73E-BD08-05F171EDCD15}"/>
              </a:ext>
            </a:extLst>
          </p:cNvPr>
          <p:cNvGrpSpPr/>
          <p:nvPr/>
        </p:nvGrpSpPr>
        <p:grpSpPr>
          <a:xfrm>
            <a:off x="8247560" y="2026480"/>
            <a:ext cx="1047600" cy="268920"/>
            <a:chOff x="8247560" y="2026480"/>
            <a:chExt cx="104760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2305770-06D2-57B5-F7DE-2B7ECA797039}"/>
                    </a:ext>
                  </a:extLst>
                </p14:cNvPr>
                <p14:cNvContentPartPr/>
                <p14:nvPr/>
              </p14:nvContentPartPr>
              <p14:xfrm>
                <a:off x="8247560" y="2148520"/>
                <a:ext cx="228960" cy="1468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2305770-06D2-57B5-F7DE-2B7ECA79703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237120" y="2138080"/>
                  <a:ext cx="2502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2DBCE10-A94D-738D-4ED6-2465580FE790}"/>
                    </a:ext>
                  </a:extLst>
                </p14:cNvPr>
                <p14:cNvContentPartPr/>
                <p14:nvPr/>
              </p14:nvContentPartPr>
              <p14:xfrm>
                <a:off x="8514320" y="2155720"/>
                <a:ext cx="145080" cy="1256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2DBCE10-A94D-738D-4ED6-2465580FE79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503520" y="2145280"/>
                  <a:ext cx="1663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86B47B9-D20E-5AC9-E6A1-6A8B4613CF6B}"/>
                    </a:ext>
                  </a:extLst>
                </p14:cNvPr>
                <p14:cNvContentPartPr/>
                <p14:nvPr/>
              </p14:nvContentPartPr>
              <p14:xfrm>
                <a:off x="8740040" y="2128000"/>
                <a:ext cx="109440" cy="1555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86B47B9-D20E-5AC9-E6A1-6A8B4613CF6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729600" y="2117200"/>
                  <a:ext cx="1306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8E46224-7162-E212-683E-241DCF736AED}"/>
                    </a:ext>
                  </a:extLst>
                </p14:cNvPr>
                <p14:cNvContentPartPr/>
                <p14:nvPr/>
              </p14:nvContentPartPr>
              <p14:xfrm>
                <a:off x="8944880" y="2026480"/>
                <a:ext cx="139680" cy="1954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8E46224-7162-E212-683E-241DCF736AE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934080" y="2015680"/>
                  <a:ext cx="1609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5103A70-42D9-92C3-4B9E-369E35A35CE2}"/>
                    </a:ext>
                  </a:extLst>
                </p14:cNvPr>
                <p14:cNvContentPartPr/>
                <p14:nvPr/>
              </p14:nvContentPartPr>
              <p14:xfrm>
                <a:off x="9191840" y="2107480"/>
                <a:ext cx="103320" cy="1296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5103A70-42D9-92C3-4B9E-369E35A35CE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181400" y="2096680"/>
                  <a:ext cx="12456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0577D962-8089-9637-5441-3065E48ECCBC}"/>
              </a:ext>
            </a:extLst>
          </p:cNvPr>
          <p:cNvGrpSpPr/>
          <p:nvPr/>
        </p:nvGrpSpPr>
        <p:grpSpPr>
          <a:xfrm>
            <a:off x="9739040" y="1888240"/>
            <a:ext cx="1197360" cy="506880"/>
            <a:chOff x="9739040" y="1888240"/>
            <a:chExt cx="1197360" cy="50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56D17C3-E949-FFF3-F42D-CC3313999A27}"/>
                    </a:ext>
                  </a:extLst>
                </p14:cNvPr>
                <p14:cNvContentPartPr/>
                <p14:nvPr/>
              </p14:nvContentPartPr>
              <p14:xfrm>
                <a:off x="9739040" y="1974280"/>
                <a:ext cx="315000" cy="4208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56D17C3-E949-FFF3-F42D-CC3313999A2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728240" y="1963840"/>
                  <a:ext cx="33624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A94B2FC-D71D-CE4B-DCA7-20A75C97575D}"/>
                    </a:ext>
                  </a:extLst>
                </p14:cNvPr>
                <p14:cNvContentPartPr/>
                <p14:nvPr/>
              </p14:nvContentPartPr>
              <p14:xfrm>
                <a:off x="10145120" y="2038720"/>
                <a:ext cx="111960" cy="1418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A94B2FC-D71D-CE4B-DCA7-20A75C97575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134680" y="2028280"/>
                  <a:ext cx="1332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5AC077A-AAB6-3B8F-63A2-3E78E5B45FF7}"/>
                    </a:ext>
                  </a:extLst>
                </p14:cNvPr>
                <p14:cNvContentPartPr/>
                <p14:nvPr/>
              </p14:nvContentPartPr>
              <p14:xfrm>
                <a:off x="10329080" y="2024320"/>
                <a:ext cx="335520" cy="1360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5AC077A-AAB6-3B8F-63A2-3E78E5B45FF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318640" y="2013520"/>
                  <a:ext cx="356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8A7298E-5E2A-635C-80DE-57E1C25C5446}"/>
                    </a:ext>
                  </a:extLst>
                </p14:cNvPr>
                <p14:cNvContentPartPr/>
                <p14:nvPr/>
              </p14:nvContentPartPr>
              <p14:xfrm>
                <a:off x="10662080" y="2019280"/>
                <a:ext cx="69120" cy="1274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8A7298E-5E2A-635C-80DE-57E1C25C544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651280" y="2008480"/>
                  <a:ext cx="903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6FDCD6C-594B-5E19-0BDB-7AC79BC099B3}"/>
                    </a:ext>
                  </a:extLst>
                </p14:cNvPr>
                <p14:cNvContentPartPr/>
                <p14:nvPr/>
              </p14:nvContentPartPr>
              <p14:xfrm>
                <a:off x="10813280" y="1888240"/>
                <a:ext cx="123120" cy="2707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6FDCD6C-594B-5E19-0BDB-7AC79BC099B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802480" y="1877440"/>
                  <a:ext cx="144360" cy="29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8C3E5902-0B26-1BA6-165D-CF14B6537079}"/>
              </a:ext>
            </a:extLst>
          </p:cNvPr>
          <p:cNvGrpSpPr/>
          <p:nvPr/>
        </p:nvGrpSpPr>
        <p:grpSpPr>
          <a:xfrm>
            <a:off x="11327000" y="1844680"/>
            <a:ext cx="261360" cy="416160"/>
            <a:chOff x="11327000" y="1844680"/>
            <a:chExt cx="261360" cy="41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646D6B7-F366-2FFE-F43F-D8D8C85B7FDC}"/>
                    </a:ext>
                  </a:extLst>
                </p14:cNvPr>
                <p14:cNvContentPartPr/>
                <p14:nvPr/>
              </p14:nvContentPartPr>
              <p14:xfrm>
                <a:off x="11327000" y="1844680"/>
                <a:ext cx="116640" cy="2901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646D6B7-F366-2FFE-F43F-D8D8C85B7FD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316200" y="1834240"/>
                  <a:ext cx="1378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CE38607-4C02-B8ED-A021-F29A28A71875}"/>
                    </a:ext>
                  </a:extLst>
                </p14:cNvPr>
                <p14:cNvContentPartPr/>
                <p14:nvPr/>
              </p14:nvContentPartPr>
              <p14:xfrm>
                <a:off x="11482880" y="2013880"/>
                <a:ext cx="105480" cy="2469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CE38607-4C02-B8ED-A021-F29A28A7187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472440" y="2003080"/>
                  <a:ext cx="126720" cy="26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1801846C-3CCB-FC1B-50D0-2E46D1DC0B82}"/>
              </a:ext>
            </a:extLst>
          </p:cNvPr>
          <p:cNvGrpSpPr/>
          <p:nvPr/>
        </p:nvGrpSpPr>
        <p:grpSpPr>
          <a:xfrm>
            <a:off x="334760" y="2996320"/>
            <a:ext cx="768240" cy="328680"/>
            <a:chOff x="334760" y="2996320"/>
            <a:chExt cx="768240" cy="3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4D428F1-A68E-3DEE-9B35-F4C9CEAED391}"/>
                    </a:ext>
                  </a:extLst>
                </p14:cNvPr>
                <p14:cNvContentPartPr/>
                <p14:nvPr/>
              </p14:nvContentPartPr>
              <p14:xfrm>
                <a:off x="334760" y="3010000"/>
                <a:ext cx="133560" cy="241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4D428F1-A68E-3DEE-9B35-F4C9CEAED39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23960" y="2999200"/>
                  <a:ext cx="1548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CB37A64-735D-A5B6-077E-4042F77BF411}"/>
                    </a:ext>
                  </a:extLst>
                </p14:cNvPr>
                <p14:cNvContentPartPr/>
                <p14:nvPr/>
              </p14:nvContentPartPr>
              <p14:xfrm>
                <a:off x="571280" y="3054280"/>
                <a:ext cx="47880" cy="1807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CB37A64-735D-A5B6-077E-4042F77BF41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60480" y="3043840"/>
                  <a:ext cx="691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D8D1B2D-6DCE-7E03-1193-0FD53D68C2C1}"/>
                    </a:ext>
                  </a:extLst>
                </p14:cNvPr>
                <p14:cNvContentPartPr/>
                <p14:nvPr/>
              </p14:nvContentPartPr>
              <p14:xfrm>
                <a:off x="715640" y="3125200"/>
                <a:ext cx="360" cy="1144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D8D1B2D-6DCE-7E03-1193-0FD53D68C2C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05200" y="3114760"/>
                  <a:ext cx="21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6CBEB48-0022-15B1-E9FB-757C3527D36E}"/>
                    </a:ext>
                  </a:extLst>
                </p14:cNvPr>
                <p14:cNvContentPartPr/>
                <p14:nvPr/>
              </p14:nvContentPartPr>
              <p14:xfrm>
                <a:off x="719600" y="2996320"/>
                <a:ext cx="360" cy="3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6CBEB48-0022-15B1-E9FB-757C3527D36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8800" y="2985520"/>
                  <a:ext cx="21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A6A801E-54A0-7426-D745-8635FA198E65}"/>
                    </a:ext>
                  </a:extLst>
                </p14:cNvPr>
                <p14:cNvContentPartPr/>
                <p14:nvPr/>
              </p14:nvContentPartPr>
              <p14:xfrm>
                <a:off x="827600" y="3057160"/>
                <a:ext cx="109440" cy="1598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A6A801E-54A0-7426-D745-8635FA198E65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16800" y="3046720"/>
                  <a:ext cx="1306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3B6E6D0-2D54-7D35-25AA-453324F85C7E}"/>
                    </a:ext>
                  </a:extLst>
                </p14:cNvPr>
                <p14:cNvContentPartPr/>
                <p14:nvPr/>
              </p14:nvContentPartPr>
              <p14:xfrm>
                <a:off x="934160" y="3039160"/>
                <a:ext cx="168840" cy="2858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3B6E6D0-2D54-7D35-25AA-453324F85C7E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23360" y="3028360"/>
                  <a:ext cx="190080" cy="30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329549F7-A618-C849-5D62-19DAC97086E7}"/>
              </a:ext>
            </a:extLst>
          </p:cNvPr>
          <p:cNvGrpSpPr/>
          <p:nvPr/>
        </p:nvGrpSpPr>
        <p:grpSpPr>
          <a:xfrm>
            <a:off x="1504040" y="2927560"/>
            <a:ext cx="417960" cy="283320"/>
            <a:chOff x="1504040" y="2927560"/>
            <a:chExt cx="41796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C4564BF-9DF5-50EC-94C3-4EFCAF0591E7}"/>
                    </a:ext>
                  </a:extLst>
                </p14:cNvPr>
                <p14:cNvContentPartPr/>
                <p14:nvPr/>
              </p14:nvContentPartPr>
              <p14:xfrm>
                <a:off x="1544000" y="2972200"/>
                <a:ext cx="118080" cy="2386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C4564BF-9DF5-50EC-94C3-4EFCAF0591E7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533200" y="2961400"/>
                  <a:ext cx="1393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C2C5AAB-10C8-1029-D69F-E178D515521D}"/>
                    </a:ext>
                  </a:extLst>
                </p14:cNvPr>
                <p14:cNvContentPartPr/>
                <p14:nvPr/>
              </p14:nvContentPartPr>
              <p14:xfrm>
                <a:off x="1504040" y="3061480"/>
                <a:ext cx="124920" cy="403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C2C5AAB-10C8-1029-D69F-E178D515521D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493240" y="3050680"/>
                  <a:ext cx="1461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8A1E172-295D-6208-1705-FC69DF42B112}"/>
                    </a:ext>
                  </a:extLst>
                </p14:cNvPr>
                <p14:cNvContentPartPr/>
                <p14:nvPr/>
              </p14:nvContentPartPr>
              <p14:xfrm>
                <a:off x="1698080" y="2927560"/>
                <a:ext cx="138600" cy="2116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8A1E172-295D-6208-1705-FC69DF42B112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687640" y="2917120"/>
                  <a:ext cx="1598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3E55BC7-A8BB-3E2A-2168-45EFFA467991}"/>
                    </a:ext>
                  </a:extLst>
                </p14:cNvPr>
                <p14:cNvContentPartPr/>
                <p14:nvPr/>
              </p14:nvContentPartPr>
              <p14:xfrm>
                <a:off x="1854320" y="2983720"/>
                <a:ext cx="67680" cy="1875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3E55BC7-A8BB-3E2A-2168-45EFFA467991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843520" y="2972920"/>
                  <a:ext cx="8892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127131EF-8B8B-3425-59A5-D49BFB8FE66C}"/>
              </a:ext>
            </a:extLst>
          </p:cNvPr>
          <p:cNvGrpSpPr/>
          <p:nvPr/>
        </p:nvGrpSpPr>
        <p:grpSpPr>
          <a:xfrm>
            <a:off x="2220800" y="2896600"/>
            <a:ext cx="824400" cy="370800"/>
            <a:chOff x="2220800" y="2896600"/>
            <a:chExt cx="824400" cy="3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1EB8DFDD-31C1-BA04-C8B0-6C023BD1AFF4}"/>
                    </a:ext>
                  </a:extLst>
                </p14:cNvPr>
                <p14:cNvContentPartPr/>
                <p14:nvPr/>
              </p14:nvContentPartPr>
              <p14:xfrm>
                <a:off x="2220800" y="3010360"/>
                <a:ext cx="147960" cy="2570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1EB8DFDD-31C1-BA04-C8B0-6C023BD1AFF4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210000" y="2999920"/>
                  <a:ext cx="1692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9A3B22C-2A69-C72F-621B-0E6F429930A4}"/>
                    </a:ext>
                  </a:extLst>
                </p14:cNvPr>
                <p14:cNvContentPartPr/>
                <p14:nvPr/>
              </p14:nvContentPartPr>
              <p14:xfrm>
                <a:off x="2457320" y="3013240"/>
                <a:ext cx="27000" cy="1738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9A3B22C-2A69-C72F-621B-0E6F429930A4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2446520" y="3002800"/>
                  <a:ext cx="482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12775AE-07C8-B47E-8DC9-768AF6A919C6}"/>
                    </a:ext>
                  </a:extLst>
                </p14:cNvPr>
                <p14:cNvContentPartPr/>
                <p14:nvPr/>
              </p14:nvContentPartPr>
              <p14:xfrm>
                <a:off x="2450840" y="2896600"/>
                <a:ext cx="83880" cy="439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12775AE-07C8-B47E-8DC9-768AF6A919C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2440400" y="2885800"/>
                  <a:ext cx="1051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96B6FE1-42AE-99BA-A695-D21FC38BF1EC}"/>
                    </a:ext>
                  </a:extLst>
                </p14:cNvPr>
                <p14:cNvContentPartPr/>
                <p14:nvPr/>
              </p14:nvContentPartPr>
              <p14:xfrm>
                <a:off x="2618240" y="2992720"/>
                <a:ext cx="98280" cy="1407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96B6FE1-42AE-99BA-A695-D21FC38BF1EC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2607440" y="2982280"/>
                  <a:ext cx="1195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7B5B4E54-FF83-5A10-7184-B4E6852A3E5E}"/>
                    </a:ext>
                  </a:extLst>
                </p14:cNvPr>
                <p14:cNvContentPartPr/>
                <p14:nvPr/>
              </p14:nvContentPartPr>
              <p14:xfrm>
                <a:off x="2798960" y="3001000"/>
                <a:ext cx="39240" cy="1429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7B5B4E54-FF83-5A10-7184-B4E6852A3E5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2788520" y="2990200"/>
                  <a:ext cx="604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D092555-516B-5F19-29F4-97AEF27872FE}"/>
                    </a:ext>
                  </a:extLst>
                </p14:cNvPr>
                <p14:cNvContentPartPr/>
                <p14:nvPr/>
              </p14:nvContentPartPr>
              <p14:xfrm>
                <a:off x="2950880" y="2996320"/>
                <a:ext cx="94320" cy="1854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D092555-516B-5F19-29F4-97AEF27872FE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2940440" y="2985520"/>
                  <a:ext cx="11556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BF6AD8A1-C6F0-0034-E6DA-816513DEF4E0}"/>
              </a:ext>
            </a:extLst>
          </p:cNvPr>
          <p:cNvGrpSpPr/>
          <p:nvPr/>
        </p:nvGrpSpPr>
        <p:grpSpPr>
          <a:xfrm>
            <a:off x="3522560" y="2851240"/>
            <a:ext cx="1120680" cy="331200"/>
            <a:chOff x="3522560" y="2851240"/>
            <a:chExt cx="1120680" cy="33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18C0759-A160-39BA-2C19-4EFB4603B5C1}"/>
                    </a:ext>
                  </a:extLst>
                </p14:cNvPr>
                <p14:cNvContentPartPr/>
                <p14:nvPr/>
              </p14:nvContentPartPr>
              <p14:xfrm>
                <a:off x="3522560" y="2876080"/>
                <a:ext cx="32760" cy="3063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18C0759-A160-39BA-2C19-4EFB4603B5C1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3512120" y="2865640"/>
                  <a:ext cx="540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1DCDD9B-5946-4388-9FBD-E388D1CCD995}"/>
                    </a:ext>
                  </a:extLst>
                </p14:cNvPr>
                <p14:cNvContentPartPr/>
                <p14:nvPr/>
              </p14:nvContentPartPr>
              <p14:xfrm>
                <a:off x="3603200" y="2994880"/>
                <a:ext cx="106920" cy="1249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1DCDD9B-5946-4388-9FBD-E388D1CCD995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3592400" y="2984440"/>
                  <a:ext cx="1281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A98D0348-EB80-2B64-A82E-7041E3EE9AE0}"/>
                    </a:ext>
                  </a:extLst>
                </p14:cNvPr>
                <p14:cNvContentPartPr/>
                <p14:nvPr/>
              </p14:nvContentPartPr>
              <p14:xfrm>
                <a:off x="3798680" y="2851240"/>
                <a:ext cx="18000" cy="2847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A98D0348-EB80-2B64-A82E-7041E3EE9AE0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3788240" y="2840440"/>
                  <a:ext cx="392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3AC2988-0919-0E8E-863E-A58FE8C727E0}"/>
                    </a:ext>
                  </a:extLst>
                </p14:cNvPr>
                <p14:cNvContentPartPr/>
                <p14:nvPr/>
              </p14:nvContentPartPr>
              <p14:xfrm>
                <a:off x="3788600" y="3037360"/>
                <a:ext cx="122040" cy="255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3AC2988-0919-0E8E-863E-A58FE8C727E0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3778160" y="3026560"/>
                  <a:ext cx="1432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469E0471-30CF-D529-607D-8A7469F191B9}"/>
                    </a:ext>
                  </a:extLst>
                </p14:cNvPr>
                <p14:cNvContentPartPr/>
                <p14:nvPr/>
              </p14:nvContentPartPr>
              <p14:xfrm>
                <a:off x="3984080" y="2877520"/>
                <a:ext cx="43560" cy="2610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469E0471-30CF-D529-607D-8A7469F191B9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3973640" y="2866720"/>
                  <a:ext cx="648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8136D4C-EC8E-ED83-4C8A-5EE63BBFC99F}"/>
                    </a:ext>
                  </a:extLst>
                </p14:cNvPr>
                <p14:cNvContentPartPr/>
                <p14:nvPr/>
              </p14:nvContentPartPr>
              <p14:xfrm>
                <a:off x="3934760" y="3045280"/>
                <a:ext cx="108360" cy="198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8136D4C-EC8E-ED83-4C8A-5EE63BBFC99F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3923960" y="3034840"/>
                  <a:ext cx="1296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C7832E5D-62C2-2E6A-9D1A-3A310023CBD1}"/>
                    </a:ext>
                  </a:extLst>
                </p14:cNvPr>
                <p14:cNvContentPartPr/>
                <p14:nvPr/>
              </p14:nvContentPartPr>
              <p14:xfrm>
                <a:off x="4133120" y="2971480"/>
                <a:ext cx="69840" cy="1713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C7832E5D-62C2-2E6A-9D1A-3A310023CBD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4122320" y="2960680"/>
                  <a:ext cx="910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E27B9B81-7857-8525-8E10-67C103BA31A2}"/>
                    </a:ext>
                  </a:extLst>
                </p14:cNvPr>
                <p14:cNvContentPartPr/>
                <p14:nvPr/>
              </p14:nvContentPartPr>
              <p14:xfrm>
                <a:off x="4316000" y="2977960"/>
                <a:ext cx="90000" cy="1270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E27B9B81-7857-8525-8E10-67C103BA31A2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4305200" y="2967160"/>
                  <a:ext cx="1112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84C9BC4-76E3-8020-C843-0C3303628685}"/>
                    </a:ext>
                  </a:extLst>
                </p14:cNvPr>
                <p14:cNvContentPartPr/>
                <p14:nvPr/>
              </p14:nvContentPartPr>
              <p14:xfrm>
                <a:off x="4538840" y="2985160"/>
                <a:ext cx="104400" cy="1519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84C9BC4-76E3-8020-C843-0C330362868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528040" y="2974720"/>
                  <a:ext cx="12564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19D78432-E10E-86D3-7A9D-EAFD1513A752}"/>
              </a:ext>
            </a:extLst>
          </p:cNvPr>
          <p:cNvGrpSpPr/>
          <p:nvPr/>
        </p:nvGrpSpPr>
        <p:grpSpPr>
          <a:xfrm>
            <a:off x="4898840" y="2764120"/>
            <a:ext cx="823320" cy="513360"/>
            <a:chOff x="4898840" y="2764120"/>
            <a:chExt cx="823320" cy="51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04E79A24-C9CE-75EF-62C8-B73C9870F301}"/>
                    </a:ext>
                  </a:extLst>
                </p14:cNvPr>
                <p14:cNvContentPartPr/>
                <p14:nvPr/>
              </p14:nvContentPartPr>
              <p14:xfrm>
                <a:off x="4898840" y="2764120"/>
                <a:ext cx="170640" cy="5133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04E79A24-C9CE-75EF-62C8-B73C9870F301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888400" y="2753680"/>
                  <a:ext cx="19188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946DD742-D1D6-4CD1-DA9D-7FF589C7E470}"/>
                    </a:ext>
                  </a:extLst>
                </p14:cNvPr>
                <p14:cNvContentPartPr/>
                <p14:nvPr/>
              </p14:nvContentPartPr>
              <p14:xfrm>
                <a:off x="5037080" y="2909560"/>
                <a:ext cx="224280" cy="1933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946DD742-D1D6-4CD1-DA9D-7FF589C7E470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5026640" y="2898760"/>
                  <a:ext cx="2455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C2C8740-7FC1-66B4-48B3-33D4C61F9209}"/>
                    </a:ext>
                  </a:extLst>
                </p14:cNvPr>
                <p14:cNvContentPartPr/>
                <p14:nvPr/>
              </p14:nvContentPartPr>
              <p14:xfrm>
                <a:off x="5252000" y="2941960"/>
                <a:ext cx="172080" cy="1436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C2C8740-7FC1-66B4-48B3-33D4C61F9209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5241200" y="2931520"/>
                  <a:ext cx="1933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0798CC75-DED5-27CD-F259-6E364DD2DC89}"/>
                    </a:ext>
                  </a:extLst>
                </p14:cNvPr>
                <p14:cNvContentPartPr/>
                <p14:nvPr/>
              </p14:nvContentPartPr>
              <p14:xfrm>
                <a:off x="5483480" y="2840800"/>
                <a:ext cx="238680" cy="2005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0798CC75-DED5-27CD-F259-6E364DD2DC8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5473040" y="2830360"/>
                  <a:ext cx="25992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854086D0-54E3-BD3E-FA35-BA80C079B9CE}"/>
              </a:ext>
            </a:extLst>
          </p:cNvPr>
          <p:cNvGrpSpPr/>
          <p:nvPr/>
        </p:nvGrpSpPr>
        <p:grpSpPr>
          <a:xfrm>
            <a:off x="5989280" y="2669440"/>
            <a:ext cx="901800" cy="347040"/>
            <a:chOff x="5989280" y="2669440"/>
            <a:chExt cx="90180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B57A3040-7586-2089-01E6-E96B4F02EC4D}"/>
                    </a:ext>
                  </a:extLst>
                </p14:cNvPr>
                <p14:cNvContentPartPr/>
                <p14:nvPr/>
              </p14:nvContentPartPr>
              <p14:xfrm>
                <a:off x="5989280" y="2892280"/>
                <a:ext cx="213840" cy="1220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B57A3040-7586-2089-01E6-E96B4F02EC4D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5978480" y="2881480"/>
                  <a:ext cx="2350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D7DB07B6-986D-6137-F099-3D47347BCE99}"/>
                    </a:ext>
                  </a:extLst>
                </p14:cNvPr>
                <p14:cNvContentPartPr/>
                <p14:nvPr/>
              </p14:nvContentPartPr>
              <p14:xfrm>
                <a:off x="6300680" y="2891920"/>
                <a:ext cx="120600" cy="1245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D7DB07B6-986D-6137-F099-3D47347BCE99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289880" y="2881120"/>
                  <a:ext cx="141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5A1D4F05-C5BC-F108-4D44-D726E14B2433}"/>
                    </a:ext>
                  </a:extLst>
                </p14:cNvPr>
                <p14:cNvContentPartPr/>
                <p14:nvPr/>
              </p14:nvContentPartPr>
              <p14:xfrm>
                <a:off x="6502280" y="2848360"/>
                <a:ext cx="123480" cy="842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5A1D4F05-C5BC-F108-4D44-D726E14B2433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491840" y="2837920"/>
                  <a:ext cx="1447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66D02ADD-C8C0-3A97-43A4-C72E60181937}"/>
                    </a:ext>
                  </a:extLst>
                </p14:cNvPr>
                <p14:cNvContentPartPr/>
                <p14:nvPr/>
              </p14:nvContentPartPr>
              <p14:xfrm>
                <a:off x="6655640" y="2669440"/>
                <a:ext cx="235440" cy="2768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66D02ADD-C8C0-3A97-43A4-C72E60181937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644840" y="2659000"/>
                  <a:ext cx="256680" cy="29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EB3EF9DA-508F-715C-92A3-807079CFECBF}"/>
              </a:ext>
            </a:extLst>
          </p:cNvPr>
          <p:cNvGrpSpPr/>
          <p:nvPr/>
        </p:nvGrpSpPr>
        <p:grpSpPr>
          <a:xfrm>
            <a:off x="7180520" y="2685640"/>
            <a:ext cx="809640" cy="283320"/>
            <a:chOff x="7180520" y="2685640"/>
            <a:chExt cx="80964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3B29EAC-F9AD-15DE-CBDE-A0E9694A5530}"/>
                    </a:ext>
                  </a:extLst>
                </p14:cNvPr>
                <p14:cNvContentPartPr/>
                <p14:nvPr/>
              </p14:nvContentPartPr>
              <p14:xfrm>
                <a:off x="7180520" y="2835760"/>
                <a:ext cx="166320" cy="1274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3B29EAC-F9AD-15DE-CBDE-A0E9694A5530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170080" y="2824960"/>
                  <a:ext cx="1875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EFAD00F-33EA-3AF0-4828-E89F09302631}"/>
                    </a:ext>
                  </a:extLst>
                </p14:cNvPr>
                <p14:cNvContentPartPr/>
                <p14:nvPr/>
              </p14:nvContentPartPr>
              <p14:xfrm>
                <a:off x="7361960" y="2863120"/>
                <a:ext cx="258840" cy="10584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EFAD00F-33EA-3AF0-4828-E89F09302631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7351520" y="2852680"/>
                  <a:ext cx="2800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F323FC78-266F-0275-2C4B-43D81CC8FAED}"/>
                    </a:ext>
                  </a:extLst>
                </p14:cNvPr>
                <p14:cNvContentPartPr/>
                <p14:nvPr/>
              </p14:nvContentPartPr>
              <p14:xfrm>
                <a:off x="7681640" y="2740360"/>
                <a:ext cx="79200" cy="770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F323FC78-266F-0275-2C4B-43D81CC8FAED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670840" y="2729560"/>
                  <a:ext cx="100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D5994F6B-AAB8-1119-83BE-64B601D1B8E1}"/>
                    </a:ext>
                  </a:extLst>
                </p14:cNvPr>
                <p14:cNvContentPartPr/>
                <p14:nvPr/>
              </p14:nvContentPartPr>
              <p14:xfrm>
                <a:off x="7923920" y="2685640"/>
                <a:ext cx="37080" cy="2001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D5994F6B-AAB8-1119-83BE-64B601D1B8E1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7913480" y="2674840"/>
                  <a:ext cx="583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C9BAD203-54E7-D3CF-431E-AB44852D90EC}"/>
                    </a:ext>
                  </a:extLst>
                </p14:cNvPr>
                <p14:cNvContentPartPr/>
                <p14:nvPr/>
              </p14:nvContentPartPr>
              <p14:xfrm>
                <a:off x="7880720" y="2766640"/>
                <a:ext cx="109440" cy="2664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C9BAD203-54E7-D3CF-431E-AB44852D90EC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7870280" y="2755840"/>
                  <a:ext cx="13068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D29614A3-08C0-B60F-CB0B-B0C528B08A3A}"/>
              </a:ext>
            </a:extLst>
          </p:cNvPr>
          <p:cNvGrpSpPr/>
          <p:nvPr/>
        </p:nvGrpSpPr>
        <p:grpSpPr>
          <a:xfrm>
            <a:off x="8260880" y="2668360"/>
            <a:ext cx="258840" cy="255960"/>
            <a:chOff x="8260880" y="2668360"/>
            <a:chExt cx="258840" cy="25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B087E68A-4E15-A2DF-98C7-4BA272AA38A2}"/>
                    </a:ext>
                  </a:extLst>
                </p14:cNvPr>
                <p14:cNvContentPartPr/>
                <p14:nvPr/>
              </p14:nvContentPartPr>
              <p14:xfrm>
                <a:off x="8260880" y="2668360"/>
                <a:ext cx="137160" cy="2318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B087E68A-4E15-A2DF-98C7-4BA272AA38A2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250080" y="2657560"/>
                  <a:ext cx="1584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18AAE756-6F7F-5C7A-3790-FBBC4C183CEB}"/>
                    </a:ext>
                  </a:extLst>
                </p14:cNvPr>
                <p14:cNvContentPartPr/>
                <p14:nvPr/>
              </p14:nvContentPartPr>
              <p14:xfrm>
                <a:off x="8424320" y="2800480"/>
                <a:ext cx="95400" cy="1238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18AAE756-6F7F-5C7A-3790-FBBC4C183CEB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8413520" y="2790040"/>
                  <a:ext cx="11664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A2465A2E-B06F-80D1-DB1E-E604518054D5}"/>
              </a:ext>
            </a:extLst>
          </p:cNvPr>
          <p:cNvGrpSpPr/>
          <p:nvPr/>
        </p:nvGrpSpPr>
        <p:grpSpPr>
          <a:xfrm>
            <a:off x="8814920" y="2630560"/>
            <a:ext cx="754200" cy="275760"/>
            <a:chOff x="8814920" y="2630560"/>
            <a:chExt cx="754200" cy="27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F5A88B97-CFFA-9E2B-CE51-7E33DE67D12E}"/>
                    </a:ext>
                  </a:extLst>
                </p14:cNvPr>
                <p14:cNvContentPartPr/>
                <p14:nvPr/>
              </p14:nvContentPartPr>
              <p14:xfrm>
                <a:off x="8814920" y="2772400"/>
                <a:ext cx="180720" cy="1339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F5A88B97-CFFA-9E2B-CE51-7E33DE67D12E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804480" y="2761600"/>
                  <a:ext cx="2019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B2B8F214-B565-DC62-824D-1F34E3C13B0F}"/>
                    </a:ext>
                  </a:extLst>
                </p14:cNvPr>
                <p14:cNvContentPartPr/>
                <p14:nvPr/>
              </p14:nvContentPartPr>
              <p14:xfrm>
                <a:off x="9080960" y="2751160"/>
                <a:ext cx="90000" cy="1346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B2B8F214-B565-DC62-824D-1F34E3C13B0F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9070160" y="2740360"/>
                  <a:ext cx="1112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6A84F9A1-AFCD-F36E-8060-1BB3DD72B907}"/>
                    </a:ext>
                  </a:extLst>
                </p14:cNvPr>
                <p14:cNvContentPartPr/>
                <p14:nvPr/>
              </p14:nvContentPartPr>
              <p14:xfrm>
                <a:off x="9267800" y="2767000"/>
                <a:ext cx="60120" cy="889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6A84F9A1-AFCD-F36E-8060-1BB3DD72B907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257000" y="2756560"/>
                  <a:ext cx="813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1F781794-CAFF-AC3C-DD3D-095EC4371E16}"/>
                    </a:ext>
                  </a:extLst>
                </p14:cNvPr>
                <p14:cNvContentPartPr/>
                <p14:nvPr/>
              </p14:nvContentPartPr>
              <p14:xfrm>
                <a:off x="9430880" y="2630560"/>
                <a:ext cx="138240" cy="2138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1F781794-CAFF-AC3C-DD3D-095EC4371E16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420440" y="2620120"/>
                  <a:ext cx="15948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7C2AEA9D-4A2D-CD12-5ABF-EFE83553AC0A}"/>
              </a:ext>
            </a:extLst>
          </p:cNvPr>
          <p:cNvGrpSpPr/>
          <p:nvPr/>
        </p:nvGrpSpPr>
        <p:grpSpPr>
          <a:xfrm>
            <a:off x="9777200" y="2649280"/>
            <a:ext cx="743400" cy="180360"/>
            <a:chOff x="9777200" y="2649280"/>
            <a:chExt cx="743400" cy="18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1AA78C4-192D-5099-913D-33A87E029659}"/>
                    </a:ext>
                  </a:extLst>
                </p14:cNvPr>
                <p14:cNvContentPartPr/>
                <p14:nvPr/>
              </p14:nvContentPartPr>
              <p14:xfrm>
                <a:off x="9777200" y="2697160"/>
                <a:ext cx="303840" cy="1324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1AA78C4-192D-5099-913D-33A87E029659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9766400" y="2686360"/>
                  <a:ext cx="325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FE934D77-CE68-3BEE-7FE3-E7E1015B9240}"/>
                    </a:ext>
                  </a:extLst>
                </p14:cNvPr>
                <p14:cNvContentPartPr/>
                <p14:nvPr/>
              </p14:nvContentPartPr>
              <p14:xfrm>
                <a:off x="10132880" y="2712640"/>
                <a:ext cx="96840" cy="903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FE934D77-CE68-3BEE-7FE3-E7E1015B9240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0122440" y="2701840"/>
                  <a:ext cx="1180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9F643D34-BBFA-1E23-43EB-3AECFC5EC252}"/>
                    </a:ext>
                  </a:extLst>
                </p14:cNvPr>
                <p14:cNvContentPartPr/>
                <p14:nvPr/>
              </p14:nvContentPartPr>
              <p14:xfrm>
                <a:off x="10298840" y="2666200"/>
                <a:ext cx="103320" cy="1281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9F643D34-BBFA-1E23-43EB-3AECFC5EC252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288040" y="2655400"/>
                  <a:ext cx="1245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73DFE878-8FB4-647F-5F61-970A8B19372C}"/>
                    </a:ext>
                  </a:extLst>
                </p14:cNvPr>
                <p14:cNvContentPartPr/>
                <p14:nvPr/>
              </p14:nvContentPartPr>
              <p14:xfrm>
                <a:off x="10446080" y="2649280"/>
                <a:ext cx="74520" cy="1540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73DFE878-8FB4-647F-5F61-970A8B19372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435640" y="2638480"/>
                  <a:ext cx="9576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169DC441-CBA4-DD6A-A615-00F1A4503198}"/>
              </a:ext>
            </a:extLst>
          </p:cNvPr>
          <p:cNvGrpSpPr/>
          <p:nvPr/>
        </p:nvGrpSpPr>
        <p:grpSpPr>
          <a:xfrm>
            <a:off x="10900400" y="2527960"/>
            <a:ext cx="636120" cy="255600"/>
            <a:chOff x="10900400" y="2527960"/>
            <a:chExt cx="63612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575734FE-2019-CA64-C40E-7BF0E927BA7E}"/>
                    </a:ext>
                  </a:extLst>
                </p14:cNvPr>
                <p14:cNvContentPartPr/>
                <p14:nvPr/>
              </p14:nvContentPartPr>
              <p14:xfrm>
                <a:off x="10941800" y="2570080"/>
                <a:ext cx="108720" cy="21348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575734FE-2019-CA64-C40E-7BF0E927BA7E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0931360" y="2559280"/>
                  <a:ext cx="1299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1306122F-2B82-6B32-087F-12F42181FB4E}"/>
                    </a:ext>
                  </a:extLst>
                </p14:cNvPr>
                <p14:cNvContentPartPr/>
                <p14:nvPr/>
              </p14:nvContentPartPr>
              <p14:xfrm>
                <a:off x="10900400" y="2668360"/>
                <a:ext cx="122040" cy="61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1306122F-2B82-6B32-087F-12F42181FB4E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0889600" y="2657560"/>
                  <a:ext cx="1432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A33DCC65-D05F-33D3-51E9-775BDC579B8D}"/>
                    </a:ext>
                  </a:extLst>
                </p14:cNvPr>
                <p14:cNvContentPartPr/>
                <p14:nvPr/>
              </p14:nvContentPartPr>
              <p14:xfrm>
                <a:off x="11137280" y="2527960"/>
                <a:ext cx="96120" cy="2343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A33DCC65-D05F-33D3-51E9-775BDC579B8D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1126480" y="2517160"/>
                  <a:ext cx="1173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B9AC5DA-1C36-CC11-AB08-516FB57AA330}"/>
                    </a:ext>
                  </a:extLst>
                </p14:cNvPr>
                <p14:cNvContentPartPr/>
                <p14:nvPr/>
              </p14:nvContentPartPr>
              <p14:xfrm>
                <a:off x="11307560" y="2619760"/>
                <a:ext cx="228960" cy="1231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B9AC5DA-1C36-CC11-AB08-516FB57AA330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1296760" y="2608960"/>
                  <a:ext cx="25020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77331C1B-0150-9C51-4325-8FCC9984CAAD}"/>
              </a:ext>
            </a:extLst>
          </p:cNvPr>
          <p:cNvGrpSpPr/>
          <p:nvPr/>
        </p:nvGrpSpPr>
        <p:grpSpPr>
          <a:xfrm>
            <a:off x="380840" y="3610840"/>
            <a:ext cx="801000" cy="352080"/>
            <a:chOff x="380840" y="3610840"/>
            <a:chExt cx="80100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67090F7A-7B31-16CD-ECC9-7070BF0E8575}"/>
                    </a:ext>
                  </a:extLst>
                </p14:cNvPr>
                <p14:cNvContentPartPr/>
                <p14:nvPr/>
              </p14:nvContentPartPr>
              <p14:xfrm>
                <a:off x="380840" y="3744760"/>
                <a:ext cx="275400" cy="17172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67090F7A-7B31-16CD-ECC9-7070BF0E8575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370400" y="3734320"/>
                  <a:ext cx="2966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ED05E866-2345-5B50-BD14-F6A265FBA9B6}"/>
                    </a:ext>
                  </a:extLst>
                </p14:cNvPr>
                <p14:cNvContentPartPr/>
                <p14:nvPr/>
              </p14:nvContentPartPr>
              <p14:xfrm>
                <a:off x="771800" y="3742240"/>
                <a:ext cx="120600" cy="1396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ED05E866-2345-5B50-BD14-F6A265FBA9B6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61360" y="3731440"/>
                  <a:ext cx="1418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09F62654-2BCA-B256-DEB5-B661689901AA}"/>
                    </a:ext>
                  </a:extLst>
                </p14:cNvPr>
                <p14:cNvContentPartPr/>
                <p14:nvPr/>
              </p14:nvContentPartPr>
              <p14:xfrm>
                <a:off x="931640" y="3725320"/>
                <a:ext cx="93600" cy="10728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09F62654-2BCA-B256-DEB5-B661689901AA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21200" y="3714880"/>
                  <a:ext cx="1148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568FD4A7-43A4-2E5C-2878-C186F7B30225}"/>
                    </a:ext>
                  </a:extLst>
                </p14:cNvPr>
                <p14:cNvContentPartPr/>
                <p14:nvPr/>
              </p14:nvContentPartPr>
              <p14:xfrm>
                <a:off x="1073840" y="3610840"/>
                <a:ext cx="108000" cy="35208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568FD4A7-43A4-2E5C-2878-C186F7B30225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63040" y="3600040"/>
                  <a:ext cx="129240" cy="37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3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7ADC09E4-18A2-243E-B94C-49B6410A3C16}"/>
                  </a:ext>
                </a:extLst>
              </p14:cNvPr>
              <p14:cNvContentPartPr/>
              <p14:nvPr/>
            </p14:nvContentPartPr>
            <p14:xfrm>
              <a:off x="1339160" y="3852760"/>
              <a:ext cx="360" cy="36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7ADC09E4-18A2-243E-B94C-49B6410A3C1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328360" y="3842320"/>
                <a:ext cx="2160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0" name="Group 359">
            <a:extLst>
              <a:ext uri="{FF2B5EF4-FFF2-40B4-BE49-F238E27FC236}">
                <a16:creationId xmlns:a16="http://schemas.microsoft.com/office/drawing/2014/main" id="{271D012E-A3E0-616E-5780-42CE283B063F}"/>
              </a:ext>
            </a:extLst>
          </p:cNvPr>
          <p:cNvGrpSpPr/>
          <p:nvPr/>
        </p:nvGrpSpPr>
        <p:grpSpPr>
          <a:xfrm>
            <a:off x="423680" y="4242640"/>
            <a:ext cx="1337040" cy="373680"/>
            <a:chOff x="423680" y="4242640"/>
            <a:chExt cx="1337040" cy="37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0C81D516-DA14-5ADE-064B-F2F2F3EE9749}"/>
                    </a:ext>
                  </a:extLst>
                </p14:cNvPr>
                <p14:cNvContentPartPr/>
                <p14:nvPr/>
              </p14:nvContentPartPr>
              <p14:xfrm>
                <a:off x="423680" y="4279000"/>
                <a:ext cx="29520" cy="3373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0C81D516-DA14-5ADE-064B-F2F2F3EE9749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13240" y="4268560"/>
                  <a:ext cx="507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52CD5817-48E5-C1CE-0B06-D71A298FCFDC}"/>
                    </a:ext>
                  </a:extLst>
                </p14:cNvPr>
                <p14:cNvContentPartPr/>
                <p14:nvPr/>
              </p14:nvContentPartPr>
              <p14:xfrm>
                <a:off x="496760" y="4375840"/>
                <a:ext cx="54000" cy="2016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52CD5817-48E5-C1CE-0B06-D71A298FCFDC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85960" y="4365040"/>
                  <a:ext cx="752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ECE82CC7-A17C-1DC7-BE2F-5864F7BD8C73}"/>
                    </a:ext>
                  </a:extLst>
                </p14:cNvPr>
                <p14:cNvContentPartPr/>
                <p14:nvPr/>
              </p14:nvContentPartPr>
              <p14:xfrm>
                <a:off x="674960" y="4258480"/>
                <a:ext cx="33480" cy="3283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ECE82CC7-A17C-1DC7-BE2F-5864F7BD8C73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64520" y="4247680"/>
                  <a:ext cx="547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13B2A8F-B0E7-8B23-9E48-703AA849EFEA}"/>
                    </a:ext>
                  </a:extLst>
                </p14:cNvPr>
                <p14:cNvContentPartPr/>
                <p14:nvPr/>
              </p14:nvContentPartPr>
              <p14:xfrm>
                <a:off x="632120" y="4434520"/>
                <a:ext cx="151560" cy="140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13B2A8F-B0E7-8B23-9E48-703AA849EFE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21320" y="4423720"/>
                  <a:ext cx="172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F9551B4-5F3F-0F14-B20E-F0C4BCDDA5E1}"/>
                    </a:ext>
                  </a:extLst>
                </p14:cNvPr>
                <p14:cNvContentPartPr/>
                <p14:nvPr/>
              </p14:nvContentPartPr>
              <p14:xfrm>
                <a:off x="884480" y="4242640"/>
                <a:ext cx="20520" cy="3304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F9551B4-5F3F-0F14-B20E-F0C4BCDDA5E1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74040" y="4231840"/>
                  <a:ext cx="417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C61F48AF-AD05-62B7-EA55-8A67AF70C735}"/>
                    </a:ext>
                  </a:extLst>
                </p14:cNvPr>
                <p14:cNvContentPartPr/>
                <p14:nvPr/>
              </p14:nvContentPartPr>
              <p14:xfrm>
                <a:off x="842720" y="4426240"/>
                <a:ext cx="91800" cy="334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C61F48AF-AD05-62B7-EA55-8A67AF70C73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31920" y="4415800"/>
                  <a:ext cx="113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0212C4C1-A0A4-BF51-F30B-9ADC54492CC0}"/>
                    </a:ext>
                  </a:extLst>
                </p14:cNvPr>
                <p14:cNvContentPartPr/>
                <p14:nvPr/>
              </p14:nvContentPartPr>
              <p14:xfrm>
                <a:off x="998240" y="4383760"/>
                <a:ext cx="91080" cy="1515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0212C4C1-A0A4-BF51-F30B-9ADC54492CC0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87440" y="4372960"/>
                  <a:ext cx="1123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1A931152-AED9-842D-1AF2-0943F6CF8120}"/>
                    </a:ext>
                  </a:extLst>
                </p14:cNvPr>
                <p14:cNvContentPartPr/>
                <p14:nvPr/>
              </p14:nvContentPartPr>
              <p14:xfrm>
                <a:off x="1168880" y="4358920"/>
                <a:ext cx="66240" cy="17424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1A931152-AED9-842D-1AF2-0943F6CF8120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158440" y="4348480"/>
                  <a:ext cx="874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AB4B2DFD-5D10-D998-CB6B-F89E1FE4F89C}"/>
                    </a:ext>
                  </a:extLst>
                </p14:cNvPr>
                <p14:cNvContentPartPr/>
                <p14:nvPr/>
              </p14:nvContentPartPr>
              <p14:xfrm>
                <a:off x="1361840" y="4366480"/>
                <a:ext cx="85320" cy="1735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AB4B2DFD-5D10-D998-CB6B-F89E1FE4F89C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351400" y="4356040"/>
                  <a:ext cx="1065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9CA0B6AA-1535-3A1A-AD0B-BB58DDD1805B}"/>
                    </a:ext>
                  </a:extLst>
                </p14:cNvPr>
                <p14:cNvContentPartPr/>
                <p14:nvPr/>
              </p14:nvContentPartPr>
              <p14:xfrm>
                <a:off x="1577480" y="4469800"/>
                <a:ext cx="111960" cy="46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9CA0B6AA-1535-3A1A-AD0B-BB58DDD1805B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567040" y="4459360"/>
                  <a:ext cx="1332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03626EA8-6992-44F4-E06A-5B70F908AB10}"/>
                    </a:ext>
                  </a:extLst>
                </p14:cNvPr>
                <p14:cNvContentPartPr/>
                <p14:nvPr/>
              </p14:nvContentPartPr>
              <p14:xfrm>
                <a:off x="1589000" y="4399960"/>
                <a:ext cx="171720" cy="230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03626EA8-6992-44F4-E06A-5B70F908AB10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578560" y="4389520"/>
                  <a:ext cx="19296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03257288-1875-8E41-F43C-E98980CBF2FC}"/>
              </a:ext>
            </a:extLst>
          </p:cNvPr>
          <p:cNvGrpSpPr/>
          <p:nvPr/>
        </p:nvGrpSpPr>
        <p:grpSpPr>
          <a:xfrm>
            <a:off x="1988240" y="4083520"/>
            <a:ext cx="490320" cy="527040"/>
            <a:chOff x="1988240" y="4083520"/>
            <a:chExt cx="490320" cy="52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07D2DB6F-55BA-7E46-11C4-C153D28E60F3}"/>
                    </a:ext>
                  </a:extLst>
                </p14:cNvPr>
                <p14:cNvContentPartPr/>
                <p14:nvPr/>
              </p14:nvContentPartPr>
              <p14:xfrm>
                <a:off x="1988240" y="4083520"/>
                <a:ext cx="118800" cy="5270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07D2DB6F-55BA-7E46-11C4-C153D28E60F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977440" y="4073080"/>
                  <a:ext cx="14004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C7B9B33D-2A5A-84B9-108E-F834643D0CF8}"/>
                    </a:ext>
                  </a:extLst>
                </p14:cNvPr>
                <p14:cNvContentPartPr/>
                <p14:nvPr/>
              </p14:nvContentPartPr>
              <p14:xfrm>
                <a:off x="2239880" y="4285480"/>
                <a:ext cx="118440" cy="16740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C7B9B33D-2A5A-84B9-108E-F834643D0CF8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229440" y="4275040"/>
                  <a:ext cx="139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96685F40-CF96-B416-7C39-B6F6CCAD25F1}"/>
                    </a:ext>
                  </a:extLst>
                </p14:cNvPr>
                <p14:cNvContentPartPr/>
                <p14:nvPr/>
              </p14:nvContentPartPr>
              <p14:xfrm>
                <a:off x="2453360" y="4384120"/>
                <a:ext cx="25200" cy="11016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96685F40-CF96-B416-7C39-B6F6CCAD25F1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442920" y="4373680"/>
                  <a:ext cx="4644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91507F57-9683-0D4E-B2D9-11C56C43E05E}"/>
              </a:ext>
            </a:extLst>
          </p:cNvPr>
          <p:cNvGrpSpPr/>
          <p:nvPr/>
        </p:nvGrpSpPr>
        <p:grpSpPr>
          <a:xfrm>
            <a:off x="2660360" y="4243720"/>
            <a:ext cx="1020600" cy="313560"/>
            <a:chOff x="2660360" y="4243720"/>
            <a:chExt cx="102060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B3D0146F-EF42-D3D3-6AC7-4A5197BD2B1D}"/>
                    </a:ext>
                  </a:extLst>
                </p14:cNvPr>
                <p14:cNvContentPartPr/>
                <p14:nvPr/>
              </p14:nvContentPartPr>
              <p14:xfrm>
                <a:off x="2660360" y="4243720"/>
                <a:ext cx="127080" cy="2091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B3D0146F-EF42-D3D3-6AC7-4A5197BD2B1D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649920" y="4233280"/>
                  <a:ext cx="1483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884960F2-679B-66D3-2AB8-80D364805E17}"/>
                    </a:ext>
                  </a:extLst>
                </p14:cNvPr>
                <p14:cNvContentPartPr/>
                <p14:nvPr/>
              </p14:nvContentPartPr>
              <p14:xfrm>
                <a:off x="2892560" y="4377280"/>
                <a:ext cx="11880" cy="15228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884960F2-679B-66D3-2AB8-80D364805E1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882120" y="4366480"/>
                  <a:ext cx="331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74F9547-0865-6B8A-B91C-27B9BF168B63}"/>
                    </a:ext>
                  </a:extLst>
                </p14:cNvPr>
                <p14:cNvContentPartPr/>
                <p14:nvPr/>
              </p14:nvContentPartPr>
              <p14:xfrm>
                <a:off x="3053840" y="4260640"/>
                <a:ext cx="6840" cy="1764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74F9547-0865-6B8A-B91C-27B9BF168B63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043040" y="4250200"/>
                  <a:ext cx="280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6F6590A7-B8D3-AE02-2ABB-2C944F53B004}"/>
                    </a:ext>
                  </a:extLst>
                </p14:cNvPr>
                <p14:cNvContentPartPr/>
                <p14:nvPr/>
              </p14:nvContentPartPr>
              <p14:xfrm>
                <a:off x="3042320" y="4332640"/>
                <a:ext cx="140040" cy="1371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6F6590A7-B8D3-AE02-2ABB-2C944F53B004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031880" y="4322200"/>
                  <a:ext cx="161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88B988B3-D88C-4F43-4269-63B492FC7FC0}"/>
                    </a:ext>
                  </a:extLst>
                </p14:cNvPr>
                <p14:cNvContentPartPr/>
                <p14:nvPr/>
              </p14:nvContentPartPr>
              <p14:xfrm>
                <a:off x="3326720" y="4355680"/>
                <a:ext cx="2880" cy="1580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88B988B3-D88C-4F43-4269-63B492FC7FC0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315920" y="4344880"/>
                  <a:ext cx="241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2422D460-8C24-1EDE-7731-6AE277B23E41}"/>
                    </a:ext>
                  </a:extLst>
                </p14:cNvPr>
                <p14:cNvContentPartPr/>
                <p14:nvPr/>
              </p14:nvContentPartPr>
              <p14:xfrm>
                <a:off x="3435080" y="4286920"/>
                <a:ext cx="101520" cy="22068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2422D460-8C24-1EDE-7731-6AE277B23E41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424640" y="4276480"/>
                  <a:ext cx="1227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4FCD37B9-CCB7-9B95-BB9A-11DB8A09D8B6}"/>
                    </a:ext>
                  </a:extLst>
                </p14:cNvPr>
                <p14:cNvContentPartPr/>
                <p14:nvPr/>
              </p14:nvContentPartPr>
              <p14:xfrm>
                <a:off x="3641360" y="4420840"/>
                <a:ext cx="39600" cy="13644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4FCD37B9-CCB7-9B95-BB9A-11DB8A09D8B6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630920" y="4410040"/>
                  <a:ext cx="6084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EF4477D7-E80F-9043-0205-22BA39A8B47B}"/>
              </a:ext>
            </a:extLst>
          </p:cNvPr>
          <p:cNvGrpSpPr/>
          <p:nvPr/>
        </p:nvGrpSpPr>
        <p:grpSpPr>
          <a:xfrm>
            <a:off x="3898040" y="4079200"/>
            <a:ext cx="1245960" cy="473400"/>
            <a:chOff x="3898040" y="4079200"/>
            <a:chExt cx="1245960" cy="47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B47A298B-3EC9-C22B-18D3-05B8C99E02D8}"/>
                    </a:ext>
                  </a:extLst>
                </p14:cNvPr>
                <p14:cNvContentPartPr/>
                <p14:nvPr/>
              </p14:nvContentPartPr>
              <p14:xfrm>
                <a:off x="3898040" y="4178560"/>
                <a:ext cx="149760" cy="25884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B47A298B-3EC9-C22B-18D3-05B8C99E02D8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3887600" y="4167760"/>
                  <a:ext cx="1710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CA306CA0-A259-F25C-D3E3-EB9F1F76F944}"/>
                    </a:ext>
                  </a:extLst>
                </p14:cNvPr>
                <p14:cNvContentPartPr/>
                <p14:nvPr/>
              </p14:nvContentPartPr>
              <p14:xfrm>
                <a:off x="4159400" y="4365760"/>
                <a:ext cx="23400" cy="14184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CA306CA0-A259-F25C-D3E3-EB9F1F76F944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148600" y="4355320"/>
                  <a:ext cx="446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6A32A785-303D-7C4A-81CC-1A5860E9E8B2}"/>
                    </a:ext>
                  </a:extLst>
                </p14:cNvPr>
                <p14:cNvContentPartPr/>
                <p14:nvPr/>
              </p14:nvContentPartPr>
              <p14:xfrm>
                <a:off x="4298000" y="4144360"/>
                <a:ext cx="135720" cy="2941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6A32A785-303D-7C4A-81CC-1A5860E9E8B2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287560" y="4133560"/>
                  <a:ext cx="1569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492B19B2-1D19-7E2D-A154-7F2474B46B42}"/>
                    </a:ext>
                  </a:extLst>
                </p14:cNvPr>
                <p14:cNvContentPartPr/>
                <p14:nvPr/>
              </p14:nvContentPartPr>
              <p14:xfrm>
                <a:off x="4564040" y="4358920"/>
                <a:ext cx="11160" cy="14328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492B19B2-1D19-7E2D-A154-7F2474B46B42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4553600" y="4348480"/>
                  <a:ext cx="324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D5B5D93C-1117-E0D2-56AB-05CF2DC969CC}"/>
                    </a:ext>
                  </a:extLst>
                </p14:cNvPr>
                <p14:cNvContentPartPr/>
                <p14:nvPr/>
              </p14:nvContentPartPr>
              <p14:xfrm>
                <a:off x="4704800" y="4119160"/>
                <a:ext cx="153000" cy="28980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D5B5D93C-1117-E0D2-56AB-05CF2DC969CC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4694000" y="4108360"/>
                  <a:ext cx="1742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602E6D23-8CB7-30D9-89D0-006613F7CBFB}"/>
                    </a:ext>
                  </a:extLst>
                </p14:cNvPr>
                <p14:cNvContentPartPr/>
                <p14:nvPr/>
              </p14:nvContentPartPr>
              <p14:xfrm>
                <a:off x="4994960" y="4079200"/>
                <a:ext cx="149040" cy="47340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602E6D23-8CB7-30D9-89D0-006613F7CBF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4984160" y="4068400"/>
                  <a:ext cx="170280" cy="49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6AD2001F-7126-4643-75B4-374C71A1173A}"/>
                  </a:ext>
                </a:extLst>
              </p14:cNvPr>
              <p14:cNvContentPartPr/>
              <p14:nvPr/>
            </p14:nvContentPartPr>
            <p14:xfrm>
              <a:off x="5334800" y="4271080"/>
              <a:ext cx="228960" cy="204120"/>
            </p14:xfrm>
          </p:contentPart>
        </mc:Choice>
        <mc:Fallback xmlns=""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6AD2001F-7126-4643-75B4-374C71A1173A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5324000" y="4260280"/>
                <a:ext cx="250200" cy="22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0" name="Group 419">
            <a:extLst>
              <a:ext uri="{FF2B5EF4-FFF2-40B4-BE49-F238E27FC236}">
                <a16:creationId xmlns:a16="http://schemas.microsoft.com/office/drawing/2014/main" id="{E7BF0F44-360C-896A-B664-7E08FDC7EAE2}"/>
              </a:ext>
            </a:extLst>
          </p:cNvPr>
          <p:cNvGrpSpPr/>
          <p:nvPr/>
        </p:nvGrpSpPr>
        <p:grpSpPr>
          <a:xfrm>
            <a:off x="5753480" y="4024120"/>
            <a:ext cx="1694880" cy="385560"/>
            <a:chOff x="5753480" y="4024120"/>
            <a:chExt cx="169488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663CB9F4-8D6B-4EED-5132-147C4126E65E}"/>
                    </a:ext>
                  </a:extLst>
                </p14:cNvPr>
                <p14:cNvContentPartPr/>
                <p14:nvPr/>
              </p14:nvContentPartPr>
              <p14:xfrm>
                <a:off x="5753480" y="4090360"/>
                <a:ext cx="448560" cy="31932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663CB9F4-8D6B-4EED-5132-147C4126E65E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5742680" y="4079560"/>
                  <a:ext cx="4698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3BBA9B74-49E3-354B-A6D8-3151191988B1}"/>
                    </a:ext>
                  </a:extLst>
                </p14:cNvPr>
                <p14:cNvContentPartPr/>
                <p14:nvPr/>
              </p14:nvContentPartPr>
              <p14:xfrm>
                <a:off x="6306080" y="4066600"/>
                <a:ext cx="121680" cy="34128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3BBA9B74-49E3-354B-A6D8-3151191988B1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6295280" y="4055800"/>
                  <a:ext cx="1429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266B4DC-38FE-2065-5E0A-9858A8A1F4DB}"/>
                    </a:ext>
                  </a:extLst>
                </p14:cNvPr>
                <p14:cNvContentPartPr/>
                <p14:nvPr/>
              </p14:nvContentPartPr>
              <p14:xfrm>
                <a:off x="6435680" y="4219960"/>
                <a:ext cx="67320" cy="1760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266B4DC-38FE-2065-5E0A-9858A8A1F4DB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6424880" y="4209520"/>
                  <a:ext cx="885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7A7A644F-5187-93E4-CCC0-E99C68C593D9}"/>
                    </a:ext>
                  </a:extLst>
                </p14:cNvPr>
                <p14:cNvContentPartPr/>
                <p14:nvPr/>
              </p14:nvContentPartPr>
              <p14:xfrm>
                <a:off x="6563120" y="4082440"/>
                <a:ext cx="42120" cy="2437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7A7A644F-5187-93E4-CCC0-E99C68C593D9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552680" y="4072000"/>
                  <a:ext cx="633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351600A6-1ACE-1436-CA65-F624158FDDDA}"/>
                    </a:ext>
                  </a:extLst>
                </p14:cNvPr>
                <p14:cNvContentPartPr/>
                <p14:nvPr/>
              </p14:nvContentPartPr>
              <p14:xfrm>
                <a:off x="6497240" y="4142920"/>
                <a:ext cx="97920" cy="25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351600A6-1ACE-1436-CA65-F624158FDDDA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6486800" y="4132480"/>
                  <a:ext cx="119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7C13D052-E05F-592F-828B-5759AA175423}"/>
                    </a:ext>
                  </a:extLst>
                </p14:cNvPr>
                <p14:cNvContentPartPr/>
                <p14:nvPr/>
              </p14:nvContentPartPr>
              <p14:xfrm>
                <a:off x="6694160" y="4024120"/>
                <a:ext cx="41040" cy="2728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7C13D052-E05F-592F-828B-5759AA175423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6683360" y="4013680"/>
                  <a:ext cx="622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4269F814-2260-F9B0-BF48-866C871F606C}"/>
                    </a:ext>
                  </a:extLst>
                </p14:cNvPr>
                <p14:cNvContentPartPr/>
                <p14:nvPr/>
              </p14:nvContentPartPr>
              <p14:xfrm>
                <a:off x="6658520" y="4186480"/>
                <a:ext cx="113400" cy="252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4269F814-2260-F9B0-BF48-866C871F606C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6647720" y="4176040"/>
                  <a:ext cx="134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1EDAF84D-6946-7634-371C-9284F5058AAA}"/>
                    </a:ext>
                  </a:extLst>
                </p14:cNvPr>
                <p14:cNvContentPartPr/>
                <p14:nvPr/>
              </p14:nvContentPartPr>
              <p14:xfrm>
                <a:off x="6804320" y="4128160"/>
                <a:ext cx="62640" cy="12960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1EDAF84D-6946-7634-371C-9284F5058AA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6793880" y="4117360"/>
                  <a:ext cx="83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0AB1B986-8D0B-38DF-82AD-FAE3B5394D4C}"/>
                    </a:ext>
                  </a:extLst>
                </p14:cNvPr>
                <p14:cNvContentPartPr/>
                <p14:nvPr/>
              </p14:nvContentPartPr>
              <p14:xfrm>
                <a:off x="6971360" y="4115560"/>
                <a:ext cx="42840" cy="13392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0AB1B986-8D0B-38DF-82AD-FAE3B5394D4C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6960560" y="4105120"/>
                  <a:ext cx="640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AF9534AC-04E6-B68E-FE7C-403C9BC37199}"/>
                    </a:ext>
                  </a:extLst>
                </p14:cNvPr>
                <p14:cNvContentPartPr/>
                <p14:nvPr/>
              </p14:nvContentPartPr>
              <p14:xfrm>
                <a:off x="7124720" y="4108000"/>
                <a:ext cx="86400" cy="1368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AF9534AC-04E6-B68E-FE7C-403C9BC37199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7113920" y="4097560"/>
                  <a:ext cx="1076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8B3586AB-8983-D271-A231-884D003D386F}"/>
                    </a:ext>
                  </a:extLst>
                </p14:cNvPr>
                <p14:cNvContentPartPr/>
                <p14:nvPr/>
              </p14:nvContentPartPr>
              <p14:xfrm>
                <a:off x="7337480" y="4213840"/>
                <a:ext cx="110880" cy="2448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8B3586AB-8983-D271-A231-884D003D386F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7327040" y="4203400"/>
                  <a:ext cx="132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BF701A26-B623-4CA9-9C27-99E3BDBB5AE9}"/>
                    </a:ext>
                  </a:extLst>
                </p14:cNvPr>
                <p14:cNvContentPartPr/>
                <p14:nvPr/>
              </p14:nvContentPartPr>
              <p14:xfrm>
                <a:off x="7328480" y="4163800"/>
                <a:ext cx="94320" cy="504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BF701A26-B623-4CA9-9C27-99E3BDBB5AE9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7318040" y="4153000"/>
                  <a:ext cx="11556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4">
            <p14:nvContentPartPr>
              <p14:cNvPr id="421" name="Ink 420">
                <a:extLst>
                  <a:ext uri="{FF2B5EF4-FFF2-40B4-BE49-F238E27FC236}">
                    <a16:creationId xmlns:a16="http://schemas.microsoft.com/office/drawing/2014/main" id="{CA332CC5-F457-3673-AE04-E3BDD05E7A61}"/>
                  </a:ext>
                </a:extLst>
              </p14:cNvPr>
              <p14:cNvContentPartPr/>
              <p14:nvPr/>
            </p14:nvContentPartPr>
            <p14:xfrm>
              <a:off x="7692080" y="3813160"/>
              <a:ext cx="169920" cy="540360"/>
            </p14:xfrm>
          </p:contentPart>
        </mc:Choice>
        <mc:Fallback xmlns="">
          <p:pic>
            <p:nvPicPr>
              <p:cNvPr id="421" name="Ink 420">
                <a:extLst>
                  <a:ext uri="{FF2B5EF4-FFF2-40B4-BE49-F238E27FC236}">
                    <a16:creationId xmlns:a16="http://schemas.microsoft.com/office/drawing/2014/main" id="{CA332CC5-F457-3673-AE04-E3BDD05E7A61}"/>
                  </a:ext>
                </a:extLst>
              </p:cNvPr>
              <p:cNvPicPr/>
              <p:nvPr/>
            </p:nvPicPr>
            <p:blipFill>
              <a:blip r:embed="rId535"/>
              <a:stretch>
                <a:fillRect/>
              </a:stretch>
            </p:blipFill>
            <p:spPr>
              <a:xfrm>
                <a:off x="7681640" y="3802720"/>
                <a:ext cx="191160" cy="56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9" name="Group 438">
            <a:extLst>
              <a:ext uri="{FF2B5EF4-FFF2-40B4-BE49-F238E27FC236}">
                <a16:creationId xmlns:a16="http://schemas.microsoft.com/office/drawing/2014/main" id="{668DCCCC-09C6-F9C0-95E5-5C7FDCCF0F5C}"/>
              </a:ext>
            </a:extLst>
          </p:cNvPr>
          <p:cNvGrpSpPr/>
          <p:nvPr/>
        </p:nvGrpSpPr>
        <p:grpSpPr>
          <a:xfrm>
            <a:off x="7958120" y="3860320"/>
            <a:ext cx="1826280" cy="353880"/>
            <a:chOff x="7958120" y="3860320"/>
            <a:chExt cx="1826280" cy="3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479E898C-4D7E-7724-74DA-993256B5DF15}"/>
                    </a:ext>
                  </a:extLst>
                </p14:cNvPr>
                <p14:cNvContentPartPr/>
                <p14:nvPr/>
              </p14:nvContentPartPr>
              <p14:xfrm>
                <a:off x="7958120" y="3959680"/>
                <a:ext cx="202320" cy="24012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479E898C-4D7E-7724-74DA-993256B5DF1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7947680" y="3948880"/>
                  <a:ext cx="2235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8903E2D7-37E1-4408-5AD9-B29109998463}"/>
                    </a:ext>
                  </a:extLst>
                </p14:cNvPr>
                <p14:cNvContentPartPr/>
                <p14:nvPr/>
              </p14:nvContentPartPr>
              <p14:xfrm>
                <a:off x="8246480" y="4131760"/>
                <a:ext cx="9000" cy="8028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8903E2D7-37E1-4408-5AD9-B29109998463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8235680" y="4120960"/>
                  <a:ext cx="302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79223636-99BE-99D5-FD13-72382A520994}"/>
                    </a:ext>
                  </a:extLst>
                </p14:cNvPr>
                <p14:cNvContentPartPr/>
                <p14:nvPr/>
              </p14:nvContentPartPr>
              <p14:xfrm>
                <a:off x="8408120" y="3937360"/>
                <a:ext cx="216720" cy="22068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79223636-99BE-99D5-FD13-72382A520994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8397320" y="3926920"/>
                  <a:ext cx="237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5632E2DA-08AF-26C2-DAA8-E59550FC4106}"/>
                    </a:ext>
                  </a:extLst>
                </p14:cNvPr>
                <p14:cNvContentPartPr/>
                <p14:nvPr/>
              </p14:nvContentPartPr>
              <p14:xfrm>
                <a:off x="8774240" y="4079200"/>
                <a:ext cx="9360" cy="12024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5632E2DA-08AF-26C2-DAA8-E59550FC4106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8763800" y="4068400"/>
                  <a:ext cx="306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A1D7CD63-9FE9-9968-AFE2-05E64BE2C5A1}"/>
                    </a:ext>
                  </a:extLst>
                </p14:cNvPr>
                <p14:cNvContentPartPr/>
                <p14:nvPr/>
              </p14:nvContentPartPr>
              <p14:xfrm>
                <a:off x="8931920" y="3915760"/>
                <a:ext cx="214560" cy="2358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A1D7CD63-9FE9-9968-AFE2-05E64BE2C5A1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8921480" y="3905320"/>
                  <a:ext cx="2358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E3E33521-A71D-DDFC-789B-65DE15AB6479}"/>
                    </a:ext>
                  </a:extLst>
                </p14:cNvPr>
                <p14:cNvContentPartPr/>
                <p14:nvPr/>
              </p14:nvContentPartPr>
              <p14:xfrm>
                <a:off x="9297320" y="4069840"/>
                <a:ext cx="27000" cy="14436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E3E33521-A71D-DDFC-789B-65DE15AB6479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9286520" y="4059400"/>
                  <a:ext cx="482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ACFD92A4-5198-F0FC-6D7E-302772A52F7D}"/>
                    </a:ext>
                  </a:extLst>
                </p14:cNvPr>
                <p14:cNvContentPartPr/>
                <p14:nvPr/>
              </p14:nvContentPartPr>
              <p14:xfrm>
                <a:off x="9439520" y="3860320"/>
                <a:ext cx="192240" cy="24984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ACFD92A4-5198-F0FC-6D7E-302772A52F7D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9428720" y="3849520"/>
                  <a:ext cx="2134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A8784CD9-AC4E-4247-6C7D-CE4E78E8105A}"/>
                    </a:ext>
                  </a:extLst>
                </p14:cNvPr>
                <p14:cNvContentPartPr/>
                <p14:nvPr/>
              </p14:nvContentPartPr>
              <p14:xfrm>
                <a:off x="9745160" y="4049320"/>
                <a:ext cx="39240" cy="15588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A8784CD9-AC4E-4247-6C7D-CE4E78E8105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9734720" y="4038880"/>
                  <a:ext cx="6048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7" name="Group 436">
            <a:extLst>
              <a:ext uri="{FF2B5EF4-FFF2-40B4-BE49-F238E27FC236}">
                <a16:creationId xmlns:a16="http://schemas.microsoft.com/office/drawing/2014/main" id="{7D7BA57E-2EB2-232B-2CC9-28E3F3F41115}"/>
              </a:ext>
            </a:extLst>
          </p:cNvPr>
          <p:cNvGrpSpPr/>
          <p:nvPr/>
        </p:nvGrpSpPr>
        <p:grpSpPr>
          <a:xfrm>
            <a:off x="10010480" y="3983440"/>
            <a:ext cx="595800" cy="119160"/>
            <a:chOff x="10010480" y="3983440"/>
            <a:chExt cx="595800" cy="11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2C4EE0F3-2126-1D1E-6602-AB342B4D8360}"/>
                    </a:ext>
                  </a:extLst>
                </p14:cNvPr>
                <p14:cNvContentPartPr/>
                <p14:nvPr/>
              </p14:nvContentPartPr>
              <p14:xfrm>
                <a:off x="10010480" y="3983440"/>
                <a:ext cx="122760" cy="11916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2C4EE0F3-2126-1D1E-6602-AB342B4D8360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0000040" y="3972640"/>
                  <a:ext cx="1440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BA938805-720C-B5A1-49D0-F16BDB8009C3}"/>
                    </a:ext>
                  </a:extLst>
                </p14:cNvPr>
                <p14:cNvContentPartPr/>
                <p14:nvPr/>
              </p14:nvContentPartPr>
              <p14:xfrm>
                <a:off x="10264280" y="4000720"/>
                <a:ext cx="109080" cy="8460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BA938805-720C-B5A1-49D0-F16BDB8009C3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0253840" y="3990280"/>
                  <a:ext cx="130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F67E854B-A62C-D6C3-5867-E405A3DD3331}"/>
                    </a:ext>
                  </a:extLst>
                </p14:cNvPr>
                <p14:cNvContentPartPr/>
                <p14:nvPr/>
              </p14:nvContentPartPr>
              <p14:xfrm>
                <a:off x="10523480" y="3986320"/>
                <a:ext cx="82800" cy="5832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F67E854B-A62C-D6C3-5867-E405A3DD3331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0512680" y="3975520"/>
                  <a:ext cx="104040" cy="7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8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F3A069B5-EC6C-EA21-7795-92AC1E54E55B}"/>
                  </a:ext>
                </a:extLst>
              </p14:cNvPr>
              <p14:cNvContentPartPr/>
              <p14:nvPr/>
            </p14:nvContentPartPr>
            <p14:xfrm>
              <a:off x="10759640" y="4018720"/>
              <a:ext cx="23760" cy="124920"/>
            </p14:xfrm>
          </p:contentPart>
        </mc:Choice>
        <mc:Fallback xmlns=""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F3A069B5-EC6C-EA21-7795-92AC1E54E55B}"/>
                  </a:ext>
                </a:extLst>
              </p:cNvPr>
              <p:cNvPicPr/>
              <p:nvPr/>
            </p:nvPicPr>
            <p:blipFill>
              <a:blip r:embed="rId559"/>
              <a:stretch>
                <a:fillRect/>
              </a:stretch>
            </p:blipFill>
            <p:spPr>
              <a:xfrm>
                <a:off x="10748840" y="4007920"/>
                <a:ext cx="45000" cy="14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7" name="Group 446">
            <a:extLst>
              <a:ext uri="{FF2B5EF4-FFF2-40B4-BE49-F238E27FC236}">
                <a16:creationId xmlns:a16="http://schemas.microsoft.com/office/drawing/2014/main" id="{3BF8C010-4CF0-46CD-BC7E-AE12D816A6C9}"/>
              </a:ext>
            </a:extLst>
          </p:cNvPr>
          <p:cNvGrpSpPr/>
          <p:nvPr/>
        </p:nvGrpSpPr>
        <p:grpSpPr>
          <a:xfrm>
            <a:off x="10991480" y="3753040"/>
            <a:ext cx="877320" cy="536040"/>
            <a:chOff x="10991480" y="3753040"/>
            <a:chExt cx="877320" cy="53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D4C38659-8187-F98A-2EC7-7FD3B80681BD}"/>
                    </a:ext>
                  </a:extLst>
                </p14:cNvPr>
                <p14:cNvContentPartPr/>
                <p14:nvPr/>
              </p14:nvContentPartPr>
              <p14:xfrm>
                <a:off x="10991480" y="3937720"/>
                <a:ext cx="191520" cy="17280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D4C38659-8187-F98A-2EC7-7FD3B80681BD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981040" y="3926920"/>
                  <a:ext cx="2127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D9BAC203-A1DF-3282-0132-E6459238DD3F}"/>
                    </a:ext>
                  </a:extLst>
                </p14:cNvPr>
                <p14:cNvContentPartPr/>
                <p14:nvPr/>
              </p14:nvContentPartPr>
              <p14:xfrm>
                <a:off x="11305400" y="4020880"/>
                <a:ext cx="7920" cy="12024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D9BAC203-A1DF-3282-0132-E6459238DD3F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1294600" y="4010080"/>
                  <a:ext cx="291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273394A6-8E2F-266F-605D-9C03DBA26FA4}"/>
                    </a:ext>
                  </a:extLst>
                </p14:cNvPr>
                <p14:cNvContentPartPr/>
                <p14:nvPr/>
              </p14:nvContentPartPr>
              <p14:xfrm>
                <a:off x="11453360" y="3931960"/>
                <a:ext cx="163800" cy="12420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273394A6-8E2F-266F-605D-9C03DBA26FA4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1442920" y="3921520"/>
                  <a:ext cx="1850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BB07D42A-9768-0059-AF3E-67A941859330}"/>
                    </a:ext>
                  </a:extLst>
                </p14:cNvPr>
                <p14:cNvContentPartPr/>
                <p14:nvPr/>
              </p14:nvContentPartPr>
              <p14:xfrm>
                <a:off x="11631560" y="3753040"/>
                <a:ext cx="237240" cy="53604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BB07D42A-9768-0059-AF3E-67A941859330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1620760" y="3742240"/>
                  <a:ext cx="258480" cy="55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8">
            <p14:nvContentPartPr>
              <p14:cNvPr id="448" name="Ink 447">
                <a:extLst>
                  <a:ext uri="{FF2B5EF4-FFF2-40B4-BE49-F238E27FC236}">
                    <a16:creationId xmlns:a16="http://schemas.microsoft.com/office/drawing/2014/main" id="{490D5BCA-9AE9-6532-EFC9-220938F84C69}"/>
                  </a:ext>
                </a:extLst>
              </p14:cNvPr>
              <p14:cNvContentPartPr/>
              <p14:nvPr/>
            </p14:nvContentPartPr>
            <p14:xfrm>
              <a:off x="7964960" y="4371520"/>
              <a:ext cx="155880" cy="167040"/>
            </p14:xfrm>
          </p:contentPart>
        </mc:Choice>
        <mc:Fallback xmlns="">
          <p:pic>
            <p:nvPicPr>
              <p:cNvPr id="448" name="Ink 447">
                <a:extLst>
                  <a:ext uri="{FF2B5EF4-FFF2-40B4-BE49-F238E27FC236}">
                    <a16:creationId xmlns:a16="http://schemas.microsoft.com/office/drawing/2014/main" id="{490D5BCA-9AE9-6532-EFC9-220938F84C69}"/>
                  </a:ext>
                </a:extLst>
              </p:cNvPr>
              <p:cNvPicPr/>
              <p:nvPr/>
            </p:nvPicPr>
            <p:blipFill>
              <a:blip r:embed="rId569"/>
              <a:stretch>
                <a:fillRect/>
              </a:stretch>
            </p:blipFill>
            <p:spPr>
              <a:xfrm>
                <a:off x="7954520" y="4361080"/>
                <a:ext cx="17712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0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33134971-026B-7C50-397E-C0E5EE763360}"/>
                  </a:ext>
                </a:extLst>
              </p14:cNvPr>
              <p14:cNvContentPartPr/>
              <p14:nvPr/>
            </p14:nvContentPartPr>
            <p14:xfrm>
              <a:off x="8481200" y="4317880"/>
              <a:ext cx="116640" cy="200160"/>
            </p14:xfrm>
          </p:contentPart>
        </mc:Choice>
        <mc:Fallback xmlns=""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33134971-026B-7C50-397E-C0E5EE763360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8470400" y="4307080"/>
                <a:ext cx="13788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2">
            <p14:nvContentPartPr>
              <p14:cNvPr id="450" name="Ink 449">
                <a:extLst>
                  <a:ext uri="{FF2B5EF4-FFF2-40B4-BE49-F238E27FC236}">
                    <a16:creationId xmlns:a16="http://schemas.microsoft.com/office/drawing/2014/main" id="{C6D5D63E-390E-1068-BA70-5870CCE92C55}"/>
                  </a:ext>
                </a:extLst>
              </p14:cNvPr>
              <p14:cNvContentPartPr/>
              <p14:nvPr/>
            </p14:nvContentPartPr>
            <p14:xfrm>
              <a:off x="9052520" y="4343080"/>
              <a:ext cx="192960" cy="122760"/>
            </p14:xfrm>
          </p:contentPart>
        </mc:Choice>
        <mc:Fallback xmlns="">
          <p:pic>
            <p:nvPicPr>
              <p:cNvPr id="450" name="Ink 449">
                <a:extLst>
                  <a:ext uri="{FF2B5EF4-FFF2-40B4-BE49-F238E27FC236}">
                    <a16:creationId xmlns:a16="http://schemas.microsoft.com/office/drawing/2014/main" id="{C6D5D63E-390E-1068-BA70-5870CCE92C55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9042080" y="4332280"/>
                <a:ext cx="2142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4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3505127B-474E-BD4C-80C1-9D2D48DBAB30}"/>
                  </a:ext>
                </a:extLst>
              </p14:cNvPr>
              <p14:cNvContentPartPr/>
              <p14:nvPr/>
            </p14:nvContentPartPr>
            <p14:xfrm>
              <a:off x="9568760" y="4266400"/>
              <a:ext cx="122040" cy="191880"/>
            </p14:xfrm>
          </p:contentPart>
        </mc:Choice>
        <mc:Fallback xmlns=""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3505127B-474E-BD4C-80C1-9D2D48DBAB30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9557960" y="4255960"/>
                <a:ext cx="143280" cy="21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6" name="Group 455">
            <a:extLst>
              <a:ext uri="{FF2B5EF4-FFF2-40B4-BE49-F238E27FC236}">
                <a16:creationId xmlns:a16="http://schemas.microsoft.com/office/drawing/2014/main" id="{013A815E-D9CA-A32C-095F-7806AB472A3B}"/>
              </a:ext>
            </a:extLst>
          </p:cNvPr>
          <p:cNvGrpSpPr/>
          <p:nvPr/>
        </p:nvGrpSpPr>
        <p:grpSpPr>
          <a:xfrm>
            <a:off x="11065280" y="4306360"/>
            <a:ext cx="81720" cy="280440"/>
            <a:chOff x="11065280" y="4306360"/>
            <a:chExt cx="8172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2A99D644-FBA2-376B-980F-70B2F5B75188}"/>
                    </a:ext>
                  </a:extLst>
                </p14:cNvPr>
                <p14:cNvContentPartPr/>
                <p14:nvPr/>
              </p14:nvContentPartPr>
              <p14:xfrm>
                <a:off x="11065280" y="4306360"/>
                <a:ext cx="65160" cy="12564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2A99D644-FBA2-376B-980F-70B2F5B75188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1054840" y="4295920"/>
                  <a:ext cx="86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9AC5BD1A-87DB-583D-F22E-4F8CC7C966D6}"/>
                    </a:ext>
                  </a:extLst>
                </p14:cNvPr>
                <p14:cNvContentPartPr/>
                <p14:nvPr/>
              </p14:nvContentPartPr>
              <p14:xfrm>
                <a:off x="11065280" y="4328320"/>
                <a:ext cx="81720" cy="25848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9AC5BD1A-87DB-583D-F22E-4F8CC7C966D6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1054840" y="4317520"/>
                  <a:ext cx="102960" cy="27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0">
            <p14:nvContentPartPr>
              <p14:cNvPr id="454" name="Ink 453">
                <a:extLst>
                  <a:ext uri="{FF2B5EF4-FFF2-40B4-BE49-F238E27FC236}">
                    <a16:creationId xmlns:a16="http://schemas.microsoft.com/office/drawing/2014/main" id="{623DBA9F-F0D9-E651-A40E-7B76611C3E11}"/>
                  </a:ext>
                </a:extLst>
              </p14:cNvPr>
              <p14:cNvContentPartPr/>
              <p14:nvPr/>
            </p14:nvContentPartPr>
            <p14:xfrm>
              <a:off x="11462720" y="4325080"/>
              <a:ext cx="254160" cy="179280"/>
            </p14:xfrm>
          </p:contentPart>
        </mc:Choice>
        <mc:Fallback xmlns="">
          <p:pic>
            <p:nvPicPr>
              <p:cNvPr id="454" name="Ink 453">
                <a:extLst>
                  <a:ext uri="{FF2B5EF4-FFF2-40B4-BE49-F238E27FC236}">
                    <a16:creationId xmlns:a16="http://schemas.microsoft.com/office/drawing/2014/main" id="{623DBA9F-F0D9-E651-A40E-7B76611C3E11}"/>
                  </a:ext>
                </a:extLst>
              </p:cNvPr>
              <p:cNvPicPr/>
              <p:nvPr/>
            </p:nvPicPr>
            <p:blipFill>
              <a:blip r:embed="rId581"/>
              <a:stretch>
                <a:fillRect/>
              </a:stretch>
            </p:blipFill>
            <p:spPr>
              <a:xfrm>
                <a:off x="11451920" y="4314640"/>
                <a:ext cx="275400" cy="20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0" name="Group 479">
            <a:extLst>
              <a:ext uri="{FF2B5EF4-FFF2-40B4-BE49-F238E27FC236}">
                <a16:creationId xmlns:a16="http://schemas.microsoft.com/office/drawing/2014/main" id="{894646D7-F478-A9ED-C890-466716C2EA13}"/>
              </a:ext>
            </a:extLst>
          </p:cNvPr>
          <p:cNvGrpSpPr/>
          <p:nvPr/>
        </p:nvGrpSpPr>
        <p:grpSpPr>
          <a:xfrm>
            <a:off x="9038480" y="3396640"/>
            <a:ext cx="1473840" cy="246240"/>
            <a:chOff x="9038480" y="3396640"/>
            <a:chExt cx="147384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FA983BB6-EE3B-5F11-6F29-29502313802F}"/>
                    </a:ext>
                  </a:extLst>
                </p14:cNvPr>
                <p14:cNvContentPartPr/>
                <p14:nvPr/>
              </p14:nvContentPartPr>
              <p14:xfrm>
                <a:off x="9038480" y="3483400"/>
                <a:ext cx="190440" cy="15948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FA983BB6-EE3B-5F11-6F29-29502313802F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9027680" y="3472960"/>
                  <a:ext cx="211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91D66533-7A5D-C57D-E0B6-DB029C437102}"/>
                    </a:ext>
                  </a:extLst>
                </p14:cNvPr>
                <p14:cNvContentPartPr/>
                <p14:nvPr/>
              </p14:nvContentPartPr>
              <p14:xfrm>
                <a:off x="9357080" y="3524080"/>
                <a:ext cx="66240" cy="9396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91D66533-7A5D-C57D-E0B6-DB029C43710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9346280" y="3513280"/>
                  <a:ext cx="874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BE0E104E-E23D-6164-2755-24A884B8ED12}"/>
                    </a:ext>
                  </a:extLst>
                </p14:cNvPr>
                <p14:cNvContentPartPr/>
                <p14:nvPr/>
              </p14:nvContentPartPr>
              <p14:xfrm>
                <a:off x="9259160" y="3396640"/>
                <a:ext cx="117000" cy="8100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BE0E104E-E23D-6164-2755-24A884B8ED12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9248720" y="3386200"/>
                  <a:ext cx="1382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F70A4B35-12C1-ADAC-033B-4910406C9F18}"/>
                    </a:ext>
                  </a:extLst>
                </p14:cNvPr>
                <p14:cNvContentPartPr/>
                <p14:nvPr/>
              </p14:nvContentPartPr>
              <p14:xfrm>
                <a:off x="9480200" y="3449200"/>
                <a:ext cx="219960" cy="16020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F70A4B35-12C1-ADAC-033B-4910406C9F18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9469400" y="3438400"/>
                  <a:ext cx="2412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ADCC7F07-98DA-D27B-A400-21FADA27DB86}"/>
                    </a:ext>
                  </a:extLst>
                </p14:cNvPr>
                <p14:cNvContentPartPr/>
                <p14:nvPr/>
              </p14:nvContentPartPr>
              <p14:xfrm>
                <a:off x="9725360" y="3416800"/>
                <a:ext cx="80640" cy="14616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ADCC7F07-98DA-D27B-A400-21FADA27DB86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714920" y="3406360"/>
                  <a:ext cx="101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70B71F1F-85EF-6786-3D3D-B402CE545F9A}"/>
                    </a:ext>
                  </a:extLst>
                </p14:cNvPr>
                <p14:cNvContentPartPr/>
                <p14:nvPr/>
              </p14:nvContentPartPr>
              <p14:xfrm>
                <a:off x="9942080" y="3534160"/>
                <a:ext cx="117000" cy="396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70B71F1F-85EF-6786-3D3D-B402CE545F9A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931280" y="3523720"/>
                  <a:ext cx="1382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216FC221-E649-BB72-2EFA-10878BDEC2D7}"/>
                    </a:ext>
                  </a:extLst>
                </p14:cNvPr>
                <p14:cNvContentPartPr/>
                <p14:nvPr/>
              </p14:nvContentPartPr>
              <p14:xfrm>
                <a:off x="9926960" y="3465760"/>
                <a:ext cx="79200" cy="36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216FC221-E649-BB72-2EFA-10878BDEC2D7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916160" y="3454960"/>
                  <a:ext cx="1004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42B6F512-8B05-462F-B08D-822B0D9357B7}"/>
                    </a:ext>
                  </a:extLst>
                </p14:cNvPr>
                <p14:cNvContentPartPr/>
                <p14:nvPr/>
              </p14:nvContentPartPr>
              <p14:xfrm>
                <a:off x="10175720" y="3404920"/>
                <a:ext cx="214920" cy="19260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42B6F512-8B05-462F-B08D-822B0D9357B7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0164920" y="3394480"/>
                  <a:ext cx="2361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FAB44ED3-595E-D8B9-8F2D-B6B4B53C5943}"/>
                    </a:ext>
                  </a:extLst>
                </p14:cNvPr>
                <p14:cNvContentPartPr/>
                <p14:nvPr/>
              </p14:nvContentPartPr>
              <p14:xfrm>
                <a:off x="10367240" y="3396640"/>
                <a:ext cx="145080" cy="18144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FAB44ED3-595E-D8B9-8F2D-B6B4B53C5943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0356800" y="3385840"/>
                  <a:ext cx="1663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E337D05D-A7BE-9EB1-B455-1FE9FDBC8A80}"/>
                    </a:ext>
                  </a:extLst>
                </p14:cNvPr>
                <p14:cNvContentPartPr/>
                <p14:nvPr/>
              </p14:nvContentPartPr>
              <p14:xfrm>
                <a:off x="10403960" y="3507880"/>
                <a:ext cx="97920" cy="1404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E337D05D-A7BE-9EB1-B455-1FE9FDBC8A80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393520" y="3497440"/>
                  <a:ext cx="11916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1" name="Group 530">
            <a:extLst>
              <a:ext uri="{FF2B5EF4-FFF2-40B4-BE49-F238E27FC236}">
                <a16:creationId xmlns:a16="http://schemas.microsoft.com/office/drawing/2014/main" id="{02487AB6-D083-639C-1F8D-0826350E5007}"/>
              </a:ext>
            </a:extLst>
          </p:cNvPr>
          <p:cNvGrpSpPr/>
          <p:nvPr/>
        </p:nvGrpSpPr>
        <p:grpSpPr>
          <a:xfrm>
            <a:off x="325040" y="4970200"/>
            <a:ext cx="745920" cy="433080"/>
            <a:chOff x="325040" y="4970200"/>
            <a:chExt cx="745920" cy="43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BDB010CA-95AD-118F-8B15-C9A68D4123F6}"/>
                    </a:ext>
                  </a:extLst>
                </p14:cNvPr>
                <p14:cNvContentPartPr/>
                <p14:nvPr/>
              </p14:nvContentPartPr>
              <p14:xfrm>
                <a:off x="325040" y="5020240"/>
                <a:ext cx="216000" cy="38304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BDB010CA-95AD-118F-8B15-C9A68D4123F6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314600" y="5009800"/>
                  <a:ext cx="23724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397444F9-2250-64E3-C9CE-3896F00ECFB9}"/>
                    </a:ext>
                  </a:extLst>
                </p14:cNvPr>
                <p14:cNvContentPartPr/>
                <p14:nvPr/>
              </p14:nvContentPartPr>
              <p14:xfrm>
                <a:off x="532040" y="5175400"/>
                <a:ext cx="134640" cy="17784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397444F9-2250-64E3-C9CE-3896F00ECFB9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21600" y="5164600"/>
                  <a:ext cx="1558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0CF42BAD-5892-EE90-7F42-0A5693BA658A}"/>
                    </a:ext>
                  </a:extLst>
                </p14:cNvPr>
                <p14:cNvContentPartPr/>
                <p14:nvPr/>
              </p14:nvContentPartPr>
              <p14:xfrm>
                <a:off x="742280" y="5009080"/>
                <a:ext cx="62280" cy="34560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0CF42BAD-5892-EE90-7F42-0A5693BA658A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731840" y="4998280"/>
                  <a:ext cx="835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24ABA85E-797B-0F4A-EFC2-93C6B88E1D3C}"/>
                    </a:ext>
                  </a:extLst>
                </p14:cNvPr>
                <p14:cNvContentPartPr/>
                <p14:nvPr/>
              </p14:nvContentPartPr>
              <p14:xfrm>
                <a:off x="682880" y="5123200"/>
                <a:ext cx="115920" cy="1764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24ABA85E-797B-0F4A-EFC2-93C6B88E1D3C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672080" y="5112760"/>
                  <a:ext cx="1371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F6ABCAFE-2C9A-DF85-AA39-3FB3F41A7220}"/>
                    </a:ext>
                  </a:extLst>
                </p14:cNvPr>
                <p14:cNvContentPartPr/>
                <p14:nvPr/>
              </p14:nvContentPartPr>
              <p14:xfrm>
                <a:off x="856760" y="4970200"/>
                <a:ext cx="80280" cy="17388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F6ABCAFE-2C9A-DF85-AA39-3FB3F41A7220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845960" y="4959400"/>
                  <a:ext cx="1015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52FDDF18-2EDC-44BE-6052-6B10730FDA87}"/>
                    </a:ext>
                  </a:extLst>
                </p14:cNvPr>
                <p14:cNvContentPartPr/>
                <p14:nvPr/>
              </p14:nvContentPartPr>
              <p14:xfrm>
                <a:off x="969800" y="5143720"/>
                <a:ext cx="101160" cy="17748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52FDDF18-2EDC-44BE-6052-6B10730FDA87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59000" y="5133280"/>
                  <a:ext cx="122400" cy="19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4">
            <p14:nvContentPartPr>
              <p14:cNvPr id="525" name="Ink 524">
                <a:extLst>
                  <a:ext uri="{FF2B5EF4-FFF2-40B4-BE49-F238E27FC236}">
                    <a16:creationId xmlns:a16="http://schemas.microsoft.com/office/drawing/2014/main" id="{0A158FFD-A070-49F9-B0F2-C3AB2135951B}"/>
                  </a:ext>
                </a:extLst>
              </p14:cNvPr>
              <p14:cNvContentPartPr/>
              <p14:nvPr/>
            </p14:nvContentPartPr>
            <p14:xfrm>
              <a:off x="1305680" y="5094400"/>
              <a:ext cx="300600" cy="233280"/>
            </p14:xfrm>
          </p:contentPart>
        </mc:Choice>
        <mc:Fallback xmlns="">
          <p:pic>
            <p:nvPicPr>
              <p:cNvPr id="525" name="Ink 524">
                <a:extLst>
                  <a:ext uri="{FF2B5EF4-FFF2-40B4-BE49-F238E27FC236}">
                    <a16:creationId xmlns:a16="http://schemas.microsoft.com/office/drawing/2014/main" id="{0A158FFD-A070-49F9-B0F2-C3AB2135951B}"/>
                  </a:ext>
                </a:extLst>
              </p:cNvPr>
              <p:cNvPicPr/>
              <p:nvPr/>
            </p:nvPicPr>
            <p:blipFill>
              <a:blip r:embed="rId615"/>
              <a:stretch>
                <a:fillRect/>
              </a:stretch>
            </p:blipFill>
            <p:spPr>
              <a:xfrm>
                <a:off x="1295240" y="5083600"/>
                <a:ext cx="321840" cy="25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9" name="Group 538">
            <a:extLst>
              <a:ext uri="{FF2B5EF4-FFF2-40B4-BE49-F238E27FC236}">
                <a16:creationId xmlns:a16="http://schemas.microsoft.com/office/drawing/2014/main" id="{6D3C1700-44BB-AA43-A021-AAEC48363E6F}"/>
              </a:ext>
            </a:extLst>
          </p:cNvPr>
          <p:cNvGrpSpPr/>
          <p:nvPr/>
        </p:nvGrpSpPr>
        <p:grpSpPr>
          <a:xfrm>
            <a:off x="1934240" y="5021680"/>
            <a:ext cx="1110600" cy="278640"/>
            <a:chOff x="1934240" y="5021680"/>
            <a:chExt cx="111060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5956597D-821F-F70E-941D-C4309B19AC98}"/>
                    </a:ext>
                  </a:extLst>
                </p14:cNvPr>
                <p14:cNvContentPartPr/>
                <p14:nvPr/>
              </p14:nvContentPartPr>
              <p14:xfrm>
                <a:off x="2044760" y="5032840"/>
                <a:ext cx="4320" cy="19440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5956597D-821F-F70E-941D-C4309B19AC98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2033960" y="5022400"/>
                  <a:ext cx="255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494B6F29-58C3-42DA-050E-94CDB1AB16AF}"/>
                    </a:ext>
                  </a:extLst>
                </p14:cNvPr>
                <p14:cNvContentPartPr/>
                <p14:nvPr/>
              </p14:nvContentPartPr>
              <p14:xfrm>
                <a:off x="1934240" y="5027080"/>
                <a:ext cx="333000" cy="21168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494B6F29-58C3-42DA-050E-94CDB1AB16AF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923800" y="5016640"/>
                  <a:ext cx="3542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543613CA-6AEF-A33F-DCA5-A60747B88DF1}"/>
                    </a:ext>
                  </a:extLst>
                </p14:cNvPr>
                <p14:cNvContentPartPr/>
                <p14:nvPr/>
              </p14:nvContentPartPr>
              <p14:xfrm>
                <a:off x="2375240" y="5021680"/>
                <a:ext cx="165960" cy="24912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543613CA-6AEF-A33F-DCA5-A60747B88DF1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2364800" y="5010880"/>
                  <a:ext cx="1872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A2376906-A467-70F0-787C-4A2D632F5774}"/>
                    </a:ext>
                  </a:extLst>
                </p14:cNvPr>
                <p14:cNvContentPartPr/>
                <p14:nvPr/>
              </p14:nvContentPartPr>
              <p14:xfrm>
                <a:off x="2397560" y="5176840"/>
                <a:ext cx="175680" cy="720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A2376906-A467-70F0-787C-4A2D632F5774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2386760" y="5166400"/>
                  <a:ext cx="196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38EEC4BE-B3D9-3996-2727-BEE8A7C794A1}"/>
                    </a:ext>
                  </a:extLst>
                </p14:cNvPr>
                <p14:cNvContentPartPr/>
                <p14:nvPr/>
              </p14:nvContentPartPr>
              <p14:xfrm>
                <a:off x="2648120" y="5041480"/>
                <a:ext cx="182880" cy="24372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38EEC4BE-B3D9-3996-2727-BEE8A7C794A1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2637680" y="5030680"/>
                  <a:ext cx="204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BFE35715-2589-176A-B010-97407EB7E9E6}"/>
                    </a:ext>
                  </a:extLst>
                </p14:cNvPr>
                <p14:cNvContentPartPr/>
                <p14:nvPr/>
              </p14:nvContentPartPr>
              <p14:xfrm>
                <a:off x="2956280" y="5208160"/>
                <a:ext cx="88560" cy="9216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BFE35715-2589-176A-B010-97407EB7E9E6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2945840" y="5197360"/>
                  <a:ext cx="1098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FDD1D6B4-FE0E-AAEC-E56C-5DA7D822E018}"/>
                    </a:ext>
                  </a:extLst>
                </p14:cNvPr>
                <p14:cNvContentPartPr/>
                <p14:nvPr/>
              </p14:nvContentPartPr>
              <p14:xfrm>
                <a:off x="2909120" y="5022760"/>
                <a:ext cx="100080" cy="9756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FDD1D6B4-FE0E-AAEC-E56C-5DA7D822E018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2898320" y="5012320"/>
                  <a:ext cx="12132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6" name="Group 565">
            <a:extLst>
              <a:ext uri="{FF2B5EF4-FFF2-40B4-BE49-F238E27FC236}">
                <a16:creationId xmlns:a16="http://schemas.microsoft.com/office/drawing/2014/main" id="{D024BE23-F123-2683-FD3F-D592BDA0F940}"/>
              </a:ext>
            </a:extLst>
          </p:cNvPr>
          <p:cNvGrpSpPr/>
          <p:nvPr/>
        </p:nvGrpSpPr>
        <p:grpSpPr>
          <a:xfrm>
            <a:off x="293360" y="5613160"/>
            <a:ext cx="2078640" cy="1158840"/>
            <a:chOff x="293360" y="5613160"/>
            <a:chExt cx="2078640" cy="11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7660B619-0425-A524-07B5-4A245ABD5E40}"/>
                    </a:ext>
                  </a:extLst>
                </p14:cNvPr>
                <p14:cNvContentPartPr/>
                <p14:nvPr/>
              </p14:nvContentPartPr>
              <p14:xfrm>
                <a:off x="293360" y="6225520"/>
                <a:ext cx="148680" cy="13248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7660B619-0425-A524-07B5-4A245ABD5E40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282920" y="6215080"/>
                  <a:ext cx="1699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94914178-4929-A880-22B1-42AF4F2623BF}"/>
                    </a:ext>
                  </a:extLst>
                </p14:cNvPr>
                <p14:cNvContentPartPr/>
                <p14:nvPr/>
              </p14:nvContentPartPr>
              <p14:xfrm>
                <a:off x="408560" y="5768680"/>
                <a:ext cx="744840" cy="56700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94914178-4929-A880-22B1-42AF4F2623BF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398120" y="5757880"/>
                  <a:ext cx="76608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491D4639-5D1A-DFAD-0C55-C9B2AC2386A4}"/>
                    </a:ext>
                  </a:extLst>
                </p14:cNvPr>
                <p14:cNvContentPartPr/>
                <p14:nvPr/>
              </p14:nvContentPartPr>
              <p14:xfrm>
                <a:off x="477320" y="6256480"/>
                <a:ext cx="729000" cy="6876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491D4639-5D1A-DFAD-0C55-C9B2AC2386A4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466520" y="6245680"/>
                  <a:ext cx="7502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DF5C9429-89AB-F638-3646-512B96E7964E}"/>
                    </a:ext>
                  </a:extLst>
                </p14:cNvPr>
                <p14:cNvContentPartPr/>
                <p14:nvPr/>
              </p14:nvContentPartPr>
              <p14:xfrm>
                <a:off x="489920" y="6358000"/>
                <a:ext cx="546840" cy="39132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DF5C9429-89AB-F638-3646-512B96E7964E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479120" y="6347560"/>
                  <a:ext cx="56808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E9DC4D3F-2DD0-0019-B806-74FC603A25AC}"/>
                    </a:ext>
                  </a:extLst>
                </p14:cNvPr>
                <p14:cNvContentPartPr/>
                <p14:nvPr/>
              </p14:nvContentPartPr>
              <p14:xfrm>
                <a:off x="1304960" y="5686240"/>
                <a:ext cx="178560" cy="20304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E9DC4D3F-2DD0-0019-B806-74FC603A25AC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294520" y="5675800"/>
                  <a:ext cx="1998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EC5D6B52-946C-23E0-13FB-771AE6D66C48}"/>
                    </a:ext>
                  </a:extLst>
                </p14:cNvPr>
                <p14:cNvContentPartPr/>
                <p14:nvPr/>
              </p14:nvContentPartPr>
              <p14:xfrm>
                <a:off x="1515560" y="5765800"/>
                <a:ext cx="114120" cy="10980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EC5D6B52-946C-23E0-13FB-771AE6D66C48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504760" y="5755360"/>
                  <a:ext cx="1353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2D46DBC7-8555-BBB6-D486-1B484F6B03AD}"/>
                    </a:ext>
                  </a:extLst>
                </p14:cNvPr>
                <p14:cNvContentPartPr/>
                <p14:nvPr/>
              </p14:nvContentPartPr>
              <p14:xfrm>
                <a:off x="1723640" y="5727640"/>
                <a:ext cx="39600" cy="8388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2D46DBC7-8555-BBB6-D486-1B484F6B03AD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712840" y="5716840"/>
                  <a:ext cx="60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1E37DF54-8DF9-3945-BC01-B159C515CD34}"/>
                    </a:ext>
                  </a:extLst>
                </p14:cNvPr>
                <p14:cNvContentPartPr/>
                <p14:nvPr/>
              </p14:nvContentPartPr>
              <p14:xfrm>
                <a:off x="1861160" y="5615680"/>
                <a:ext cx="140760" cy="19008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1E37DF54-8DF9-3945-BC01-B159C515CD34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1850360" y="5604880"/>
                  <a:ext cx="162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F63D2922-3E2F-A33A-17D1-16ED005020CF}"/>
                    </a:ext>
                  </a:extLst>
                </p14:cNvPr>
                <p14:cNvContentPartPr/>
                <p14:nvPr/>
              </p14:nvContentPartPr>
              <p14:xfrm>
                <a:off x="2131880" y="5613160"/>
                <a:ext cx="167040" cy="14652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F63D2922-3E2F-A33A-17D1-16ED005020CF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2121440" y="5602720"/>
                  <a:ext cx="1882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724F19DC-1600-FD83-B1B2-E7D417978997}"/>
                    </a:ext>
                  </a:extLst>
                </p14:cNvPr>
                <p14:cNvContentPartPr/>
                <p14:nvPr/>
              </p14:nvContentPartPr>
              <p14:xfrm>
                <a:off x="1359320" y="6163960"/>
                <a:ext cx="174240" cy="16272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724F19DC-1600-FD83-B1B2-E7D417978997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348520" y="6153160"/>
                  <a:ext cx="1954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6CF4D176-85EF-9A11-E373-ABDAAF26CB05}"/>
                    </a:ext>
                  </a:extLst>
                </p14:cNvPr>
                <p14:cNvContentPartPr/>
                <p14:nvPr/>
              </p14:nvContentPartPr>
              <p14:xfrm>
                <a:off x="1574960" y="6213280"/>
                <a:ext cx="135720" cy="9936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6CF4D176-85EF-9A11-E373-ABDAAF26CB05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564520" y="6202480"/>
                  <a:ext cx="156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E319E1B7-C1E8-5594-DBED-9ABD372F7C05}"/>
                    </a:ext>
                  </a:extLst>
                </p14:cNvPr>
                <p14:cNvContentPartPr/>
                <p14:nvPr/>
              </p14:nvContentPartPr>
              <p14:xfrm>
                <a:off x="1775480" y="6165400"/>
                <a:ext cx="95760" cy="11592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E319E1B7-C1E8-5594-DBED-9ABD372F7C05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765040" y="6154960"/>
                  <a:ext cx="1170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E936CF31-9BE6-7794-ECF1-228E8B22B6D7}"/>
                    </a:ext>
                  </a:extLst>
                </p14:cNvPr>
                <p14:cNvContentPartPr/>
                <p14:nvPr/>
              </p14:nvContentPartPr>
              <p14:xfrm>
                <a:off x="1909400" y="6078280"/>
                <a:ext cx="115560" cy="16812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E936CF31-9BE6-7794-ECF1-228E8B22B6D7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898600" y="6067480"/>
                  <a:ext cx="1368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B3DE40E4-A1C7-9CDC-6254-A59767727D43}"/>
                    </a:ext>
                  </a:extLst>
                </p14:cNvPr>
                <p14:cNvContentPartPr/>
                <p14:nvPr/>
              </p14:nvContentPartPr>
              <p14:xfrm>
                <a:off x="2196320" y="6106720"/>
                <a:ext cx="154800" cy="16380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B3DE40E4-A1C7-9CDC-6254-A59767727D43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2185520" y="6095920"/>
                  <a:ext cx="1760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C233FC2E-CF26-9342-5300-3D49D9BBA60E}"/>
                    </a:ext>
                  </a:extLst>
                </p14:cNvPr>
                <p14:cNvContentPartPr/>
                <p14:nvPr/>
              </p14:nvContentPartPr>
              <p14:xfrm>
                <a:off x="1287680" y="6561400"/>
                <a:ext cx="190080" cy="21060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C233FC2E-CF26-9342-5300-3D49D9BBA60E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276880" y="6550960"/>
                  <a:ext cx="2113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D4E218E4-72FC-67B7-2647-1D7A019C4585}"/>
                    </a:ext>
                  </a:extLst>
                </p14:cNvPr>
                <p14:cNvContentPartPr/>
                <p14:nvPr/>
              </p14:nvContentPartPr>
              <p14:xfrm>
                <a:off x="1548320" y="6639160"/>
                <a:ext cx="114840" cy="11412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D4E218E4-72FC-67B7-2647-1D7A019C4585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537520" y="6628720"/>
                  <a:ext cx="136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BDF3F000-52D6-5E42-F5BE-F4224B4C9920}"/>
                    </a:ext>
                  </a:extLst>
                </p14:cNvPr>
                <p14:cNvContentPartPr/>
                <p14:nvPr/>
              </p14:nvContentPartPr>
              <p14:xfrm>
                <a:off x="1731200" y="6625480"/>
                <a:ext cx="92880" cy="8892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BDF3F000-52D6-5E42-F5BE-F4224B4C9920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720400" y="6615040"/>
                  <a:ext cx="1141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21359852-8268-10A1-1431-2F1A6B2B003F}"/>
                    </a:ext>
                  </a:extLst>
                </p14:cNvPr>
                <p14:cNvContentPartPr/>
                <p14:nvPr/>
              </p14:nvContentPartPr>
              <p14:xfrm>
                <a:off x="1913000" y="6530440"/>
                <a:ext cx="88200" cy="18504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21359852-8268-10A1-1431-2F1A6B2B003F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902560" y="6520000"/>
                  <a:ext cx="1094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01D7A30A-761A-8554-4C11-71ADA1102BE7}"/>
                    </a:ext>
                  </a:extLst>
                </p14:cNvPr>
                <p14:cNvContentPartPr/>
                <p14:nvPr/>
              </p14:nvContentPartPr>
              <p14:xfrm>
                <a:off x="2217200" y="6611800"/>
                <a:ext cx="154800" cy="15696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01D7A30A-761A-8554-4C11-71ADA1102BE7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2206760" y="6601000"/>
                  <a:ext cx="17604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4" name="Group 573">
            <a:extLst>
              <a:ext uri="{FF2B5EF4-FFF2-40B4-BE49-F238E27FC236}">
                <a16:creationId xmlns:a16="http://schemas.microsoft.com/office/drawing/2014/main" id="{32A08671-C7A5-1EF9-FF89-662769604013}"/>
              </a:ext>
            </a:extLst>
          </p:cNvPr>
          <p:cNvGrpSpPr/>
          <p:nvPr/>
        </p:nvGrpSpPr>
        <p:grpSpPr>
          <a:xfrm>
            <a:off x="4560800" y="4965520"/>
            <a:ext cx="1058400" cy="583560"/>
            <a:chOff x="4560800" y="4965520"/>
            <a:chExt cx="1058400" cy="58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41D5E02A-FC50-916C-6BE6-3A7CA76A5DCA}"/>
                    </a:ext>
                  </a:extLst>
                </p14:cNvPr>
                <p14:cNvContentPartPr/>
                <p14:nvPr/>
              </p14:nvContentPartPr>
              <p14:xfrm>
                <a:off x="4560800" y="4965520"/>
                <a:ext cx="258840" cy="58356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41D5E02A-FC50-916C-6BE6-3A7CA76A5DCA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4550360" y="4955080"/>
                  <a:ext cx="28008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C6607753-C81C-5EC7-8D19-CB1BAB58F631}"/>
                    </a:ext>
                  </a:extLst>
                </p14:cNvPr>
                <p14:cNvContentPartPr/>
                <p14:nvPr/>
              </p14:nvContentPartPr>
              <p14:xfrm>
                <a:off x="4898120" y="5255680"/>
                <a:ext cx="103320" cy="10332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C6607753-C81C-5EC7-8D19-CB1BAB58F631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4887320" y="5245240"/>
                  <a:ext cx="1245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3FEAEED9-D406-FDCC-9554-D37075A7040A}"/>
                    </a:ext>
                  </a:extLst>
                </p14:cNvPr>
                <p14:cNvContentPartPr/>
                <p14:nvPr/>
              </p14:nvContentPartPr>
              <p14:xfrm>
                <a:off x="5064080" y="5006560"/>
                <a:ext cx="155520" cy="31968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3FEAEED9-D406-FDCC-9554-D37075A7040A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5053280" y="4995760"/>
                  <a:ext cx="1767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8C76B54D-9409-624C-B38E-19FD7D4C5FC9}"/>
                    </a:ext>
                  </a:extLst>
                </p14:cNvPr>
                <p14:cNvContentPartPr/>
                <p14:nvPr/>
              </p14:nvContentPartPr>
              <p14:xfrm>
                <a:off x="5126360" y="5157400"/>
                <a:ext cx="148680" cy="1620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8C76B54D-9409-624C-B38E-19FD7D4C5FC9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5115920" y="5146960"/>
                  <a:ext cx="169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50CEF0B6-391F-0653-0FCF-7265218AA32C}"/>
                    </a:ext>
                  </a:extLst>
                </p14:cNvPr>
                <p14:cNvContentPartPr/>
                <p14:nvPr/>
              </p14:nvContentPartPr>
              <p14:xfrm>
                <a:off x="5329400" y="5215720"/>
                <a:ext cx="9360" cy="7020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50CEF0B6-391F-0653-0FCF-7265218AA32C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5318960" y="5205280"/>
                  <a:ext cx="306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6682F6F0-3E3B-F989-CF6F-A8FFCBB1A37C}"/>
                    </a:ext>
                  </a:extLst>
                </p14:cNvPr>
                <p14:cNvContentPartPr/>
                <p14:nvPr/>
              </p14:nvContentPartPr>
              <p14:xfrm>
                <a:off x="5338400" y="5093680"/>
                <a:ext cx="280800" cy="19404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6682F6F0-3E3B-F989-CF6F-A8FFCBB1A37C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5327960" y="5082880"/>
                  <a:ext cx="30204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6" name="Group 605">
            <a:extLst>
              <a:ext uri="{FF2B5EF4-FFF2-40B4-BE49-F238E27FC236}">
                <a16:creationId xmlns:a16="http://schemas.microsoft.com/office/drawing/2014/main" id="{16BB6199-CA18-45D5-BC58-8410D6AC0F7D}"/>
              </a:ext>
            </a:extLst>
          </p:cNvPr>
          <p:cNvGrpSpPr/>
          <p:nvPr/>
        </p:nvGrpSpPr>
        <p:grpSpPr>
          <a:xfrm>
            <a:off x="6196640" y="4840960"/>
            <a:ext cx="2487240" cy="406080"/>
            <a:chOff x="6196640" y="4840960"/>
            <a:chExt cx="248724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E39BFB96-2A55-897C-36DC-F80018FAD47E}"/>
                    </a:ext>
                  </a:extLst>
                </p14:cNvPr>
                <p14:cNvContentPartPr/>
                <p14:nvPr/>
              </p14:nvContentPartPr>
              <p14:xfrm>
                <a:off x="6196640" y="5063080"/>
                <a:ext cx="111960" cy="18396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E39BFB96-2A55-897C-36DC-F80018FAD47E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6185840" y="5052640"/>
                  <a:ext cx="1332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127EB513-7426-7180-E894-1D22CB8790A8}"/>
                    </a:ext>
                  </a:extLst>
                </p14:cNvPr>
                <p14:cNvContentPartPr/>
                <p14:nvPr/>
              </p14:nvContentPartPr>
              <p14:xfrm>
                <a:off x="6370880" y="5054800"/>
                <a:ext cx="81000" cy="16560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127EB513-7426-7180-E894-1D22CB8790A8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6360080" y="5044360"/>
                  <a:ext cx="102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055C96D7-4319-795A-ABC3-0A281D26C1FF}"/>
                    </a:ext>
                  </a:extLst>
                </p14:cNvPr>
                <p14:cNvContentPartPr/>
                <p14:nvPr/>
              </p14:nvContentPartPr>
              <p14:xfrm>
                <a:off x="6572120" y="5039680"/>
                <a:ext cx="240120" cy="16956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055C96D7-4319-795A-ABC3-0A281D26C1FF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6561680" y="5029240"/>
                  <a:ext cx="2613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8D2AAAF9-AFAD-08FA-C952-1380FE53AC4B}"/>
                    </a:ext>
                  </a:extLst>
                </p14:cNvPr>
                <p14:cNvContentPartPr/>
                <p14:nvPr/>
              </p14:nvContentPartPr>
              <p14:xfrm>
                <a:off x="6935360" y="5072080"/>
                <a:ext cx="121320" cy="10548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8D2AAAF9-AFAD-08FA-C952-1380FE53AC4B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6924560" y="5061280"/>
                  <a:ext cx="1425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9FB12679-6202-D2A6-3A40-C8D32462678F}"/>
                    </a:ext>
                  </a:extLst>
                </p14:cNvPr>
                <p14:cNvContentPartPr/>
                <p14:nvPr/>
              </p14:nvContentPartPr>
              <p14:xfrm>
                <a:off x="7077200" y="5011240"/>
                <a:ext cx="118440" cy="14292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9FB12679-6202-D2A6-3A40-C8D32462678F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7066760" y="5000800"/>
                  <a:ext cx="139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90D8679E-4EBA-1D83-389D-099ABEFB6E54}"/>
                    </a:ext>
                  </a:extLst>
                </p14:cNvPr>
                <p14:cNvContentPartPr/>
                <p14:nvPr/>
              </p14:nvContentPartPr>
              <p14:xfrm>
                <a:off x="7304720" y="5014480"/>
                <a:ext cx="79200" cy="13284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90D8679E-4EBA-1D83-389D-099ABEFB6E54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7293920" y="5004040"/>
                  <a:ext cx="1004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5CD779EB-172A-462C-AA55-871E589FBDD4}"/>
                    </a:ext>
                  </a:extLst>
                </p14:cNvPr>
                <p14:cNvContentPartPr/>
                <p14:nvPr/>
              </p14:nvContentPartPr>
              <p14:xfrm>
                <a:off x="7551320" y="4840960"/>
                <a:ext cx="160920" cy="30780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5CD779EB-172A-462C-AA55-871E589FBDD4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7540880" y="4830520"/>
                  <a:ext cx="1821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74475540-1A54-B06A-2C96-277D538AE17A}"/>
                    </a:ext>
                  </a:extLst>
                </p14:cNvPr>
                <p14:cNvContentPartPr/>
                <p14:nvPr/>
              </p14:nvContentPartPr>
              <p14:xfrm>
                <a:off x="7693520" y="4968400"/>
                <a:ext cx="87480" cy="15768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74475540-1A54-B06A-2C96-277D538AE17A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7682720" y="4957600"/>
                  <a:ext cx="1087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AF75946C-8F46-2FFA-01A7-3253316BCC93}"/>
                    </a:ext>
                  </a:extLst>
                </p14:cNvPr>
                <p14:cNvContentPartPr/>
                <p14:nvPr/>
              </p14:nvContentPartPr>
              <p14:xfrm>
                <a:off x="7871720" y="4876600"/>
                <a:ext cx="49680" cy="25056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AF75946C-8F46-2FFA-01A7-3253316BCC93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7861280" y="4865800"/>
                  <a:ext cx="709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44AA2B87-3D1A-DDE4-A3AD-917F8ACC49C4}"/>
                    </a:ext>
                  </a:extLst>
                </p14:cNvPr>
                <p14:cNvContentPartPr/>
                <p14:nvPr/>
              </p14:nvContentPartPr>
              <p14:xfrm>
                <a:off x="7859120" y="5001160"/>
                <a:ext cx="147600" cy="24480"/>
              </p14:xfrm>
            </p:contentPart>
          </mc:Choice>
          <mc:Fallback xmlns=""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44AA2B87-3D1A-DDE4-A3AD-917F8ACC49C4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7848680" y="4990360"/>
                  <a:ext cx="168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38A86C19-ABED-E889-512E-5BC3120869A5}"/>
                    </a:ext>
                  </a:extLst>
                </p14:cNvPr>
                <p14:cNvContentPartPr/>
                <p14:nvPr/>
              </p14:nvContentPartPr>
              <p14:xfrm>
                <a:off x="8062160" y="4869760"/>
                <a:ext cx="37080" cy="26784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38A86C19-ABED-E889-512E-5BC3120869A5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8051720" y="4858960"/>
                  <a:ext cx="583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BD8C4779-35DE-7502-D976-90CD7183E17D}"/>
                    </a:ext>
                  </a:extLst>
                </p14:cNvPr>
                <p14:cNvContentPartPr/>
                <p14:nvPr/>
              </p14:nvContentPartPr>
              <p14:xfrm>
                <a:off x="8052080" y="5029240"/>
                <a:ext cx="123480" cy="180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BD8C4779-35DE-7502-D976-90CD7183E17D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8041640" y="5018800"/>
                  <a:ext cx="144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94F6A81E-C4B2-B6F3-6F50-0BC78EA23114}"/>
                    </a:ext>
                  </a:extLst>
                </p14:cNvPr>
                <p14:cNvContentPartPr/>
                <p14:nvPr/>
              </p14:nvContentPartPr>
              <p14:xfrm>
                <a:off x="8231000" y="4970560"/>
                <a:ext cx="84600" cy="14256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94F6A81E-C4B2-B6F3-6F50-0BC78EA23114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8220200" y="4960120"/>
                  <a:ext cx="1058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5E1C8E15-F1F7-46C4-ABD1-507DB1E1F54E}"/>
                    </a:ext>
                  </a:extLst>
                </p14:cNvPr>
                <p14:cNvContentPartPr/>
                <p14:nvPr/>
              </p14:nvContentPartPr>
              <p14:xfrm>
                <a:off x="8399840" y="4933840"/>
                <a:ext cx="91800" cy="14004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5E1C8E15-F1F7-46C4-ABD1-507DB1E1F54E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8389400" y="4923400"/>
                  <a:ext cx="1130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CD2ED25F-3DC1-D6E4-1F40-5FE80CE03AED}"/>
                    </a:ext>
                  </a:extLst>
                </p14:cNvPr>
                <p14:cNvContentPartPr/>
                <p14:nvPr/>
              </p14:nvContentPartPr>
              <p14:xfrm>
                <a:off x="8592800" y="4951120"/>
                <a:ext cx="91080" cy="12312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CD2ED25F-3DC1-D6E4-1F40-5FE80CE03AED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8582000" y="4940680"/>
                  <a:ext cx="11232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4" name="Group 623">
            <a:extLst>
              <a:ext uri="{FF2B5EF4-FFF2-40B4-BE49-F238E27FC236}">
                <a16:creationId xmlns:a16="http://schemas.microsoft.com/office/drawing/2014/main" id="{0526CBC9-33D0-02B1-6199-59407658312C}"/>
              </a:ext>
            </a:extLst>
          </p:cNvPr>
          <p:cNvGrpSpPr/>
          <p:nvPr/>
        </p:nvGrpSpPr>
        <p:grpSpPr>
          <a:xfrm>
            <a:off x="8940200" y="4762120"/>
            <a:ext cx="2114280" cy="489240"/>
            <a:chOff x="8940200" y="4762120"/>
            <a:chExt cx="2114280" cy="48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54F69A57-095C-915B-7AE2-C6AC723FFEEA}"/>
                    </a:ext>
                  </a:extLst>
                </p14:cNvPr>
                <p14:cNvContentPartPr/>
                <p14:nvPr/>
              </p14:nvContentPartPr>
              <p14:xfrm>
                <a:off x="8940200" y="4781560"/>
                <a:ext cx="124920" cy="46980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54F69A57-095C-915B-7AE2-C6AC723FFEEA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8929760" y="4771120"/>
                  <a:ext cx="14616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769F042D-EFAC-69A0-1424-C8AC659A80CC}"/>
                    </a:ext>
                  </a:extLst>
                </p14:cNvPr>
                <p14:cNvContentPartPr/>
                <p14:nvPr/>
              </p14:nvContentPartPr>
              <p14:xfrm>
                <a:off x="9120560" y="4952920"/>
                <a:ext cx="159120" cy="16020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769F042D-EFAC-69A0-1424-C8AC659A80CC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9110120" y="4942480"/>
                  <a:ext cx="180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DB89652F-5B55-06B0-F6A2-84D7B414A4B6}"/>
                    </a:ext>
                  </a:extLst>
                </p14:cNvPr>
                <p14:cNvContentPartPr/>
                <p14:nvPr/>
              </p14:nvContentPartPr>
              <p14:xfrm>
                <a:off x="9344120" y="5020960"/>
                <a:ext cx="84960" cy="12564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DB89652F-5B55-06B0-F6A2-84D7B414A4B6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9333680" y="5010160"/>
                  <a:ext cx="1062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BD3A7411-41C8-F3A9-0622-BE3F2AC7396C}"/>
                    </a:ext>
                  </a:extLst>
                </p14:cNvPr>
                <p14:cNvContentPartPr/>
                <p14:nvPr/>
              </p14:nvContentPartPr>
              <p14:xfrm>
                <a:off x="9495320" y="4960120"/>
                <a:ext cx="61200" cy="7992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BD3A7411-41C8-F3A9-0622-BE3F2AC7396C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9484880" y="4949680"/>
                  <a:ext cx="82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B5A5E116-7474-8767-FA8E-B2A4F79E1D6F}"/>
                    </a:ext>
                  </a:extLst>
                </p14:cNvPr>
                <p14:cNvContentPartPr/>
                <p14:nvPr/>
              </p14:nvContentPartPr>
              <p14:xfrm>
                <a:off x="9646160" y="4839880"/>
                <a:ext cx="120240" cy="22104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B5A5E116-7474-8767-FA8E-B2A4F79E1D6F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9635720" y="4829440"/>
                  <a:ext cx="1414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20F1DE7C-08FF-2F7D-32BF-17AFE0779ADE}"/>
                    </a:ext>
                  </a:extLst>
                </p14:cNvPr>
                <p14:cNvContentPartPr/>
                <p14:nvPr/>
              </p14:nvContentPartPr>
              <p14:xfrm>
                <a:off x="9821480" y="5018080"/>
                <a:ext cx="76680" cy="11592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20F1DE7C-08FF-2F7D-32BF-17AFE0779ADE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9811040" y="5007640"/>
                  <a:ext cx="979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D4CB4B99-EAA1-3F1D-739B-E2EA3FADDD9E}"/>
                    </a:ext>
                  </a:extLst>
                </p14:cNvPr>
                <p14:cNvContentPartPr/>
                <p14:nvPr/>
              </p14:nvContentPartPr>
              <p14:xfrm>
                <a:off x="10028480" y="4815760"/>
                <a:ext cx="57600" cy="25020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D4CB4B99-EAA1-3F1D-739B-E2EA3FADDD9E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10017680" y="4805320"/>
                  <a:ext cx="788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A11EB560-009D-0BCC-3AAE-EDA40199BEC6}"/>
                    </a:ext>
                  </a:extLst>
                </p14:cNvPr>
                <p14:cNvContentPartPr/>
                <p14:nvPr/>
              </p14:nvContentPartPr>
              <p14:xfrm>
                <a:off x="10144040" y="4903240"/>
                <a:ext cx="69840" cy="12780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A11EB560-009D-0BCC-3AAE-EDA40199BEC6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10133240" y="4892440"/>
                  <a:ext cx="910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C3105FDB-2A07-240E-E567-F28F1F831682}"/>
                    </a:ext>
                  </a:extLst>
                </p14:cNvPr>
                <p14:cNvContentPartPr/>
                <p14:nvPr/>
              </p14:nvContentPartPr>
              <p14:xfrm>
                <a:off x="10293800" y="4840960"/>
                <a:ext cx="29520" cy="215280"/>
              </p14:xfrm>
            </p:contentPart>
          </mc:Choice>
          <mc:Fallback xmlns=""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C3105FDB-2A07-240E-E567-F28F1F831682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10283000" y="4830520"/>
                  <a:ext cx="507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BC7A9E10-2531-4C61-77F8-FFF8DDB7A349}"/>
                    </a:ext>
                  </a:extLst>
                </p14:cNvPr>
                <p14:cNvContentPartPr/>
                <p14:nvPr/>
              </p14:nvContentPartPr>
              <p14:xfrm>
                <a:off x="10280840" y="4980280"/>
                <a:ext cx="82800" cy="5040"/>
              </p14:xfrm>
            </p:contentPart>
          </mc:Choice>
          <mc:Fallback xmlns=""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BC7A9E10-2531-4C61-77F8-FFF8DDB7A349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10270400" y="4969840"/>
                  <a:ext cx="104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78A4CA4D-6AFC-3E32-16AF-BCC9966AB2C9}"/>
                    </a:ext>
                  </a:extLst>
                </p14:cNvPr>
                <p14:cNvContentPartPr/>
                <p14:nvPr/>
              </p14:nvContentPartPr>
              <p14:xfrm>
                <a:off x="10444640" y="4821520"/>
                <a:ext cx="25920" cy="256320"/>
              </p14:xfrm>
            </p:contentPart>
          </mc:Choice>
          <mc:Fallback xmlns=""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78A4CA4D-6AFC-3E32-16AF-BCC9966AB2C9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10434200" y="4811080"/>
                  <a:ext cx="471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E31D60BE-FF5A-E7A0-9D07-AB70106B81E1}"/>
                    </a:ext>
                  </a:extLst>
                </p14:cNvPr>
                <p14:cNvContentPartPr/>
                <p14:nvPr/>
              </p14:nvContentPartPr>
              <p14:xfrm>
                <a:off x="10414400" y="4984240"/>
                <a:ext cx="113400" cy="43200"/>
              </p14:xfrm>
            </p:contentPart>
          </mc:Choice>
          <mc:Fallback xmlns=""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E31D60BE-FF5A-E7A0-9D07-AB70106B81E1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10403600" y="4973800"/>
                  <a:ext cx="1346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1855D82F-BB04-8796-5001-1846C84EAC73}"/>
                    </a:ext>
                  </a:extLst>
                </p14:cNvPr>
                <p14:cNvContentPartPr/>
                <p14:nvPr/>
              </p14:nvContentPartPr>
              <p14:xfrm>
                <a:off x="10561640" y="4912240"/>
                <a:ext cx="43920" cy="12672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1855D82F-BB04-8796-5001-1846C84EAC73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10550840" y="4901800"/>
                  <a:ext cx="651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7E016AED-08DF-A0BA-8BDA-4B32D60DEA77}"/>
                    </a:ext>
                  </a:extLst>
                </p14:cNvPr>
                <p14:cNvContentPartPr/>
                <p14:nvPr/>
              </p14:nvContentPartPr>
              <p14:xfrm>
                <a:off x="10712480" y="4901440"/>
                <a:ext cx="79200" cy="85320"/>
              </p14:xfrm>
            </p:contentPart>
          </mc:Choice>
          <mc:Fallback xmlns=""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7E016AED-08DF-A0BA-8BDA-4B32D60DEA77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10701680" y="4890640"/>
                  <a:ext cx="100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56ED0D67-635D-EF3E-6E66-04DEFC138DAC}"/>
                    </a:ext>
                  </a:extLst>
                </p14:cNvPr>
                <p14:cNvContentPartPr/>
                <p14:nvPr/>
              </p14:nvContentPartPr>
              <p14:xfrm>
                <a:off x="10880960" y="4910080"/>
                <a:ext cx="88200" cy="12276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56ED0D67-635D-EF3E-6E66-04DEFC138DAC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10870520" y="4899280"/>
                  <a:ext cx="1094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9DE6EBE8-C12E-1569-1C55-7442DF95C424}"/>
                    </a:ext>
                  </a:extLst>
                </p14:cNvPr>
                <p14:cNvContentPartPr/>
                <p14:nvPr/>
              </p14:nvContentPartPr>
              <p14:xfrm>
                <a:off x="10939640" y="4762120"/>
                <a:ext cx="114840" cy="35676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9DE6EBE8-C12E-1569-1C55-7442DF95C424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10929200" y="4751680"/>
                  <a:ext cx="136080" cy="37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42">
            <p14:nvContentPartPr>
              <p14:cNvPr id="625" name="Ink 624">
                <a:extLst>
                  <a:ext uri="{FF2B5EF4-FFF2-40B4-BE49-F238E27FC236}">
                    <a16:creationId xmlns:a16="http://schemas.microsoft.com/office/drawing/2014/main" id="{0CC988ED-0AAD-B11F-1738-772104D6B0CD}"/>
                  </a:ext>
                </a:extLst>
              </p14:cNvPr>
              <p14:cNvContentPartPr/>
              <p14:nvPr/>
            </p14:nvContentPartPr>
            <p14:xfrm>
              <a:off x="5195120" y="5495440"/>
              <a:ext cx="990360" cy="405000"/>
            </p14:xfrm>
          </p:contentPart>
        </mc:Choice>
        <mc:Fallback xmlns="">
          <p:pic>
            <p:nvPicPr>
              <p:cNvPr id="625" name="Ink 624">
                <a:extLst>
                  <a:ext uri="{FF2B5EF4-FFF2-40B4-BE49-F238E27FC236}">
                    <a16:creationId xmlns:a16="http://schemas.microsoft.com/office/drawing/2014/main" id="{0CC988ED-0AAD-B11F-1738-772104D6B0CD}"/>
                  </a:ext>
                </a:extLst>
              </p:cNvPr>
              <p:cNvPicPr/>
              <p:nvPr/>
            </p:nvPicPr>
            <p:blipFill>
              <a:blip r:embed="rId743"/>
              <a:stretch>
                <a:fillRect/>
              </a:stretch>
            </p:blipFill>
            <p:spPr>
              <a:xfrm>
                <a:off x="5184320" y="5485000"/>
                <a:ext cx="1011600" cy="42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31" name="Group 630">
            <a:extLst>
              <a:ext uri="{FF2B5EF4-FFF2-40B4-BE49-F238E27FC236}">
                <a16:creationId xmlns:a16="http://schemas.microsoft.com/office/drawing/2014/main" id="{292EC346-315D-14A8-5F5A-9D0CC41D893B}"/>
              </a:ext>
            </a:extLst>
          </p:cNvPr>
          <p:cNvGrpSpPr/>
          <p:nvPr/>
        </p:nvGrpSpPr>
        <p:grpSpPr>
          <a:xfrm>
            <a:off x="4573040" y="5909080"/>
            <a:ext cx="264600" cy="410760"/>
            <a:chOff x="4573040" y="5909080"/>
            <a:chExt cx="264600" cy="41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907F1225-1261-A5AD-C7BE-D6C112D1617C}"/>
                    </a:ext>
                  </a:extLst>
                </p14:cNvPr>
                <p14:cNvContentPartPr/>
                <p14:nvPr/>
              </p14:nvContentPartPr>
              <p14:xfrm>
                <a:off x="4599680" y="6105640"/>
                <a:ext cx="23040" cy="19080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907F1225-1261-A5AD-C7BE-D6C112D1617C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4589240" y="6094840"/>
                  <a:ext cx="442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08FDF0AE-CFFC-6F58-001A-0D68DA4C500F}"/>
                    </a:ext>
                  </a:extLst>
                </p14:cNvPr>
                <p14:cNvContentPartPr/>
                <p14:nvPr/>
              </p14:nvContentPartPr>
              <p14:xfrm>
                <a:off x="4573040" y="5973880"/>
                <a:ext cx="72000" cy="91800"/>
              </p14:xfrm>
            </p:contentPart>
          </mc:Choice>
          <mc:Fallback xmlns=""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08FDF0AE-CFFC-6F58-001A-0D68DA4C500F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4562600" y="5963440"/>
                  <a:ext cx="932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628" name="Ink 627">
                  <a:extLst>
                    <a:ext uri="{FF2B5EF4-FFF2-40B4-BE49-F238E27FC236}">
                      <a16:creationId xmlns:a16="http://schemas.microsoft.com/office/drawing/2014/main" id="{38199EFF-A3CD-0216-5312-FA7202C11F7B}"/>
                    </a:ext>
                  </a:extLst>
                </p14:cNvPr>
                <p14:cNvContentPartPr/>
                <p14:nvPr/>
              </p14:nvContentPartPr>
              <p14:xfrm>
                <a:off x="4746560" y="5909080"/>
                <a:ext cx="91080" cy="410760"/>
              </p14:xfrm>
            </p:contentPart>
          </mc:Choice>
          <mc:Fallback xmlns="">
            <p:pic>
              <p:nvPicPr>
                <p:cNvPr id="628" name="Ink 627">
                  <a:extLst>
                    <a:ext uri="{FF2B5EF4-FFF2-40B4-BE49-F238E27FC236}">
                      <a16:creationId xmlns:a16="http://schemas.microsoft.com/office/drawing/2014/main" id="{38199EFF-A3CD-0216-5312-FA7202C11F7B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4736120" y="5898640"/>
                  <a:ext cx="1123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CEC29A97-C57C-51EC-12CC-22FD15C3F495}"/>
                    </a:ext>
                  </a:extLst>
                </p14:cNvPr>
                <p14:cNvContentPartPr/>
                <p14:nvPr/>
              </p14:nvContentPartPr>
              <p14:xfrm>
                <a:off x="4722800" y="6196000"/>
                <a:ext cx="100440" cy="28800"/>
              </p14:xfrm>
            </p:contentPart>
          </mc:Choice>
          <mc:Fallback xmlns=""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CEC29A97-C57C-51EC-12CC-22FD15C3F495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4712360" y="6185200"/>
                  <a:ext cx="12168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4" name="Group 643">
            <a:extLst>
              <a:ext uri="{FF2B5EF4-FFF2-40B4-BE49-F238E27FC236}">
                <a16:creationId xmlns:a16="http://schemas.microsoft.com/office/drawing/2014/main" id="{311BF142-FF4A-71E5-788E-6A292AAFEB7A}"/>
              </a:ext>
            </a:extLst>
          </p:cNvPr>
          <p:cNvGrpSpPr/>
          <p:nvPr/>
        </p:nvGrpSpPr>
        <p:grpSpPr>
          <a:xfrm>
            <a:off x="5087120" y="6032560"/>
            <a:ext cx="589320" cy="182880"/>
            <a:chOff x="5087120" y="6032560"/>
            <a:chExt cx="589320" cy="18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7A90CCF9-56EF-33B0-026D-96D7D01D266D}"/>
                    </a:ext>
                  </a:extLst>
                </p14:cNvPr>
                <p14:cNvContentPartPr/>
                <p14:nvPr/>
              </p14:nvContentPartPr>
              <p14:xfrm>
                <a:off x="5131400" y="6033640"/>
                <a:ext cx="111960" cy="181800"/>
              </p14:xfrm>
            </p:contentPart>
          </mc:Choice>
          <mc:Fallback xmlns=""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7A90CCF9-56EF-33B0-026D-96D7D01D266D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5120960" y="6023200"/>
                  <a:ext cx="1332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14B49BF0-7474-C459-2212-776D47A2BFCF}"/>
                    </a:ext>
                  </a:extLst>
                </p14:cNvPr>
                <p14:cNvContentPartPr/>
                <p14:nvPr/>
              </p14:nvContentPartPr>
              <p14:xfrm>
                <a:off x="5087120" y="6074680"/>
                <a:ext cx="164160" cy="4824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14B49BF0-7474-C459-2212-776D47A2BFCF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5076320" y="6064240"/>
                  <a:ext cx="1854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F38BEBD4-D0A6-F6AB-194E-C559DFDFF07E}"/>
                    </a:ext>
                  </a:extLst>
                </p14:cNvPr>
                <p14:cNvContentPartPr/>
                <p14:nvPr/>
              </p14:nvContentPartPr>
              <p14:xfrm>
                <a:off x="5264960" y="6032560"/>
                <a:ext cx="126000" cy="15336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F38BEBD4-D0A6-F6AB-194E-C559DFDFF07E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5254160" y="6021760"/>
                  <a:ext cx="147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CC5C4018-61B9-CB59-D100-77FE20CDC267}"/>
                    </a:ext>
                  </a:extLst>
                </p14:cNvPr>
                <p14:cNvContentPartPr/>
                <p14:nvPr/>
              </p14:nvContentPartPr>
              <p14:xfrm>
                <a:off x="5404640" y="6067840"/>
                <a:ext cx="53280" cy="81360"/>
              </p14:xfrm>
            </p:contentPart>
          </mc:Choice>
          <mc:Fallback xmlns=""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CC5C4018-61B9-CB59-D100-77FE20CDC267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5393840" y="6057400"/>
                  <a:ext cx="74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636" name="Ink 635">
                  <a:extLst>
                    <a:ext uri="{FF2B5EF4-FFF2-40B4-BE49-F238E27FC236}">
                      <a16:creationId xmlns:a16="http://schemas.microsoft.com/office/drawing/2014/main" id="{245617EA-EDF9-DE89-675D-1C505CD26837}"/>
                    </a:ext>
                  </a:extLst>
                </p14:cNvPr>
                <p14:cNvContentPartPr/>
                <p14:nvPr/>
              </p14:nvContentPartPr>
              <p14:xfrm>
                <a:off x="5503280" y="6057400"/>
                <a:ext cx="101880" cy="113400"/>
              </p14:xfrm>
            </p:contentPart>
          </mc:Choice>
          <mc:Fallback xmlns="">
            <p:pic>
              <p:nvPicPr>
                <p:cNvPr id="636" name="Ink 635">
                  <a:extLst>
                    <a:ext uri="{FF2B5EF4-FFF2-40B4-BE49-F238E27FC236}">
                      <a16:creationId xmlns:a16="http://schemas.microsoft.com/office/drawing/2014/main" id="{245617EA-EDF9-DE89-675D-1C505CD26837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5492840" y="6046600"/>
                  <a:ext cx="1231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B00AFD00-F161-803C-1104-5B8463C4B61A}"/>
                    </a:ext>
                  </a:extLst>
                </p14:cNvPr>
                <p14:cNvContentPartPr/>
                <p14:nvPr/>
              </p14:nvContentPartPr>
              <p14:xfrm>
                <a:off x="5615600" y="6040120"/>
                <a:ext cx="60840" cy="131040"/>
              </p14:xfrm>
            </p:contentPart>
          </mc:Choice>
          <mc:Fallback xmlns=""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B00AFD00-F161-803C-1104-5B8463C4B61A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5605160" y="6029680"/>
                  <a:ext cx="8208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2" name="Group 641">
            <a:extLst>
              <a:ext uri="{FF2B5EF4-FFF2-40B4-BE49-F238E27FC236}">
                <a16:creationId xmlns:a16="http://schemas.microsoft.com/office/drawing/2014/main" id="{C5E01082-4340-2031-6D63-5710DEF4670B}"/>
              </a:ext>
            </a:extLst>
          </p:cNvPr>
          <p:cNvGrpSpPr/>
          <p:nvPr/>
        </p:nvGrpSpPr>
        <p:grpSpPr>
          <a:xfrm>
            <a:off x="5903600" y="5960560"/>
            <a:ext cx="389880" cy="154080"/>
            <a:chOff x="5903600" y="5960560"/>
            <a:chExt cx="389880" cy="15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258BFE86-09A5-46C4-3B0D-CDA18B5E8FEF}"/>
                    </a:ext>
                  </a:extLst>
                </p14:cNvPr>
                <p14:cNvContentPartPr/>
                <p14:nvPr/>
              </p14:nvContentPartPr>
              <p14:xfrm>
                <a:off x="5903600" y="6044080"/>
                <a:ext cx="107640" cy="7056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258BFE86-09A5-46C4-3B0D-CDA18B5E8FEF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5893160" y="6033280"/>
                  <a:ext cx="1288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6B34F480-44C4-C12D-45AB-4764C9E27312}"/>
                    </a:ext>
                  </a:extLst>
                </p14:cNvPr>
                <p14:cNvContentPartPr/>
                <p14:nvPr/>
              </p14:nvContentPartPr>
              <p14:xfrm>
                <a:off x="6079640" y="5977480"/>
                <a:ext cx="103320" cy="110160"/>
              </p14:xfrm>
            </p:contentPart>
          </mc:Choice>
          <mc:Fallback xmlns=""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6B34F480-44C4-C12D-45AB-4764C9E27312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6069200" y="5967040"/>
                  <a:ext cx="1245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36DCF3D4-ED47-3C84-0185-32FA8B57FEF8}"/>
                    </a:ext>
                  </a:extLst>
                </p14:cNvPr>
                <p14:cNvContentPartPr/>
                <p14:nvPr/>
              </p14:nvContentPartPr>
              <p14:xfrm>
                <a:off x="6240560" y="5960560"/>
                <a:ext cx="52920" cy="115920"/>
              </p14:xfrm>
            </p:contentPart>
          </mc:Choice>
          <mc:Fallback xmlns=""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36DCF3D4-ED47-3C84-0185-32FA8B57FEF8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6229760" y="5949760"/>
                  <a:ext cx="7416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0" name="Group 649">
            <a:extLst>
              <a:ext uri="{FF2B5EF4-FFF2-40B4-BE49-F238E27FC236}">
                <a16:creationId xmlns:a16="http://schemas.microsoft.com/office/drawing/2014/main" id="{C2C23734-69CD-FDF7-34E0-72395CAF6039}"/>
              </a:ext>
            </a:extLst>
          </p:cNvPr>
          <p:cNvGrpSpPr/>
          <p:nvPr/>
        </p:nvGrpSpPr>
        <p:grpSpPr>
          <a:xfrm>
            <a:off x="6566000" y="5968840"/>
            <a:ext cx="304200" cy="162360"/>
            <a:chOff x="6566000" y="5968840"/>
            <a:chExt cx="304200" cy="16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AC83994B-CE67-02C6-8715-62FEE51279CC}"/>
                    </a:ext>
                  </a:extLst>
                </p14:cNvPr>
                <p14:cNvContentPartPr/>
                <p14:nvPr/>
              </p14:nvContentPartPr>
              <p14:xfrm>
                <a:off x="6566000" y="5982160"/>
                <a:ext cx="127080" cy="149040"/>
              </p14:xfrm>
            </p:contentPart>
          </mc:Choice>
          <mc:Fallback xmlns=""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AC83994B-CE67-02C6-8715-62FEE51279CC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6555200" y="5971360"/>
                  <a:ext cx="1483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2F795DC9-9151-4B79-93C0-C539CCDFDA26}"/>
                    </a:ext>
                  </a:extLst>
                </p14:cNvPr>
                <p14:cNvContentPartPr/>
                <p14:nvPr/>
              </p14:nvContentPartPr>
              <p14:xfrm>
                <a:off x="6742760" y="5968840"/>
                <a:ext cx="127440" cy="131760"/>
              </p14:xfrm>
            </p:contentPart>
          </mc:Choice>
          <mc:Fallback xmlns=""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2F795DC9-9151-4B79-93C0-C539CCDFDA26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6731960" y="5958040"/>
                  <a:ext cx="14868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0" name="Group 659">
            <a:extLst>
              <a:ext uri="{FF2B5EF4-FFF2-40B4-BE49-F238E27FC236}">
                <a16:creationId xmlns:a16="http://schemas.microsoft.com/office/drawing/2014/main" id="{006AC394-E00D-E40A-93E4-D075429A9DF7}"/>
              </a:ext>
            </a:extLst>
          </p:cNvPr>
          <p:cNvGrpSpPr/>
          <p:nvPr/>
        </p:nvGrpSpPr>
        <p:grpSpPr>
          <a:xfrm>
            <a:off x="7247840" y="5865520"/>
            <a:ext cx="685080" cy="217440"/>
            <a:chOff x="7247840" y="5865520"/>
            <a:chExt cx="685080" cy="21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8B295C00-9C96-4E21-C27A-1DFEF9B2BBEF}"/>
                    </a:ext>
                  </a:extLst>
                </p14:cNvPr>
                <p14:cNvContentPartPr/>
                <p14:nvPr/>
              </p14:nvContentPartPr>
              <p14:xfrm>
                <a:off x="7247840" y="5868040"/>
                <a:ext cx="143640" cy="15912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8B295C00-9C96-4E21-C27A-1DFEF9B2BBEF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7237040" y="5857600"/>
                  <a:ext cx="1648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BC196CF6-CF58-9C7E-BD45-25AABAD47FED}"/>
                    </a:ext>
                  </a:extLst>
                </p14:cNvPr>
                <p14:cNvContentPartPr/>
                <p14:nvPr/>
              </p14:nvContentPartPr>
              <p14:xfrm>
                <a:off x="7346480" y="5895400"/>
                <a:ext cx="246600" cy="13176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BC196CF6-CF58-9C7E-BD45-25AABAD47FED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7335680" y="5884960"/>
                  <a:ext cx="267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FAEC89F2-32F8-3D3D-6F41-9FDF590EF699}"/>
                    </a:ext>
                  </a:extLst>
                </p14:cNvPr>
                <p14:cNvContentPartPr/>
                <p14:nvPr/>
              </p14:nvContentPartPr>
              <p14:xfrm>
                <a:off x="7702520" y="5871280"/>
                <a:ext cx="88560" cy="102240"/>
              </p14:xfrm>
            </p:contentPart>
          </mc:Choice>
          <mc:Fallback xmlns=""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FAEC89F2-32F8-3D3D-6F41-9FDF590EF699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7691720" y="5860840"/>
                  <a:ext cx="109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4EBB8474-7D82-121E-F2CF-A62996857E23}"/>
                    </a:ext>
                  </a:extLst>
                </p14:cNvPr>
                <p14:cNvContentPartPr/>
                <p14:nvPr/>
              </p14:nvContentPartPr>
              <p14:xfrm>
                <a:off x="7823120" y="5865520"/>
                <a:ext cx="109800" cy="21744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4EBB8474-7D82-121E-F2CF-A62996857E23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7812320" y="5855080"/>
                  <a:ext cx="131040" cy="23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2">
            <p14:nvContentPartPr>
              <p14:cNvPr id="661" name="Ink 660">
                <a:extLst>
                  <a:ext uri="{FF2B5EF4-FFF2-40B4-BE49-F238E27FC236}">
                    <a16:creationId xmlns:a16="http://schemas.microsoft.com/office/drawing/2014/main" id="{2D2EE4A3-549A-E3EC-A9C6-5EA4E2F1252E}"/>
                  </a:ext>
                </a:extLst>
              </p14:cNvPr>
              <p14:cNvContentPartPr/>
              <p14:nvPr/>
            </p14:nvContentPartPr>
            <p14:xfrm>
              <a:off x="7959560" y="5749240"/>
              <a:ext cx="157680" cy="250560"/>
            </p14:xfrm>
          </p:contentPart>
        </mc:Choice>
        <mc:Fallback xmlns="">
          <p:pic>
            <p:nvPicPr>
              <p:cNvPr id="661" name="Ink 660">
                <a:extLst>
                  <a:ext uri="{FF2B5EF4-FFF2-40B4-BE49-F238E27FC236}">
                    <a16:creationId xmlns:a16="http://schemas.microsoft.com/office/drawing/2014/main" id="{2D2EE4A3-549A-E3EC-A9C6-5EA4E2F1252E}"/>
                  </a:ext>
                </a:extLst>
              </p:cNvPr>
              <p:cNvPicPr/>
              <p:nvPr/>
            </p:nvPicPr>
            <p:blipFill>
              <a:blip r:embed="rId783"/>
              <a:stretch>
                <a:fillRect/>
              </a:stretch>
            </p:blipFill>
            <p:spPr>
              <a:xfrm>
                <a:off x="7948760" y="5738440"/>
                <a:ext cx="178920" cy="27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2" name="Group 671">
            <a:extLst>
              <a:ext uri="{FF2B5EF4-FFF2-40B4-BE49-F238E27FC236}">
                <a16:creationId xmlns:a16="http://schemas.microsoft.com/office/drawing/2014/main" id="{F76B3E46-5127-8626-6668-8E01D25B0174}"/>
              </a:ext>
            </a:extLst>
          </p:cNvPr>
          <p:cNvGrpSpPr/>
          <p:nvPr/>
        </p:nvGrpSpPr>
        <p:grpSpPr>
          <a:xfrm>
            <a:off x="4524800" y="6500920"/>
            <a:ext cx="709560" cy="270000"/>
            <a:chOff x="4524800" y="6500920"/>
            <a:chExt cx="70956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9732DBD4-72C5-D844-C447-41A68C60D02D}"/>
                    </a:ext>
                  </a:extLst>
                </p14:cNvPr>
                <p14:cNvContentPartPr/>
                <p14:nvPr/>
              </p14:nvContentPartPr>
              <p14:xfrm>
                <a:off x="4524800" y="6518200"/>
                <a:ext cx="36000" cy="25272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9732DBD4-72C5-D844-C447-41A68C60D02D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4514360" y="6507400"/>
                  <a:ext cx="572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52DB6098-9FB1-92BB-2CEF-5CE56B38BF51}"/>
                    </a:ext>
                  </a:extLst>
                </p14:cNvPr>
                <p14:cNvContentPartPr/>
                <p14:nvPr/>
              </p14:nvContentPartPr>
              <p14:xfrm>
                <a:off x="4573040" y="6606040"/>
                <a:ext cx="49320" cy="11772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52DB6098-9FB1-92BB-2CEF-5CE56B38BF51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4562600" y="6595600"/>
                  <a:ext cx="70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7ED33C3C-4E01-252A-9B8A-69D355E07A39}"/>
                    </a:ext>
                  </a:extLst>
                </p14:cNvPr>
                <p14:cNvContentPartPr/>
                <p14:nvPr/>
              </p14:nvContentPartPr>
              <p14:xfrm>
                <a:off x="4703720" y="6523600"/>
                <a:ext cx="75240" cy="22320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7ED33C3C-4E01-252A-9B8A-69D355E07A39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4693280" y="6513160"/>
                  <a:ext cx="964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665" name="Ink 664">
                  <a:extLst>
                    <a:ext uri="{FF2B5EF4-FFF2-40B4-BE49-F238E27FC236}">
                      <a16:creationId xmlns:a16="http://schemas.microsoft.com/office/drawing/2014/main" id="{1DAA18B3-F29C-4C14-FCCF-F5266E0106FD}"/>
                    </a:ext>
                  </a:extLst>
                </p14:cNvPr>
                <p14:cNvContentPartPr/>
                <p14:nvPr/>
              </p14:nvContentPartPr>
              <p14:xfrm>
                <a:off x="4695080" y="6635560"/>
                <a:ext cx="120960" cy="2556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1DAA18B3-F29C-4C14-FCCF-F5266E0106FD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4684280" y="6625120"/>
                  <a:ext cx="1422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74328215-9626-753B-28FB-735CC515BCE3}"/>
                    </a:ext>
                  </a:extLst>
                </p14:cNvPr>
                <p14:cNvContentPartPr/>
                <p14:nvPr/>
              </p14:nvContentPartPr>
              <p14:xfrm>
                <a:off x="4865000" y="6500920"/>
                <a:ext cx="29520" cy="22428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74328215-9626-753B-28FB-735CC515BCE3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4854200" y="6490120"/>
                  <a:ext cx="507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9281FB29-105E-B101-4AC0-EACFB93E4F3A}"/>
                    </a:ext>
                  </a:extLst>
                </p14:cNvPr>
                <p14:cNvContentPartPr/>
                <p14:nvPr/>
              </p14:nvContentPartPr>
              <p14:xfrm>
                <a:off x="4826840" y="6635560"/>
                <a:ext cx="124920" cy="21960"/>
              </p14:xfrm>
            </p:contentPart>
          </mc:Choice>
          <mc:Fallback xmlns=""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9281FB29-105E-B101-4AC0-EACFB93E4F3A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4816400" y="6625120"/>
                  <a:ext cx="1461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8106E707-A5C0-96E3-A69B-AAFAC580DAC8}"/>
                    </a:ext>
                  </a:extLst>
                </p14:cNvPr>
                <p14:cNvContentPartPr/>
                <p14:nvPr/>
              </p14:nvContentPartPr>
              <p14:xfrm>
                <a:off x="4962920" y="6588400"/>
                <a:ext cx="39600" cy="116280"/>
              </p14:xfrm>
            </p:contentPart>
          </mc:Choice>
          <mc:Fallback xmlns=""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8106E707-A5C0-96E3-A69B-AAFAC580DAC8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4952480" y="6577600"/>
                  <a:ext cx="608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CAF98DD9-3C21-9F63-51DC-8BB4E2B5F6D2}"/>
                    </a:ext>
                  </a:extLst>
                </p14:cNvPr>
                <p14:cNvContentPartPr/>
                <p14:nvPr/>
              </p14:nvContentPartPr>
              <p14:xfrm>
                <a:off x="5077040" y="6578680"/>
                <a:ext cx="42120" cy="108720"/>
              </p14:xfrm>
            </p:contentPart>
          </mc:Choice>
          <mc:Fallback xmlns=""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CAF98DD9-3C21-9F63-51DC-8BB4E2B5F6D2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5066240" y="6567880"/>
                  <a:ext cx="63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B4D1431A-453D-2979-324F-CF479DAA8A32}"/>
                    </a:ext>
                  </a:extLst>
                </p14:cNvPr>
                <p14:cNvContentPartPr/>
                <p14:nvPr/>
              </p14:nvContentPartPr>
              <p14:xfrm>
                <a:off x="5163080" y="6585520"/>
                <a:ext cx="71280" cy="132840"/>
              </p14:xfrm>
            </p:contentPart>
          </mc:Choice>
          <mc:Fallback xmlns=""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B4D1431A-453D-2979-324F-CF479DAA8A32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5152640" y="6574720"/>
                  <a:ext cx="9252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9" name="Group 678">
            <a:extLst>
              <a:ext uri="{FF2B5EF4-FFF2-40B4-BE49-F238E27FC236}">
                <a16:creationId xmlns:a16="http://schemas.microsoft.com/office/drawing/2014/main" id="{7E2DB579-4BE6-099D-AE5F-D6F0A4D60697}"/>
              </a:ext>
            </a:extLst>
          </p:cNvPr>
          <p:cNvGrpSpPr/>
          <p:nvPr/>
        </p:nvGrpSpPr>
        <p:grpSpPr>
          <a:xfrm>
            <a:off x="5474120" y="6462040"/>
            <a:ext cx="465120" cy="288360"/>
            <a:chOff x="5474120" y="6462040"/>
            <a:chExt cx="465120" cy="28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FE23BFA7-060F-4FED-1E03-216E4992A9EB}"/>
                    </a:ext>
                  </a:extLst>
                </p14:cNvPr>
                <p14:cNvContentPartPr/>
                <p14:nvPr/>
              </p14:nvContentPartPr>
              <p14:xfrm>
                <a:off x="5557640" y="6462040"/>
                <a:ext cx="81000" cy="27684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FE23BFA7-060F-4FED-1E03-216E4992A9EB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5547200" y="6451600"/>
                  <a:ext cx="1022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B0FB3F1B-E5CA-1822-8671-3C1EED5F293B}"/>
                    </a:ext>
                  </a:extLst>
                </p14:cNvPr>
                <p14:cNvContentPartPr/>
                <p14:nvPr/>
              </p14:nvContentPartPr>
              <p14:xfrm>
                <a:off x="5474120" y="6609280"/>
                <a:ext cx="82800" cy="18720"/>
              </p14:xfrm>
            </p:contentPart>
          </mc:Choice>
          <mc:Fallback xmlns=""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B0FB3F1B-E5CA-1822-8671-3C1EED5F293B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5463680" y="6598840"/>
                  <a:ext cx="104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B64697FC-4CC8-A458-0ABF-BFC1EFB35BB8}"/>
                    </a:ext>
                  </a:extLst>
                </p14:cNvPr>
                <p14:cNvContentPartPr/>
                <p14:nvPr/>
              </p14:nvContentPartPr>
              <p14:xfrm>
                <a:off x="5617760" y="6480400"/>
                <a:ext cx="118440" cy="21420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B64697FC-4CC8-A458-0ABF-BFC1EFB35BB8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5606960" y="6469600"/>
                  <a:ext cx="1396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122623B1-7211-3EE5-94FD-74F711379B55}"/>
                    </a:ext>
                  </a:extLst>
                </p14:cNvPr>
                <p14:cNvContentPartPr/>
                <p14:nvPr/>
              </p14:nvContentPartPr>
              <p14:xfrm>
                <a:off x="5744480" y="6577240"/>
                <a:ext cx="30960" cy="13752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122623B1-7211-3EE5-94FD-74F711379B55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5734040" y="6566440"/>
                  <a:ext cx="522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A88E5CB3-6583-DB6E-F753-7B8C380A2ABA}"/>
                    </a:ext>
                  </a:extLst>
                </p14:cNvPr>
                <p14:cNvContentPartPr/>
                <p14:nvPr/>
              </p14:nvContentPartPr>
              <p14:xfrm>
                <a:off x="5831240" y="6583000"/>
                <a:ext cx="108000" cy="16740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A88E5CB3-6583-DB6E-F753-7B8C380A2ABA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5820440" y="6572200"/>
                  <a:ext cx="12924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9" name="Group 688">
            <a:extLst>
              <a:ext uri="{FF2B5EF4-FFF2-40B4-BE49-F238E27FC236}">
                <a16:creationId xmlns:a16="http://schemas.microsoft.com/office/drawing/2014/main" id="{BEA04348-19B3-0805-7CA2-CEFCB42921D1}"/>
              </a:ext>
            </a:extLst>
          </p:cNvPr>
          <p:cNvGrpSpPr/>
          <p:nvPr/>
        </p:nvGrpSpPr>
        <p:grpSpPr>
          <a:xfrm>
            <a:off x="6225080" y="6422080"/>
            <a:ext cx="790560" cy="276840"/>
            <a:chOff x="6225080" y="6422080"/>
            <a:chExt cx="790560" cy="27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C608013C-B5C4-70F0-72F7-EAF5F7797E48}"/>
                    </a:ext>
                  </a:extLst>
                </p14:cNvPr>
                <p14:cNvContentPartPr/>
                <p14:nvPr/>
              </p14:nvContentPartPr>
              <p14:xfrm>
                <a:off x="6225080" y="6562480"/>
                <a:ext cx="114120" cy="10548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C608013C-B5C4-70F0-72F7-EAF5F7797E48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6214280" y="6552040"/>
                  <a:ext cx="1353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D6E94D3A-10B1-387A-9A81-E019472FE0B0}"/>
                    </a:ext>
                  </a:extLst>
                </p14:cNvPr>
                <p14:cNvContentPartPr/>
                <p14:nvPr/>
              </p14:nvContentPartPr>
              <p14:xfrm>
                <a:off x="6365840" y="6556000"/>
                <a:ext cx="54000" cy="14076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D6E94D3A-10B1-387A-9A81-E019472FE0B0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6355040" y="6545200"/>
                  <a:ext cx="752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01C9C1B3-68EB-DB60-68BD-0AA1193D679A}"/>
                    </a:ext>
                  </a:extLst>
                </p14:cNvPr>
                <p14:cNvContentPartPr/>
                <p14:nvPr/>
              </p14:nvContentPartPr>
              <p14:xfrm>
                <a:off x="6487520" y="6539800"/>
                <a:ext cx="76320" cy="15912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01C9C1B3-68EB-DB60-68BD-0AA1193D679A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6476720" y="6529000"/>
                  <a:ext cx="975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984AD50B-7EE4-E996-74B0-8814AEA29F9A}"/>
                    </a:ext>
                  </a:extLst>
                </p14:cNvPr>
                <p14:cNvContentPartPr/>
                <p14:nvPr/>
              </p14:nvContentPartPr>
              <p14:xfrm>
                <a:off x="6622880" y="6422080"/>
                <a:ext cx="19440" cy="25380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984AD50B-7EE4-E996-74B0-8814AEA29F9A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6612440" y="6411280"/>
                  <a:ext cx="406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C0016E1F-C244-F30B-D53F-162F3676A716}"/>
                    </a:ext>
                  </a:extLst>
                </p14:cNvPr>
                <p14:cNvContentPartPr/>
                <p14:nvPr/>
              </p14:nvContentPartPr>
              <p14:xfrm>
                <a:off x="6489680" y="6458440"/>
                <a:ext cx="200880" cy="2088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C0016E1F-C244-F30B-D53F-162F3676A716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6478880" y="6448000"/>
                  <a:ext cx="222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2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70C59115-5C64-8C8A-EDA5-A11419D4A237}"/>
                    </a:ext>
                  </a:extLst>
                </p14:cNvPr>
                <p14:cNvContentPartPr/>
                <p14:nvPr/>
              </p14:nvContentPartPr>
              <p14:xfrm>
                <a:off x="6708200" y="6527560"/>
                <a:ext cx="73080" cy="14544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70C59115-5C64-8C8A-EDA5-A11419D4A237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6697400" y="6516760"/>
                  <a:ext cx="943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4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7EF235A5-4CD2-E5D5-BFC1-B7ABD8AD4309}"/>
                    </a:ext>
                  </a:extLst>
                </p14:cNvPr>
                <p14:cNvContentPartPr/>
                <p14:nvPr/>
              </p14:nvContentPartPr>
              <p14:xfrm>
                <a:off x="6847520" y="6515320"/>
                <a:ext cx="100800" cy="12708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7EF235A5-4CD2-E5D5-BFC1-B7ABD8AD4309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6837080" y="6504880"/>
                  <a:ext cx="1220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6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AA15668D-BBB2-71F2-19F5-8589AFD181B7}"/>
                    </a:ext>
                  </a:extLst>
                </p14:cNvPr>
                <p14:cNvContentPartPr/>
                <p14:nvPr/>
              </p14:nvContentPartPr>
              <p14:xfrm>
                <a:off x="6935360" y="6499480"/>
                <a:ext cx="80280" cy="10584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AA15668D-BBB2-71F2-19F5-8589AFD181B7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6924560" y="6488680"/>
                  <a:ext cx="10152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0" name="Group 699">
            <a:extLst>
              <a:ext uri="{FF2B5EF4-FFF2-40B4-BE49-F238E27FC236}">
                <a16:creationId xmlns:a16="http://schemas.microsoft.com/office/drawing/2014/main" id="{C26DE8A0-17E1-AA9F-D630-8588A3D7D983}"/>
              </a:ext>
            </a:extLst>
          </p:cNvPr>
          <p:cNvGrpSpPr/>
          <p:nvPr/>
        </p:nvGrpSpPr>
        <p:grpSpPr>
          <a:xfrm>
            <a:off x="7255040" y="6346480"/>
            <a:ext cx="807480" cy="289440"/>
            <a:chOff x="7255040" y="6346480"/>
            <a:chExt cx="80748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8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F17654FB-86B5-02EB-D33A-AB6E6438CEC3}"/>
                    </a:ext>
                  </a:extLst>
                </p14:cNvPr>
                <p14:cNvContentPartPr/>
                <p14:nvPr/>
              </p14:nvContentPartPr>
              <p14:xfrm>
                <a:off x="7255040" y="6369520"/>
                <a:ext cx="47160" cy="26640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F17654FB-86B5-02EB-D33A-AB6E6438CEC3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7244600" y="6358720"/>
                  <a:ext cx="684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0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1C8A7BCF-FD95-D805-E3CC-76A801A98E6F}"/>
                    </a:ext>
                  </a:extLst>
                </p14:cNvPr>
                <p14:cNvContentPartPr/>
                <p14:nvPr/>
              </p14:nvContentPartPr>
              <p14:xfrm>
                <a:off x="7324160" y="6455920"/>
                <a:ext cx="64800" cy="15372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1C8A7BCF-FD95-D805-E3CC-76A801A98E6F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7313360" y="6445480"/>
                  <a:ext cx="860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2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AF38BE56-08BC-3197-6AD5-D1B92AF7EE9C}"/>
                    </a:ext>
                  </a:extLst>
                </p14:cNvPr>
                <p14:cNvContentPartPr/>
                <p14:nvPr/>
              </p14:nvContentPartPr>
              <p14:xfrm>
                <a:off x="7453040" y="6355840"/>
                <a:ext cx="39600" cy="25632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AF38BE56-08BC-3197-6AD5-D1B92AF7EE9C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7442240" y="6345040"/>
                  <a:ext cx="608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4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2A7FF2F2-540D-DEF4-B7E0-3AA00BAAE7D0}"/>
                    </a:ext>
                  </a:extLst>
                </p14:cNvPr>
                <p14:cNvContentPartPr/>
                <p14:nvPr/>
              </p14:nvContentPartPr>
              <p14:xfrm>
                <a:off x="7446560" y="6488320"/>
                <a:ext cx="96840" cy="2520"/>
              </p14:xfrm>
            </p:contentPart>
          </mc:Choice>
          <mc:Fallback xmlns=""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2A7FF2F2-540D-DEF4-B7E0-3AA00BAAE7D0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7436120" y="6477520"/>
                  <a:ext cx="118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6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F807472A-23C3-725F-D978-7618F2F36163}"/>
                    </a:ext>
                  </a:extLst>
                </p14:cNvPr>
                <p14:cNvContentPartPr/>
                <p14:nvPr/>
              </p14:nvContentPartPr>
              <p14:xfrm>
                <a:off x="7582640" y="6346480"/>
                <a:ext cx="28440" cy="24696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F807472A-23C3-725F-D978-7618F2F36163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7571840" y="6336040"/>
                  <a:ext cx="496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8">
              <p14:nvContentPartPr>
                <p14:cNvPr id="695" name="Ink 694">
                  <a:extLst>
                    <a:ext uri="{FF2B5EF4-FFF2-40B4-BE49-F238E27FC236}">
                      <a16:creationId xmlns:a16="http://schemas.microsoft.com/office/drawing/2014/main" id="{A6439299-0A44-31FD-2B5F-2DCFA2DD4E7A}"/>
                    </a:ext>
                  </a:extLst>
                </p14:cNvPr>
                <p14:cNvContentPartPr/>
                <p14:nvPr/>
              </p14:nvContentPartPr>
              <p14:xfrm>
                <a:off x="7580120" y="6490480"/>
                <a:ext cx="90360" cy="10800"/>
              </p14:xfrm>
            </p:contentPart>
          </mc:Choice>
          <mc:Fallback xmlns="">
            <p:pic>
              <p:nvPicPr>
                <p:cNvPr id="695" name="Ink 694">
                  <a:extLst>
                    <a:ext uri="{FF2B5EF4-FFF2-40B4-BE49-F238E27FC236}">
                      <a16:creationId xmlns:a16="http://schemas.microsoft.com/office/drawing/2014/main" id="{A6439299-0A44-31FD-2B5F-2DCFA2DD4E7A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7569320" y="6480040"/>
                  <a:ext cx="111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734FC800-41DC-5642-9997-F70159125FC0}"/>
                    </a:ext>
                  </a:extLst>
                </p14:cNvPr>
                <p14:cNvContentPartPr/>
                <p14:nvPr/>
              </p14:nvContentPartPr>
              <p14:xfrm>
                <a:off x="7734200" y="6443680"/>
                <a:ext cx="74520" cy="14220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734FC800-41DC-5642-9997-F70159125FC0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7723400" y="6433240"/>
                  <a:ext cx="957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2">
              <p14:nvContentPartPr>
                <p14:cNvPr id="697" name="Ink 696">
                  <a:extLst>
                    <a:ext uri="{FF2B5EF4-FFF2-40B4-BE49-F238E27FC236}">
                      <a16:creationId xmlns:a16="http://schemas.microsoft.com/office/drawing/2014/main" id="{3761A30E-E889-499D-7DB6-D5B3F3B0949F}"/>
                    </a:ext>
                  </a:extLst>
                </p14:cNvPr>
                <p14:cNvContentPartPr/>
                <p14:nvPr/>
              </p14:nvContentPartPr>
              <p14:xfrm>
                <a:off x="7859120" y="6430720"/>
                <a:ext cx="32040" cy="60480"/>
              </p14:xfrm>
            </p:contentPart>
          </mc:Choice>
          <mc:Fallback xmlns=""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3761A30E-E889-499D-7DB6-D5B3F3B0949F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7848680" y="6419920"/>
                  <a:ext cx="532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26F31F91-D4F1-5972-8311-8B556861A02C}"/>
                    </a:ext>
                  </a:extLst>
                </p14:cNvPr>
                <p14:cNvContentPartPr/>
                <p14:nvPr/>
              </p14:nvContentPartPr>
              <p14:xfrm>
                <a:off x="7980800" y="6447280"/>
                <a:ext cx="81720" cy="10872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26F31F91-D4F1-5972-8311-8B556861A02C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7970000" y="6436480"/>
                  <a:ext cx="10296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7" name="Group 716">
            <a:extLst>
              <a:ext uri="{FF2B5EF4-FFF2-40B4-BE49-F238E27FC236}">
                <a16:creationId xmlns:a16="http://schemas.microsoft.com/office/drawing/2014/main" id="{AD3F59FA-6A9D-E599-B1FF-FFF07DD8C393}"/>
              </a:ext>
            </a:extLst>
          </p:cNvPr>
          <p:cNvGrpSpPr/>
          <p:nvPr/>
        </p:nvGrpSpPr>
        <p:grpSpPr>
          <a:xfrm>
            <a:off x="8251160" y="6295360"/>
            <a:ext cx="407880" cy="277560"/>
            <a:chOff x="8251160" y="6295360"/>
            <a:chExt cx="407880" cy="2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6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E3C3F68A-8C4E-1001-CC6D-0834AC3F125B}"/>
                    </a:ext>
                  </a:extLst>
                </p14:cNvPr>
                <p14:cNvContentPartPr/>
                <p14:nvPr/>
              </p14:nvContentPartPr>
              <p14:xfrm>
                <a:off x="8251160" y="6420280"/>
                <a:ext cx="257040" cy="152640"/>
              </p14:xfrm>
            </p:contentPart>
          </mc:Choice>
          <mc:Fallback xmlns=""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E3C3F68A-8C4E-1001-CC6D-0834AC3F125B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8240720" y="6409840"/>
                  <a:ext cx="2782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8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6108875A-E05E-7D71-6A08-D5A40D1027E0}"/>
                    </a:ext>
                  </a:extLst>
                </p14:cNvPr>
                <p14:cNvContentPartPr/>
                <p14:nvPr/>
              </p14:nvContentPartPr>
              <p14:xfrm>
                <a:off x="8563640" y="6295360"/>
                <a:ext cx="95400" cy="207360"/>
              </p14:xfrm>
            </p:contentPart>
          </mc:Choice>
          <mc:Fallback xmlns=""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6108875A-E05E-7D71-6A08-D5A40D1027E0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8553200" y="6284560"/>
                  <a:ext cx="11664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5" name="Group 714">
            <a:extLst>
              <a:ext uri="{FF2B5EF4-FFF2-40B4-BE49-F238E27FC236}">
                <a16:creationId xmlns:a16="http://schemas.microsoft.com/office/drawing/2014/main" id="{2480CE24-1511-85D0-D12B-D122B91D829B}"/>
              </a:ext>
            </a:extLst>
          </p:cNvPr>
          <p:cNvGrpSpPr/>
          <p:nvPr/>
        </p:nvGrpSpPr>
        <p:grpSpPr>
          <a:xfrm>
            <a:off x="8834000" y="6194560"/>
            <a:ext cx="674280" cy="363960"/>
            <a:chOff x="8834000" y="6194560"/>
            <a:chExt cx="67428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0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75D3AA4B-61FE-45C8-614F-2E6A83C9B915}"/>
                    </a:ext>
                  </a:extLst>
                </p14:cNvPr>
                <p14:cNvContentPartPr/>
                <p14:nvPr/>
              </p14:nvContentPartPr>
              <p14:xfrm>
                <a:off x="8834000" y="6349720"/>
                <a:ext cx="87840" cy="20880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75D3AA4B-61FE-45C8-614F-2E6A83C9B915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8823560" y="6339280"/>
                  <a:ext cx="1090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2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37D89017-EA11-644C-0FC8-D232B939D0C8}"/>
                    </a:ext>
                  </a:extLst>
                </p14:cNvPr>
                <p14:cNvContentPartPr/>
                <p14:nvPr/>
              </p14:nvContentPartPr>
              <p14:xfrm>
                <a:off x="8960360" y="6374560"/>
                <a:ext cx="26280" cy="11268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37D89017-EA11-644C-0FC8-D232B939D0C8}"/>
                    </a:ext>
                  </a:extLst>
                </p:cNvPr>
                <p:cNvPicPr/>
                <p:nvPr/>
              </p:nvPicPr>
              <p:blipFill>
                <a:blip r:embed="rId853"/>
                <a:stretch>
                  <a:fillRect/>
                </a:stretch>
              </p:blipFill>
              <p:spPr>
                <a:xfrm>
                  <a:off x="8949920" y="6364120"/>
                  <a:ext cx="47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4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928BF86C-DDC0-DD74-5A82-B877A314632E}"/>
                    </a:ext>
                  </a:extLst>
                </p14:cNvPr>
                <p14:cNvContentPartPr/>
                <p14:nvPr/>
              </p14:nvContentPartPr>
              <p14:xfrm>
                <a:off x="9083120" y="6194560"/>
                <a:ext cx="32760" cy="300240"/>
              </p14:xfrm>
            </p:contentPart>
          </mc:Choice>
          <mc:Fallback xmlns=""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928BF86C-DDC0-DD74-5A82-B877A314632E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9072320" y="6184120"/>
                  <a:ext cx="540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6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23969631-B19C-F4B0-5320-1A0096E42A9A}"/>
                    </a:ext>
                  </a:extLst>
                </p14:cNvPr>
                <p14:cNvContentPartPr/>
                <p14:nvPr/>
              </p14:nvContentPartPr>
              <p14:xfrm>
                <a:off x="9071240" y="6364840"/>
                <a:ext cx="174600" cy="11988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23969631-B19C-F4B0-5320-1A0096E42A9A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9060800" y="6354400"/>
                  <a:ext cx="1958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8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6497981C-FD35-8447-72B0-B643F4014623}"/>
                    </a:ext>
                  </a:extLst>
                </p14:cNvPr>
                <p14:cNvContentPartPr/>
                <p14:nvPr/>
              </p14:nvContentPartPr>
              <p14:xfrm>
                <a:off x="9298400" y="6367720"/>
                <a:ext cx="97920" cy="11736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6497981C-FD35-8447-72B0-B643F4014623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9287960" y="6357280"/>
                  <a:ext cx="1191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0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20941348-717B-C8F5-1858-5407DBA62E97}"/>
                    </a:ext>
                  </a:extLst>
                </p14:cNvPr>
                <p14:cNvContentPartPr/>
                <p14:nvPr/>
              </p14:nvContentPartPr>
              <p14:xfrm>
                <a:off x="9417920" y="6366280"/>
                <a:ext cx="90360" cy="106560"/>
              </p14:xfrm>
            </p:contentPart>
          </mc:Choice>
          <mc:Fallback xmlns=""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20941348-717B-C8F5-1858-5407DBA62E97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9407120" y="6355840"/>
                  <a:ext cx="11160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2" name="Group 721">
            <a:extLst>
              <a:ext uri="{FF2B5EF4-FFF2-40B4-BE49-F238E27FC236}">
                <a16:creationId xmlns:a16="http://schemas.microsoft.com/office/drawing/2014/main" id="{1CA7A953-D3AB-32EA-CAE6-88D75066CA60}"/>
              </a:ext>
            </a:extLst>
          </p:cNvPr>
          <p:cNvGrpSpPr/>
          <p:nvPr/>
        </p:nvGrpSpPr>
        <p:grpSpPr>
          <a:xfrm>
            <a:off x="9713480" y="6175120"/>
            <a:ext cx="674640" cy="369000"/>
            <a:chOff x="9713480" y="6175120"/>
            <a:chExt cx="67464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2">
              <p14:nvContentPartPr>
                <p14:cNvPr id="709" name="Ink 708">
                  <a:extLst>
                    <a:ext uri="{FF2B5EF4-FFF2-40B4-BE49-F238E27FC236}">
                      <a16:creationId xmlns:a16="http://schemas.microsoft.com/office/drawing/2014/main" id="{C40F350B-08D4-54E1-2991-ED45EB73C894}"/>
                    </a:ext>
                  </a:extLst>
                </p14:cNvPr>
                <p14:cNvContentPartPr/>
                <p14:nvPr/>
              </p14:nvContentPartPr>
              <p14:xfrm>
                <a:off x="9742640" y="6211120"/>
                <a:ext cx="90720" cy="333000"/>
              </p14:xfrm>
            </p:contentPart>
          </mc:Choice>
          <mc:Fallback xmlns="">
            <p:pic>
              <p:nvPicPr>
                <p:cNvPr id="709" name="Ink 708">
                  <a:extLst>
                    <a:ext uri="{FF2B5EF4-FFF2-40B4-BE49-F238E27FC236}">
                      <a16:creationId xmlns:a16="http://schemas.microsoft.com/office/drawing/2014/main" id="{C40F350B-08D4-54E1-2991-ED45EB73C894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9732200" y="6200320"/>
                  <a:ext cx="1119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4">
              <p14:nvContentPartPr>
                <p14:cNvPr id="710" name="Ink 709">
                  <a:extLst>
                    <a:ext uri="{FF2B5EF4-FFF2-40B4-BE49-F238E27FC236}">
                      <a16:creationId xmlns:a16="http://schemas.microsoft.com/office/drawing/2014/main" id="{AFF82DCD-BCDC-BD0D-D52B-FDF822EDDF77}"/>
                    </a:ext>
                  </a:extLst>
                </p14:cNvPr>
                <p14:cNvContentPartPr/>
                <p14:nvPr/>
              </p14:nvContentPartPr>
              <p14:xfrm>
                <a:off x="9713480" y="6400480"/>
                <a:ext cx="155160" cy="43920"/>
              </p14:xfrm>
            </p:contentPart>
          </mc:Choice>
          <mc:Fallback xmlns="">
            <p:pic>
              <p:nvPicPr>
                <p:cNvPr id="710" name="Ink 709">
                  <a:extLst>
                    <a:ext uri="{FF2B5EF4-FFF2-40B4-BE49-F238E27FC236}">
                      <a16:creationId xmlns:a16="http://schemas.microsoft.com/office/drawing/2014/main" id="{AFF82DCD-BCDC-BD0D-D52B-FDF822EDDF77}"/>
                    </a:ext>
                  </a:extLst>
                </p:cNvPr>
                <p:cNvPicPr/>
                <p:nvPr/>
              </p:nvPicPr>
              <p:blipFill>
                <a:blip r:embed="rId865"/>
                <a:stretch>
                  <a:fillRect/>
                </a:stretch>
              </p:blipFill>
              <p:spPr>
                <a:xfrm>
                  <a:off x="9703040" y="6389680"/>
                  <a:ext cx="176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6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6E305E92-79C9-C493-5E20-A97591EDA558}"/>
                    </a:ext>
                  </a:extLst>
                </p14:cNvPr>
                <p14:cNvContentPartPr/>
                <p14:nvPr/>
              </p14:nvContentPartPr>
              <p14:xfrm>
                <a:off x="9944600" y="6175120"/>
                <a:ext cx="223560" cy="30636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6E305E92-79C9-C493-5E20-A97591EDA558}"/>
                    </a:ext>
                  </a:extLst>
                </p:cNvPr>
                <p:cNvPicPr/>
                <p:nvPr/>
              </p:nvPicPr>
              <p:blipFill>
                <a:blip r:embed="rId867"/>
                <a:stretch>
                  <a:fillRect/>
                </a:stretch>
              </p:blipFill>
              <p:spPr>
                <a:xfrm>
                  <a:off x="9934160" y="6164680"/>
                  <a:ext cx="2448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8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64608BBE-73E4-54E8-9810-C0B3061A10CC}"/>
                    </a:ext>
                  </a:extLst>
                </p14:cNvPr>
                <p14:cNvContentPartPr/>
                <p14:nvPr/>
              </p14:nvContentPartPr>
              <p14:xfrm>
                <a:off x="10225400" y="6313360"/>
                <a:ext cx="87480" cy="12672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64608BBE-73E4-54E8-9810-C0B3061A10CC}"/>
                    </a:ext>
                  </a:extLst>
                </p:cNvPr>
                <p:cNvPicPr/>
                <p:nvPr/>
              </p:nvPicPr>
              <p:blipFill>
                <a:blip r:embed="rId869"/>
                <a:stretch>
                  <a:fillRect/>
                </a:stretch>
              </p:blipFill>
              <p:spPr>
                <a:xfrm>
                  <a:off x="10214600" y="6302920"/>
                  <a:ext cx="1087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0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4EF15477-7607-8330-0963-3F383EAA0B4C}"/>
                    </a:ext>
                  </a:extLst>
                </p14:cNvPr>
                <p14:cNvContentPartPr/>
                <p14:nvPr/>
              </p14:nvContentPartPr>
              <p14:xfrm>
                <a:off x="10322240" y="6299680"/>
                <a:ext cx="65880" cy="15336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4EF15477-7607-8330-0963-3F383EAA0B4C}"/>
                    </a:ext>
                  </a:extLst>
                </p:cNvPr>
                <p:cNvPicPr/>
                <p:nvPr/>
              </p:nvPicPr>
              <p:blipFill>
                <a:blip r:embed="rId871"/>
                <a:stretch>
                  <a:fillRect/>
                </a:stretch>
              </p:blipFill>
              <p:spPr>
                <a:xfrm>
                  <a:off x="10311440" y="6289240"/>
                  <a:ext cx="87120" cy="174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953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22705</TotalTime>
  <Words>0</Words>
  <Application>Microsoft Macintosh PowerPoint</Application>
  <PresentationFormat>Widescreen</PresentationFormat>
  <Paragraphs>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Alejandro Rey de Castro Rupay</dc:creator>
  <cp:lastModifiedBy>Luis Alejandro Rey de Castro Rupay</cp:lastModifiedBy>
  <cp:revision>26</cp:revision>
  <dcterms:created xsi:type="dcterms:W3CDTF">2026-08-13T01:24:57Z</dcterms:created>
  <dcterms:modified xsi:type="dcterms:W3CDTF">2026-08-29T21:41:27Z</dcterms:modified>
</cp:coreProperties>
</file>